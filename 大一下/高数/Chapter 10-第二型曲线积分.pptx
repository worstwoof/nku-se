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5" r:id="rId25"/>
    <p:sldId id="286" r:id="rId26"/>
    <p:sldId id="287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CC99"/>
    <a:srgbClr val="00FF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image" Target="../media/image26.wmf"/><Relationship Id="rId18" Type="http://schemas.openxmlformats.org/officeDocument/2006/relationships/image" Target="../media/image31.wmf"/><Relationship Id="rId3" Type="http://schemas.openxmlformats.org/officeDocument/2006/relationships/image" Target="../media/image21.wmf"/><Relationship Id="rId7" Type="http://schemas.openxmlformats.org/officeDocument/2006/relationships/image" Target="../media/image1.wmf"/><Relationship Id="rId12" Type="http://schemas.openxmlformats.org/officeDocument/2006/relationships/image" Target="../media/image25.wmf"/><Relationship Id="rId17" Type="http://schemas.openxmlformats.org/officeDocument/2006/relationships/image" Target="../media/image30.wmf"/><Relationship Id="rId2" Type="http://schemas.openxmlformats.org/officeDocument/2006/relationships/image" Target="../media/image20.wmf"/><Relationship Id="rId16" Type="http://schemas.openxmlformats.org/officeDocument/2006/relationships/image" Target="../media/image29.wmf"/><Relationship Id="rId20" Type="http://schemas.openxmlformats.org/officeDocument/2006/relationships/image" Target="../media/image13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11" Type="http://schemas.openxmlformats.org/officeDocument/2006/relationships/image" Target="../media/image5.wmf"/><Relationship Id="rId5" Type="http://schemas.openxmlformats.org/officeDocument/2006/relationships/image" Target="../media/image23.wmf"/><Relationship Id="rId15" Type="http://schemas.openxmlformats.org/officeDocument/2006/relationships/image" Target="../media/image28.wmf"/><Relationship Id="rId10" Type="http://schemas.openxmlformats.org/officeDocument/2006/relationships/image" Target="../media/image4.wmf"/><Relationship Id="rId19" Type="http://schemas.openxmlformats.org/officeDocument/2006/relationships/image" Target="../media/image12.wmf"/><Relationship Id="rId4" Type="http://schemas.openxmlformats.org/officeDocument/2006/relationships/image" Target="../media/image22.wmf"/><Relationship Id="rId9" Type="http://schemas.openxmlformats.org/officeDocument/2006/relationships/image" Target="../media/image3.wmf"/><Relationship Id="rId14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emf"/><Relationship Id="rId1" Type="http://schemas.openxmlformats.org/officeDocument/2006/relationships/image" Target="../media/image37.wmf"/><Relationship Id="rId4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4" Type="http://schemas.openxmlformats.org/officeDocument/2006/relationships/image" Target="../media/image5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67.wmf"/><Relationship Id="rId18" Type="http://schemas.openxmlformats.org/officeDocument/2006/relationships/image" Target="../media/image72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12" Type="http://schemas.openxmlformats.org/officeDocument/2006/relationships/image" Target="../media/image66.wmf"/><Relationship Id="rId17" Type="http://schemas.openxmlformats.org/officeDocument/2006/relationships/image" Target="../media/image71.wmf"/><Relationship Id="rId2" Type="http://schemas.openxmlformats.org/officeDocument/2006/relationships/image" Target="../media/image56.wmf"/><Relationship Id="rId16" Type="http://schemas.openxmlformats.org/officeDocument/2006/relationships/image" Target="../media/image70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11" Type="http://schemas.openxmlformats.org/officeDocument/2006/relationships/image" Target="../media/image65.wmf"/><Relationship Id="rId5" Type="http://schemas.openxmlformats.org/officeDocument/2006/relationships/image" Target="../media/image59.wmf"/><Relationship Id="rId15" Type="http://schemas.openxmlformats.org/officeDocument/2006/relationships/image" Target="../media/image69.wmf"/><Relationship Id="rId10" Type="http://schemas.openxmlformats.org/officeDocument/2006/relationships/image" Target="../media/image64.wmf"/><Relationship Id="rId4" Type="http://schemas.openxmlformats.org/officeDocument/2006/relationships/image" Target="../media/image58.wmf"/><Relationship Id="rId9" Type="http://schemas.openxmlformats.org/officeDocument/2006/relationships/image" Target="../media/image63.wmf"/><Relationship Id="rId14" Type="http://schemas.openxmlformats.org/officeDocument/2006/relationships/image" Target="../media/image6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4" Type="http://schemas.openxmlformats.org/officeDocument/2006/relationships/image" Target="../media/image7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11" Type="http://schemas.openxmlformats.org/officeDocument/2006/relationships/image" Target="../media/image89.wmf"/><Relationship Id="rId5" Type="http://schemas.openxmlformats.org/officeDocument/2006/relationships/image" Target="../media/image83.wmf"/><Relationship Id="rId10" Type="http://schemas.openxmlformats.org/officeDocument/2006/relationships/image" Target="../media/image88.wmf"/><Relationship Id="rId4" Type="http://schemas.openxmlformats.org/officeDocument/2006/relationships/image" Target="../media/image82.wmf"/><Relationship Id="rId9" Type="http://schemas.openxmlformats.org/officeDocument/2006/relationships/image" Target="../media/image8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image" Target="../media/image92.wmf"/><Relationship Id="rId7" Type="http://schemas.openxmlformats.org/officeDocument/2006/relationships/image" Target="../media/image96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10" Type="http://schemas.openxmlformats.org/officeDocument/2006/relationships/image" Target="../media/image99.emf"/><Relationship Id="rId4" Type="http://schemas.openxmlformats.org/officeDocument/2006/relationships/image" Target="../media/image93.wmf"/><Relationship Id="rId9" Type="http://schemas.openxmlformats.org/officeDocument/2006/relationships/image" Target="../media/image9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wmf"/><Relationship Id="rId7" Type="http://schemas.openxmlformats.org/officeDocument/2006/relationships/image" Target="../media/image106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11" Type="http://schemas.openxmlformats.org/officeDocument/2006/relationships/image" Target="../media/image110.wmf"/><Relationship Id="rId5" Type="http://schemas.openxmlformats.org/officeDocument/2006/relationships/image" Target="../media/image104.wmf"/><Relationship Id="rId10" Type="http://schemas.openxmlformats.org/officeDocument/2006/relationships/image" Target="../media/image109.wmf"/><Relationship Id="rId4" Type="http://schemas.openxmlformats.org/officeDocument/2006/relationships/image" Target="../media/image103.wmf"/><Relationship Id="rId9" Type="http://schemas.openxmlformats.org/officeDocument/2006/relationships/image" Target="../media/image108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13.wmf"/><Relationship Id="rId7" Type="http://schemas.openxmlformats.org/officeDocument/2006/relationships/image" Target="../media/image106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11" Type="http://schemas.openxmlformats.org/officeDocument/2006/relationships/image" Target="../media/image119.wmf"/><Relationship Id="rId5" Type="http://schemas.openxmlformats.org/officeDocument/2006/relationships/image" Target="../media/image115.wmf"/><Relationship Id="rId10" Type="http://schemas.openxmlformats.org/officeDocument/2006/relationships/image" Target="../media/image118.wmf"/><Relationship Id="rId4" Type="http://schemas.openxmlformats.org/officeDocument/2006/relationships/image" Target="../media/image114.wmf"/><Relationship Id="rId9" Type="http://schemas.openxmlformats.org/officeDocument/2006/relationships/image" Target="../media/image117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image" Target="../media/image132.emf"/><Relationship Id="rId18" Type="http://schemas.openxmlformats.org/officeDocument/2006/relationships/image" Target="../media/image137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12" Type="http://schemas.openxmlformats.org/officeDocument/2006/relationships/image" Target="../media/image131.emf"/><Relationship Id="rId17" Type="http://schemas.openxmlformats.org/officeDocument/2006/relationships/image" Target="../media/image136.wmf"/><Relationship Id="rId2" Type="http://schemas.openxmlformats.org/officeDocument/2006/relationships/image" Target="../media/image121.wmf"/><Relationship Id="rId16" Type="http://schemas.openxmlformats.org/officeDocument/2006/relationships/image" Target="../media/image135.wmf"/><Relationship Id="rId20" Type="http://schemas.openxmlformats.org/officeDocument/2006/relationships/image" Target="../media/image139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11" Type="http://schemas.openxmlformats.org/officeDocument/2006/relationships/image" Target="../media/image130.emf"/><Relationship Id="rId5" Type="http://schemas.openxmlformats.org/officeDocument/2006/relationships/image" Target="../media/image124.wmf"/><Relationship Id="rId15" Type="http://schemas.openxmlformats.org/officeDocument/2006/relationships/image" Target="../media/image134.wmf"/><Relationship Id="rId10" Type="http://schemas.openxmlformats.org/officeDocument/2006/relationships/image" Target="../media/image129.emf"/><Relationship Id="rId19" Type="http://schemas.openxmlformats.org/officeDocument/2006/relationships/image" Target="../media/image138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Relationship Id="rId14" Type="http://schemas.openxmlformats.org/officeDocument/2006/relationships/image" Target="../media/image133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10" Type="http://schemas.openxmlformats.org/officeDocument/2006/relationships/image" Target="../media/image149.wmf"/><Relationship Id="rId4" Type="http://schemas.openxmlformats.org/officeDocument/2006/relationships/image" Target="../media/image143.wmf"/><Relationship Id="rId9" Type="http://schemas.openxmlformats.org/officeDocument/2006/relationships/image" Target="../media/image14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image" Target="../media/image157.emf"/><Relationship Id="rId7" Type="http://schemas.openxmlformats.org/officeDocument/2006/relationships/image" Target="../media/image161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4" Type="http://schemas.openxmlformats.org/officeDocument/2006/relationships/image" Target="../media/image158.emf"/><Relationship Id="rId9" Type="http://schemas.openxmlformats.org/officeDocument/2006/relationships/image" Target="../media/image163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image" Target="../media/image176.wmf"/><Relationship Id="rId3" Type="http://schemas.openxmlformats.org/officeDocument/2006/relationships/image" Target="../media/image167.wmf"/><Relationship Id="rId7" Type="http://schemas.openxmlformats.org/officeDocument/2006/relationships/image" Target="../media/image171.wmf"/><Relationship Id="rId12" Type="http://schemas.openxmlformats.org/officeDocument/2006/relationships/image" Target="../media/image175.wmf"/><Relationship Id="rId2" Type="http://schemas.openxmlformats.org/officeDocument/2006/relationships/image" Target="../media/image166.wmf"/><Relationship Id="rId1" Type="http://schemas.openxmlformats.org/officeDocument/2006/relationships/image" Target="../media/image165.png"/><Relationship Id="rId6" Type="http://schemas.openxmlformats.org/officeDocument/2006/relationships/image" Target="../media/image170.wmf"/><Relationship Id="rId11" Type="http://schemas.openxmlformats.org/officeDocument/2006/relationships/image" Target="../media/image174.emf"/><Relationship Id="rId5" Type="http://schemas.openxmlformats.org/officeDocument/2006/relationships/image" Target="../media/image169.wmf"/><Relationship Id="rId10" Type="http://schemas.openxmlformats.org/officeDocument/2006/relationships/image" Target="../media/image173.emf"/><Relationship Id="rId4" Type="http://schemas.openxmlformats.org/officeDocument/2006/relationships/image" Target="../media/image168.wmf"/><Relationship Id="rId9" Type="http://schemas.openxmlformats.org/officeDocument/2006/relationships/image" Target="../media/image163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3" Type="http://schemas.openxmlformats.org/officeDocument/2006/relationships/image" Target="../media/image180.wmf"/><Relationship Id="rId7" Type="http://schemas.openxmlformats.org/officeDocument/2006/relationships/image" Target="../media/image184.wmf"/><Relationship Id="rId12" Type="http://schemas.openxmlformats.org/officeDocument/2006/relationships/image" Target="../media/image187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Relationship Id="rId6" Type="http://schemas.openxmlformats.org/officeDocument/2006/relationships/image" Target="../media/image183.wmf"/><Relationship Id="rId11" Type="http://schemas.openxmlformats.org/officeDocument/2006/relationships/image" Target="../media/image186.wmf"/><Relationship Id="rId5" Type="http://schemas.openxmlformats.org/officeDocument/2006/relationships/image" Target="../media/image182.wmf"/><Relationship Id="rId10" Type="http://schemas.openxmlformats.org/officeDocument/2006/relationships/image" Target="../media/image165.png"/><Relationship Id="rId4" Type="http://schemas.openxmlformats.org/officeDocument/2006/relationships/image" Target="../media/image181.wmf"/><Relationship Id="rId9" Type="http://schemas.openxmlformats.org/officeDocument/2006/relationships/image" Target="../media/image185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image" Target="../media/image200.wmf"/><Relationship Id="rId3" Type="http://schemas.openxmlformats.org/officeDocument/2006/relationships/image" Target="../media/image190.emf"/><Relationship Id="rId7" Type="http://schemas.openxmlformats.org/officeDocument/2006/relationships/image" Target="../media/image194.wmf"/><Relationship Id="rId12" Type="http://schemas.openxmlformats.org/officeDocument/2006/relationships/image" Target="../media/image199.wmf"/><Relationship Id="rId2" Type="http://schemas.openxmlformats.org/officeDocument/2006/relationships/image" Target="../media/image189.emf"/><Relationship Id="rId1" Type="http://schemas.openxmlformats.org/officeDocument/2006/relationships/image" Target="../media/image188.emf"/><Relationship Id="rId6" Type="http://schemas.openxmlformats.org/officeDocument/2006/relationships/image" Target="../media/image193.wmf"/><Relationship Id="rId11" Type="http://schemas.openxmlformats.org/officeDocument/2006/relationships/image" Target="../media/image198.wmf"/><Relationship Id="rId5" Type="http://schemas.openxmlformats.org/officeDocument/2006/relationships/image" Target="../media/image192.emf"/><Relationship Id="rId15" Type="http://schemas.openxmlformats.org/officeDocument/2006/relationships/image" Target="../media/image202.wmf"/><Relationship Id="rId10" Type="http://schemas.openxmlformats.org/officeDocument/2006/relationships/image" Target="../media/image197.wmf"/><Relationship Id="rId4" Type="http://schemas.openxmlformats.org/officeDocument/2006/relationships/image" Target="../media/image191.emf"/><Relationship Id="rId9" Type="http://schemas.openxmlformats.org/officeDocument/2006/relationships/image" Target="../media/image196.wmf"/><Relationship Id="rId14" Type="http://schemas.openxmlformats.org/officeDocument/2006/relationships/image" Target="../media/image20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3" Type="http://schemas.openxmlformats.org/officeDocument/2006/relationships/image" Target="../media/image205.wmf"/><Relationship Id="rId7" Type="http://schemas.openxmlformats.org/officeDocument/2006/relationships/image" Target="../media/image209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Relationship Id="rId6" Type="http://schemas.openxmlformats.org/officeDocument/2006/relationships/image" Target="../media/image208.wmf"/><Relationship Id="rId5" Type="http://schemas.openxmlformats.org/officeDocument/2006/relationships/image" Target="../media/image207.wmf"/><Relationship Id="rId10" Type="http://schemas.openxmlformats.org/officeDocument/2006/relationships/image" Target="../media/image212.wmf"/><Relationship Id="rId4" Type="http://schemas.openxmlformats.org/officeDocument/2006/relationships/image" Target="../media/image206.wmf"/><Relationship Id="rId9" Type="http://schemas.openxmlformats.org/officeDocument/2006/relationships/image" Target="../media/image211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3" Type="http://schemas.openxmlformats.org/officeDocument/2006/relationships/image" Target="../media/image215.wmf"/><Relationship Id="rId7" Type="http://schemas.openxmlformats.org/officeDocument/2006/relationships/image" Target="../media/image219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Relationship Id="rId6" Type="http://schemas.openxmlformats.org/officeDocument/2006/relationships/image" Target="../media/image218.wmf"/><Relationship Id="rId11" Type="http://schemas.openxmlformats.org/officeDocument/2006/relationships/image" Target="../media/image223.wmf"/><Relationship Id="rId5" Type="http://schemas.openxmlformats.org/officeDocument/2006/relationships/image" Target="../media/image217.wmf"/><Relationship Id="rId10" Type="http://schemas.openxmlformats.org/officeDocument/2006/relationships/image" Target="../media/image222.wmf"/><Relationship Id="rId4" Type="http://schemas.openxmlformats.org/officeDocument/2006/relationships/image" Target="../media/image216.wmf"/><Relationship Id="rId9" Type="http://schemas.openxmlformats.org/officeDocument/2006/relationships/image" Target="../media/image221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3" Type="http://schemas.openxmlformats.org/officeDocument/2006/relationships/image" Target="../media/image226.wmf"/><Relationship Id="rId7" Type="http://schemas.openxmlformats.org/officeDocument/2006/relationships/image" Target="../media/image230.wmf"/><Relationship Id="rId12" Type="http://schemas.openxmlformats.org/officeDocument/2006/relationships/image" Target="../media/image235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Relationship Id="rId6" Type="http://schemas.openxmlformats.org/officeDocument/2006/relationships/image" Target="../media/image229.wmf"/><Relationship Id="rId11" Type="http://schemas.openxmlformats.org/officeDocument/2006/relationships/image" Target="../media/image234.wmf"/><Relationship Id="rId5" Type="http://schemas.openxmlformats.org/officeDocument/2006/relationships/image" Target="../media/image228.wmf"/><Relationship Id="rId10" Type="http://schemas.openxmlformats.org/officeDocument/2006/relationships/image" Target="../media/image233.wmf"/><Relationship Id="rId4" Type="http://schemas.openxmlformats.org/officeDocument/2006/relationships/image" Target="../media/image227.wmf"/><Relationship Id="rId9" Type="http://schemas.openxmlformats.org/officeDocument/2006/relationships/image" Target="../media/image232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image" Target="../media/image238.emf"/><Relationship Id="rId7" Type="http://schemas.openxmlformats.org/officeDocument/2006/relationships/image" Target="../media/image242.wmf"/><Relationship Id="rId2" Type="http://schemas.openxmlformats.org/officeDocument/2006/relationships/image" Target="../media/image237.wmf"/><Relationship Id="rId1" Type="http://schemas.openxmlformats.org/officeDocument/2006/relationships/image" Target="../media/image236.wmf"/><Relationship Id="rId6" Type="http://schemas.openxmlformats.org/officeDocument/2006/relationships/image" Target="../media/image241.wmf"/><Relationship Id="rId5" Type="http://schemas.openxmlformats.org/officeDocument/2006/relationships/image" Target="../media/image240.wmf"/><Relationship Id="rId10" Type="http://schemas.openxmlformats.org/officeDocument/2006/relationships/image" Target="../media/image245.wmf"/><Relationship Id="rId4" Type="http://schemas.openxmlformats.org/officeDocument/2006/relationships/image" Target="../media/image239.wmf"/><Relationship Id="rId9" Type="http://schemas.openxmlformats.org/officeDocument/2006/relationships/image" Target="../media/image244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13" Type="http://schemas.openxmlformats.org/officeDocument/2006/relationships/image" Target="../media/image258.wmf"/><Relationship Id="rId18" Type="http://schemas.openxmlformats.org/officeDocument/2006/relationships/image" Target="../media/image263.wmf"/><Relationship Id="rId3" Type="http://schemas.openxmlformats.org/officeDocument/2006/relationships/image" Target="../media/image248.wmf"/><Relationship Id="rId7" Type="http://schemas.openxmlformats.org/officeDocument/2006/relationships/image" Target="../media/image252.emf"/><Relationship Id="rId12" Type="http://schemas.openxmlformats.org/officeDocument/2006/relationships/image" Target="../media/image257.wmf"/><Relationship Id="rId17" Type="http://schemas.openxmlformats.org/officeDocument/2006/relationships/image" Target="../media/image262.wmf"/><Relationship Id="rId2" Type="http://schemas.openxmlformats.org/officeDocument/2006/relationships/image" Target="../media/image247.wmf"/><Relationship Id="rId16" Type="http://schemas.openxmlformats.org/officeDocument/2006/relationships/image" Target="../media/image261.wmf"/><Relationship Id="rId20" Type="http://schemas.openxmlformats.org/officeDocument/2006/relationships/image" Target="../media/image265.wmf"/><Relationship Id="rId1" Type="http://schemas.openxmlformats.org/officeDocument/2006/relationships/image" Target="../media/image246.wmf"/><Relationship Id="rId6" Type="http://schemas.openxmlformats.org/officeDocument/2006/relationships/image" Target="../media/image251.emf"/><Relationship Id="rId11" Type="http://schemas.openxmlformats.org/officeDocument/2006/relationships/image" Target="../media/image256.wmf"/><Relationship Id="rId5" Type="http://schemas.openxmlformats.org/officeDocument/2006/relationships/image" Target="../media/image250.emf"/><Relationship Id="rId15" Type="http://schemas.openxmlformats.org/officeDocument/2006/relationships/image" Target="../media/image260.wmf"/><Relationship Id="rId10" Type="http://schemas.openxmlformats.org/officeDocument/2006/relationships/image" Target="../media/image255.wmf"/><Relationship Id="rId19" Type="http://schemas.openxmlformats.org/officeDocument/2006/relationships/image" Target="../media/image264.wmf"/><Relationship Id="rId4" Type="http://schemas.openxmlformats.org/officeDocument/2006/relationships/image" Target="../media/image249.emf"/><Relationship Id="rId9" Type="http://schemas.openxmlformats.org/officeDocument/2006/relationships/image" Target="../media/image254.wmf"/><Relationship Id="rId14" Type="http://schemas.openxmlformats.org/officeDocument/2006/relationships/image" Target="../media/image25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wmf"/><Relationship Id="rId7" Type="http://schemas.openxmlformats.org/officeDocument/2006/relationships/image" Target="../media/image272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Relationship Id="rId6" Type="http://schemas.openxmlformats.org/officeDocument/2006/relationships/image" Target="../media/image271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wmf"/><Relationship Id="rId3" Type="http://schemas.openxmlformats.org/officeDocument/2006/relationships/image" Target="../media/image275.wmf"/><Relationship Id="rId7" Type="http://schemas.openxmlformats.org/officeDocument/2006/relationships/image" Target="../media/image279.wmf"/><Relationship Id="rId2" Type="http://schemas.openxmlformats.org/officeDocument/2006/relationships/image" Target="../media/image274.wmf"/><Relationship Id="rId1" Type="http://schemas.openxmlformats.org/officeDocument/2006/relationships/image" Target="../media/image273.wmf"/><Relationship Id="rId6" Type="http://schemas.openxmlformats.org/officeDocument/2006/relationships/image" Target="../media/image278.wmf"/><Relationship Id="rId5" Type="http://schemas.openxmlformats.org/officeDocument/2006/relationships/image" Target="../media/image277.wmf"/><Relationship Id="rId10" Type="http://schemas.openxmlformats.org/officeDocument/2006/relationships/image" Target="../media/image282.wmf"/><Relationship Id="rId4" Type="http://schemas.openxmlformats.org/officeDocument/2006/relationships/image" Target="../media/image276.wmf"/><Relationship Id="rId9" Type="http://schemas.openxmlformats.org/officeDocument/2006/relationships/image" Target="../media/image281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wmf"/><Relationship Id="rId13" Type="http://schemas.openxmlformats.org/officeDocument/2006/relationships/image" Target="../media/image295.wmf"/><Relationship Id="rId3" Type="http://schemas.openxmlformats.org/officeDocument/2006/relationships/image" Target="../media/image285.wmf"/><Relationship Id="rId7" Type="http://schemas.openxmlformats.org/officeDocument/2006/relationships/image" Target="../media/image289.wmf"/><Relationship Id="rId12" Type="http://schemas.openxmlformats.org/officeDocument/2006/relationships/image" Target="../media/image294.wmf"/><Relationship Id="rId2" Type="http://schemas.openxmlformats.org/officeDocument/2006/relationships/image" Target="../media/image284.wmf"/><Relationship Id="rId1" Type="http://schemas.openxmlformats.org/officeDocument/2006/relationships/image" Target="../media/image283.wmf"/><Relationship Id="rId6" Type="http://schemas.openxmlformats.org/officeDocument/2006/relationships/image" Target="../media/image288.wmf"/><Relationship Id="rId11" Type="http://schemas.openxmlformats.org/officeDocument/2006/relationships/image" Target="../media/image293.wmf"/><Relationship Id="rId5" Type="http://schemas.openxmlformats.org/officeDocument/2006/relationships/image" Target="../media/image287.wmf"/><Relationship Id="rId10" Type="http://schemas.openxmlformats.org/officeDocument/2006/relationships/image" Target="../media/image292.wmf"/><Relationship Id="rId4" Type="http://schemas.openxmlformats.org/officeDocument/2006/relationships/image" Target="../media/image286.wmf"/><Relationship Id="rId9" Type="http://schemas.openxmlformats.org/officeDocument/2006/relationships/image" Target="../media/image29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D7378-2024-439E-8013-94A0E2B0F400}" type="datetimeFigureOut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0B228-2735-49C8-B13C-BEC4F6A28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735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0B228-2735-49C8-B13C-BEC4F6A28BA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700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0B228-2735-49C8-B13C-BEC4F6A28BA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482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0DAD8-D4F1-4949-A14F-7B7549D2AE5C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262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1F2-F020-4302-87D4-CEE7B58F227F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69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07728-D968-4A74-B176-61B88554AC0A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83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21B67-19D3-4170-BD1D-A860514B8794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83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14927-E750-4428-99C6-43D7ACAA8707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86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57F1-F2AD-4928-A207-C0DC4B4A564F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51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B97A1-EC55-44BD-A3A3-3F007685EBCE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72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6D51-BB54-4DA1-B76A-BD58054CD345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82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79B0-0C51-4128-A544-FF32FF594DA2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98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49AB6-1C7E-436E-9A73-AA593F25E42E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636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1FDE-1AE5-431F-BB7D-363A9328BE66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36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05E3D-D34E-4621-83C3-6B870A005E6E}" type="datetime1">
              <a:rPr lang="zh-CN" altLang="en-US" smtClean="0"/>
              <a:t>2022/8/13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34303BE1-D124-4319-B46A-531CA06B55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54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accent2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A14C7-1463-4797-A9DD-D71FA18026E8}" type="datetime1">
              <a:rPr lang="zh-CN" altLang="en-US" smtClean="0"/>
              <a:t>2022/8/13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CB3BA-80F8-43EA-84C4-536E7C02D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10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.wmf"/><Relationship Id="rId26" Type="http://schemas.openxmlformats.org/officeDocument/2006/relationships/image" Target="../media/image25.wmf"/><Relationship Id="rId39" Type="http://schemas.openxmlformats.org/officeDocument/2006/relationships/oleObject" Target="../embeddings/oleObject37.bin"/><Relationship Id="rId21" Type="http://schemas.openxmlformats.org/officeDocument/2006/relationships/oleObject" Target="../embeddings/oleObject28.bin"/><Relationship Id="rId34" Type="http://schemas.openxmlformats.org/officeDocument/2006/relationships/image" Target="../media/image29.wmf"/><Relationship Id="rId42" Type="http://schemas.openxmlformats.org/officeDocument/2006/relationships/image" Target="../media/image13.wmf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.wmf"/><Relationship Id="rId20" Type="http://schemas.openxmlformats.org/officeDocument/2006/relationships/image" Target="../media/image3.wmf"/><Relationship Id="rId29" Type="http://schemas.openxmlformats.org/officeDocument/2006/relationships/oleObject" Target="../embeddings/oleObject32.bin"/><Relationship Id="rId41" Type="http://schemas.openxmlformats.org/officeDocument/2006/relationships/oleObject" Target="../embeddings/oleObject38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5.wmf"/><Relationship Id="rId32" Type="http://schemas.openxmlformats.org/officeDocument/2006/relationships/image" Target="../media/image28.wmf"/><Relationship Id="rId37" Type="http://schemas.openxmlformats.org/officeDocument/2006/relationships/oleObject" Target="../embeddings/oleObject36.bin"/><Relationship Id="rId40" Type="http://schemas.openxmlformats.org/officeDocument/2006/relationships/image" Target="../media/image12.w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28" Type="http://schemas.openxmlformats.org/officeDocument/2006/relationships/image" Target="../media/image26.wmf"/><Relationship Id="rId36" Type="http://schemas.openxmlformats.org/officeDocument/2006/relationships/image" Target="../media/image30.wmf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27.bin"/><Relationship Id="rId31" Type="http://schemas.openxmlformats.org/officeDocument/2006/relationships/oleObject" Target="../embeddings/oleObject33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4.wmf"/><Relationship Id="rId22" Type="http://schemas.openxmlformats.org/officeDocument/2006/relationships/image" Target="../media/image4.wmf"/><Relationship Id="rId27" Type="http://schemas.openxmlformats.org/officeDocument/2006/relationships/oleObject" Target="../embeddings/oleObject31.bin"/><Relationship Id="rId30" Type="http://schemas.openxmlformats.org/officeDocument/2006/relationships/image" Target="../media/image27.wmf"/><Relationship Id="rId35" Type="http://schemas.openxmlformats.org/officeDocument/2006/relationships/oleObject" Target="../embeddings/oleObject35.bin"/><Relationship Id="rId8" Type="http://schemas.openxmlformats.org/officeDocument/2006/relationships/image" Target="../media/image21.wmf"/><Relationship Id="rId3" Type="http://schemas.openxmlformats.org/officeDocument/2006/relationships/oleObject" Target="../embeddings/oleObject19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0.bin"/><Relationship Id="rId33" Type="http://schemas.openxmlformats.org/officeDocument/2006/relationships/oleObject" Target="../embeddings/oleObject34.bin"/><Relationship Id="rId38" Type="http://schemas.openxmlformats.org/officeDocument/2006/relationships/image" Target="../media/image3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36.e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4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53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4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2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2.wmf"/><Relationship Id="rId26" Type="http://schemas.openxmlformats.org/officeDocument/2006/relationships/image" Target="../media/image66.wmf"/><Relationship Id="rId21" Type="http://schemas.openxmlformats.org/officeDocument/2006/relationships/oleObject" Target="../embeddings/oleObject71.bin"/><Relationship Id="rId34" Type="http://schemas.openxmlformats.org/officeDocument/2006/relationships/image" Target="../media/image70.wmf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69.bin"/><Relationship Id="rId25" Type="http://schemas.openxmlformats.org/officeDocument/2006/relationships/oleObject" Target="../embeddings/oleObject73.bin"/><Relationship Id="rId33" Type="http://schemas.openxmlformats.org/officeDocument/2006/relationships/oleObject" Target="../embeddings/oleObject77.bin"/><Relationship Id="rId38" Type="http://schemas.openxmlformats.org/officeDocument/2006/relationships/image" Target="../media/image7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wmf"/><Relationship Id="rId20" Type="http://schemas.openxmlformats.org/officeDocument/2006/relationships/image" Target="../media/image63.wmf"/><Relationship Id="rId29" Type="http://schemas.openxmlformats.org/officeDocument/2006/relationships/oleObject" Target="../embeddings/oleObject75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65.wmf"/><Relationship Id="rId32" Type="http://schemas.openxmlformats.org/officeDocument/2006/relationships/image" Target="../media/image69.wmf"/><Relationship Id="rId37" Type="http://schemas.openxmlformats.org/officeDocument/2006/relationships/oleObject" Target="../embeddings/oleObject79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72.bin"/><Relationship Id="rId28" Type="http://schemas.openxmlformats.org/officeDocument/2006/relationships/image" Target="../media/image67.wmf"/><Relationship Id="rId36" Type="http://schemas.openxmlformats.org/officeDocument/2006/relationships/image" Target="../media/image71.wmf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70.bin"/><Relationship Id="rId31" Type="http://schemas.openxmlformats.org/officeDocument/2006/relationships/oleObject" Target="../embeddings/oleObject76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0.wmf"/><Relationship Id="rId22" Type="http://schemas.openxmlformats.org/officeDocument/2006/relationships/image" Target="../media/image64.wmf"/><Relationship Id="rId27" Type="http://schemas.openxmlformats.org/officeDocument/2006/relationships/oleObject" Target="../embeddings/oleObject74.bin"/><Relationship Id="rId30" Type="http://schemas.openxmlformats.org/officeDocument/2006/relationships/image" Target="../media/image68.wmf"/><Relationship Id="rId35" Type="http://schemas.openxmlformats.org/officeDocument/2006/relationships/oleObject" Target="../embeddings/oleObject78.bin"/><Relationship Id="rId8" Type="http://schemas.openxmlformats.org/officeDocument/2006/relationships/image" Target="../media/image57.wmf"/><Relationship Id="rId3" Type="http://schemas.openxmlformats.org/officeDocument/2006/relationships/oleObject" Target="../embeddings/oleObject6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76.wmf"/><Relationship Id="rId5" Type="http://schemas.openxmlformats.org/officeDocument/2006/relationships/image" Target="../media/image73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7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7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86.wmf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5.wmf"/><Relationship Id="rId20" Type="http://schemas.openxmlformats.org/officeDocument/2006/relationships/image" Target="../media/image87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89.w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10" Type="http://schemas.openxmlformats.org/officeDocument/2006/relationships/image" Target="../media/image82.w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84.wmf"/><Relationship Id="rId22" Type="http://schemas.openxmlformats.org/officeDocument/2006/relationships/image" Target="../media/image8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97.wmf"/><Relationship Id="rId3" Type="http://schemas.openxmlformats.org/officeDocument/2006/relationships/oleObject" Target="../embeddings/oleObject97.bin"/><Relationship Id="rId21" Type="http://schemas.openxmlformats.org/officeDocument/2006/relationships/oleObject" Target="../embeddings/oleObject106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94.wmf"/><Relationship Id="rId17" Type="http://schemas.openxmlformats.org/officeDocument/2006/relationships/oleObject" Target="../embeddings/oleObject1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6.wmf"/><Relationship Id="rId20" Type="http://schemas.openxmlformats.org/officeDocument/2006/relationships/image" Target="../media/image98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10" Type="http://schemas.openxmlformats.org/officeDocument/2006/relationships/image" Target="../media/image93.wmf"/><Relationship Id="rId19" Type="http://schemas.openxmlformats.org/officeDocument/2006/relationships/oleObject" Target="../embeddings/oleObject105.bin"/><Relationship Id="rId4" Type="http://schemas.openxmlformats.org/officeDocument/2006/relationships/image" Target="../media/image90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95.wmf"/><Relationship Id="rId22" Type="http://schemas.openxmlformats.org/officeDocument/2006/relationships/image" Target="../media/image99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07.png"/><Relationship Id="rId3" Type="http://schemas.openxmlformats.org/officeDocument/2006/relationships/oleObject" Target="../embeddings/oleObject107.bin"/><Relationship Id="rId21" Type="http://schemas.openxmlformats.org/officeDocument/2006/relationships/oleObject" Target="../embeddings/oleObject116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20" Type="http://schemas.openxmlformats.org/officeDocument/2006/relationships/image" Target="../media/image108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11.bin"/><Relationship Id="rId24" Type="http://schemas.openxmlformats.org/officeDocument/2006/relationships/image" Target="../media/image110.wmf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23" Type="http://schemas.openxmlformats.org/officeDocument/2006/relationships/oleObject" Target="../embeddings/oleObject117.bin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15.bin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23.bin"/><Relationship Id="rId18" Type="http://schemas.openxmlformats.org/officeDocument/2006/relationships/image" Target="../media/image107.png"/><Relationship Id="rId3" Type="http://schemas.openxmlformats.org/officeDocument/2006/relationships/oleObject" Target="../embeddings/oleObject118.bin"/><Relationship Id="rId21" Type="http://schemas.openxmlformats.org/officeDocument/2006/relationships/oleObject" Target="../embeddings/oleObject127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20" Type="http://schemas.openxmlformats.org/officeDocument/2006/relationships/image" Target="../media/image117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22.bin"/><Relationship Id="rId24" Type="http://schemas.openxmlformats.org/officeDocument/2006/relationships/image" Target="../media/image119.wmf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23" Type="http://schemas.openxmlformats.org/officeDocument/2006/relationships/oleObject" Target="../embeddings/oleObject128.bin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126.bin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16.wmf"/><Relationship Id="rId22" Type="http://schemas.openxmlformats.org/officeDocument/2006/relationships/image" Target="../media/image118.w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4.bin"/><Relationship Id="rId18" Type="http://schemas.openxmlformats.org/officeDocument/2006/relationships/image" Target="../media/image127.wmf"/><Relationship Id="rId26" Type="http://schemas.openxmlformats.org/officeDocument/2006/relationships/image" Target="../media/image131.emf"/><Relationship Id="rId39" Type="http://schemas.openxmlformats.org/officeDocument/2006/relationships/oleObject" Target="../embeddings/oleObject147.bin"/><Relationship Id="rId21" Type="http://schemas.openxmlformats.org/officeDocument/2006/relationships/oleObject" Target="../embeddings/oleObject138.bin"/><Relationship Id="rId34" Type="http://schemas.openxmlformats.org/officeDocument/2006/relationships/image" Target="../media/image135.wmf"/><Relationship Id="rId42" Type="http://schemas.openxmlformats.org/officeDocument/2006/relationships/image" Target="../media/image139.wmf"/><Relationship Id="rId7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20" Type="http://schemas.openxmlformats.org/officeDocument/2006/relationships/image" Target="../media/image128.wmf"/><Relationship Id="rId29" Type="http://schemas.openxmlformats.org/officeDocument/2006/relationships/oleObject" Target="../embeddings/oleObject142.bin"/><Relationship Id="rId41" Type="http://schemas.openxmlformats.org/officeDocument/2006/relationships/oleObject" Target="../embeddings/oleObject148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33.bin"/><Relationship Id="rId24" Type="http://schemas.openxmlformats.org/officeDocument/2006/relationships/image" Target="../media/image130.emf"/><Relationship Id="rId32" Type="http://schemas.openxmlformats.org/officeDocument/2006/relationships/image" Target="../media/image134.wmf"/><Relationship Id="rId37" Type="http://schemas.openxmlformats.org/officeDocument/2006/relationships/oleObject" Target="../embeddings/oleObject146.bin"/><Relationship Id="rId40" Type="http://schemas.openxmlformats.org/officeDocument/2006/relationships/image" Target="../media/image138.wmf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35.bin"/><Relationship Id="rId23" Type="http://schemas.openxmlformats.org/officeDocument/2006/relationships/oleObject" Target="../embeddings/oleObject139.bin"/><Relationship Id="rId28" Type="http://schemas.openxmlformats.org/officeDocument/2006/relationships/image" Target="../media/image132.emf"/><Relationship Id="rId36" Type="http://schemas.openxmlformats.org/officeDocument/2006/relationships/image" Target="../media/image136.wmf"/><Relationship Id="rId10" Type="http://schemas.openxmlformats.org/officeDocument/2006/relationships/image" Target="../media/image123.wmf"/><Relationship Id="rId19" Type="http://schemas.openxmlformats.org/officeDocument/2006/relationships/oleObject" Target="../embeddings/oleObject137.bin"/><Relationship Id="rId31" Type="http://schemas.openxmlformats.org/officeDocument/2006/relationships/oleObject" Target="../embeddings/oleObject143.bin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25.wmf"/><Relationship Id="rId22" Type="http://schemas.openxmlformats.org/officeDocument/2006/relationships/image" Target="../media/image129.emf"/><Relationship Id="rId27" Type="http://schemas.openxmlformats.org/officeDocument/2006/relationships/oleObject" Target="../embeddings/oleObject141.bin"/><Relationship Id="rId30" Type="http://schemas.openxmlformats.org/officeDocument/2006/relationships/image" Target="../media/image133.emf"/><Relationship Id="rId35" Type="http://schemas.openxmlformats.org/officeDocument/2006/relationships/oleObject" Target="../embeddings/oleObject145.bin"/><Relationship Id="rId8" Type="http://schemas.openxmlformats.org/officeDocument/2006/relationships/image" Target="../media/image122.wmf"/><Relationship Id="rId3" Type="http://schemas.openxmlformats.org/officeDocument/2006/relationships/oleObject" Target="../embeddings/oleObject129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136.bin"/><Relationship Id="rId25" Type="http://schemas.openxmlformats.org/officeDocument/2006/relationships/oleObject" Target="../embeddings/oleObject140.bin"/><Relationship Id="rId33" Type="http://schemas.openxmlformats.org/officeDocument/2006/relationships/oleObject" Target="../embeddings/oleObject144.bin"/><Relationship Id="rId38" Type="http://schemas.openxmlformats.org/officeDocument/2006/relationships/image" Target="../media/image13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image" Target="../media/image144.wmf"/><Relationship Id="rId18" Type="http://schemas.openxmlformats.org/officeDocument/2006/relationships/oleObject" Target="../embeddings/oleObject156.bin"/><Relationship Id="rId3" Type="http://schemas.openxmlformats.org/officeDocument/2006/relationships/oleObject" Target="../embeddings/oleObject149.bin"/><Relationship Id="rId21" Type="http://schemas.openxmlformats.org/officeDocument/2006/relationships/image" Target="../media/image148.wmf"/><Relationship Id="rId7" Type="http://schemas.openxmlformats.org/officeDocument/2006/relationships/oleObject" Target="../embeddings/oleObject151.bin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4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5.bin"/><Relationship Id="rId20" Type="http://schemas.openxmlformats.org/officeDocument/2006/relationships/oleObject" Target="../embeddings/oleObject157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1.wmf"/><Relationship Id="rId11" Type="http://schemas.openxmlformats.org/officeDocument/2006/relationships/image" Target="../media/image143.wmf"/><Relationship Id="rId5" Type="http://schemas.openxmlformats.org/officeDocument/2006/relationships/oleObject" Target="../embeddings/oleObject150.bin"/><Relationship Id="rId15" Type="http://schemas.openxmlformats.org/officeDocument/2006/relationships/image" Target="../media/image145.wmf"/><Relationship Id="rId23" Type="http://schemas.openxmlformats.org/officeDocument/2006/relationships/image" Target="../media/image149.wmf"/><Relationship Id="rId10" Type="http://schemas.openxmlformats.org/officeDocument/2006/relationships/oleObject" Target="../embeddings/oleObject152.bin"/><Relationship Id="rId19" Type="http://schemas.openxmlformats.org/officeDocument/2006/relationships/image" Target="../media/image147.wmf"/><Relationship Id="rId4" Type="http://schemas.openxmlformats.org/officeDocument/2006/relationships/image" Target="../media/image140.wmf"/><Relationship Id="rId9" Type="http://schemas.openxmlformats.org/officeDocument/2006/relationships/image" Target="../media/image150.png"/><Relationship Id="rId14" Type="http://schemas.openxmlformats.org/officeDocument/2006/relationships/oleObject" Target="../embeddings/oleObject154.bin"/><Relationship Id="rId22" Type="http://schemas.openxmlformats.org/officeDocument/2006/relationships/oleObject" Target="../embeddings/oleObject15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13" Type="http://schemas.openxmlformats.org/officeDocument/2006/relationships/image" Target="../media/image153.wmf"/><Relationship Id="rId3" Type="http://schemas.openxmlformats.org/officeDocument/2006/relationships/image" Target="../media/image150.png"/><Relationship Id="rId7" Type="http://schemas.openxmlformats.org/officeDocument/2006/relationships/image" Target="../media/image144.wmf"/><Relationship Id="rId12" Type="http://schemas.openxmlformats.org/officeDocument/2006/relationships/oleObject" Target="../embeddings/oleObject1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152.wmf"/><Relationship Id="rId5" Type="http://schemas.openxmlformats.org/officeDocument/2006/relationships/image" Target="../media/image143.wmf"/><Relationship Id="rId15" Type="http://schemas.openxmlformats.org/officeDocument/2006/relationships/image" Target="../media/image154.wmf"/><Relationship Id="rId10" Type="http://schemas.openxmlformats.org/officeDocument/2006/relationships/oleObject" Target="../embeddings/oleObject162.bin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151.wmf"/><Relationship Id="rId14" Type="http://schemas.openxmlformats.org/officeDocument/2006/relationships/oleObject" Target="../embeddings/oleObject16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7.bin"/><Relationship Id="rId13" Type="http://schemas.openxmlformats.org/officeDocument/2006/relationships/image" Target="../media/image159.wmf"/><Relationship Id="rId18" Type="http://schemas.openxmlformats.org/officeDocument/2006/relationships/oleObject" Target="../embeddings/oleObject172.bin"/><Relationship Id="rId3" Type="http://schemas.openxmlformats.org/officeDocument/2006/relationships/oleObject" Target="../embeddings/oleObject165.bin"/><Relationship Id="rId21" Type="http://schemas.openxmlformats.org/officeDocument/2006/relationships/image" Target="../media/image163.wmf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169.bin"/><Relationship Id="rId17" Type="http://schemas.openxmlformats.org/officeDocument/2006/relationships/image" Target="../media/image16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1.bin"/><Relationship Id="rId20" Type="http://schemas.openxmlformats.org/officeDocument/2006/relationships/oleObject" Target="../embeddings/oleObject173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66.bin"/><Relationship Id="rId11" Type="http://schemas.openxmlformats.org/officeDocument/2006/relationships/image" Target="../media/image158.emf"/><Relationship Id="rId5" Type="http://schemas.openxmlformats.org/officeDocument/2006/relationships/image" Target="../media/image164.png"/><Relationship Id="rId15" Type="http://schemas.openxmlformats.org/officeDocument/2006/relationships/image" Target="../media/image160.wmf"/><Relationship Id="rId10" Type="http://schemas.openxmlformats.org/officeDocument/2006/relationships/oleObject" Target="../embeddings/oleObject168.bin"/><Relationship Id="rId19" Type="http://schemas.openxmlformats.org/officeDocument/2006/relationships/image" Target="../media/image162.wmf"/><Relationship Id="rId4" Type="http://schemas.openxmlformats.org/officeDocument/2006/relationships/image" Target="../media/image155.wmf"/><Relationship Id="rId9" Type="http://schemas.openxmlformats.org/officeDocument/2006/relationships/image" Target="../media/image157.emf"/><Relationship Id="rId14" Type="http://schemas.openxmlformats.org/officeDocument/2006/relationships/oleObject" Target="../embeddings/oleObject17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image" Target="../media/image169.wmf"/><Relationship Id="rId18" Type="http://schemas.openxmlformats.org/officeDocument/2006/relationships/oleObject" Target="../embeddings/oleObject181.bin"/><Relationship Id="rId26" Type="http://schemas.openxmlformats.org/officeDocument/2006/relationships/oleObject" Target="../embeddings/oleObject185.bin"/><Relationship Id="rId3" Type="http://schemas.openxmlformats.org/officeDocument/2006/relationships/oleObject" Target="../embeddings/oleObject174.bin"/><Relationship Id="rId21" Type="http://schemas.openxmlformats.org/officeDocument/2006/relationships/image" Target="../media/image163.wmf"/><Relationship Id="rId7" Type="http://schemas.openxmlformats.org/officeDocument/2006/relationships/oleObject" Target="../embeddings/oleObject176.bin"/><Relationship Id="rId12" Type="http://schemas.openxmlformats.org/officeDocument/2006/relationships/oleObject" Target="../embeddings/oleObject178.bin"/><Relationship Id="rId17" Type="http://schemas.openxmlformats.org/officeDocument/2006/relationships/image" Target="../media/image171.wmf"/><Relationship Id="rId25" Type="http://schemas.openxmlformats.org/officeDocument/2006/relationships/image" Target="../media/image17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0.bin"/><Relationship Id="rId20" Type="http://schemas.openxmlformats.org/officeDocument/2006/relationships/oleObject" Target="../embeddings/oleObject182.bin"/><Relationship Id="rId29" Type="http://schemas.openxmlformats.org/officeDocument/2006/relationships/image" Target="../media/image176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6.wmf"/><Relationship Id="rId11" Type="http://schemas.openxmlformats.org/officeDocument/2006/relationships/image" Target="../media/image168.wmf"/><Relationship Id="rId24" Type="http://schemas.openxmlformats.org/officeDocument/2006/relationships/oleObject" Target="../embeddings/oleObject184.bin"/><Relationship Id="rId5" Type="http://schemas.openxmlformats.org/officeDocument/2006/relationships/oleObject" Target="../embeddings/oleObject175.bin"/><Relationship Id="rId15" Type="http://schemas.openxmlformats.org/officeDocument/2006/relationships/image" Target="../media/image170.wmf"/><Relationship Id="rId23" Type="http://schemas.openxmlformats.org/officeDocument/2006/relationships/image" Target="../media/image173.emf"/><Relationship Id="rId28" Type="http://schemas.openxmlformats.org/officeDocument/2006/relationships/oleObject" Target="../embeddings/oleObject186.bin"/><Relationship Id="rId10" Type="http://schemas.openxmlformats.org/officeDocument/2006/relationships/oleObject" Target="../embeddings/oleObject177.bin"/><Relationship Id="rId19" Type="http://schemas.openxmlformats.org/officeDocument/2006/relationships/image" Target="../media/image172.wmf"/><Relationship Id="rId4" Type="http://schemas.openxmlformats.org/officeDocument/2006/relationships/image" Target="../media/image165.png"/><Relationship Id="rId9" Type="http://schemas.openxmlformats.org/officeDocument/2006/relationships/image" Target="../media/image177.png"/><Relationship Id="rId14" Type="http://schemas.openxmlformats.org/officeDocument/2006/relationships/oleObject" Target="../embeddings/oleObject179.bin"/><Relationship Id="rId22" Type="http://schemas.openxmlformats.org/officeDocument/2006/relationships/oleObject" Target="../embeddings/oleObject183.bin"/><Relationship Id="rId27" Type="http://schemas.openxmlformats.org/officeDocument/2006/relationships/image" Target="../media/image17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13" Type="http://schemas.openxmlformats.org/officeDocument/2006/relationships/oleObject" Target="../embeddings/oleObject192.bin"/><Relationship Id="rId18" Type="http://schemas.openxmlformats.org/officeDocument/2006/relationships/image" Target="../media/image163.wmf"/><Relationship Id="rId26" Type="http://schemas.openxmlformats.org/officeDocument/2006/relationships/oleObject" Target="../embeddings/oleObject199.bin"/><Relationship Id="rId3" Type="http://schemas.openxmlformats.org/officeDocument/2006/relationships/oleObject" Target="../embeddings/oleObject187.bin"/><Relationship Id="rId21" Type="http://schemas.openxmlformats.org/officeDocument/2006/relationships/oleObject" Target="../embeddings/oleObject196.bin"/><Relationship Id="rId7" Type="http://schemas.openxmlformats.org/officeDocument/2006/relationships/oleObject" Target="../embeddings/oleObject189.bin"/><Relationship Id="rId12" Type="http://schemas.openxmlformats.org/officeDocument/2006/relationships/image" Target="../media/image182.wmf"/><Relationship Id="rId17" Type="http://schemas.openxmlformats.org/officeDocument/2006/relationships/oleObject" Target="../embeddings/oleObject194.bin"/><Relationship Id="rId25" Type="http://schemas.openxmlformats.org/officeDocument/2006/relationships/image" Target="../media/image18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4.wmf"/><Relationship Id="rId20" Type="http://schemas.openxmlformats.org/officeDocument/2006/relationships/image" Target="../media/image185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9.wmf"/><Relationship Id="rId11" Type="http://schemas.openxmlformats.org/officeDocument/2006/relationships/oleObject" Target="../embeddings/oleObject191.bin"/><Relationship Id="rId24" Type="http://schemas.openxmlformats.org/officeDocument/2006/relationships/oleObject" Target="../embeddings/oleObject198.bin"/><Relationship Id="rId5" Type="http://schemas.openxmlformats.org/officeDocument/2006/relationships/oleObject" Target="../embeddings/oleObject188.bin"/><Relationship Id="rId15" Type="http://schemas.openxmlformats.org/officeDocument/2006/relationships/oleObject" Target="../embeddings/oleObject193.bin"/><Relationship Id="rId23" Type="http://schemas.openxmlformats.org/officeDocument/2006/relationships/image" Target="../media/image165.png"/><Relationship Id="rId10" Type="http://schemas.openxmlformats.org/officeDocument/2006/relationships/image" Target="../media/image181.wmf"/><Relationship Id="rId19" Type="http://schemas.openxmlformats.org/officeDocument/2006/relationships/oleObject" Target="../embeddings/oleObject195.bin"/><Relationship Id="rId4" Type="http://schemas.openxmlformats.org/officeDocument/2006/relationships/image" Target="../media/image178.wmf"/><Relationship Id="rId9" Type="http://schemas.openxmlformats.org/officeDocument/2006/relationships/oleObject" Target="../embeddings/oleObject190.bin"/><Relationship Id="rId14" Type="http://schemas.openxmlformats.org/officeDocument/2006/relationships/image" Target="../media/image183.wmf"/><Relationship Id="rId22" Type="http://schemas.openxmlformats.org/officeDocument/2006/relationships/oleObject" Target="../embeddings/oleObject197.bin"/><Relationship Id="rId27" Type="http://schemas.openxmlformats.org/officeDocument/2006/relationships/image" Target="../media/image18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emf"/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195.wmf"/><Relationship Id="rId26" Type="http://schemas.openxmlformats.org/officeDocument/2006/relationships/image" Target="../media/image199.wmf"/><Relationship Id="rId3" Type="http://schemas.openxmlformats.org/officeDocument/2006/relationships/oleObject" Target="../embeddings/oleObject200.bin"/><Relationship Id="rId21" Type="http://schemas.openxmlformats.org/officeDocument/2006/relationships/oleObject" Target="../embeddings/oleObject209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192.emf"/><Relationship Id="rId17" Type="http://schemas.openxmlformats.org/officeDocument/2006/relationships/oleObject" Target="../embeddings/oleObject207.bin"/><Relationship Id="rId25" Type="http://schemas.openxmlformats.org/officeDocument/2006/relationships/oleObject" Target="../embeddings/oleObject21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94.wmf"/><Relationship Id="rId20" Type="http://schemas.openxmlformats.org/officeDocument/2006/relationships/image" Target="../media/image196.wmf"/><Relationship Id="rId29" Type="http://schemas.openxmlformats.org/officeDocument/2006/relationships/oleObject" Target="../embeddings/oleObject213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9.emf"/><Relationship Id="rId11" Type="http://schemas.openxmlformats.org/officeDocument/2006/relationships/oleObject" Target="../embeddings/oleObject204.bin"/><Relationship Id="rId24" Type="http://schemas.openxmlformats.org/officeDocument/2006/relationships/image" Target="../media/image198.wmf"/><Relationship Id="rId32" Type="http://schemas.openxmlformats.org/officeDocument/2006/relationships/image" Target="../media/image202.wmf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23" Type="http://schemas.openxmlformats.org/officeDocument/2006/relationships/oleObject" Target="../embeddings/oleObject210.bin"/><Relationship Id="rId28" Type="http://schemas.openxmlformats.org/officeDocument/2006/relationships/image" Target="../media/image200.wmf"/><Relationship Id="rId10" Type="http://schemas.openxmlformats.org/officeDocument/2006/relationships/image" Target="../media/image191.emf"/><Relationship Id="rId19" Type="http://schemas.openxmlformats.org/officeDocument/2006/relationships/oleObject" Target="../embeddings/oleObject208.bin"/><Relationship Id="rId31" Type="http://schemas.openxmlformats.org/officeDocument/2006/relationships/oleObject" Target="../embeddings/oleObject214.bin"/><Relationship Id="rId4" Type="http://schemas.openxmlformats.org/officeDocument/2006/relationships/image" Target="../media/image188.e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193.wmf"/><Relationship Id="rId22" Type="http://schemas.openxmlformats.org/officeDocument/2006/relationships/image" Target="../media/image197.wmf"/><Relationship Id="rId27" Type="http://schemas.openxmlformats.org/officeDocument/2006/relationships/oleObject" Target="../embeddings/oleObject212.bin"/><Relationship Id="rId30" Type="http://schemas.openxmlformats.org/officeDocument/2006/relationships/image" Target="../media/image201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oleObject" Target="../embeddings/oleObject220.bin"/><Relationship Id="rId18" Type="http://schemas.openxmlformats.org/officeDocument/2006/relationships/image" Target="../media/image210.wmf"/><Relationship Id="rId3" Type="http://schemas.openxmlformats.org/officeDocument/2006/relationships/oleObject" Target="../embeddings/oleObject215.bin"/><Relationship Id="rId21" Type="http://schemas.openxmlformats.org/officeDocument/2006/relationships/oleObject" Target="../embeddings/oleObject224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207.wmf"/><Relationship Id="rId17" Type="http://schemas.openxmlformats.org/officeDocument/2006/relationships/oleObject" Target="../embeddings/oleObject22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09.wmf"/><Relationship Id="rId20" Type="http://schemas.openxmlformats.org/officeDocument/2006/relationships/image" Target="../media/image21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4.wmf"/><Relationship Id="rId11" Type="http://schemas.openxmlformats.org/officeDocument/2006/relationships/oleObject" Target="../embeddings/oleObject219.bin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10" Type="http://schemas.openxmlformats.org/officeDocument/2006/relationships/image" Target="../media/image206.wmf"/><Relationship Id="rId19" Type="http://schemas.openxmlformats.org/officeDocument/2006/relationships/oleObject" Target="../embeddings/oleObject223.bin"/><Relationship Id="rId4" Type="http://schemas.openxmlformats.org/officeDocument/2006/relationships/image" Target="../media/image203.wmf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208.wmf"/><Relationship Id="rId22" Type="http://schemas.openxmlformats.org/officeDocument/2006/relationships/image" Target="../media/image21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13" Type="http://schemas.openxmlformats.org/officeDocument/2006/relationships/oleObject" Target="../embeddings/oleObject230.bin"/><Relationship Id="rId18" Type="http://schemas.openxmlformats.org/officeDocument/2006/relationships/image" Target="../media/image220.wmf"/><Relationship Id="rId3" Type="http://schemas.openxmlformats.org/officeDocument/2006/relationships/oleObject" Target="../embeddings/oleObject225.bin"/><Relationship Id="rId21" Type="http://schemas.openxmlformats.org/officeDocument/2006/relationships/oleObject" Target="../embeddings/oleObject234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17.wmf"/><Relationship Id="rId17" Type="http://schemas.openxmlformats.org/officeDocument/2006/relationships/oleObject" Target="../embeddings/oleObject2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9.wmf"/><Relationship Id="rId20" Type="http://schemas.openxmlformats.org/officeDocument/2006/relationships/image" Target="../media/image221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4.wmf"/><Relationship Id="rId11" Type="http://schemas.openxmlformats.org/officeDocument/2006/relationships/oleObject" Target="../embeddings/oleObject229.bin"/><Relationship Id="rId24" Type="http://schemas.openxmlformats.org/officeDocument/2006/relationships/image" Target="../media/image223.wmf"/><Relationship Id="rId5" Type="http://schemas.openxmlformats.org/officeDocument/2006/relationships/oleObject" Target="../embeddings/oleObject226.bin"/><Relationship Id="rId15" Type="http://schemas.openxmlformats.org/officeDocument/2006/relationships/oleObject" Target="../embeddings/oleObject231.bin"/><Relationship Id="rId23" Type="http://schemas.openxmlformats.org/officeDocument/2006/relationships/oleObject" Target="../embeddings/oleObject235.bin"/><Relationship Id="rId10" Type="http://schemas.openxmlformats.org/officeDocument/2006/relationships/image" Target="../media/image216.wmf"/><Relationship Id="rId19" Type="http://schemas.openxmlformats.org/officeDocument/2006/relationships/oleObject" Target="../embeddings/oleObject233.bin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228.bin"/><Relationship Id="rId14" Type="http://schemas.openxmlformats.org/officeDocument/2006/relationships/image" Target="../media/image218.wmf"/><Relationship Id="rId22" Type="http://schemas.openxmlformats.org/officeDocument/2006/relationships/image" Target="../media/image22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13" Type="http://schemas.openxmlformats.org/officeDocument/2006/relationships/oleObject" Target="../embeddings/oleObject241.bin"/><Relationship Id="rId18" Type="http://schemas.openxmlformats.org/officeDocument/2006/relationships/image" Target="../media/image231.wmf"/><Relationship Id="rId26" Type="http://schemas.openxmlformats.org/officeDocument/2006/relationships/image" Target="../media/image235.wmf"/><Relationship Id="rId3" Type="http://schemas.openxmlformats.org/officeDocument/2006/relationships/oleObject" Target="../embeddings/oleObject236.bin"/><Relationship Id="rId21" Type="http://schemas.openxmlformats.org/officeDocument/2006/relationships/oleObject" Target="../embeddings/oleObject245.bin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28.wmf"/><Relationship Id="rId17" Type="http://schemas.openxmlformats.org/officeDocument/2006/relationships/oleObject" Target="../embeddings/oleObject243.bin"/><Relationship Id="rId25" Type="http://schemas.openxmlformats.org/officeDocument/2006/relationships/oleObject" Target="../embeddings/oleObject2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0.wmf"/><Relationship Id="rId20" Type="http://schemas.openxmlformats.org/officeDocument/2006/relationships/image" Target="../media/image232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240.bin"/><Relationship Id="rId24" Type="http://schemas.openxmlformats.org/officeDocument/2006/relationships/image" Target="../media/image234.wmf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2.bin"/><Relationship Id="rId23" Type="http://schemas.openxmlformats.org/officeDocument/2006/relationships/oleObject" Target="../embeddings/oleObject246.bin"/><Relationship Id="rId10" Type="http://schemas.openxmlformats.org/officeDocument/2006/relationships/image" Target="../media/image227.wmf"/><Relationship Id="rId19" Type="http://schemas.openxmlformats.org/officeDocument/2006/relationships/oleObject" Target="../embeddings/oleObject244.bin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229.wmf"/><Relationship Id="rId22" Type="http://schemas.openxmlformats.org/officeDocument/2006/relationships/image" Target="../media/image23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e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43.wmf"/><Relationship Id="rId3" Type="http://schemas.openxmlformats.org/officeDocument/2006/relationships/oleObject" Target="../embeddings/oleObject248.bin"/><Relationship Id="rId21" Type="http://schemas.openxmlformats.org/officeDocument/2006/relationships/oleObject" Target="../embeddings/oleObject257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40.wmf"/><Relationship Id="rId17" Type="http://schemas.openxmlformats.org/officeDocument/2006/relationships/oleObject" Target="../embeddings/oleObject25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42.wmf"/><Relationship Id="rId20" Type="http://schemas.openxmlformats.org/officeDocument/2006/relationships/image" Target="../media/image244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37.wmf"/><Relationship Id="rId11" Type="http://schemas.openxmlformats.org/officeDocument/2006/relationships/oleObject" Target="../embeddings/oleObject252.bin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10" Type="http://schemas.openxmlformats.org/officeDocument/2006/relationships/image" Target="../media/image239.w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236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41.wmf"/><Relationship Id="rId22" Type="http://schemas.openxmlformats.org/officeDocument/2006/relationships/image" Target="../media/image245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3.bin"/><Relationship Id="rId18" Type="http://schemas.openxmlformats.org/officeDocument/2006/relationships/image" Target="../media/image253.wmf"/><Relationship Id="rId26" Type="http://schemas.openxmlformats.org/officeDocument/2006/relationships/image" Target="../media/image257.wmf"/><Relationship Id="rId39" Type="http://schemas.openxmlformats.org/officeDocument/2006/relationships/oleObject" Target="../embeddings/oleObject276.bin"/><Relationship Id="rId21" Type="http://schemas.openxmlformats.org/officeDocument/2006/relationships/oleObject" Target="../embeddings/oleObject267.bin"/><Relationship Id="rId34" Type="http://schemas.openxmlformats.org/officeDocument/2006/relationships/image" Target="../media/image261.wmf"/><Relationship Id="rId42" Type="http://schemas.openxmlformats.org/officeDocument/2006/relationships/image" Target="../media/image265.wmf"/><Relationship Id="rId7" Type="http://schemas.openxmlformats.org/officeDocument/2006/relationships/oleObject" Target="../embeddings/oleObject26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52.emf"/><Relationship Id="rId20" Type="http://schemas.openxmlformats.org/officeDocument/2006/relationships/image" Target="../media/image254.wmf"/><Relationship Id="rId29" Type="http://schemas.openxmlformats.org/officeDocument/2006/relationships/oleObject" Target="../embeddings/oleObject271.bin"/><Relationship Id="rId41" Type="http://schemas.openxmlformats.org/officeDocument/2006/relationships/oleObject" Target="../embeddings/oleObject277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47.wmf"/><Relationship Id="rId11" Type="http://schemas.openxmlformats.org/officeDocument/2006/relationships/oleObject" Target="../embeddings/oleObject262.bin"/><Relationship Id="rId24" Type="http://schemas.openxmlformats.org/officeDocument/2006/relationships/image" Target="../media/image256.wmf"/><Relationship Id="rId32" Type="http://schemas.openxmlformats.org/officeDocument/2006/relationships/image" Target="../media/image260.wmf"/><Relationship Id="rId37" Type="http://schemas.openxmlformats.org/officeDocument/2006/relationships/oleObject" Target="../embeddings/oleObject275.bin"/><Relationship Id="rId40" Type="http://schemas.openxmlformats.org/officeDocument/2006/relationships/image" Target="../media/image264.wmf"/><Relationship Id="rId5" Type="http://schemas.openxmlformats.org/officeDocument/2006/relationships/oleObject" Target="../embeddings/oleObject259.bin"/><Relationship Id="rId15" Type="http://schemas.openxmlformats.org/officeDocument/2006/relationships/oleObject" Target="../embeddings/oleObject264.bin"/><Relationship Id="rId23" Type="http://schemas.openxmlformats.org/officeDocument/2006/relationships/oleObject" Target="../embeddings/oleObject268.bin"/><Relationship Id="rId28" Type="http://schemas.openxmlformats.org/officeDocument/2006/relationships/image" Target="../media/image258.wmf"/><Relationship Id="rId36" Type="http://schemas.openxmlformats.org/officeDocument/2006/relationships/image" Target="../media/image262.wmf"/><Relationship Id="rId10" Type="http://schemas.openxmlformats.org/officeDocument/2006/relationships/image" Target="../media/image249.emf"/><Relationship Id="rId19" Type="http://schemas.openxmlformats.org/officeDocument/2006/relationships/oleObject" Target="../embeddings/oleObject266.bin"/><Relationship Id="rId31" Type="http://schemas.openxmlformats.org/officeDocument/2006/relationships/oleObject" Target="../embeddings/oleObject272.bin"/><Relationship Id="rId4" Type="http://schemas.openxmlformats.org/officeDocument/2006/relationships/image" Target="../media/image246.wmf"/><Relationship Id="rId9" Type="http://schemas.openxmlformats.org/officeDocument/2006/relationships/oleObject" Target="../embeddings/oleObject261.bin"/><Relationship Id="rId14" Type="http://schemas.openxmlformats.org/officeDocument/2006/relationships/image" Target="../media/image251.emf"/><Relationship Id="rId22" Type="http://schemas.openxmlformats.org/officeDocument/2006/relationships/image" Target="../media/image255.wmf"/><Relationship Id="rId27" Type="http://schemas.openxmlformats.org/officeDocument/2006/relationships/oleObject" Target="../embeddings/oleObject270.bin"/><Relationship Id="rId30" Type="http://schemas.openxmlformats.org/officeDocument/2006/relationships/image" Target="../media/image259.wmf"/><Relationship Id="rId35" Type="http://schemas.openxmlformats.org/officeDocument/2006/relationships/oleObject" Target="../embeddings/oleObject274.bin"/><Relationship Id="rId8" Type="http://schemas.openxmlformats.org/officeDocument/2006/relationships/image" Target="../media/image248.wmf"/><Relationship Id="rId3" Type="http://schemas.openxmlformats.org/officeDocument/2006/relationships/oleObject" Target="../embeddings/oleObject258.bin"/><Relationship Id="rId12" Type="http://schemas.openxmlformats.org/officeDocument/2006/relationships/image" Target="../media/image250.emf"/><Relationship Id="rId17" Type="http://schemas.openxmlformats.org/officeDocument/2006/relationships/oleObject" Target="../embeddings/oleObject265.bin"/><Relationship Id="rId25" Type="http://schemas.openxmlformats.org/officeDocument/2006/relationships/oleObject" Target="../embeddings/oleObject269.bin"/><Relationship Id="rId33" Type="http://schemas.openxmlformats.org/officeDocument/2006/relationships/oleObject" Target="../embeddings/oleObject273.bin"/><Relationship Id="rId38" Type="http://schemas.openxmlformats.org/officeDocument/2006/relationships/image" Target="../media/image26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13" Type="http://schemas.openxmlformats.org/officeDocument/2006/relationships/oleObject" Target="../embeddings/oleObject283.bin"/><Relationship Id="rId3" Type="http://schemas.openxmlformats.org/officeDocument/2006/relationships/oleObject" Target="../embeddings/oleObject278.bin"/><Relationship Id="rId7" Type="http://schemas.openxmlformats.org/officeDocument/2006/relationships/oleObject" Target="../embeddings/oleObject280.bin"/><Relationship Id="rId12" Type="http://schemas.openxmlformats.org/officeDocument/2006/relationships/image" Target="../media/image27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2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67.wmf"/><Relationship Id="rId11" Type="http://schemas.openxmlformats.org/officeDocument/2006/relationships/oleObject" Target="../embeddings/oleObject282.bin"/><Relationship Id="rId5" Type="http://schemas.openxmlformats.org/officeDocument/2006/relationships/oleObject" Target="../embeddings/oleObject279.bin"/><Relationship Id="rId15" Type="http://schemas.openxmlformats.org/officeDocument/2006/relationships/oleObject" Target="../embeddings/oleObject284.bin"/><Relationship Id="rId10" Type="http://schemas.openxmlformats.org/officeDocument/2006/relationships/image" Target="../media/image269.wmf"/><Relationship Id="rId4" Type="http://schemas.openxmlformats.org/officeDocument/2006/relationships/image" Target="../media/image266.wmf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27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7.bin"/><Relationship Id="rId13" Type="http://schemas.openxmlformats.org/officeDocument/2006/relationships/image" Target="../media/image277.wmf"/><Relationship Id="rId18" Type="http://schemas.openxmlformats.org/officeDocument/2006/relationships/oleObject" Target="../embeddings/oleObject292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281.wmf"/><Relationship Id="rId7" Type="http://schemas.openxmlformats.org/officeDocument/2006/relationships/image" Target="../media/image274.wmf"/><Relationship Id="rId12" Type="http://schemas.openxmlformats.org/officeDocument/2006/relationships/oleObject" Target="../embeddings/oleObject289.bin"/><Relationship Id="rId17" Type="http://schemas.openxmlformats.org/officeDocument/2006/relationships/image" Target="../media/image27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1.bin"/><Relationship Id="rId20" Type="http://schemas.openxmlformats.org/officeDocument/2006/relationships/oleObject" Target="../embeddings/oleObject293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86.bin"/><Relationship Id="rId11" Type="http://schemas.openxmlformats.org/officeDocument/2006/relationships/image" Target="../media/image276.wmf"/><Relationship Id="rId5" Type="http://schemas.openxmlformats.org/officeDocument/2006/relationships/image" Target="../media/image273.wmf"/><Relationship Id="rId15" Type="http://schemas.openxmlformats.org/officeDocument/2006/relationships/image" Target="../media/image278.wmf"/><Relationship Id="rId23" Type="http://schemas.openxmlformats.org/officeDocument/2006/relationships/image" Target="../media/image282.wmf"/><Relationship Id="rId10" Type="http://schemas.openxmlformats.org/officeDocument/2006/relationships/oleObject" Target="../embeddings/oleObject288.bin"/><Relationship Id="rId19" Type="http://schemas.openxmlformats.org/officeDocument/2006/relationships/image" Target="../media/image280.wmf"/><Relationship Id="rId4" Type="http://schemas.openxmlformats.org/officeDocument/2006/relationships/oleObject" Target="../embeddings/oleObject285.bin"/><Relationship Id="rId9" Type="http://schemas.openxmlformats.org/officeDocument/2006/relationships/image" Target="../media/image275.wmf"/><Relationship Id="rId14" Type="http://schemas.openxmlformats.org/officeDocument/2006/relationships/oleObject" Target="../embeddings/oleObject290.bin"/><Relationship Id="rId22" Type="http://schemas.openxmlformats.org/officeDocument/2006/relationships/oleObject" Target="../embeddings/oleObject29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wmf"/><Relationship Id="rId13" Type="http://schemas.openxmlformats.org/officeDocument/2006/relationships/oleObject" Target="../embeddings/oleObject300.bin"/><Relationship Id="rId18" Type="http://schemas.openxmlformats.org/officeDocument/2006/relationships/image" Target="../media/image290.wmf"/><Relationship Id="rId26" Type="http://schemas.openxmlformats.org/officeDocument/2006/relationships/image" Target="../media/image294.wmf"/><Relationship Id="rId3" Type="http://schemas.openxmlformats.org/officeDocument/2006/relationships/oleObject" Target="../embeddings/oleObject295.bin"/><Relationship Id="rId21" Type="http://schemas.openxmlformats.org/officeDocument/2006/relationships/oleObject" Target="../embeddings/oleObject304.bin"/><Relationship Id="rId7" Type="http://schemas.openxmlformats.org/officeDocument/2006/relationships/oleObject" Target="../embeddings/oleObject297.bin"/><Relationship Id="rId12" Type="http://schemas.openxmlformats.org/officeDocument/2006/relationships/image" Target="../media/image287.wmf"/><Relationship Id="rId17" Type="http://schemas.openxmlformats.org/officeDocument/2006/relationships/oleObject" Target="../embeddings/oleObject302.bin"/><Relationship Id="rId25" Type="http://schemas.openxmlformats.org/officeDocument/2006/relationships/oleObject" Target="../embeddings/oleObject3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9.wmf"/><Relationship Id="rId20" Type="http://schemas.openxmlformats.org/officeDocument/2006/relationships/image" Target="../media/image291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84.wmf"/><Relationship Id="rId11" Type="http://schemas.openxmlformats.org/officeDocument/2006/relationships/oleObject" Target="../embeddings/oleObject299.bin"/><Relationship Id="rId24" Type="http://schemas.openxmlformats.org/officeDocument/2006/relationships/image" Target="../media/image293.wmf"/><Relationship Id="rId5" Type="http://schemas.openxmlformats.org/officeDocument/2006/relationships/oleObject" Target="../embeddings/oleObject296.bin"/><Relationship Id="rId15" Type="http://schemas.openxmlformats.org/officeDocument/2006/relationships/oleObject" Target="../embeddings/oleObject301.bin"/><Relationship Id="rId23" Type="http://schemas.openxmlformats.org/officeDocument/2006/relationships/oleObject" Target="../embeddings/oleObject305.bin"/><Relationship Id="rId28" Type="http://schemas.openxmlformats.org/officeDocument/2006/relationships/image" Target="../media/image295.wmf"/><Relationship Id="rId10" Type="http://schemas.openxmlformats.org/officeDocument/2006/relationships/image" Target="../media/image286.wmf"/><Relationship Id="rId19" Type="http://schemas.openxmlformats.org/officeDocument/2006/relationships/oleObject" Target="../embeddings/oleObject303.bin"/><Relationship Id="rId4" Type="http://schemas.openxmlformats.org/officeDocument/2006/relationships/image" Target="../media/image283.wmf"/><Relationship Id="rId9" Type="http://schemas.openxmlformats.org/officeDocument/2006/relationships/oleObject" Target="../embeddings/oleObject298.bin"/><Relationship Id="rId14" Type="http://schemas.openxmlformats.org/officeDocument/2006/relationships/image" Target="../media/image288.wmf"/><Relationship Id="rId22" Type="http://schemas.openxmlformats.org/officeDocument/2006/relationships/image" Target="../media/image292.wmf"/><Relationship Id="rId27" Type="http://schemas.openxmlformats.org/officeDocument/2006/relationships/oleObject" Target="../embeddings/oleObject30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24889" y="3088345"/>
            <a:ext cx="6541329" cy="2258717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50000"/>
              </a:lnSpc>
              <a:defRPr/>
            </a:pPr>
            <a:r>
              <a:rPr lang="en-US" altLang="zh-CN" dirty="0"/>
              <a:t>           </a:t>
            </a:r>
            <a:r>
              <a:rPr lang="zh-CN" altLang="en-US" sz="5100" b="1" dirty="0"/>
              <a:t>一、问题的提出；</a:t>
            </a:r>
            <a:endParaRPr lang="en-US" altLang="zh-CN" sz="5100" b="1" dirty="0"/>
          </a:p>
          <a:p>
            <a:pPr algn="l">
              <a:lnSpc>
                <a:spcPct val="150000"/>
              </a:lnSpc>
              <a:defRPr/>
            </a:pPr>
            <a:r>
              <a:rPr lang="en-US" altLang="zh-CN" sz="5100" b="1" dirty="0">
                <a:solidFill>
                  <a:schemeClr val="accent6"/>
                </a:solidFill>
              </a:rPr>
              <a:t>     </a:t>
            </a:r>
            <a:r>
              <a:rPr lang="zh-CN" altLang="en-US" sz="5100" b="1" dirty="0"/>
              <a:t>二、第二型曲线积分的概念；</a:t>
            </a:r>
            <a:endParaRPr lang="en-US" altLang="zh-CN" sz="5100" b="1" dirty="0"/>
          </a:p>
          <a:p>
            <a:pPr algn="l">
              <a:lnSpc>
                <a:spcPct val="150000"/>
              </a:lnSpc>
              <a:defRPr/>
            </a:pPr>
            <a:r>
              <a:rPr lang="en-US" altLang="zh-CN" sz="5100" b="1" dirty="0"/>
              <a:t>     </a:t>
            </a:r>
            <a:r>
              <a:rPr lang="zh-CN" altLang="en-US" sz="5100" b="1" dirty="0"/>
              <a:t>三、第二型曲线积分的计算；</a:t>
            </a:r>
          </a:p>
        </p:txBody>
      </p:sp>
      <p:sp>
        <p:nvSpPr>
          <p:cNvPr id="43012" name="TextBox 4"/>
          <p:cNvSpPr txBox="1">
            <a:spLocks noChangeArrowheads="1"/>
          </p:cNvSpPr>
          <p:nvPr/>
        </p:nvSpPr>
        <p:spPr bwMode="auto">
          <a:xfrm>
            <a:off x="2524889" y="1793966"/>
            <a:ext cx="6810101" cy="707886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10.1</a:t>
            </a:r>
            <a:r>
              <a:rPr lang="zh-CN" altLang="en-US" sz="4000" dirty="0">
                <a:solidFill>
                  <a:srgbClr val="FF0000"/>
                </a:solidFill>
                <a:cs typeface="Times New Roman" panose="02020603050405020304" pitchFamily="18" charset="0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</a:rPr>
              <a:t>第二型曲线积分</a:t>
            </a:r>
            <a:endParaRPr lang="zh-CN" altLang="en-US" sz="4000" dirty="0"/>
          </a:p>
        </p:txBody>
      </p:sp>
      <p:sp>
        <p:nvSpPr>
          <p:cNvPr id="2" name="文本框 1"/>
          <p:cNvSpPr txBox="1"/>
          <p:nvPr/>
        </p:nvSpPr>
        <p:spPr>
          <a:xfrm>
            <a:off x="10422893" y="97982"/>
            <a:ext cx="1648208" cy="58477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10</a:t>
            </a:r>
            <a:endParaRPr lang="zh-CN" altLang="en-US" sz="32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913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705600" y="914400"/>
            <a:ext cx="3352800" cy="2560638"/>
            <a:chOff x="3264" y="576"/>
            <a:chExt cx="2112" cy="1613"/>
          </a:xfrm>
        </p:grpSpPr>
        <p:sp>
          <p:nvSpPr>
            <p:cNvPr id="1064" name="Line 3"/>
            <p:cNvSpPr>
              <a:spLocks noChangeShapeType="1"/>
            </p:cNvSpPr>
            <p:nvPr/>
          </p:nvSpPr>
          <p:spPr bwMode="auto">
            <a:xfrm>
              <a:off x="3456" y="1990"/>
              <a:ext cx="19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" name="Line 4"/>
            <p:cNvSpPr>
              <a:spLocks noChangeShapeType="1"/>
            </p:cNvSpPr>
            <p:nvPr/>
          </p:nvSpPr>
          <p:spPr bwMode="auto">
            <a:xfrm flipV="1">
              <a:off x="3456" y="598"/>
              <a:ext cx="0" cy="13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38" name="Object 14"/>
            <p:cNvGraphicFramePr>
              <a:graphicFrameLocks noChangeAspect="1"/>
            </p:cNvGraphicFramePr>
            <p:nvPr/>
          </p:nvGraphicFramePr>
          <p:xfrm>
            <a:off x="3360" y="2038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44" name="公式" r:id="rId3" imgW="215640" imgH="241200" progId="Equation.3">
                    <p:embed/>
                  </p:oleObj>
                </mc:Choice>
                <mc:Fallback>
                  <p:oleObj name="公式" r:id="rId3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038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9" name="Object 15"/>
            <p:cNvGraphicFramePr>
              <a:graphicFrameLocks noChangeAspect="1"/>
            </p:cNvGraphicFramePr>
            <p:nvPr/>
          </p:nvGraphicFramePr>
          <p:xfrm>
            <a:off x="5220" y="2038"/>
            <a:ext cx="156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45" name="公式" r:id="rId5" imgW="253800" imgH="241200" progId="Equation.3">
                    <p:embed/>
                  </p:oleObj>
                </mc:Choice>
                <mc:Fallback>
                  <p:oleObj name="公式" r:id="rId5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0" y="2038"/>
                          <a:ext cx="156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0" name="Object 16"/>
            <p:cNvGraphicFramePr>
              <a:graphicFrameLocks noChangeAspect="1"/>
            </p:cNvGraphicFramePr>
            <p:nvPr/>
          </p:nvGraphicFramePr>
          <p:xfrm>
            <a:off x="3264" y="576"/>
            <a:ext cx="158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46" name="公式" r:id="rId7" imgW="253800" imgH="317160" progId="Equation.3">
                    <p:embed/>
                  </p:oleObj>
                </mc:Choice>
                <mc:Fallback>
                  <p:oleObj name="公式" r:id="rId7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576"/>
                          <a:ext cx="158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6" name="Arc 8"/>
            <p:cNvSpPr>
              <a:spLocks/>
            </p:cNvSpPr>
            <p:nvPr/>
          </p:nvSpPr>
          <p:spPr bwMode="auto">
            <a:xfrm flipV="1">
              <a:off x="3744" y="845"/>
              <a:ext cx="1248" cy="1008"/>
            </a:xfrm>
            <a:custGeom>
              <a:avLst/>
              <a:gdLst>
                <a:gd name="T0" fmla="*/ 4 w 21600"/>
                <a:gd name="T1" fmla="*/ 2 h 22668"/>
                <a:gd name="T2" fmla="*/ 0 w 21600"/>
                <a:gd name="T3" fmla="*/ 0 h 22668"/>
                <a:gd name="T4" fmla="*/ 4 w 21600"/>
                <a:gd name="T5" fmla="*/ 0 h 2266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668"/>
                <a:gd name="T11" fmla="*/ 21600 w 21600"/>
                <a:gd name="T12" fmla="*/ 22668 h 226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668" fill="none" extrusionOk="0">
                  <a:moveTo>
                    <a:pt x="20122" y="22668"/>
                  </a:moveTo>
                  <a:cubicBezTo>
                    <a:pt x="8793" y="21891"/>
                    <a:pt x="0" y="12475"/>
                    <a:pt x="0" y="1119"/>
                  </a:cubicBezTo>
                  <a:cubicBezTo>
                    <a:pt x="-1" y="745"/>
                    <a:pt x="9" y="372"/>
                    <a:pt x="29" y="0"/>
                  </a:cubicBezTo>
                </a:path>
                <a:path w="21600" h="22668" stroke="0" extrusionOk="0">
                  <a:moveTo>
                    <a:pt x="20122" y="22668"/>
                  </a:moveTo>
                  <a:cubicBezTo>
                    <a:pt x="8793" y="21891"/>
                    <a:pt x="0" y="12475"/>
                    <a:pt x="0" y="1119"/>
                  </a:cubicBezTo>
                  <a:cubicBezTo>
                    <a:pt x="-1" y="745"/>
                    <a:pt x="9" y="372"/>
                    <a:pt x="29" y="0"/>
                  </a:cubicBezTo>
                  <a:lnTo>
                    <a:pt x="21600" y="1119"/>
                  </a:lnTo>
                  <a:close/>
                </a:path>
              </a:pathLst>
            </a:custGeom>
            <a:noFill/>
            <a:ln w="3175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41" name="Object 17"/>
            <p:cNvGraphicFramePr>
              <a:graphicFrameLocks noChangeAspect="1"/>
            </p:cNvGraphicFramePr>
            <p:nvPr/>
          </p:nvGraphicFramePr>
          <p:xfrm>
            <a:off x="3504" y="1750"/>
            <a:ext cx="183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47" name="公式" r:id="rId9" imgW="291960" imgH="304560" progId="Equation.3">
                    <p:embed/>
                  </p:oleObj>
                </mc:Choice>
                <mc:Fallback>
                  <p:oleObj name="公式" r:id="rId9" imgW="29196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750"/>
                          <a:ext cx="183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2" name="Object 18"/>
            <p:cNvGraphicFramePr>
              <a:graphicFrameLocks noChangeAspect="1"/>
            </p:cNvGraphicFramePr>
            <p:nvPr/>
          </p:nvGraphicFramePr>
          <p:xfrm>
            <a:off x="4800" y="646"/>
            <a:ext cx="183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48" name="公式" r:id="rId11" imgW="291960" imgH="291960" progId="Equation.3">
                    <p:embed/>
                  </p:oleObj>
                </mc:Choice>
                <mc:Fallback>
                  <p:oleObj name="公式" r:id="rId11" imgW="2919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646"/>
                          <a:ext cx="183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3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5472576"/>
                </p:ext>
              </p:extLst>
            </p:nvPr>
          </p:nvGraphicFramePr>
          <p:xfrm>
            <a:off x="3552" y="1208"/>
            <a:ext cx="204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49" name="Equation" r:id="rId13" imgW="152280" imgH="164880" progId="Equation.DSMT4">
                    <p:embed/>
                  </p:oleObj>
                </mc:Choice>
                <mc:Fallback>
                  <p:oleObj name="Equation" r:id="rId13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208"/>
                          <a:ext cx="204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2" name="Line 12"/>
          <p:cNvSpPr>
            <a:spLocks noChangeShapeType="1"/>
          </p:cNvSpPr>
          <p:nvPr/>
        </p:nvSpPr>
        <p:spPr bwMode="auto">
          <a:xfrm flipV="1">
            <a:off x="7753350" y="1589088"/>
            <a:ext cx="6096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6" name="Rectangle 13"/>
          <p:cNvSpPr>
            <a:spLocks noGrp="1" noChangeArrowheads="1"/>
          </p:cNvSpPr>
          <p:nvPr>
            <p:ph type="title"/>
          </p:nvPr>
        </p:nvSpPr>
        <p:spPr>
          <a:xfrm>
            <a:off x="838200" y="490538"/>
            <a:ext cx="4038601" cy="881063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C00000"/>
                </a:solidFill>
              </a:rPr>
              <a:t>一、问题的提出</a:t>
            </a:r>
            <a:endParaRPr lang="zh-CN" altLang="en-US" sz="4800" b="1" dirty="0">
              <a:solidFill>
                <a:srgbClr val="C00000"/>
              </a:solidFill>
            </a:endParaRP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8823333" y="1360490"/>
            <a:ext cx="455613" cy="407988"/>
            <a:chOff x="4550" y="876"/>
            <a:chExt cx="287" cy="257"/>
          </a:xfrm>
        </p:grpSpPr>
        <p:sp>
          <p:nvSpPr>
            <p:cNvPr id="1063" name="Oval 15"/>
            <p:cNvSpPr>
              <a:spLocks noChangeArrowheads="1"/>
            </p:cNvSpPr>
            <p:nvPr/>
          </p:nvSpPr>
          <p:spPr bwMode="auto">
            <a:xfrm>
              <a:off x="4560" y="8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3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3423731"/>
                </p:ext>
              </p:extLst>
            </p:nvPr>
          </p:nvGraphicFramePr>
          <p:xfrm>
            <a:off x="4550" y="949"/>
            <a:ext cx="287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50" name="Equation" r:id="rId15" imgW="355320" imgH="228600" progId="Equation.DSMT4">
                    <p:embed/>
                  </p:oleObj>
                </mc:Choice>
                <mc:Fallback>
                  <p:oleObj name="Equation" r:id="rId15" imgW="355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0" y="949"/>
                          <a:ext cx="287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8245507" y="1246188"/>
            <a:ext cx="315914" cy="400050"/>
            <a:chOff x="4186" y="804"/>
            <a:chExt cx="199" cy="252"/>
          </a:xfrm>
        </p:grpSpPr>
        <p:sp>
          <p:nvSpPr>
            <p:cNvPr id="1062" name="Oval 18"/>
            <p:cNvSpPr>
              <a:spLocks noChangeArrowheads="1"/>
            </p:cNvSpPr>
            <p:nvPr/>
          </p:nvSpPr>
          <p:spPr bwMode="auto">
            <a:xfrm>
              <a:off x="4224" y="100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36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8095019"/>
                </p:ext>
              </p:extLst>
            </p:nvPr>
          </p:nvGraphicFramePr>
          <p:xfrm>
            <a:off x="4186" y="804"/>
            <a:ext cx="19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51" name="Equation" r:id="rId17" imgW="228600" imgH="228600" progId="Equation.DSMT4">
                    <p:embed/>
                  </p:oleObj>
                </mc:Choice>
                <mc:Fallback>
                  <p:oleObj name="Equation" r:id="rId17" imgW="228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" y="804"/>
                          <a:ext cx="19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7694628" y="2084392"/>
            <a:ext cx="400051" cy="315913"/>
            <a:chOff x="3839" y="1332"/>
            <a:chExt cx="252" cy="199"/>
          </a:xfrm>
        </p:grpSpPr>
        <p:sp>
          <p:nvSpPr>
            <p:cNvPr id="1061" name="Oval 21"/>
            <p:cNvSpPr>
              <a:spLocks noChangeArrowheads="1"/>
            </p:cNvSpPr>
            <p:nvPr/>
          </p:nvSpPr>
          <p:spPr bwMode="auto">
            <a:xfrm>
              <a:off x="3840" y="13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3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4059902"/>
                </p:ext>
              </p:extLst>
            </p:nvPr>
          </p:nvGraphicFramePr>
          <p:xfrm>
            <a:off x="3839" y="1356"/>
            <a:ext cx="252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52" name="Equation" r:id="rId19" imgW="330120" imgH="228600" progId="Equation.DSMT4">
                    <p:embed/>
                  </p:oleObj>
                </mc:Choice>
                <mc:Fallback>
                  <p:oleObj name="Equation" r:id="rId19" imgW="3301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9" y="1356"/>
                          <a:ext cx="252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7486650" y="2379660"/>
            <a:ext cx="434975" cy="295275"/>
            <a:chOff x="3708" y="1518"/>
            <a:chExt cx="274" cy="186"/>
          </a:xfrm>
        </p:grpSpPr>
        <p:sp>
          <p:nvSpPr>
            <p:cNvPr id="1060" name="Oval 24"/>
            <p:cNvSpPr>
              <a:spLocks noChangeArrowheads="1"/>
            </p:cNvSpPr>
            <p:nvPr/>
          </p:nvSpPr>
          <p:spPr bwMode="auto">
            <a:xfrm>
              <a:off x="3708" y="154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3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3690084"/>
                </p:ext>
              </p:extLst>
            </p:nvPr>
          </p:nvGraphicFramePr>
          <p:xfrm>
            <a:off x="3777" y="1518"/>
            <a:ext cx="205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53" name="Equation" r:id="rId21" imgW="253800" imgH="228600" progId="Equation.DSMT4">
                    <p:embed/>
                  </p:oleObj>
                </mc:Choice>
                <mc:Fallback>
                  <p:oleObj name="Equation" r:id="rId21" imgW="2538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7" y="1518"/>
                          <a:ext cx="205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7448544" y="2636843"/>
            <a:ext cx="365125" cy="334963"/>
            <a:chOff x="3684" y="1680"/>
            <a:chExt cx="230" cy="211"/>
          </a:xfrm>
        </p:grpSpPr>
        <p:sp>
          <p:nvSpPr>
            <p:cNvPr id="1059" name="Oval 27"/>
            <p:cNvSpPr>
              <a:spLocks noChangeArrowheads="1"/>
            </p:cNvSpPr>
            <p:nvPr/>
          </p:nvSpPr>
          <p:spPr bwMode="auto">
            <a:xfrm>
              <a:off x="3684" y="168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3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5350722"/>
                </p:ext>
              </p:extLst>
            </p:nvPr>
          </p:nvGraphicFramePr>
          <p:xfrm>
            <a:off x="3720" y="1705"/>
            <a:ext cx="194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54" name="Equation" r:id="rId23" imgW="241200" imgH="228600" progId="Equation.DSMT4">
                    <p:embed/>
                  </p:oleObj>
                </mc:Choice>
                <mc:Fallback>
                  <p:oleObj name="Equation" r:id="rId23" imgW="241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0" y="1705"/>
                          <a:ext cx="194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7747000" y="2133601"/>
            <a:ext cx="711200" cy="315913"/>
            <a:chOff x="3920" y="1344"/>
            <a:chExt cx="448" cy="199"/>
          </a:xfrm>
        </p:grpSpPr>
        <p:graphicFrame>
          <p:nvGraphicFramePr>
            <p:cNvPr id="1032" name="Object 8"/>
            <p:cNvGraphicFramePr>
              <a:graphicFrameLocks noChangeAspect="1"/>
            </p:cNvGraphicFramePr>
            <p:nvPr/>
          </p:nvGraphicFramePr>
          <p:xfrm>
            <a:off x="4128" y="1344"/>
            <a:ext cx="24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55" name="公式" r:id="rId25" imgW="520560" imgH="431640" progId="Equation.3">
                    <p:embed/>
                  </p:oleObj>
                </mc:Choice>
                <mc:Fallback>
                  <p:oleObj name="公式" r:id="rId25" imgW="5205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344"/>
                          <a:ext cx="240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8" name="Line 31"/>
            <p:cNvSpPr>
              <a:spLocks noChangeShapeType="1"/>
            </p:cNvSpPr>
            <p:nvPr/>
          </p:nvSpPr>
          <p:spPr bwMode="auto">
            <a:xfrm>
              <a:off x="3920" y="1353"/>
              <a:ext cx="3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8356600" y="1612900"/>
            <a:ext cx="393700" cy="533400"/>
            <a:chOff x="4312" y="1008"/>
            <a:chExt cx="248" cy="336"/>
          </a:xfrm>
        </p:grpSpPr>
        <p:sp>
          <p:nvSpPr>
            <p:cNvPr id="1057" name="Line 33"/>
            <p:cNvSpPr>
              <a:spLocks noChangeShapeType="1"/>
            </p:cNvSpPr>
            <p:nvPr/>
          </p:nvSpPr>
          <p:spPr bwMode="auto">
            <a:xfrm>
              <a:off x="4312" y="1008"/>
              <a:ext cx="0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31" name="Object 7"/>
            <p:cNvGraphicFramePr>
              <a:graphicFrameLocks noChangeAspect="1"/>
            </p:cNvGraphicFramePr>
            <p:nvPr/>
          </p:nvGraphicFramePr>
          <p:xfrm>
            <a:off x="4320" y="1104"/>
            <a:ext cx="24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56" name="公式" r:id="rId27" imgW="495000" imgH="431640" progId="Equation.3">
                    <p:embed/>
                  </p:oleObj>
                </mc:Choice>
                <mc:Fallback>
                  <p:oleObj name="公式" r:id="rId27" imgW="4950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104"/>
                          <a:ext cx="24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55" name="Text Box 35"/>
          <p:cNvSpPr txBox="1">
            <a:spLocks noChangeArrowheads="1"/>
          </p:cNvSpPr>
          <p:nvPr/>
        </p:nvSpPr>
        <p:spPr bwMode="auto">
          <a:xfrm>
            <a:off x="1758982" y="1623294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实例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  <a:ea typeface="+mn-ea"/>
              </a:rPr>
              <a:t>: </a:t>
            </a:r>
            <a:r>
              <a:rPr lang="zh-CN" altLang="en-US" sz="2800" b="1" dirty="0">
                <a:latin typeface="+mn-ea"/>
                <a:ea typeface="+mn-ea"/>
              </a:rPr>
              <a:t>变力沿曲线所作的功</a:t>
            </a:r>
          </a:p>
        </p:txBody>
      </p:sp>
      <p:graphicFrame>
        <p:nvGraphicFramePr>
          <p:cNvPr id="5156" name="Object 2"/>
          <p:cNvGraphicFramePr>
            <a:graphicFrameLocks noChangeAspect="1"/>
          </p:cNvGraphicFramePr>
          <p:nvPr/>
        </p:nvGraphicFramePr>
        <p:xfrm>
          <a:off x="2022476" y="2349500"/>
          <a:ext cx="1920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57" name="公式" r:id="rId29" imgW="1638000" imgH="368280" progId="Equation.3">
                  <p:embed/>
                </p:oleObj>
              </mc:Choice>
              <mc:Fallback>
                <p:oleObj name="公式" r:id="rId29" imgW="16380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6" y="2349500"/>
                        <a:ext cx="1920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7" name="Object 3"/>
          <p:cNvGraphicFramePr>
            <a:graphicFrameLocks noChangeAspect="1"/>
          </p:cNvGraphicFramePr>
          <p:nvPr/>
        </p:nvGraphicFramePr>
        <p:xfrm>
          <a:off x="1787525" y="2924175"/>
          <a:ext cx="50419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58" name="Equation" r:id="rId31" imgW="1917360" imgH="241200" progId="Equation.DSMT4">
                  <p:embed/>
                </p:oleObj>
              </mc:Choice>
              <mc:Fallback>
                <p:oleObj name="Equation" r:id="rId31" imgW="1917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525" y="2924175"/>
                        <a:ext cx="5041900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8" name="Text Box 38"/>
          <p:cNvSpPr txBox="1">
            <a:spLocks noChangeArrowheads="1"/>
          </p:cNvSpPr>
          <p:nvPr/>
        </p:nvSpPr>
        <p:spPr bwMode="auto">
          <a:xfrm>
            <a:off x="1758982" y="3751173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常力所作的功</a:t>
            </a:r>
          </a:p>
        </p:txBody>
      </p:sp>
      <p:sp>
        <p:nvSpPr>
          <p:cNvPr id="5159" name="Text Box 39"/>
          <p:cNvSpPr txBox="1">
            <a:spLocks noChangeArrowheads="1"/>
          </p:cNvSpPr>
          <p:nvPr/>
        </p:nvSpPr>
        <p:spPr bwMode="auto">
          <a:xfrm>
            <a:off x="1787525" y="4504872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分割</a:t>
            </a:r>
          </a:p>
        </p:txBody>
      </p:sp>
      <p:graphicFrame>
        <p:nvGraphicFramePr>
          <p:cNvPr id="51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3156780"/>
              </p:ext>
            </p:extLst>
          </p:nvPr>
        </p:nvGraphicFramePr>
        <p:xfrm>
          <a:off x="2778125" y="4589463"/>
          <a:ext cx="68341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59" name="公式" r:id="rId33" imgW="7429320" imgH="457200" progId="Equation.3">
                  <p:embed/>
                </p:oleObj>
              </mc:Choice>
              <mc:Fallback>
                <p:oleObj name="公式" r:id="rId33" imgW="74293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25" y="4589463"/>
                        <a:ext cx="68341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079608"/>
              </p:ext>
            </p:extLst>
          </p:nvPr>
        </p:nvGraphicFramePr>
        <p:xfrm>
          <a:off x="2174081" y="5258571"/>
          <a:ext cx="4268787" cy="642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60" name="Equation" r:id="rId35" imgW="1676160" imgH="253800" progId="Equation.DSMT4">
                  <p:embed/>
                </p:oleObj>
              </mc:Choice>
              <mc:Fallback>
                <p:oleObj name="Equation" r:id="rId35" imgW="1676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081" y="5258571"/>
                        <a:ext cx="4268787" cy="642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65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380419"/>
              </p:ext>
            </p:extLst>
          </p:nvPr>
        </p:nvGraphicFramePr>
        <p:xfrm>
          <a:off x="4083082" y="3562087"/>
          <a:ext cx="19812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61" name="Equation" r:id="rId37" imgW="825480" imgH="279360" progId="Equation.DSMT4">
                  <p:embed/>
                </p:oleObj>
              </mc:Choice>
              <mc:Fallback>
                <p:oleObj name="Equation" r:id="rId37" imgW="825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82" y="3562087"/>
                        <a:ext cx="19812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68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2" grpId="0" animBg="1"/>
      <p:bldP spid="5155" grpId="0" autoUpdateAnimBg="0"/>
      <p:bldP spid="5158" grpId="0" autoUpdateAnimBg="0"/>
      <p:bldP spid="515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286000" y="31242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求和</a:t>
            </a:r>
          </a:p>
        </p:txBody>
      </p:sp>
      <p:graphicFrame>
        <p:nvGraphicFramePr>
          <p:cNvPr id="6147" name="Object 2"/>
          <p:cNvGraphicFramePr>
            <a:graphicFrameLocks noChangeAspect="1"/>
          </p:cNvGraphicFramePr>
          <p:nvPr/>
        </p:nvGraphicFramePr>
        <p:xfrm>
          <a:off x="3813176" y="3889375"/>
          <a:ext cx="50085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98" name="公式" r:id="rId3" imgW="5524200" imgH="888840" progId="Equation.3">
                  <p:embed/>
                </p:oleObj>
              </mc:Choice>
              <mc:Fallback>
                <p:oleObj name="公式" r:id="rId3" imgW="552420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76" y="3889375"/>
                        <a:ext cx="500856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286000" y="485616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取极限</a:t>
            </a:r>
          </a:p>
        </p:txBody>
      </p:sp>
      <p:graphicFrame>
        <p:nvGraphicFramePr>
          <p:cNvPr id="6149" name="Object 3"/>
          <p:cNvGraphicFramePr>
            <a:graphicFrameLocks noChangeAspect="1"/>
          </p:cNvGraphicFramePr>
          <p:nvPr/>
        </p:nvGraphicFramePr>
        <p:xfrm>
          <a:off x="3678238" y="4727576"/>
          <a:ext cx="622776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99" name="公式" r:id="rId5" imgW="6565680" imgH="888840" progId="Equation.3">
                  <p:embed/>
                </p:oleObj>
              </mc:Choice>
              <mc:Fallback>
                <p:oleObj name="公式" r:id="rId5" imgW="656568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4727576"/>
                        <a:ext cx="6227762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AutoShape 6"/>
          <p:cNvSpPr>
            <a:spLocks noChangeArrowheads="1"/>
          </p:cNvSpPr>
          <p:nvPr/>
        </p:nvSpPr>
        <p:spPr bwMode="auto">
          <a:xfrm>
            <a:off x="8001000" y="3352800"/>
            <a:ext cx="1600200" cy="381000"/>
          </a:xfrm>
          <a:prstGeom prst="wedgeRoundRectCallout">
            <a:avLst>
              <a:gd name="adj1" fmla="val -72917"/>
              <a:gd name="adj2" fmla="val 120000"/>
              <a:gd name="adj3" fmla="val 16667"/>
            </a:avLst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eaLnBrk="1" hangingPunct="1"/>
            <a:r>
              <a:rPr kumimoji="0" lang="zh-CN" altLang="en-US" sz="2400" b="1">
                <a:solidFill>
                  <a:prstClr val="black"/>
                </a:solidFill>
                <a:latin typeface="Calibri" panose="020F0502020204030204"/>
              </a:rPr>
              <a:t>近似值</a:t>
            </a:r>
            <a:endParaRPr kumimoji="0" lang="zh-CN" alt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51" name="AutoShape 7"/>
          <p:cNvSpPr>
            <a:spLocks noChangeArrowheads="1"/>
          </p:cNvSpPr>
          <p:nvPr/>
        </p:nvSpPr>
        <p:spPr bwMode="auto">
          <a:xfrm>
            <a:off x="7772400" y="5715000"/>
            <a:ext cx="1600200" cy="381000"/>
          </a:xfrm>
          <a:prstGeom prst="wedgeRoundRectCallout">
            <a:avLst>
              <a:gd name="adj1" fmla="val -82440"/>
              <a:gd name="adj2" fmla="val -110000"/>
              <a:gd name="adj3" fmla="val 16667"/>
            </a:avLst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eaLnBrk="1" hangingPunct="1"/>
            <a:r>
              <a:rPr kumimoji="0" lang="zh-CN" altLang="en-US" sz="2400" b="1">
                <a:solidFill>
                  <a:srgbClr val="FF0000"/>
                </a:solidFill>
                <a:latin typeface="Calibri" panose="020F0502020204030204"/>
              </a:rPr>
              <a:t>精确值</a:t>
            </a:r>
            <a:endParaRPr kumimoji="0" lang="zh-CN" alt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2246313" y="762000"/>
          <a:ext cx="53387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0" name="Equation" r:id="rId7" imgW="2323800" imgH="253800" progId="Equation.DSMT4">
                  <p:embed/>
                </p:oleObj>
              </mc:Choice>
              <mc:Fallback>
                <p:oleObj name="Equation" r:id="rId7" imgW="2323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762000"/>
                        <a:ext cx="533876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5"/>
          <p:cNvGraphicFramePr>
            <a:graphicFrameLocks noChangeAspect="1"/>
          </p:cNvGraphicFramePr>
          <p:nvPr/>
        </p:nvGraphicFramePr>
        <p:xfrm>
          <a:off x="2711451" y="1484314"/>
          <a:ext cx="3916363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1" name="Equation" r:id="rId9" imgW="1587240" imgH="253800" progId="Equation.DSMT4">
                  <p:embed/>
                </p:oleObj>
              </mc:Choice>
              <mc:Fallback>
                <p:oleObj name="Equation" r:id="rId9" imgW="15872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1484314"/>
                        <a:ext cx="3916363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6"/>
          <p:cNvGraphicFramePr>
            <a:graphicFrameLocks noChangeAspect="1"/>
          </p:cNvGraphicFramePr>
          <p:nvPr/>
        </p:nvGraphicFramePr>
        <p:xfrm>
          <a:off x="2438400" y="2362201"/>
          <a:ext cx="5295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2" name="公式" r:id="rId11" imgW="5295600" imgH="431640" progId="Equation.3">
                  <p:embed/>
                </p:oleObj>
              </mc:Choice>
              <mc:Fallback>
                <p:oleObj name="公式" r:id="rId11" imgW="5295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362201"/>
                        <a:ext cx="5295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7"/>
          <p:cNvGraphicFramePr>
            <a:graphicFrameLocks noChangeAspect="1"/>
          </p:cNvGraphicFramePr>
          <p:nvPr/>
        </p:nvGraphicFramePr>
        <p:xfrm>
          <a:off x="3352800" y="2933700"/>
          <a:ext cx="1828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3" name="公式" r:id="rId13" imgW="1828800" imgH="952200" progId="Equation.3">
                  <p:embed/>
                </p:oleObj>
              </mc:Choice>
              <mc:Fallback>
                <p:oleObj name="公式" r:id="rId13" imgW="182880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933700"/>
                        <a:ext cx="1828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74" name="Group 12"/>
          <p:cNvGrpSpPr>
            <a:grpSpLocks/>
          </p:cNvGrpSpPr>
          <p:nvPr/>
        </p:nvGrpSpPr>
        <p:grpSpPr bwMode="auto">
          <a:xfrm>
            <a:off x="8408126" y="793818"/>
            <a:ext cx="2590800" cy="1798638"/>
            <a:chOff x="3840" y="480"/>
            <a:chExt cx="1632" cy="1133"/>
          </a:xfrm>
        </p:grpSpPr>
        <p:grpSp>
          <p:nvGrpSpPr>
            <p:cNvPr id="2075" name="Group 13"/>
            <p:cNvGrpSpPr>
              <a:grpSpLocks/>
            </p:cNvGrpSpPr>
            <p:nvPr/>
          </p:nvGrpSpPr>
          <p:grpSpPr bwMode="auto">
            <a:xfrm>
              <a:off x="3840" y="480"/>
              <a:ext cx="1632" cy="1133"/>
              <a:chOff x="3264" y="576"/>
              <a:chExt cx="2112" cy="1613"/>
            </a:xfrm>
          </p:grpSpPr>
          <p:sp>
            <p:nvSpPr>
              <p:cNvPr id="2092" name="Line 14"/>
              <p:cNvSpPr>
                <a:spLocks noChangeShapeType="1"/>
              </p:cNvSpPr>
              <p:nvPr/>
            </p:nvSpPr>
            <p:spPr bwMode="auto">
              <a:xfrm>
                <a:off x="3456" y="1990"/>
                <a:ext cx="19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93" name="Line 15"/>
              <p:cNvSpPr>
                <a:spLocks noChangeShapeType="1"/>
              </p:cNvSpPr>
              <p:nvPr/>
            </p:nvSpPr>
            <p:spPr bwMode="auto">
              <a:xfrm flipV="1">
                <a:off x="3456" y="598"/>
                <a:ext cx="0" cy="13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064" name="Object 16"/>
              <p:cNvGraphicFramePr>
                <a:graphicFrameLocks noChangeAspect="1"/>
              </p:cNvGraphicFramePr>
              <p:nvPr/>
            </p:nvGraphicFramePr>
            <p:xfrm>
              <a:off x="3360" y="2038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04" name="公式" r:id="rId15" imgW="215640" imgH="241200" progId="Equation.3">
                      <p:embed/>
                    </p:oleObj>
                  </mc:Choice>
                  <mc:Fallback>
                    <p:oleObj name="公式" r:id="rId15" imgW="21564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0" y="2038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5" name="Object 17"/>
              <p:cNvGraphicFramePr>
                <a:graphicFrameLocks noChangeAspect="1"/>
              </p:cNvGraphicFramePr>
              <p:nvPr/>
            </p:nvGraphicFramePr>
            <p:xfrm>
              <a:off x="5220" y="2038"/>
              <a:ext cx="156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05" name="公式" r:id="rId17" imgW="253800" imgH="241200" progId="Equation.3">
                      <p:embed/>
                    </p:oleObj>
                  </mc:Choice>
                  <mc:Fallback>
                    <p:oleObj name="公式" r:id="rId17" imgW="25380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20" y="2038"/>
                            <a:ext cx="156" cy="1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6" name="Object 18"/>
              <p:cNvGraphicFramePr>
                <a:graphicFrameLocks noChangeAspect="1"/>
              </p:cNvGraphicFramePr>
              <p:nvPr/>
            </p:nvGraphicFramePr>
            <p:xfrm>
              <a:off x="3264" y="576"/>
              <a:ext cx="158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06" name="公式" r:id="rId19" imgW="253800" imgH="317160" progId="Equation.3">
                      <p:embed/>
                    </p:oleObj>
                  </mc:Choice>
                  <mc:Fallback>
                    <p:oleObj name="公式" r:id="rId19" imgW="253800" imgH="3171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64" y="576"/>
                            <a:ext cx="158" cy="1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94" name="Arc 19"/>
              <p:cNvSpPr>
                <a:spLocks/>
              </p:cNvSpPr>
              <p:nvPr/>
            </p:nvSpPr>
            <p:spPr bwMode="auto">
              <a:xfrm flipV="1">
                <a:off x="3741" y="845"/>
                <a:ext cx="1248" cy="1008"/>
              </a:xfrm>
              <a:custGeom>
                <a:avLst/>
                <a:gdLst>
                  <a:gd name="T0" fmla="*/ 4 w 21600"/>
                  <a:gd name="T1" fmla="*/ 2 h 22668"/>
                  <a:gd name="T2" fmla="*/ 0 w 21600"/>
                  <a:gd name="T3" fmla="*/ 0 h 22668"/>
                  <a:gd name="T4" fmla="*/ 4 w 21600"/>
                  <a:gd name="T5" fmla="*/ 0 h 2266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668"/>
                  <a:gd name="T11" fmla="*/ 21600 w 21600"/>
                  <a:gd name="T12" fmla="*/ 22668 h 226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668" fill="none" extrusionOk="0">
                    <a:moveTo>
                      <a:pt x="20122" y="22668"/>
                    </a:moveTo>
                    <a:cubicBezTo>
                      <a:pt x="8793" y="21891"/>
                      <a:pt x="0" y="12475"/>
                      <a:pt x="0" y="1119"/>
                    </a:cubicBezTo>
                    <a:cubicBezTo>
                      <a:pt x="-1" y="745"/>
                      <a:pt x="9" y="372"/>
                      <a:pt x="29" y="0"/>
                    </a:cubicBezTo>
                  </a:path>
                  <a:path w="21600" h="22668" stroke="0" extrusionOk="0">
                    <a:moveTo>
                      <a:pt x="20122" y="22668"/>
                    </a:moveTo>
                    <a:cubicBezTo>
                      <a:pt x="8793" y="21891"/>
                      <a:pt x="0" y="12475"/>
                      <a:pt x="0" y="1119"/>
                    </a:cubicBezTo>
                    <a:cubicBezTo>
                      <a:pt x="-1" y="745"/>
                      <a:pt x="9" y="372"/>
                      <a:pt x="29" y="0"/>
                    </a:cubicBezTo>
                    <a:lnTo>
                      <a:pt x="21600" y="1119"/>
                    </a:lnTo>
                    <a:close/>
                  </a:path>
                </a:pathLst>
              </a:custGeom>
              <a:noFill/>
              <a:ln w="31750">
                <a:solidFill>
                  <a:srgbClr val="C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067" name="Object 19"/>
              <p:cNvGraphicFramePr>
                <a:graphicFrameLocks noChangeAspect="1"/>
              </p:cNvGraphicFramePr>
              <p:nvPr/>
            </p:nvGraphicFramePr>
            <p:xfrm>
              <a:off x="3504" y="1750"/>
              <a:ext cx="183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07" name="公式" r:id="rId21" imgW="291960" imgH="304560" progId="Equation.3">
                      <p:embed/>
                    </p:oleObj>
                  </mc:Choice>
                  <mc:Fallback>
                    <p:oleObj name="公式" r:id="rId21" imgW="29196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1750"/>
                            <a:ext cx="183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8" name="Object 20"/>
              <p:cNvGraphicFramePr>
                <a:graphicFrameLocks noChangeAspect="1"/>
              </p:cNvGraphicFramePr>
              <p:nvPr/>
            </p:nvGraphicFramePr>
            <p:xfrm>
              <a:off x="4800" y="646"/>
              <a:ext cx="18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08" name="公式" r:id="rId23" imgW="291960" imgH="291960" progId="Equation.3">
                      <p:embed/>
                    </p:oleObj>
                  </mc:Choice>
                  <mc:Fallback>
                    <p:oleObj name="公式" r:id="rId23" imgW="291960" imgH="2919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" y="646"/>
                            <a:ext cx="18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9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0269568"/>
                  </p:ext>
                </p:extLst>
              </p:nvPr>
            </p:nvGraphicFramePr>
            <p:xfrm>
              <a:off x="3525" y="1286"/>
              <a:ext cx="238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09" name="Equation" r:id="rId25" imgW="152280" imgH="164880" progId="Equation.DSMT4">
                      <p:embed/>
                    </p:oleObj>
                  </mc:Choice>
                  <mc:Fallback>
                    <p:oleObj name="Equation" r:id="rId25" imgW="1522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25" y="1286"/>
                            <a:ext cx="238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76" name="Line 23"/>
            <p:cNvSpPr>
              <a:spLocks noChangeShapeType="1"/>
            </p:cNvSpPr>
            <p:nvPr/>
          </p:nvSpPr>
          <p:spPr bwMode="auto">
            <a:xfrm flipV="1">
              <a:off x="4350" y="779"/>
              <a:ext cx="297" cy="2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77" name="Group 24"/>
            <p:cNvGrpSpPr>
              <a:grpSpLocks/>
            </p:cNvGrpSpPr>
            <p:nvPr/>
          </p:nvGrpSpPr>
          <p:grpSpPr bwMode="auto">
            <a:xfrm>
              <a:off x="4869" y="681"/>
              <a:ext cx="289" cy="193"/>
              <a:chOff x="4560" y="876"/>
              <a:chExt cx="376" cy="273"/>
            </a:xfrm>
          </p:grpSpPr>
          <p:sp>
            <p:nvSpPr>
              <p:cNvPr id="2091" name="Oval 25"/>
              <p:cNvSpPr>
                <a:spLocks noChangeArrowheads="1"/>
              </p:cNvSpPr>
              <p:nvPr/>
            </p:nvSpPr>
            <p:spPr bwMode="auto">
              <a:xfrm>
                <a:off x="4560" y="87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063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7225951"/>
                  </p:ext>
                </p:extLst>
              </p:nvPr>
            </p:nvGraphicFramePr>
            <p:xfrm>
              <a:off x="4589" y="924"/>
              <a:ext cx="347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10" name="Equation" r:id="rId27" imgW="355320" imgH="228600" progId="Equation.DSMT4">
                      <p:embed/>
                    </p:oleObj>
                  </mc:Choice>
                  <mc:Fallback>
                    <p:oleObj name="Equation" r:id="rId27" imgW="35532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9" y="924"/>
                            <a:ext cx="347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78" name="Group 27"/>
            <p:cNvGrpSpPr>
              <a:grpSpLocks/>
            </p:cNvGrpSpPr>
            <p:nvPr/>
          </p:nvGrpSpPr>
          <p:grpSpPr bwMode="auto">
            <a:xfrm>
              <a:off x="4608" y="697"/>
              <a:ext cx="255" cy="174"/>
              <a:chOff x="4224" y="901"/>
              <a:chExt cx="332" cy="246"/>
            </a:xfrm>
          </p:grpSpPr>
          <p:sp>
            <p:nvSpPr>
              <p:cNvPr id="2090" name="Oval 28"/>
              <p:cNvSpPr>
                <a:spLocks noChangeArrowheads="1"/>
              </p:cNvSpPr>
              <p:nvPr/>
            </p:nvSpPr>
            <p:spPr bwMode="auto">
              <a:xfrm>
                <a:off x="4224" y="100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062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9536866"/>
                  </p:ext>
                </p:extLst>
              </p:nvPr>
            </p:nvGraphicFramePr>
            <p:xfrm>
              <a:off x="4308" y="901"/>
              <a:ext cx="248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11" name="Equation" r:id="rId29" imgW="228600" imgH="228600" progId="Equation.DSMT4">
                      <p:embed/>
                    </p:oleObj>
                  </mc:Choice>
                  <mc:Fallback>
                    <p:oleObj name="Equation" r:id="rId29" imgW="2286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8" y="901"/>
                            <a:ext cx="248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79" name="Group 30"/>
            <p:cNvGrpSpPr>
              <a:grpSpLocks/>
            </p:cNvGrpSpPr>
            <p:nvPr/>
          </p:nvGrpSpPr>
          <p:grpSpPr bwMode="auto">
            <a:xfrm>
              <a:off x="4280" y="993"/>
              <a:ext cx="227" cy="161"/>
              <a:chOff x="3772" y="1332"/>
              <a:chExt cx="292" cy="231"/>
            </a:xfrm>
          </p:grpSpPr>
          <p:sp>
            <p:nvSpPr>
              <p:cNvPr id="2089" name="Oval 31"/>
              <p:cNvSpPr>
                <a:spLocks noChangeArrowheads="1"/>
              </p:cNvSpPr>
              <p:nvPr/>
            </p:nvSpPr>
            <p:spPr bwMode="auto">
              <a:xfrm>
                <a:off x="3840" y="133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061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98408619"/>
                  </p:ext>
                </p:extLst>
              </p:nvPr>
            </p:nvGraphicFramePr>
            <p:xfrm>
              <a:off x="3772" y="1360"/>
              <a:ext cx="292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12" name="Equation" r:id="rId31" imgW="330120" imgH="228600" progId="Equation.DSMT4">
                      <p:embed/>
                    </p:oleObj>
                  </mc:Choice>
                  <mc:Fallback>
                    <p:oleObj name="Equation" r:id="rId31" imgW="33012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72" y="1360"/>
                            <a:ext cx="292" cy="2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80" name="Group 33"/>
            <p:cNvGrpSpPr>
              <a:grpSpLocks/>
            </p:cNvGrpSpPr>
            <p:nvPr/>
          </p:nvGrpSpPr>
          <p:grpSpPr bwMode="auto">
            <a:xfrm>
              <a:off x="4225" y="1131"/>
              <a:ext cx="221" cy="136"/>
              <a:chOff x="3722" y="1531"/>
              <a:chExt cx="287" cy="194"/>
            </a:xfrm>
          </p:grpSpPr>
          <p:sp>
            <p:nvSpPr>
              <p:cNvPr id="2088" name="Oval 34"/>
              <p:cNvSpPr>
                <a:spLocks noChangeArrowheads="1"/>
              </p:cNvSpPr>
              <p:nvPr/>
            </p:nvSpPr>
            <p:spPr bwMode="auto">
              <a:xfrm>
                <a:off x="3722" y="154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060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0529012"/>
                  </p:ext>
                </p:extLst>
              </p:nvPr>
            </p:nvGraphicFramePr>
            <p:xfrm>
              <a:off x="3795" y="1531"/>
              <a:ext cx="214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13" name="Equation" r:id="rId33" imgW="253800" imgH="228600" progId="Equation.DSMT4">
                      <p:embed/>
                    </p:oleObj>
                  </mc:Choice>
                  <mc:Fallback>
                    <p:oleObj name="Equation" r:id="rId33" imgW="2538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5" y="1531"/>
                            <a:ext cx="214" cy="1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81" name="Group 36"/>
            <p:cNvGrpSpPr>
              <a:grpSpLocks/>
            </p:cNvGrpSpPr>
            <p:nvPr/>
          </p:nvGrpSpPr>
          <p:grpSpPr bwMode="auto">
            <a:xfrm>
              <a:off x="4202" y="1254"/>
              <a:ext cx="180" cy="147"/>
              <a:chOff x="3656" y="1684"/>
              <a:chExt cx="231" cy="207"/>
            </a:xfrm>
          </p:grpSpPr>
          <p:sp>
            <p:nvSpPr>
              <p:cNvPr id="2087" name="Oval 37"/>
              <p:cNvSpPr>
                <a:spLocks noChangeArrowheads="1"/>
              </p:cNvSpPr>
              <p:nvPr/>
            </p:nvSpPr>
            <p:spPr bwMode="auto">
              <a:xfrm>
                <a:off x="3656" y="1689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059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92106701"/>
                  </p:ext>
                </p:extLst>
              </p:nvPr>
            </p:nvGraphicFramePr>
            <p:xfrm>
              <a:off x="3669" y="1684"/>
              <a:ext cx="218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14" name="Equation" r:id="rId35" imgW="241200" imgH="228600" progId="Equation.DSMT4">
                      <p:embed/>
                    </p:oleObj>
                  </mc:Choice>
                  <mc:Fallback>
                    <p:oleObj name="Equation" r:id="rId35" imgW="2412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69" y="1684"/>
                            <a:ext cx="218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82" name="Oval 39"/>
            <p:cNvSpPr>
              <a:spLocks noChangeArrowheads="1"/>
            </p:cNvSpPr>
            <p:nvPr/>
          </p:nvSpPr>
          <p:spPr bwMode="auto">
            <a:xfrm>
              <a:off x="4461" y="854"/>
              <a:ext cx="37" cy="3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083" name="Group 40"/>
            <p:cNvGrpSpPr>
              <a:grpSpLocks/>
            </p:cNvGrpSpPr>
            <p:nvPr/>
          </p:nvGrpSpPr>
          <p:grpSpPr bwMode="auto">
            <a:xfrm>
              <a:off x="4188" y="496"/>
              <a:ext cx="531" cy="402"/>
              <a:chOff x="3644" y="615"/>
              <a:chExt cx="687" cy="572"/>
            </a:xfrm>
          </p:grpSpPr>
          <p:graphicFrame>
            <p:nvGraphicFramePr>
              <p:cNvPr id="2058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70312885"/>
                  </p:ext>
                </p:extLst>
              </p:nvPr>
            </p:nvGraphicFramePr>
            <p:xfrm>
              <a:off x="3644" y="615"/>
              <a:ext cx="687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15" name="Equation" r:id="rId37" imgW="583920" imgH="228600" progId="Equation.DSMT4">
                      <p:embed/>
                    </p:oleObj>
                  </mc:Choice>
                  <mc:Fallback>
                    <p:oleObj name="Equation" r:id="rId37" imgW="58392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4" y="615"/>
                            <a:ext cx="687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86" name="Line 42"/>
              <p:cNvSpPr>
                <a:spLocks noChangeShapeType="1"/>
              </p:cNvSpPr>
              <p:nvPr/>
            </p:nvSpPr>
            <p:spPr bwMode="auto">
              <a:xfrm flipV="1">
                <a:off x="4032" y="960"/>
                <a:ext cx="48" cy="227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84" name="Line 43"/>
            <p:cNvSpPr>
              <a:spLocks noChangeShapeType="1"/>
            </p:cNvSpPr>
            <p:nvPr/>
          </p:nvSpPr>
          <p:spPr bwMode="auto">
            <a:xfrm>
              <a:off x="4637" y="787"/>
              <a:ext cx="0" cy="2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3546717"/>
                </p:ext>
              </p:extLst>
            </p:nvPr>
          </p:nvGraphicFramePr>
          <p:xfrm>
            <a:off x="4458" y="915"/>
            <a:ext cx="185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16" name="公式" r:id="rId39" imgW="520560" imgH="431640" progId="Equation.3">
                    <p:embed/>
                  </p:oleObj>
                </mc:Choice>
                <mc:Fallback>
                  <p:oleObj name="公式" r:id="rId39" imgW="5205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8" y="915"/>
                          <a:ext cx="185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5" name="Line 45"/>
            <p:cNvSpPr>
              <a:spLocks noChangeShapeType="1"/>
            </p:cNvSpPr>
            <p:nvPr/>
          </p:nvSpPr>
          <p:spPr bwMode="auto">
            <a:xfrm>
              <a:off x="4359" y="1023"/>
              <a:ext cx="297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7" name="Object 9"/>
            <p:cNvGraphicFramePr>
              <a:graphicFrameLocks noChangeAspect="1"/>
            </p:cNvGraphicFramePr>
            <p:nvPr/>
          </p:nvGraphicFramePr>
          <p:xfrm>
            <a:off x="4656" y="864"/>
            <a:ext cx="185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17" name="公式" r:id="rId41" imgW="495000" imgH="431640" progId="Equation.3">
                    <p:embed/>
                  </p:oleObj>
                </mc:Choice>
                <mc:Fallback>
                  <p:oleObj name="公式" r:id="rId41" imgW="4950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864"/>
                          <a:ext cx="185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9607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8" grpId="0" autoUpdateAnimBg="0"/>
      <p:bldP spid="6150" grpId="0" animBg="1" autoUpdateAnimBg="0"/>
      <p:bldP spid="6151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383075" y="651164"/>
            <a:ext cx="5738668" cy="641927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二、第二型曲线积分的概念</a:t>
            </a:r>
          </a:p>
        </p:txBody>
      </p:sp>
      <p:graphicFrame>
        <p:nvGraphicFramePr>
          <p:cNvPr id="717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660370"/>
              </p:ext>
            </p:extLst>
          </p:nvPr>
        </p:nvGraphicFramePr>
        <p:xfrm>
          <a:off x="1383075" y="1600200"/>
          <a:ext cx="9553575" cy="373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Equation" r:id="rId3" imgW="3771720" imgH="1473120" progId="Equation.DSMT4">
                  <p:embed/>
                </p:oleObj>
              </mc:Choice>
              <mc:Fallback>
                <p:oleObj name="Equation" r:id="rId3" imgW="3771720" imgH="1473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075" y="1600200"/>
                        <a:ext cx="9553575" cy="373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383075" y="16002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5735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023205"/>
              </p:ext>
            </p:extLst>
          </p:nvPr>
        </p:nvGraphicFramePr>
        <p:xfrm>
          <a:off x="2438400" y="864805"/>
          <a:ext cx="7070407" cy="315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8" name="Equation" r:id="rId3" imgW="3047760" imgH="1358640" progId="Equation.DSMT4">
                  <p:embed/>
                </p:oleObj>
              </mc:Choice>
              <mc:Fallback>
                <p:oleObj name="Equation" r:id="rId3" imgW="3047760" imgH="1358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864805"/>
                        <a:ext cx="7070407" cy="3150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400300" y="410368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类似地定义</a:t>
            </a:r>
          </a:p>
        </p:txBody>
      </p:sp>
      <p:graphicFrame>
        <p:nvGraphicFramePr>
          <p:cNvPr id="819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155817"/>
              </p:ext>
            </p:extLst>
          </p:nvPr>
        </p:nvGraphicFramePr>
        <p:xfrm>
          <a:off x="4451927" y="3855950"/>
          <a:ext cx="4919522" cy="983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9" name="Equation" r:id="rId5" imgW="2158920" imgH="431640" progId="Equation.DSMT4">
                  <p:embed/>
                </p:oleObj>
              </mc:Choice>
              <mc:Fallback>
                <p:oleObj name="Equation" r:id="rId5" imgW="2158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927" y="3855950"/>
                        <a:ext cx="4919522" cy="983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4"/>
          <p:cNvGraphicFramePr>
            <a:graphicFrameLocks noChangeAspect="1"/>
          </p:cNvGraphicFramePr>
          <p:nvPr/>
        </p:nvGraphicFramePr>
        <p:xfrm>
          <a:off x="2438400" y="5016501"/>
          <a:ext cx="5562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0" name="公式" r:id="rId7" imgW="5562360" imgH="431640" progId="Equation.3">
                  <p:embed/>
                </p:oleObj>
              </mc:Choice>
              <mc:Fallback>
                <p:oleObj name="公式" r:id="rId7" imgW="5562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016501"/>
                        <a:ext cx="5562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6497638" y="5422900"/>
            <a:ext cx="142081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8743950" y="5391150"/>
            <a:ext cx="1398588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200" name="Object 5"/>
          <p:cNvGraphicFramePr>
            <a:graphicFrameLocks noChangeAspect="1"/>
          </p:cNvGraphicFramePr>
          <p:nvPr/>
        </p:nvGraphicFramePr>
        <p:xfrm>
          <a:off x="8077200" y="5003801"/>
          <a:ext cx="2260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1" name="公式" r:id="rId9" imgW="2260440" imgH="431640" progId="Equation.3">
                  <p:embed/>
                </p:oleObj>
              </mc:Choice>
              <mc:Fallback>
                <p:oleObj name="公式" r:id="rId9" imgW="22604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5003801"/>
                        <a:ext cx="2260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738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utoUpdateAnimBg="0"/>
      <p:bldP spid="8198" grpId="0" animBg="1"/>
      <p:bldP spid="819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Text Box 2"/>
          <p:cNvSpPr txBox="1">
            <a:spLocks noChangeArrowheads="1"/>
          </p:cNvSpPr>
          <p:nvPr/>
        </p:nvSpPr>
        <p:spPr bwMode="auto">
          <a:xfrm>
            <a:off x="2381250" y="106203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存在条件：</a:t>
            </a:r>
          </a:p>
        </p:txBody>
      </p:sp>
      <p:graphicFrame>
        <p:nvGraphicFramePr>
          <p:cNvPr id="92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582566"/>
              </p:ext>
            </p:extLst>
          </p:nvPr>
        </p:nvGraphicFramePr>
        <p:xfrm>
          <a:off x="2381250" y="1089819"/>
          <a:ext cx="74437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2" name="Equation" r:id="rId3" imgW="7441920" imgH="977760" progId="Equation.DSMT4">
                  <p:embed/>
                </p:oleObj>
              </mc:Choice>
              <mc:Fallback>
                <p:oleObj name="Equation" r:id="rId3" imgW="744192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1089819"/>
                        <a:ext cx="74437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771775" y="2067719"/>
            <a:ext cx="714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2362200" y="24145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组合形式</a:t>
            </a:r>
          </a:p>
        </p:txBody>
      </p:sp>
      <p:graphicFrame>
        <p:nvGraphicFramePr>
          <p:cNvPr id="9222" name="Object 3"/>
          <p:cNvGraphicFramePr>
            <a:graphicFrameLocks noChangeAspect="1"/>
          </p:cNvGraphicFramePr>
          <p:nvPr/>
        </p:nvGraphicFramePr>
        <p:xfrm>
          <a:off x="2813050" y="3024188"/>
          <a:ext cx="38608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3" name="公式" r:id="rId5" imgW="3860640" imgH="1358640" progId="Equation.3">
                  <p:embed/>
                </p:oleObj>
              </mc:Choice>
              <mc:Fallback>
                <p:oleObj name="公式" r:id="rId5" imgW="3860640" imgH="1358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050" y="3024188"/>
                        <a:ext cx="38608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4"/>
          <p:cNvGraphicFramePr>
            <a:graphicFrameLocks noChangeAspect="1"/>
          </p:cNvGraphicFramePr>
          <p:nvPr/>
        </p:nvGraphicFramePr>
        <p:xfrm>
          <a:off x="6673850" y="3717926"/>
          <a:ext cx="17399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4" name="Equation" r:id="rId7" imgW="698400" imgH="304560" progId="Equation.DSMT4">
                  <p:embed/>
                </p:oleObj>
              </mc:Choice>
              <mc:Fallback>
                <p:oleObj name="Equation" r:id="rId7" imgW="698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850" y="3717926"/>
                        <a:ext cx="17399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233983"/>
              </p:ext>
            </p:extLst>
          </p:nvPr>
        </p:nvGraphicFramePr>
        <p:xfrm>
          <a:off x="2606387" y="4745832"/>
          <a:ext cx="623570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5" name="Equation" r:id="rId9" imgW="2273040" imgH="241200" progId="Equation.DSMT4">
                  <p:embed/>
                </p:oleObj>
              </mc:Choice>
              <mc:Fallback>
                <p:oleObj name="Equation" r:id="rId9" imgW="2273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387" y="4745832"/>
                        <a:ext cx="6235700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2242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/>
      <p:bldP spid="922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Text Box 2"/>
          <p:cNvSpPr txBox="1">
            <a:spLocks noChangeArrowheads="1"/>
          </p:cNvSpPr>
          <p:nvPr/>
        </p:nvSpPr>
        <p:spPr bwMode="auto">
          <a:xfrm>
            <a:off x="1968137" y="512676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推广</a:t>
            </a:r>
          </a:p>
        </p:txBody>
      </p:sp>
      <p:graphicFrame>
        <p:nvGraphicFramePr>
          <p:cNvPr id="1024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585711"/>
              </p:ext>
            </p:extLst>
          </p:nvPr>
        </p:nvGraphicFramePr>
        <p:xfrm>
          <a:off x="1968137" y="1290872"/>
          <a:ext cx="3552553" cy="520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0" name="Equation" r:id="rId3" imgW="1473120" imgH="215640" progId="Equation.DSMT4">
                  <p:embed/>
                </p:oleObj>
              </mc:Choice>
              <mc:Fallback>
                <p:oleObj name="Equation" r:id="rId3" imgW="1473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137" y="1290872"/>
                        <a:ext cx="3552553" cy="5206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29"/>
              </p:ext>
            </p:extLst>
          </p:nvPr>
        </p:nvGraphicFramePr>
        <p:xfrm>
          <a:off x="2316146" y="1758843"/>
          <a:ext cx="5740547" cy="990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1" name="Equation" r:id="rId5" imgW="2501640" imgH="431640" progId="Equation.DSMT4">
                  <p:embed/>
                </p:oleObj>
              </mc:Choice>
              <mc:Fallback>
                <p:oleObj name="Equation" r:id="rId5" imgW="2501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46" y="1758843"/>
                        <a:ext cx="5740547" cy="990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556569"/>
              </p:ext>
            </p:extLst>
          </p:nvPr>
        </p:nvGraphicFramePr>
        <p:xfrm>
          <a:off x="5324574" y="1167777"/>
          <a:ext cx="2243092" cy="591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2" name="Equation" r:id="rId7" imgW="914400" imgH="241200" progId="Equation.DSMT4">
                  <p:embed/>
                </p:oleObj>
              </mc:Choice>
              <mc:Fallback>
                <p:oleObj name="Equation" r:id="rId7" imgW="914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574" y="1167777"/>
                        <a:ext cx="2243092" cy="591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842883"/>
              </p:ext>
            </p:extLst>
          </p:nvPr>
        </p:nvGraphicFramePr>
        <p:xfrm>
          <a:off x="2291473" y="2611588"/>
          <a:ext cx="5735205" cy="999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3" name="Equation" r:id="rId9" imgW="2476440" imgH="431640" progId="Equation.DSMT4">
                  <p:embed/>
                </p:oleObj>
              </mc:Choice>
              <mc:Fallback>
                <p:oleObj name="Equation" r:id="rId9" imgW="2476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473" y="2611588"/>
                        <a:ext cx="5735205" cy="999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383688"/>
              </p:ext>
            </p:extLst>
          </p:nvPr>
        </p:nvGraphicFramePr>
        <p:xfrm>
          <a:off x="2261458" y="3514034"/>
          <a:ext cx="5666795" cy="99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4" name="Equation" r:id="rId11" imgW="2463480" imgH="431640" progId="Equation.DSMT4">
                  <p:embed/>
                </p:oleObj>
              </mc:Choice>
              <mc:Fallback>
                <p:oleObj name="Equation" r:id="rId11" imgW="246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1458" y="3514034"/>
                        <a:ext cx="5666795" cy="99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059311"/>
              </p:ext>
            </p:extLst>
          </p:nvPr>
        </p:nvGraphicFramePr>
        <p:xfrm>
          <a:off x="2247451" y="4514019"/>
          <a:ext cx="7861446" cy="717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5" name="Equation" r:id="rId13" imgW="3340080" imgH="304560" progId="Equation.DSMT4">
                  <p:embed/>
                </p:oleObj>
              </mc:Choice>
              <mc:Fallback>
                <p:oleObj name="Equation" r:id="rId13" imgW="3340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451" y="4514019"/>
                        <a:ext cx="7861446" cy="717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726755"/>
              </p:ext>
            </p:extLst>
          </p:nvPr>
        </p:nvGraphicFramePr>
        <p:xfrm>
          <a:off x="2600143" y="5375995"/>
          <a:ext cx="7156062" cy="693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6" name="Equation" r:id="rId15" imgW="3149280" imgH="304560" progId="Equation.DSMT4">
                  <p:embed/>
                </p:oleObj>
              </mc:Choice>
              <mc:Fallback>
                <p:oleObj name="Equation" r:id="rId15" imgW="31492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143" y="5375995"/>
                        <a:ext cx="7156062" cy="693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9730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2"/>
          <p:cNvSpPr txBox="1">
            <a:spLocks noChangeArrowheads="1"/>
          </p:cNvSpPr>
          <p:nvPr/>
        </p:nvSpPr>
        <p:spPr bwMode="auto">
          <a:xfrm>
            <a:off x="2042825" y="277813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性质</a:t>
            </a:r>
          </a:p>
        </p:txBody>
      </p:sp>
      <p:graphicFrame>
        <p:nvGraphicFramePr>
          <p:cNvPr id="1126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520862"/>
              </p:ext>
            </p:extLst>
          </p:nvPr>
        </p:nvGraphicFramePr>
        <p:xfrm>
          <a:off x="2190750" y="1498600"/>
          <a:ext cx="47625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1" name="Equation" r:id="rId3" imgW="1942920" imgH="558720" progId="Equation.DSMT4">
                  <p:embed/>
                </p:oleObj>
              </mc:Choice>
              <mc:Fallback>
                <p:oleObj name="Equation" r:id="rId3" imgW="19429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1498600"/>
                        <a:ext cx="476250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177787"/>
              </p:ext>
            </p:extLst>
          </p:nvPr>
        </p:nvGraphicFramePr>
        <p:xfrm>
          <a:off x="1719551" y="2718593"/>
          <a:ext cx="7248957" cy="1107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2" name="Equation" r:id="rId5" imgW="3073320" imgH="469800" progId="Equation.DSMT4">
                  <p:embed/>
                </p:oleObj>
              </mc:Choice>
              <mc:Fallback>
                <p:oleObj name="Equation" r:id="rId5" imgW="30733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551" y="2718593"/>
                        <a:ext cx="7248957" cy="1107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236789" y="4660106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即对坐标的曲线积分与曲线的方向有关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graphicFrame>
        <p:nvGraphicFramePr>
          <p:cNvPr id="112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522460"/>
              </p:ext>
            </p:extLst>
          </p:nvPr>
        </p:nvGraphicFramePr>
        <p:xfrm>
          <a:off x="2447925" y="3825875"/>
          <a:ext cx="32575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3" name="Equation" r:id="rId7" imgW="1333440" imgH="304560" progId="Equation.DSMT4">
                  <p:embed/>
                </p:oleObj>
              </mc:Choice>
              <mc:Fallback>
                <p:oleObj name="Equation" r:id="rId7" imgW="13334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3825875"/>
                        <a:ext cx="32575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2209800" y="5242719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对坐标的曲线积分必须注意积分弧段的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方向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!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2209800" y="5793582"/>
            <a:ext cx="5792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定积分是第二型曲线积分的特例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067740"/>
              </p:ext>
            </p:extLst>
          </p:nvPr>
        </p:nvGraphicFramePr>
        <p:xfrm>
          <a:off x="2236789" y="750888"/>
          <a:ext cx="60420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" name="Equation" r:id="rId9" imgW="2425680" imgH="304560" progId="Equation.DSMT4">
                  <p:embed/>
                </p:oleObj>
              </mc:Choice>
              <mc:Fallback>
                <p:oleObj name="Equation" r:id="rId9" imgW="24256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9" y="750888"/>
                        <a:ext cx="604202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4452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utoUpdateAnimBg="0"/>
      <p:bldP spid="11271" grpId="0" autoUpdateAnimBg="0"/>
      <p:bldP spid="1127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034143" y="325042"/>
            <a:ext cx="5105400" cy="6858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三、第二型曲线积分的计算</a:t>
            </a:r>
          </a:p>
        </p:txBody>
      </p:sp>
      <p:graphicFrame>
        <p:nvGraphicFramePr>
          <p:cNvPr id="8194" name="Object 2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87047452"/>
              </p:ext>
            </p:extLst>
          </p:nvPr>
        </p:nvGraphicFramePr>
        <p:xfrm>
          <a:off x="1608568" y="5025845"/>
          <a:ext cx="7162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" name="Equation" r:id="rId3" imgW="2908080" imgH="330120" progId="Equation.DSMT4">
                  <p:embed/>
                </p:oleObj>
              </mc:Choice>
              <mc:Fallback>
                <p:oleObj name="Equation" r:id="rId3" imgW="2908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568" y="5025845"/>
                        <a:ext cx="7162800" cy="8128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642189"/>
              </p:ext>
            </p:extLst>
          </p:nvPr>
        </p:nvGraphicFramePr>
        <p:xfrm>
          <a:off x="904874" y="1126332"/>
          <a:ext cx="9545411" cy="366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" name="Equation" r:id="rId5" imgW="3733560" imgH="1498320" progId="Equation.DSMT4">
                  <p:embed/>
                </p:oleObj>
              </mc:Choice>
              <mc:Fallback>
                <p:oleObj name="Equation" r:id="rId5" imgW="3733560" imgH="1498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4" y="1126332"/>
                        <a:ext cx="9545411" cy="366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7891150"/>
              </p:ext>
            </p:extLst>
          </p:nvPr>
        </p:nvGraphicFramePr>
        <p:xfrm>
          <a:off x="6990851" y="4091782"/>
          <a:ext cx="3561034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1" name="Equation" r:id="rId7" imgW="1726920" imgH="304560" progId="Equation.DSMT4">
                  <p:embed/>
                </p:oleObj>
              </mc:Choice>
              <mc:Fallback>
                <p:oleObj name="Equation" r:id="rId7" imgW="17269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0851" y="4091782"/>
                        <a:ext cx="3561034" cy="6985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7526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254822" y="1547842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对应参数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649495" y="1540123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设分点</a:t>
            </a:r>
          </a:p>
        </p:txBody>
      </p:sp>
      <p:sp>
        <p:nvSpPr>
          <p:cNvPr id="9238" name="Text Box 4"/>
          <p:cNvSpPr txBox="1">
            <a:spLocks noChangeArrowheads="1"/>
          </p:cNvSpPr>
          <p:nvPr/>
        </p:nvSpPr>
        <p:spPr bwMode="auto">
          <a:xfrm>
            <a:off x="1599078" y="782768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证明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：</a:t>
            </a:r>
            <a:r>
              <a:rPr lang="zh-CN" altLang="en-US" sz="2800" b="1" dirty="0">
                <a:latin typeface="宋体" panose="02010600030101010101" pitchFamily="2" charset="-122"/>
              </a:rPr>
              <a:t>根据定义</a:t>
            </a:r>
          </a:p>
        </p:txBody>
      </p:sp>
      <p:graphicFrame>
        <p:nvGraphicFramePr>
          <p:cNvPr id="3994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027961"/>
              </p:ext>
            </p:extLst>
          </p:nvPr>
        </p:nvGraphicFramePr>
        <p:xfrm>
          <a:off x="2884418" y="1532048"/>
          <a:ext cx="412749" cy="571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4" name="Equation" r:id="rId3" imgW="164880" imgH="228600" progId="Equation.DSMT4">
                  <p:embed/>
                </p:oleObj>
              </mc:Choice>
              <mc:Fallback>
                <p:oleObj name="Equation" r:id="rId3" imgW="16488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418" y="1532048"/>
                        <a:ext cx="412749" cy="571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683342"/>
              </p:ext>
            </p:extLst>
          </p:nvPr>
        </p:nvGraphicFramePr>
        <p:xfrm>
          <a:off x="4856630" y="1540123"/>
          <a:ext cx="507997" cy="571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5" name="Equation" r:id="rId5" imgW="203040" imgH="228600" progId="Equation.DSMT4">
                  <p:embed/>
                </p:oleObj>
              </mc:Choice>
              <mc:Fallback>
                <p:oleObj name="Equation" r:id="rId5" imgW="20304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630" y="1540123"/>
                        <a:ext cx="507997" cy="5714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435545"/>
              </p:ext>
            </p:extLst>
          </p:nvPr>
        </p:nvGraphicFramePr>
        <p:xfrm>
          <a:off x="5324085" y="1584998"/>
          <a:ext cx="1550985" cy="547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6" name="Equation" r:id="rId7" imgW="647640" imgH="228600" progId="Equation.DSMT4">
                  <p:embed/>
                </p:oleObj>
              </mc:Choice>
              <mc:Fallback>
                <p:oleObj name="Equation" r:id="rId7" imgW="64764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085" y="1584998"/>
                        <a:ext cx="1550985" cy="547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637999"/>
              </p:ext>
            </p:extLst>
          </p:nvPr>
        </p:nvGraphicFramePr>
        <p:xfrm>
          <a:off x="8343899" y="1532048"/>
          <a:ext cx="495301" cy="52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7" name="Equation" r:id="rId9" imgW="215640" imgH="228600" progId="Equation.DSMT4">
                  <p:embed/>
                </p:oleObj>
              </mc:Choice>
              <mc:Fallback>
                <p:oleObj name="Equation" r:id="rId9" imgW="21564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899" y="1532048"/>
                        <a:ext cx="495301" cy="52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8795257" y="1521578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由于</a:t>
            </a:r>
          </a:p>
        </p:txBody>
      </p:sp>
      <p:graphicFrame>
        <p:nvGraphicFramePr>
          <p:cNvPr id="399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51341"/>
              </p:ext>
            </p:extLst>
          </p:nvPr>
        </p:nvGraphicFramePr>
        <p:xfrm>
          <a:off x="2548566" y="2133031"/>
          <a:ext cx="2327541" cy="573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8" name="Equation" r:id="rId11" imgW="927000" imgH="228600" progId="Equation.DSMT4">
                  <p:embed/>
                </p:oleObj>
              </mc:Choice>
              <mc:Fallback>
                <p:oleObj name="Equation" r:id="rId11" imgW="92700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8566" y="2133031"/>
                        <a:ext cx="2327541" cy="573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42881"/>
              </p:ext>
            </p:extLst>
          </p:nvPr>
        </p:nvGraphicFramePr>
        <p:xfrm>
          <a:off x="4856630" y="2153877"/>
          <a:ext cx="2575775" cy="566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9" name="Equation" r:id="rId13" imgW="1041120" imgH="228600" progId="Equation.DSMT4">
                  <p:embed/>
                </p:oleObj>
              </mc:Choice>
              <mc:Fallback>
                <p:oleObj name="Equation" r:id="rId13" imgW="104112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630" y="2153877"/>
                        <a:ext cx="2575775" cy="566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315171"/>
              </p:ext>
            </p:extLst>
          </p:nvPr>
        </p:nvGraphicFramePr>
        <p:xfrm>
          <a:off x="7408228" y="2172801"/>
          <a:ext cx="1790692" cy="565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0" name="Equation" r:id="rId15" imgW="723600" imgH="228600" progId="Equation.DSMT4">
                  <p:embed/>
                </p:oleObj>
              </mc:Choice>
              <mc:Fallback>
                <p:oleObj name="Equation" r:id="rId15" imgW="72360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228" y="2172801"/>
                        <a:ext cx="1790692" cy="565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319435"/>
              </p:ext>
            </p:extLst>
          </p:nvPr>
        </p:nvGraphicFramePr>
        <p:xfrm>
          <a:off x="2091334" y="2816611"/>
          <a:ext cx="2253654" cy="71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1" name="Equation" r:id="rId17" imgW="965160" imgH="304560" progId="Equation.DSMT4">
                  <p:embed/>
                </p:oleObj>
              </mc:Choice>
              <mc:Fallback>
                <p:oleObj name="Equation" r:id="rId17" imgW="965160" imgH="3045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1334" y="2816611"/>
                        <a:ext cx="2253654" cy="711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984475"/>
              </p:ext>
            </p:extLst>
          </p:nvPr>
        </p:nvGraphicFramePr>
        <p:xfrm>
          <a:off x="4373563" y="4447029"/>
          <a:ext cx="3930011" cy="798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2" name="Equation" r:id="rId19" imgW="1688760" imgH="342720" progId="Equation.DSMT4">
                  <p:embed/>
                </p:oleObj>
              </mc:Choice>
              <mc:Fallback>
                <p:oleObj name="Equation" r:id="rId19" imgW="1688760" imgH="34272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4447029"/>
                        <a:ext cx="3930011" cy="7988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226225"/>
              </p:ext>
            </p:extLst>
          </p:nvPr>
        </p:nvGraphicFramePr>
        <p:xfrm>
          <a:off x="4328721" y="2674561"/>
          <a:ext cx="3680322" cy="994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3" name="Equation" r:id="rId21" imgW="1600200" imgH="431640" progId="Equation.DSMT4">
                  <p:embed/>
                </p:oleObj>
              </mc:Choice>
              <mc:Fallback>
                <p:oleObj name="Equation" r:id="rId21" imgW="1600200" imgH="4316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721" y="2674561"/>
                        <a:ext cx="3680322" cy="994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932369"/>
              </p:ext>
            </p:extLst>
          </p:nvPr>
        </p:nvGraphicFramePr>
        <p:xfrm>
          <a:off x="7981343" y="2867242"/>
          <a:ext cx="1481074" cy="566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4" name="Equation" r:id="rId23" imgW="596880" imgH="228600" progId="Equation.DSMT4">
                  <p:embed/>
                </p:oleObj>
              </mc:Choice>
              <mc:Fallback>
                <p:oleObj name="Equation" r:id="rId23" imgW="59688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1343" y="2867242"/>
                        <a:ext cx="1481074" cy="566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856371"/>
              </p:ext>
            </p:extLst>
          </p:nvPr>
        </p:nvGraphicFramePr>
        <p:xfrm>
          <a:off x="7062250" y="4590723"/>
          <a:ext cx="810699" cy="480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5" name="Equation" r:id="rId25" imgW="342720" imgH="203040" progId="Equation.DSMT4">
                  <p:embed/>
                </p:oleObj>
              </mc:Choice>
              <mc:Fallback>
                <p:oleObj name="Equation" r:id="rId25" imgW="342720" imgH="2030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250" y="4590723"/>
                        <a:ext cx="810699" cy="480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303651"/>
              </p:ext>
            </p:extLst>
          </p:nvPr>
        </p:nvGraphicFramePr>
        <p:xfrm>
          <a:off x="4658623" y="662993"/>
          <a:ext cx="1916514" cy="696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6" name="Equation" r:id="rId27" imgW="838080" imgH="304560" progId="Equation.DSMT4">
                  <p:embed/>
                </p:oleObj>
              </mc:Choice>
              <mc:Fallback>
                <p:oleObj name="Equation" r:id="rId27" imgW="838080" imgH="3045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8623" y="662993"/>
                        <a:ext cx="1916514" cy="696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203006"/>
              </p:ext>
            </p:extLst>
          </p:nvPr>
        </p:nvGraphicFramePr>
        <p:xfrm>
          <a:off x="6557962" y="534539"/>
          <a:ext cx="3111500" cy="961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7" name="Equation" r:id="rId29" imgW="1396800" imgH="431640" progId="Equation.DSMT4">
                  <p:embed/>
                </p:oleObj>
              </mc:Choice>
              <mc:Fallback>
                <p:oleObj name="Equation" r:id="rId29" imgW="1396800" imgH="4316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7962" y="534539"/>
                        <a:ext cx="3111500" cy="961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8" name="Text Box 22"/>
          <p:cNvSpPr txBox="1">
            <a:spLocks noChangeArrowheads="1"/>
          </p:cNvSpPr>
          <p:nvPr/>
        </p:nvSpPr>
        <p:spPr bwMode="auto">
          <a:xfrm>
            <a:off x="6758133" y="1547842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对应参数</a:t>
            </a:r>
          </a:p>
        </p:txBody>
      </p:sp>
      <p:graphicFrame>
        <p:nvGraphicFramePr>
          <p:cNvPr id="3995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753975"/>
              </p:ext>
            </p:extLst>
          </p:nvPr>
        </p:nvGraphicFramePr>
        <p:xfrm>
          <a:off x="7625738" y="3737933"/>
          <a:ext cx="2363651" cy="508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8" name="Equation" r:id="rId31" imgW="1002960" imgH="215640" progId="Equation.DSMT4">
                  <p:embed/>
                </p:oleObj>
              </mc:Choice>
              <mc:Fallback>
                <p:oleObj name="Equation" r:id="rId31" imgW="1002960" imgH="2156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5738" y="3737933"/>
                        <a:ext cx="2363651" cy="508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0" name="Text Box 24"/>
          <p:cNvSpPr txBox="1">
            <a:spLocks noChangeArrowheads="1"/>
          </p:cNvSpPr>
          <p:nvPr/>
        </p:nvSpPr>
        <p:spPr bwMode="auto">
          <a:xfrm>
            <a:off x="4766522" y="3727454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因为</a:t>
            </a:r>
            <a:r>
              <a:rPr lang="en-US" altLang="zh-CN" sz="2800" b="1" i="1" dirty="0">
                <a:ea typeface="仿宋_GB2312" pitchFamily="49" charset="-122"/>
              </a:rPr>
              <a:t>L </a:t>
            </a:r>
            <a:r>
              <a:rPr lang="zh-CN" altLang="en-US" sz="2800" b="1" dirty="0">
                <a:latin typeface="宋体" panose="02010600030101010101" pitchFamily="2" charset="-122"/>
              </a:rPr>
              <a:t>为光滑弧 </a:t>
            </a:r>
            <a:r>
              <a:rPr lang="en-US" altLang="zh-CN" sz="2800" dirty="0">
                <a:ea typeface="楷体_GB2312" pitchFamily="49" charset="-122"/>
              </a:rPr>
              <a:t>,</a:t>
            </a:r>
            <a:endParaRPr lang="en-US" altLang="zh-CN" sz="2800" dirty="0">
              <a:ea typeface="仿宋_GB2312" pitchFamily="49" charset="-122"/>
            </a:endParaRPr>
          </a:p>
        </p:txBody>
      </p:sp>
      <p:sp>
        <p:nvSpPr>
          <p:cNvPr id="39961" name="Rectangle 25"/>
          <p:cNvSpPr>
            <a:spLocks noChangeArrowheads="1"/>
          </p:cNvSpPr>
          <p:nvPr/>
        </p:nvSpPr>
        <p:spPr bwMode="auto">
          <a:xfrm>
            <a:off x="1611016" y="5262134"/>
            <a:ext cx="21129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同理可证</a:t>
            </a:r>
          </a:p>
        </p:txBody>
      </p:sp>
      <p:graphicFrame>
        <p:nvGraphicFramePr>
          <p:cNvPr id="3996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737079"/>
              </p:ext>
            </p:extLst>
          </p:nvPr>
        </p:nvGraphicFramePr>
        <p:xfrm>
          <a:off x="3173879" y="5245643"/>
          <a:ext cx="1936749" cy="704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9" name="Equation" r:id="rId33" imgW="838080" imgH="304560" progId="Equation.DSMT4">
                  <p:embed/>
                </p:oleObj>
              </mc:Choice>
              <mc:Fallback>
                <p:oleObj name="Equation" r:id="rId33" imgW="838080" imgH="3045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879" y="5245643"/>
                        <a:ext cx="1936749" cy="704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20724"/>
              </p:ext>
            </p:extLst>
          </p:nvPr>
        </p:nvGraphicFramePr>
        <p:xfrm>
          <a:off x="5143500" y="5163852"/>
          <a:ext cx="41592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20" name="Equation" r:id="rId35" imgW="1752480" imgH="330120" progId="Equation.DSMT4">
                  <p:embed/>
                </p:oleObj>
              </mc:Choice>
              <mc:Fallback>
                <p:oleObj name="Equation" r:id="rId35" imgW="1752480" imgH="33012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5163852"/>
                        <a:ext cx="4159250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529046"/>
              </p:ext>
            </p:extLst>
          </p:nvPr>
        </p:nvGraphicFramePr>
        <p:xfrm>
          <a:off x="8038739" y="5376794"/>
          <a:ext cx="818284" cy="467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21" name="Equation" r:id="rId37" imgW="355320" imgH="203040" progId="Equation.DSMT4">
                  <p:embed/>
                </p:oleObj>
              </mc:Choice>
              <mc:Fallback>
                <p:oleObj name="Equation" r:id="rId37" imgW="355320" imgH="2030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8739" y="5376794"/>
                        <a:ext cx="818284" cy="467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5" name="Line 29"/>
          <p:cNvSpPr>
            <a:spLocks noChangeShapeType="1"/>
          </p:cNvSpPr>
          <p:nvPr/>
        </p:nvSpPr>
        <p:spPr bwMode="auto">
          <a:xfrm flipH="1">
            <a:off x="4554747" y="3528291"/>
            <a:ext cx="1438" cy="106243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5439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9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  <p:bldP spid="39939" grpId="0" autoUpdateAnimBg="0"/>
      <p:bldP spid="39945" grpId="0" autoUpdateAnimBg="0"/>
      <p:bldP spid="39958" grpId="0" autoUpdateAnimBg="0"/>
      <p:bldP spid="39960" grpId="0" autoUpdateAnimBg="0"/>
      <p:bldP spid="39961" grpId="0" build="p" autoUpdateAnimBg="0"/>
      <p:bldP spid="399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000250" y="128298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特殊情形</a:t>
            </a:r>
          </a:p>
        </p:txBody>
      </p:sp>
      <p:graphicFrame>
        <p:nvGraphicFramePr>
          <p:cNvPr id="133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680198"/>
              </p:ext>
            </p:extLst>
          </p:nvPr>
        </p:nvGraphicFramePr>
        <p:xfrm>
          <a:off x="2302452" y="2270795"/>
          <a:ext cx="6412459" cy="519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2" name="Equation" r:id="rId4" imgW="2666880" imgH="215640" progId="Equation.DSMT4">
                  <p:embed/>
                </p:oleObj>
              </mc:Choice>
              <mc:Fallback>
                <p:oleObj name="Equation" r:id="rId4" imgW="266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452" y="2270795"/>
                        <a:ext cx="6412459" cy="519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212049"/>
              </p:ext>
            </p:extLst>
          </p:nvPr>
        </p:nvGraphicFramePr>
        <p:xfrm>
          <a:off x="2106614" y="3069982"/>
          <a:ext cx="77739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3" name="Equation" r:id="rId6" imgW="7772400" imgH="698400" progId="Equation.DSMT4">
                  <p:embed/>
                </p:oleObj>
              </mc:Choice>
              <mc:Fallback>
                <p:oleObj name="Equation" r:id="rId6" imgW="77724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4" y="3069982"/>
                        <a:ext cx="77739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62152"/>
              </p:ext>
            </p:extLst>
          </p:nvPr>
        </p:nvGraphicFramePr>
        <p:xfrm>
          <a:off x="2302452" y="4237183"/>
          <a:ext cx="6398491" cy="510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4" name="Equation" r:id="rId8" imgW="2705040" imgH="215640" progId="Equation.DSMT4">
                  <p:embed/>
                </p:oleObj>
              </mc:Choice>
              <mc:Fallback>
                <p:oleObj name="Equation" r:id="rId8" imgW="2705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452" y="4237183"/>
                        <a:ext cx="6398491" cy="510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815906"/>
              </p:ext>
            </p:extLst>
          </p:nvPr>
        </p:nvGraphicFramePr>
        <p:xfrm>
          <a:off x="2195512" y="4986763"/>
          <a:ext cx="778668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5" name="公式" r:id="rId10" imgW="7785000" imgH="698400" progId="Equation.3">
                  <p:embed/>
                </p:oleObj>
              </mc:Choice>
              <mc:Fallback>
                <p:oleObj name="公式" r:id="rId10" imgW="77850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2" y="4986763"/>
                        <a:ext cx="778668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94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794692"/>
              </p:ext>
            </p:extLst>
          </p:nvPr>
        </p:nvGraphicFramePr>
        <p:xfrm>
          <a:off x="2043812" y="1571625"/>
          <a:ext cx="6566788" cy="1695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4" name="Equation" r:id="rId3" imgW="2705040" imgH="698400" progId="Equation.DSMT4">
                  <p:embed/>
                </p:oleObj>
              </mc:Choice>
              <mc:Fallback>
                <p:oleObj name="Equation" r:id="rId3" imgW="270504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812" y="1571625"/>
                        <a:ext cx="6566788" cy="1695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957178"/>
              </p:ext>
            </p:extLst>
          </p:nvPr>
        </p:nvGraphicFramePr>
        <p:xfrm>
          <a:off x="1579563" y="3838575"/>
          <a:ext cx="8621713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5" name="Equation" r:id="rId5" imgW="3327120" imgH="558720" progId="Equation.DSMT4">
                  <p:embed/>
                </p:oleObj>
              </mc:Choice>
              <mc:Fallback>
                <p:oleObj name="Equation" r:id="rId5" imgW="33271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563" y="3838575"/>
                        <a:ext cx="8621713" cy="1447800"/>
                      </a:xfrm>
                      <a:prstGeom prst="rect">
                        <a:avLst/>
                      </a:prstGeom>
                      <a:solidFill>
                        <a:srgbClr val="FFC000">
                          <a:alpha val="36000"/>
                        </a:srgbClr>
                      </a:solidFill>
                      <a:ln w="25400">
                        <a:solidFill>
                          <a:srgbClr val="C0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5714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Text Box 2"/>
          <p:cNvSpPr txBox="1">
            <a:spLocks noChangeArrowheads="1"/>
          </p:cNvSpPr>
          <p:nvPr/>
        </p:nvSpPr>
        <p:spPr bwMode="auto">
          <a:xfrm>
            <a:off x="1884500" y="1023691"/>
            <a:ext cx="493279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(4) </a:t>
            </a:r>
            <a:r>
              <a:rPr lang="zh-CN" altLang="en-US" sz="2800" b="1"/>
              <a:t>两类曲线积分之间的联系：</a:t>
            </a:r>
            <a:endParaRPr lang="zh-CN" altLang="en-US" sz="2400"/>
          </a:p>
        </p:txBody>
      </p:sp>
      <p:graphicFrame>
        <p:nvGraphicFramePr>
          <p:cNvPr id="153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557460"/>
              </p:ext>
            </p:extLst>
          </p:nvPr>
        </p:nvGraphicFramePr>
        <p:xfrm>
          <a:off x="2223192" y="1599976"/>
          <a:ext cx="6452466" cy="117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5" name="Equation" r:id="rId3" imgW="2425680" imgH="469800" progId="Equation.DSMT4">
                  <p:embed/>
                </p:oleObj>
              </mc:Choice>
              <mc:Fallback>
                <p:oleObj name="Equation" r:id="rId3" imgW="2425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3192" y="1599976"/>
                        <a:ext cx="6452466" cy="117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717699"/>
              </p:ext>
            </p:extLst>
          </p:nvPr>
        </p:nvGraphicFramePr>
        <p:xfrm>
          <a:off x="1808163" y="2790312"/>
          <a:ext cx="74326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6" name="Equation" r:id="rId5" imgW="2920680" imgH="241200" progId="Equation.DSMT4">
                  <p:embed/>
                </p:oleObj>
              </mc:Choice>
              <mc:Fallback>
                <p:oleObj name="Equation" r:id="rId5" imgW="2920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2790312"/>
                        <a:ext cx="743267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782660"/>
              </p:ext>
            </p:extLst>
          </p:nvPr>
        </p:nvGraphicFramePr>
        <p:xfrm>
          <a:off x="1905000" y="3409237"/>
          <a:ext cx="6394270" cy="733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7" name="Equation" r:id="rId7" imgW="2641320" imgH="304560" progId="Equation.DSMT4">
                  <p:embed/>
                </p:oleObj>
              </mc:Choice>
              <mc:Fallback>
                <p:oleObj name="Equation" r:id="rId7" imgW="26413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409237"/>
                        <a:ext cx="6394270" cy="733956"/>
                      </a:xfrm>
                      <a:prstGeom prst="rect">
                        <a:avLst/>
                      </a:prstGeom>
                      <a:solidFill>
                        <a:schemeClr val="accent4">
                          <a:alpha val="42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905000" y="441960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其中</a:t>
            </a:r>
          </a:p>
        </p:txBody>
      </p:sp>
      <p:graphicFrame>
        <p:nvGraphicFramePr>
          <p:cNvPr id="153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71453"/>
              </p:ext>
            </p:extLst>
          </p:nvPr>
        </p:nvGraphicFramePr>
        <p:xfrm>
          <a:off x="2743200" y="4158667"/>
          <a:ext cx="4029266" cy="1186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8" name="Equation" r:id="rId9" imgW="1638000" imgH="482400" progId="Equation.DSMT4">
                  <p:embed/>
                </p:oleObj>
              </mc:Choice>
              <mc:Fallback>
                <p:oleObj name="Equation" r:id="rId9" imgW="1638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158667"/>
                        <a:ext cx="4029266" cy="1186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838398"/>
              </p:ext>
            </p:extLst>
          </p:nvPr>
        </p:nvGraphicFramePr>
        <p:xfrm>
          <a:off x="6817292" y="4251727"/>
          <a:ext cx="38798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9" name="Equation" r:id="rId11" imgW="1638000" imgH="482400" progId="Equation.DSMT4">
                  <p:embed/>
                </p:oleObj>
              </mc:Choice>
              <mc:Fallback>
                <p:oleObj name="Equation" r:id="rId11" imgW="1638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7292" y="4251727"/>
                        <a:ext cx="387985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209800" y="5410201"/>
            <a:ext cx="5181600" cy="519113"/>
            <a:chOff x="432" y="3408"/>
            <a:chExt cx="3264" cy="327"/>
          </a:xfrm>
        </p:grpSpPr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432" y="3408"/>
              <a:ext cx="32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00000"/>
                  </a:solidFill>
                </a:rPr>
                <a:t>（可以推广到空间曲线   上   ）</a:t>
              </a:r>
            </a:p>
          </p:txBody>
        </p:sp>
        <p:graphicFrame>
          <p:nvGraphicFramePr>
            <p:cNvPr id="1229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4647199"/>
                </p:ext>
              </p:extLst>
            </p:nvPr>
          </p:nvGraphicFramePr>
          <p:xfrm>
            <a:off x="2723" y="3455"/>
            <a:ext cx="225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80" name="Equation" r:id="rId13" imgW="139680" imgH="152280" progId="Equation.DSMT4">
                    <p:embed/>
                  </p:oleObj>
                </mc:Choice>
                <mc:Fallback>
                  <p:oleObj name="Equation" r:id="rId13" imgW="139680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3" y="3455"/>
                          <a:ext cx="225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13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2FEBC1F-2B18-445F-8A03-BC67B1732706}"/>
              </a:ext>
            </a:extLst>
          </p:cNvPr>
          <p:cNvGrpSpPr/>
          <p:nvPr/>
        </p:nvGrpSpPr>
        <p:grpSpPr>
          <a:xfrm>
            <a:off x="8915124" y="758987"/>
            <a:ext cx="2784751" cy="2666606"/>
            <a:chOff x="9129235" y="378956"/>
            <a:chExt cx="2784751" cy="2666606"/>
          </a:xfrm>
        </p:grpSpPr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E711F76E-1837-4202-8CE8-8F6F03178977}"/>
                </a:ext>
              </a:extLst>
            </p:cNvPr>
            <p:cNvSpPr/>
            <p:nvPr/>
          </p:nvSpPr>
          <p:spPr>
            <a:xfrm rot="2137093">
              <a:off x="9571759" y="378956"/>
              <a:ext cx="1928834" cy="2666606"/>
            </a:xfrm>
            <a:custGeom>
              <a:avLst/>
              <a:gdLst>
                <a:gd name="connsiteX0" fmla="*/ 0 w 1674628"/>
                <a:gd name="connsiteY0" fmla="*/ 2349796 h 2349796"/>
                <a:gd name="connsiteX1" fmla="*/ 159488 w 1674628"/>
                <a:gd name="connsiteY1" fmla="*/ 1802219 h 2349796"/>
                <a:gd name="connsiteX2" fmla="*/ 622004 w 1674628"/>
                <a:gd name="connsiteY2" fmla="*/ 1036675 h 2349796"/>
                <a:gd name="connsiteX3" fmla="*/ 1674628 w 1674628"/>
                <a:gd name="connsiteY3" fmla="*/ 0 h 2349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4628" h="2349796">
                  <a:moveTo>
                    <a:pt x="0" y="2349796"/>
                  </a:moveTo>
                  <a:cubicBezTo>
                    <a:pt x="27910" y="2185434"/>
                    <a:pt x="55821" y="2021072"/>
                    <a:pt x="159488" y="1802219"/>
                  </a:cubicBezTo>
                  <a:cubicBezTo>
                    <a:pt x="263155" y="1583365"/>
                    <a:pt x="369481" y="1337045"/>
                    <a:pt x="622004" y="1036675"/>
                  </a:cubicBezTo>
                  <a:cubicBezTo>
                    <a:pt x="874527" y="736305"/>
                    <a:pt x="1477040" y="175437"/>
                    <a:pt x="1674628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A1664F9-1D8D-4DBF-97A6-657A1A773DAB}"/>
                </a:ext>
              </a:extLst>
            </p:cNvPr>
            <p:cNvGrpSpPr/>
            <p:nvPr/>
          </p:nvGrpSpPr>
          <p:grpSpPr>
            <a:xfrm>
              <a:off x="9129235" y="494790"/>
              <a:ext cx="2784751" cy="1957842"/>
              <a:chOff x="8843485" y="1974441"/>
              <a:chExt cx="2784751" cy="1957842"/>
            </a:xfrm>
          </p:grpSpPr>
          <p:graphicFrame>
            <p:nvGraphicFramePr>
              <p:cNvPr id="45" name="对象 44">
                <a:extLst>
                  <a:ext uri="{FF2B5EF4-FFF2-40B4-BE49-F238E27FC236}">
                    <a16:creationId xmlns:a16="http://schemas.microsoft.com/office/drawing/2014/main" id="{2D8A2F2F-B87F-4761-982B-42FC3162D66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1584313"/>
                  </p:ext>
                </p:extLst>
              </p:nvPr>
            </p:nvGraphicFramePr>
            <p:xfrm>
              <a:off x="9782109" y="3446005"/>
              <a:ext cx="590480" cy="486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81" name="Equation" r:id="rId15" imgW="215640" imgH="177480" progId="Equation.DSMT4">
                      <p:embed/>
                    </p:oleObj>
                  </mc:Choice>
                  <mc:Fallback>
                    <p:oleObj name="Equation" r:id="rId15" imgW="21564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9782109" y="3446005"/>
                            <a:ext cx="590480" cy="48627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对象 54">
                <a:extLst>
                  <a:ext uri="{FF2B5EF4-FFF2-40B4-BE49-F238E27FC236}">
                    <a16:creationId xmlns:a16="http://schemas.microsoft.com/office/drawing/2014/main" id="{07A17EC3-14A1-4C03-BC15-AF609394277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23414707"/>
                  </p:ext>
                </p:extLst>
              </p:nvPr>
            </p:nvGraphicFramePr>
            <p:xfrm>
              <a:off x="11062052" y="2566900"/>
              <a:ext cx="566184" cy="566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82" name="Equation" r:id="rId17" imgW="203040" imgH="203040" progId="Equation.DSMT4">
                      <p:embed/>
                    </p:oleObj>
                  </mc:Choice>
                  <mc:Fallback>
                    <p:oleObj name="Equation" r:id="rId17" imgW="20304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1062052" y="2566900"/>
                            <a:ext cx="566184" cy="56618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CF4016E3-61D2-46A9-A851-5D6ECE5192E5}"/>
                  </a:ext>
                </a:extLst>
              </p:cNvPr>
              <p:cNvGrpSpPr/>
              <p:nvPr/>
            </p:nvGrpSpPr>
            <p:grpSpPr>
              <a:xfrm>
                <a:off x="8843485" y="1974441"/>
                <a:ext cx="2250646" cy="1658680"/>
                <a:chOff x="9182468" y="261433"/>
                <a:chExt cx="2250646" cy="1658680"/>
              </a:xfrm>
            </p:grpSpPr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F17EAE61-6517-4423-8415-18AFEF7EA4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9289305" y="1740205"/>
                  <a:ext cx="1997991" cy="1147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C3CEDD5D-80AF-4976-AAA1-3D58645A02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80222" y="444603"/>
                  <a:ext cx="2" cy="1283192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44" name="对象 43">
                  <a:extLst>
                    <a:ext uri="{FF2B5EF4-FFF2-40B4-BE49-F238E27FC236}">
                      <a16:creationId xmlns:a16="http://schemas.microsoft.com/office/drawing/2014/main" id="{D3A9281A-C786-497C-B330-1CD530A72B9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014441400"/>
                    </p:ext>
                  </p:extLst>
                </p:nvPr>
              </p:nvGraphicFramePr>
              <p:xfrm>
                <a:off x="10797179" y="569471"/>
                <a:ext cx="440080" cy="5972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883" name="Equation" r:id="rId19" imgW="177480" imgH="241200" progId="Equation.DSMT4">
                        <p:embed/>
                      </p:oleObj>
                    </mc:Choice>
                    <mc:Fallback>
                      <p:oleObj name="Equation" r:id="rId19" imgW="177480" imgH="2412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797179" y="569471"/>
                              <a:ext cx="440080" cy="597251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97F6B3F9-9F72-4E54-BD6A-664FE4B27D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03083" y="433130"/>
                  <a:ext cx="1997991" cy="129466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弧形 29">
                  <a:extLst>
                    <a:ext uri="{FF2B5EF4-FFF2-40B4-BE49-F238E27FC236}">
                      <a16:creationId xmlns:a16="http://schemas.microsoft.com/office/drawing/2014/main" id="{D671839A-63A1-4A8B-8FF7-1154F727FEEB}"/>
                    </a:ext>
                  </a:extLst>
                </p:cNvPr>
                <p:cNvSpPr/>
                <p:nvPr/>
              </p:nvSpPr>
              <p:spPr>
                <a:xfrm>
                  <a:off x="9182468" y="1401000"/>
                  <a:ext cx="652256" cy="519113"/>
                </a:xfrm>
                <a:prstGeom prst="arc">
                  <a:avLst>
                    <a:gd name="adj1" fmla="val 18677337"/>
                    <a:gd name="adj2" fmla="val 746384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弧形 30">
                  <a:extLst>
                    <a:ext uri="{FF2B5EF4-FFF2-40B4-BE49-F238E27FC236}">
                      <a16:creationId xmlns:a16="http://schemas.microsoft.com/office/drawing/2014/main" id="{8299AB4A-D2B9-49D0-8F77-7760DEB9AB9D}"/>
                    </a:ext>
                  </a:extLst>
                </p:cNvPr>
                <p:cNvSpPr/>
                <p:nvPr/>
              </p:nvSpPr>
              <p:spPr>
                <a:xfrm>
                  <a:off x="11013789" y="261433"/>
                  <a:ext cx="419325" cy="477236"/>
                </a:xfrm>
                <a:prstGeom prst="arc">
                  <a:avLst>
                    <a:gd name="adj1" fmla="val 4748004"/>
                    <a:gd name="adj2" fmla="val 8959156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32" name="对象 31">
                  <a:extLst>
                    <a:ext uri="{FF2B5EF4-FFF2-40B4-BE49-F238E27FC236}">
                      <a16:creationId xmlns:a16="http://schemas.microsoft.com/office/drawing/2014/main" id="{20C3BCC5-1591-4FDD-9377-75BB7CEB5C3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37740297"/>
                    </p:ext>
                  </p:extLst>
                </p:nvPr>
              </p:nvGraphicFramePr>
              <p:xfrm>
                <a:off x="9843870" y="1267283"/>
                <a:ext cx="424924" cy="54633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884" name="Equation" r:id="rId21" imgW="177480" imgH="228600" progId="Equation.DSMT4">
                        <p:embed/>
                      </p:oleObj>
                    </mc:Choice>
                    <mc:Fallback>
                      <p:oleObj name="Equation" r:id="rId21" imgW="177480" imgH="228600" progId="Equation.DSMT4">
                        <p:embed/>
                        <p:pic>
                          <p:nvPicPr>
                            <p:cNvPr id="43" name="对象 42">
                              <a:extLst>
                                <a:ext uri="{FF2B5EF4-FFF2-40B4-BE49-F238E27FC236}">
                                  <a16:creationId xmlns:a16="http://schemas.microsoft.com/office/drawing/2014/main" id="{F4253686-CE68-4FA2-8EBE-AA1FCFF12BBC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843870" y="1267283"/>
                              <a:ext cx="424924" cy="546331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" name="对象 32">
                  <a:extLst>
                    <a:ext uri="{FF2B5EF4-FFF2-40B4-BE49-F238E27FC236}">
                      <a16:creationId xmlns:a16="http://schemas.microsoft.com/office/drawing/2014/main" id="{503D1CB8-CCA3-4DC2-8BB8-E90AC048B24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79016040"/>
                    </p:ext>
                  </p:extLst>
                </p:nvPr>
              </p:nvGraphicFramePr>
              <p:xfrm>
                <a:off x="9732029" y="554362"/>
                <a:ext cx="549201" cy="5125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885" name="Equation" r:id="rId23" imgW="190440" imgH="177480" progId="Equation.DSMT4">
                        <p:embed/>
                      </p:oleObj>
                    </mc:Choice>
                    <mc:Fallback>
                      <p:oleObj name="Equation" r:id="rId23" imgW="190440" imgH="177480" progId="Equation.DSMT4">
                        <p:embed/>
                        <p:pic>
                          <p:nvPicPr>
                            <p:cNvPr id="56" name="对象 55">
                              <a:extLst>
                                <a:ext uri="{FF2B5EF4-FFF2-40B4-BE49-F238E27FC236}">
                                  <a16:creationId xmlns:a16="http://schemas.microsoft.com/office/drawing/2014/main" id="{7052D89A-336E-41BC-894A-043B17848D0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732029" y="554362"/>
                              <a:ext cx="549201" cy="51258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</p:spTree>
    <p:extLst>
      <p:ext uri="{BB962C8B-B14F-4D97-AF65-F5344CB8AC3E}">
        <p14:creationId xmlns:p14="http://schemas.microsoft.com/office/powerpoint/2010/main" val="17856031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576798"/>
              </p:ext>
            </p:extLst>
          </p:nvPr>
        </p:nvGraphicFramePr>
        <p:xfrm>
          <a:off x="1666875" y="854075"/>
          <a:ext cx="8879205" cy="637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4" name="Equation" r:id="rId3" imgW="3352680" imgH="241200" progId="Equation.DSMT4">
                  <p:embed/>
                </p:oleObj>
              </mc:Choice>
              <mc:Fallback>
                <p:oleObj name="Equation" r:id="rId3" imgW="3352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854075"/>
                        <a:ext cx="8879205" cy="637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824618"/>
              </p:ext>
            </p:extLst>
          </p:nvPr>
        </p:nvGraphicFramePr>
        <p:xfrm>
          <a:off x="2383699" y="1555726"/>
          <a:ext cx="8714531" cy="728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5" name="Equation" r:id="rId5" imgW="3644640" imgH="304560" progId="Equation.DSMT4">
                  <p:embed/>
                </p:oleObj>
              </mc:Choice>
              <mc:Fallback>
                <p:oleObj name="Equation" r:id="rId5" imgW="36446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699" y="1555726"/>
                        <a:ext cx="8714531" cy="728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831137"/>
              </p:ext>
            </p:extLst>
          </p:nvPr>
        </p:nvGraphicFramePr>
        <p:xfrm>
          <a:off x="6373668" y="2563020"/>
          <a:ext cx="179387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6" name="Equation" r:id="rId7" imgW="698400" imgH="304560" progId="Equation.DSMT4">
                  <p:embed/>
                </p:oleObj>
              </mc:Choice>
              <mc:Fallback>
                <p:oleObj name="Equation" r:id="rId7" imgW="698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668" y="2563020"/>
                        <a:ext cx="179387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126272"/>
              </p:ext>
            </p:extLst>
          </p:nvPr>
        </p:nvGraphicFramePr>
        <p:xfrm>
          <a:off x="4663787" y="2500512"/>
          <a:ext cx="179863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7" name="Equation" r:id="rId9" imgW="660240" imgH="304560" progId="Equation.DSMT4">
                  <p:embed/>
                </p:oleObj>
              </mc:Choice>
              <mc:Fallback>
                <p:oleObj name="Equation" r:id="rId9" imgW="660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3787" y="2500512"/>
                        <a:ext cx="179863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62319"/>
              </p:ext>
            </p:extLst>
          </p:nvPr>
        </p:nvGraphicFramePr>
        <p:xfrm>
          <a:off x="8105198" y="2537656"/>
          <a:ext cx="165258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8" name="Equation" r:id="rId11" imgW="622080" imgH="304560" progId="Equation.DSMT4">
                  <p:embed/>
                </p:oleObj>
              </mc:Choice>
              <mc:Fallback>
                <p:oleObj name="Equation" r:id="rId11" imgW="622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5198" y="2537656"/>
                        <a:ext cx="1652588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1885373" y="2625583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可用向量表示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833688" y="2249130"/>
            <a:ext cx="2743200" cy="533400"/>
            <a:chOff x="768" y="1536"/>
            <a:chExt cx="1728" cy="336"/>
          </a:xfrm>
        </p:grpSpPr>
        <p:sp>
          <p:nvSpPr>
            <p:cNvPr id="13329" name="Line 9"/>
            <p:cNvSpPr>
              <a:spLocks noChangeShapeType="1"/>
            </p:cNvSpPr>
            <p:nvPr/>
          </p:nvSpPr>
          <p:spPr bwMode="auto">
            <a:xfrm>
              <a:off x="768" y="1536"/>
              <a:ext cx="172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" name="Line 10"/>
            <p:cNvSpPr>
              <a:spLocks noChangeShapeType="1"/>
            </p:cNvSpPr>
            <p:nvPr/>
          </p:nvSpPr>
          <p:spPr bwMode="auto">
            <a:xfrm>
              <a:off x="1968" y="1536"/>
              <a:ext cx="144" cy="33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63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633284"/>
              </p:ext>
            </p:extLst>
          </p:nvPr>
        </p:nvGraphicFramePr>
        <p:xfrm>
          <a:off x="1837027" y="3310010"/>
          <a:ext cx="3249612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9" name="Equation" r:id="rId13" imgW="1282680" imgH="241200" progId="Equation.DSMT4">
                  <p:embed/>
                </p:oleObj>
              </mc:Choice>
              <mc:Fallback>
                <p:oleObj name="Equation" r:id="rId13" imgW="1282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027" y="3310010"/>
                        <a:ext cx="3249612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243215"/>
              </p:ext>
            </p:extLst>
          </p:nvPr>
        </p:nvGraphicFramePr>
        <p:xfrm>
          <a:off x="5062754" y="3305120"/>
          <a:ext cx="45656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0" name="Equation" r:id="rId15" imgW="1663560" imgH="253800" progId="Equation.DSMT4">
                  <p:embed/>
                </p:oleObj>
              </mc:Choice>
              <mc:Fallback>
                <p:oleObj name="Equation" r:id="rId15" imgW="16635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754" y="3305120"/>
                        <a:ext cx="45656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848237"/>
              </p:ext>
            </p:extLst>
          </p:nvPr>
        </p:nvGraphicFramePr>
        <p:xfrm>
          <a:off x="2095933" y="4770257"/>
          <a:ext cx="37242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1" name="Equation" r:id="rId17" imgW="1396800" imgH="228600" progId="Equation.DSMT4">
                  <p:embed/>
                </p:oleObj>
              </mc:Choice>
              <mc:Fallback>
                <p:oleObj name="Equation" r:id="rId17" imgW="1396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933" y="4770257"/>
                        <a:ext cx="372427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5820208" y="4816295"/>
            <a:ext cx="365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ea typeface="黑体" panose="02010609060101010101" pitchFamily="49" charset="-122"/>
              </a:rPr>
              <a:t>有向曲线元；</a:t>
            </a:r>
          </a:p>
        </p:txBody>
      </p:sp>
      <p:graphicFrame>
        <p:nvGraphicFramePr>
          <p:cNvPr id="1639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748826"/>
              </p:ext>
            </p:extLst>
          </p:nvPr>
        </p:nvGraphicFramePr>
        <p:xfrm>
          <a:off x="2094707" y="5401253"/>
          <a:ext cx="51498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2" name="Equation" r:id="rId19" imgW="1981080" imgH="253800" progId="Equation.DSMT4">
                  <p:embed/>
                </p:oleObj>
              </mc:Choice>
              <mc:Fallback>
                <p:oleObj name="Equation" r:id="rId19" imgW="19810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707" y="5401253"/>
                        <a:ext cx="51498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933373" y="3939779"/>
            <a:ext cx="4824413" cy="720725"/>
            <a:chOff x="2428" y="2483"/>
            <a:chExt cx="2888" cy="428"/>
          </a:xfrm>
        </p:grpSpPr>
        <p:graphicFrame>
          <p:nvGraphicFramePr>
            <p:cNvPr id="1332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7466185"/>
                </p:ext>
              </p:extLst>
            </p:nvPr>
          </p:nvGraphicFramePr>
          <p:xfrm>
            <a:off x="2428" y="2640"/>
            <a:ext cx="2888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33" name="公式" r:id="rId21" imgW="4584600" imgH="431640" progId="Equation.3">
                    <p:embed/>
                  </p:oleObj>
                </mc:Choice>
                <mc:Fallback>
                  <p:oleObj name="公式" r:id="rId21" imgW="45846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8" y="2640"/>
                          <a:ext cx="2888" cy="27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000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Line 18"/>
            <p:cNvSpPr>
              <a:spLocks noChangeShapeType="1"/>
            </p:cNvSpPr>
            <p:nvPr/>
          </p:nvSpPr>
          <p:spPr bwMode="auto">
            <a:xfrm flipV="1">
              <a:off x="3840" y="2483"/>
              <a:ext cx="0" cy="144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0804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 autoUpdateAnimBg="0"/>
      <p:bldP spid="1639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9" name="Text Box 2"/>
          <p:cNvSpPr txBox="1">
            <a:spLocks noChangeArrowheads="1"/>
          </p:cNvSpPr>
          <p:nvPr/>
        </p:nvSpPr>
        <p:spPr bwMode="auto">
          <a:xfrm>
            <a:off x="2178050" y="899699"/>
            <a:ext cx="79221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358878"/>
              </p:ext>
            </p:extLst>
          </p:nvPr>
        </p:nvGraphicFramePr>
        <p:xfrm>
          <a:off x="2971878" y="899699"/>
          <a:ext cx="6488270" cy="1243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28" name="公式" r:id="rId3" imgW="6032160" imgH="1155600" progId="Equation.3">
                  <p:embed/>
                </p:oleObj>
              </mc:Choice>
              <mc:Fallback>
                <p:oleObj name="公式" r:id="rId3" imgW="6032160" imgH="11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78" y="899699"/>
                        <a:ext cx="6488270" cy="1243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178050" y="2393951"/>
            <a:ext cx="62547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74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604302"/>
              </p:ext>
            </p:extLst>
          </p:nvPr>
        </p:nvGraphicFramePr>
        <p:xfrm>
          <a:off x="3200399" y="2438401"/>
          <a:ext cx="3622085" cy="468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29" name="公式" r:id="rId5" imgW="3327120" imgH="431640" progId="Equation.3">
                  <p:embed/>
                </p:oleObj>
              </mc:Choice>
              <mc:Fallback>
                <p:oleObj name="公式" r:id="rId5" imgW="33271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399" y="2438401"/>
                        <a:ext cx="3622085" cy="468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942592"/>
              </p:ext>
            </p:extLst>
          </p:nvPr>
        </p:nvGraphicFramePr>
        <p:xfrm>
          <a:off x="6870700" y="2360611"/>
          <a:ext cx="1581022" cy="512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0" name="公式" r:id="rId7" imgW="1409400" imgH="457200" progId="Equation.3">
                  <p:embed/>
                </p:oleObj>
              </mc:Choice>
              <mc:Fallback>
                <p:oleObj name="公式" r:id="rId7" imgW="1409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2360611"/>
                        <a:ext cx="1581022" cy="5127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450982"/>
              </p:ext>
            </p:extLst>
          </p:nvPr>
        </p:nvGraphicFramePr>
        <p:xfrm>
          <a:off x="2574158" y="3202401"/>
          <a:ext cx="4491182" cy="66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1" name="公式" r:id="rId9" imgW="4203360" imgH="622080" progId="Equation.3">
                  <p:embed/>
                </p:oleObj>
              </mc:Choice>
              <mc:Fallback>
                <p:oleObj name="公式" r:id="rId9" imgW="420336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158" y="3202401"/>
                        <a:ext cx="4491182" cy="66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226250"/>
              </p:ext>
            </p:extLst>
          </p:nvPr>
        </p:nvGraphicFramePr>
        <p:xfrm>
          <a:off x="3761574" y="4071237"/>
          <a:ext cx="4475668" cy="80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2" name="公式" r:id="rId11" imgW="3886200" imgH="698400" progId="Equation.3">
                  <p:embed/>
                </p:oleObj>
              </mc:Choice>
              <mc:Fallback>
                <p:oleObj name="公式" r:id="rId11" imgW="38862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574" y="4071237"/>
                        <a:ext cx="4475668" cy="80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270232"/>
              </p:ext>
            </p:extLst>
          </p:nvPr>
        </p:nvGraphicFramePr>
        <p:xfrm>
          <a:off x="3761574" y="4957206"/>
          <a:ext cx="1772600" cy="944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3" name="公式" r:id="rId13" imgW="1549080" imgH="825480" progId="Equation.3">
                  <p:embed/>
                </p:oleObj>
              </mc:Choice>
              <mc:Fallback>
                <p:oleObj name="公式" r:id="rId13" imgW="154908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574" y="4957206"/>
                        <a:ext cx="1772600" cy="944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093101"/>
              </p:ext>
            </p:extLst>
          </p:nvPr>
        </p:nvGraphicFramePr>
        <p:xfrm>
          <a:off x="5582600" y="5081361"/>
          <a:ext cx="633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34" name="公式" r:id="rId15" imgW="634680" imgH="838080" progId="Equation.3">
                  <p:embed/>
                </p:oleObj>
              </mc:Choice>
              <mc:Fallback>
                <p:oleObj name="公式" r:id="rId15" imgW="634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2600" y="5081361"/>
                        <a:ext cx="633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9652000" y="1780902"/>
            <a:ext cx="1743075" cy="2590800"/>
            <a:chOff x="4224" y="1056"/>
            <a:chExt cx="1098" cy="1632"/>
          </a:xfrm>
        </p:grpSpPr>
        <p:graphicFrame>
          <p:nvGraphicFramePr>
            <p:cNvPr id="14345" name="Object 9"/>
            <p:cNvGraphicFramePr>
              <a:graphicFrameLocks noChangeAspect="1"/>
            </p:cNvGraphicFramePr>
            <p:nvPr/>
          </p:nvGraphicFramePr>
          <p:xfrm>
            <a:off x="4224" y="1056"/>
            <a:ext cx="1098" cy="1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35" name="BMP 图象" r:id="rId17" imgW="2133898" imgH="3172268" progId="Paint.Picture">
                    <p:embed/>
                  </p:oleObj>
                </mc:Choice>
                <mc:Fallback>
                  <p:oleObj name="BMP 图象" r:id="rId17" imgW="2133898" imgH="3172268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056"/>
                          <a:ext cx="1098" cy="1632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008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860440"/>
                </p:ext>
              </p:extLst>
            </p:nvPr>
          </p:nvGraphicFramePr>
          <p:xfrm>
            <a:off x="4608" y="1560"/>
            <a:ext cx="464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36" name="Equation" r:id="rId19" imgW="457200" imgH="228600" progId="Equation.DSMT4">
                    <p:embed/>
                  </p:oleObj>
                </mc:Choice>
                <mc:Fallback>
                  <p:oleObj name="Equation" r:id="rId19" imgW="457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560"/>
                          <a:ext cx="464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2770243"/>
                </p:ext>
              </p:extLst>
            </p:nvPr>
          </p:nvGraphicFramePr>
          <p:xfrm>
            <a:off x="4533" y="2503"/>
            <a:ext cx="479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37" name="Equation" r:id="rId21" imgW="545760" imgH="203040" progId="Equation.DSMT4">
                    <p:embed/>
                  </p:oleObj>
                </mc:Choice>
                <mc:Fallback>
                  <p:oleObj name="Equation" r:id="rId21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3" y="2503"/>
                          <a:ext cx="479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8312567"/>
                </p:ext>
              </p:extLst>
            </p:nvPr>
          </p:nvGraphicFramePr>
          <p:xfrm>
            <a:off x="4608" y="1150"/>
            <a:ext cx="404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38" name="Equation" r:id="rId23" imgW="444240" imgH="203040" progId="Equation.DSMT4">
                    <p:embed/>
                  </p:oleObj>
                </mc:Choice>
                <mc:Fallback>
                  <p:oleObj name="Equation" r:id="rId23" imgW="444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150"/>
                          <a:ext cx="404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4925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389871"/>
              </p:ext>
            </p:extLst>
          </p:nvPr>
        </p:nvGraphicFramePr>
        <p:xfrm>
          <a:off x="2952749" y="1219201"/>
          <a:ext cx="3549615" cy="457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63" name="公式" r:id="rId3" imgW="3340080" imgH="431640" progId="Equation.3">
                  <p:embed/>
                </p:oleObj>
              </mc:Choice>
              <mc:Fallback>
                <p:oleObj name="公式" r:id="rId3" imgW="3340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49" y="1219201"/>
                        <a:ext cx="3549615" cy="457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3562350" y="1916113"/>
          <a:ext cx="11493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64" name="公式" r:id="rId5" imgW="1091880" imgH="469800" progId="Equation.3">
                  <p:embed/>
                </p:oleObj>
              </mc:Choice>
              <mc:Fallback>
                <p:oleObj name="公式" r:id="rId5" imgW="10918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1916113"/>
                        <a:ext cx="11493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866326"/>
              </p:ext>
            </p:extLst>
          </p:nvPr>
        </p:nvGraphicFramePr>
        <p:xfrm>
          <a:off x="3046755" y="2752809"/>
          <a:ext cx="2879485" cy="666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65" name="公式" r:id="rId7" imgW="2679480" imgH="622080" progId="Equation.3">
                  <p:embed/>
                </p:oleObj>
              </mc:Choice>
              <mc:Fallback>
                <p:oleObj name="公式" r:id="rId7" imgW="267948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755" y="2752809"/>
                        <a:ext cx="2879485" cy="6669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776683"/>
              </p:ext>
            </p:extLst>
          </p:nvPr>
        </p:nvGraphicFramePr>
        <p:xfrm>
          <a:off x="4254500" y="3721100"/>
          <a:ext cx="2462508" cy="740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66" name="公式" r:id="rId9" imgW="2323800" imgH="698400" progId="Equation.3">
                  <p:embed/>
                </p:oleObj>
              </mc:Choice>
              <mc:Fallback>
                <p:oleObj name="公式" r:id="rId9" imgW="23238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3721100"/>
                        <a:ext cx="2462508" cy="740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5016501" y="1916114"/>
          <a:ext cx="20669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67" name="Equation" r:id="rId11" imgW="876240" imgH="215640" progId="Equation.DSMT4">
                  <p:embed/>
                </p:oleObj>
              </mc:Choice>
              <mc:Fallback>
                <p:oleObj name="Equation" r:id="rId11" imgW="876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1916114"/>
                        <a:ext cx="20669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366527"/>
              </p:ext>
            </p:extLst>
          </p:nvPr>
        </p:nvGraphicFramePr>
        <p:xfrm>
          <a:off x="4248150" y="4762500"/>
          <a:ext cx="1671638" cy="735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68" name="公式" r:id="rId13" imgW="1587240" imgH="698400" progId="Equation.3">
                  <p:embed/>
                </p:oleObj>
              </mc:Choice>
              <mc:Fallback>
                <p:oleObj name="公式" r:id="rId13" imgW="15872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4762500"/>
                        <a:ext cx="1671638" cy="735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19022"/>
              </p:ext>
            </p:extLst>
          </p:nvPr>
        </p:nvGraphicFramePr>
        <p:xfrm>
          <a:off x="6049963" y="4711160"/>
          <a:ext cx="6334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69" name="公式" r:id="rId15" imgW="634680" imgH="838080" progId="Equation.3">
                  <p:embed/>
                </p:oleObj>
              </mc:Choice>
              <mc:Fallback>
                <p:oleObj name="公式" r:id="rId15" imgW="634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3" y="4711160"/>
                        <a:ext cx="6334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3" name="Group 9"/>
          <p:cNvGrpSpPr>
            <a:grpSpLocks/>
          </p:cNvGrpSpPr>
          <p:nvPr/>
        </p:nvGrpSpPr>
        <p:grpSpPr bwMode="auto">
          <a:xfrm>
            <a:off x="8229601" y="1676400"/>
            <a:ext cx="1743075" cy="2590800"/>
            <a:chOff x="4224" y="1056"/>
            <a:chExt cx="1098" cy="1632"/>
          </a:xfrm>
        </p:grpSpPr>
        <p:graphicFrame>
          <p:nvGraphicFramePr>
            <p:cNvPr id="15369" name="Object 9"/>
            <p:cNvGraphicFramePr>
              <a:graphicFrameLocks noChangeAspect="1"/>
            </p:cNvGraphicFramePr>
            <p:nvPr/>
          </p:nvGraphicFramePr>
          <p:xfrm>
            <a:off x="4224" y="1056"/>
            <a:ext cx="1098" cy="1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70" name="BMP 图象" r:id="rId17" imgW="2133898" imgH="3172268" progId="Paint.Picture">
                    <p:embed/>
                  </p:oleObj>
                </mc:Choice>
                <mc:Fallback>
                  <p:oleObj name="BMP 图象" r:id="rId17" imgW="2133898" imgH="3172268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056"/>
                          <a:ext cx="1098" cy="1632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008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9921196"/>
                </p:ext>
              </p:extLst>
            </p:nvPr>
          </p:nvGraphicFramePr>
          <p:xfrm>
            <a:off x="4712" y="1630"/>
            <a:ext cx="349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71" name="Equation" r:id="rId19" imgW="457200" imgH="228600" progId="Equation.DSMT4">
                    <p:embed/>
                  </p:oleObj>
                </mc:Choice>
                <mc:Fallback>
                  <p:oleObj name="Equation" r:id="rId19" imgW="457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2" y="1630"/>
                          <a:ext cx="349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5358918"/>
                </p:ext>
              </p:extLst>
            </p:nvPr>
          </p:nvGraphicFramePr>
          <p:xfrm>
            <a:off x="4584" y="2537"/>
            <a:ext cx="408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72" name="Equation" r:id="rId21" imgW="545760" imgH="203040" progId="Equation.DSMT4">
                    <p:embed/>
                  </p:oleObj>
                </mc:Choice>
                <mc:Fallback>
                  <p:oleObj name="Equation" r:id="rId21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4" y="2537"/>
                          <a:ext cx="408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737295"/>
                </p:ext>
              </p:extLst>
            </p:nvPr>
          </p:nvGraphicFramePr>
          <p:xfrm>
            <a:off x="4773" y="1158"/>
            <a:ext cx="352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73" name="Equation" r:id="rId23" imgW="444240" imgH="203040" progId="Equation.DSMT4">
                    <p:embed/>
                  </p:oleObj>
                </mc:Choice>
                <mc:Fallback>
                  <p:oleObj name="Equation" r:id="rId23" imgW="444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3" y="1158"/>
                          <a:ext cx="352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0247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89355" y="237960"/>
            <a:ext cx="2514600" cy="609600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latin typeface="+mn-ea"/>
                <a:ea typeface="+mn-ea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设在力场</a:t>
            </a:r>
          </a:p>
        </p:txBody>
      </p:sp>
      <p:sp>
        <p:nvSpPr>
          <p:cNvPr id="16407" name="Text Box 3"/>
          <p:cNvSpPr txBox="1">
            <a:spLocks noChangeArrowheads="1"/>
          </p:cNvSpPr>
          <p:nvPr/>
        </p:nvSpPr>
        <p:spPr bwMode="auto">
          <a:xfrm>
            <a:off x="6062664" y="307688"/>
            <a:ext cx="279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作用下</a:t>
            </a:r>
            <a:r>
              <a:rPr lang="en-US" altLang="zh-CN" sz="2800" b="1" dirty="0">
                <a:latin typeface="+mn-ea"/>
                <a:ea typeface="+mn-ea"/>
              </a:rPr>
              <a:t>, </a:t>
            </a:r>
            <a:r>
              <a:rPr lang="zh-CN" altLang="en-US" sz="2800" b="1" dirty="0">
                <a:latin typeface="+mn-ea"/>
                <a:ea typeface="+mn-ea"/>
              </a:rPr>
              <a:t>质点由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1248894" y="878486"/>
            <a:ext cx="1866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沿</a:t>
            </a:r>
            <a:r>
              <a:rPr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</a:t>
            </a:r>
            <a:r>
              <a:rPr lang="zh-CN" altLang="en-US" sz="2800" b="1" dirty="0">
                <a:latin typeface="+mn-ea"/>
                <a:ea typeface="+mn-ea"/>
              </a:rPr>
              <a:t>移动到</a:t>
            </a:r>
          </a:p>
        </p:txBody>
      </p:sp>
      <p:graphicFrame>
        <p:nvGraphicFramePr>
          <p:cNvPr id="430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559581"/>
              </p:ext>
            </p:extLst>
          </p:nvPr>
        </p:nvGraphicFramePr>
        <p:xfrm>
          <a:off x="3044863" y="932682"/>
          <a:ext cx="2219712" cy="467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6" name="Equation" r:id="rId3" imgW="965160" imgH="203040" progId="Equation.DSMT4">
                  <p:embed/>
                </p:oleObj>
              </mc:Choice>
              <mc:Fallback>
                <p:oleObj name="Equation" r:id="rId3" imgW="965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63" y="932682"/>
                        <a:ext cx="2219712" cy="467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907252"/>
              </p:ext>
            </p:extLst>
          </p:nvPr>
        </p:nvGraphicFramePr>
        <p:xfrm>
          <a:off x="8709460" y="425449"/>
          <a:ext cx="1514479" cy="457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7" name="Equation" r:id="rId5" imgW="672840" imgH="203040" progId="Equation.DSMT4">
                  <p:embed/>
                </p:oleObj>
              </mc:Choice>
              <mc:Fallback>
                <p:oleObj name="Equation" r:id="rId5" imgW="672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9460" y="425449"/>
                        <a:ext cx="1514479" cy="457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19243"/>
              </p:ext>
            </p:extLst>
          </p:nvPr>
        </p:nvGraphicFramePr>
        <p:xfrm>
          <a:off x="1633455" y="1883394"/>
          <a:ext cx="1441281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8" name="Equation" r:id="rId7" imgW="583920" imgH="241200" progId="Equation.DSMT4">
                  <p:embed/>
                </p:oleObj>
              </mc:Choice>
              <mc:Fallback>
                <p:oleObj name="Equation" r:id="rId7" imgW="583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455" y="1883394"/>
                        <a:ext cx="1441281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1420344" y="3066244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ea typeface="仿宋_GB2312" pitchFamily="49" charset="-122"/>
              </a:rPr>
              <a:t> </a:t>
            </a:r>
            <a:r>
              <a:rPr lang="en-US" altLang="zh-CN" sz="2800" b="1" dirty="0">
                <a:ea typeface="仿宋_GB2312" pitchFamily="49" charset="-122"/>
              </a:rPr>
              <a:t>(1)</a:t>
            </a:r>
            <a:endParaRPr lang="en-US" altLang="zh-CN" sz="2800" dirty="0">
              <a:ea typeface="仿宋_GB2312" pitchFamily="49" charset="-122"/>
            </a:endParaRPr>
          </a:p>
        </p:txBody>
      </p:sp>
      <p:graphicFrame>
        <p:nvGraphicFramePr>
          <p:cNvPr id="430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253536"/>
              </p:ext>
            </p:extLst>
          </p:nvPr>
        </p:nvGraphicFramePr>
        <p:xfrm>
          <a:off x="4506339" y="3054960"/>
          <a:ext cx="3559173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9" name="Equation" r:id="rId9" imgW="1498320" imgH="317160" progId="Equation.DSMT4">
                  <p:embed/>
                </p:oleObj>
              </mc:Choice>
              <mc:Fallback>
                <p:oleObj name="Equation" r:id="rId9" imgW="14983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339" y="3054960"/>
                        <a:ext cx="3559173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521442"/>
              </p:ext>
            </p:extLst>
          </p:nvPr>
        </p:nvGraphicFramePr>
        <p:xfrm>
          <a:off x="3317538" y="3706816"/>
          <a:ext cx="3064575" cy="811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10" name="Equation" r:id="rId11" imgW="1295280" imgH="342720" progId="Equation.DSMT4">
                  <p:embed/>
                </p:oleObj>
              </mc:Choice>
              <mc:Fallback>
                <p:oleObj name="Equation" r:id="rId11" imgW="12952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538" y="3706816"/>
                        <a:ext cx="3064575" cy="811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1906751" y="4572001"/>
            <a:ext cx="329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(2)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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的参数方程为</a:t>
            </a:r>
          </a:p>
        </p:txBody>
      </p:sp>
      <p:graphicFrame>
        <p:nvGraphicFramePr>
          <p:cNvPr id="430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584613"/>
              </p:ext>
            </p:extLst>
          </p:nvPr>
        </p:nvGraphicFramePr>
        <p:xfrm>
          <a:off x="5199227" y="4607087"/>
          <a:ext cx="4744876" cy="471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11" name="Equation" r:id="rId13" imgW="2044440" imgH="203040" progId="Equation.DSMT4">
                  <p:embed/>
                </p:oleObj>
              </mc:Choice>
              <mc:Fallback>
                <p:oleObj name="Equation" r:id="rId13" imgW="2044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227" y="4607087"/>
                        <a:ext cx="4744876" cy="471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563004"/>
              </p:ext>
            </p:extLst>
          </p:nvPr>
        </p:nvGraphicFramePr>
        <p:xfrm>
          <a:off x="4270908" y="5132865"/>
          <a:ext cx="3669326" cy="721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12" name="Equation" r:id="rId15" imgW="1549080" imgH="304560" progId="Equation.DSMT4">
                  <p:embed/>
                </p:oleObj>
              </mc:Choice>
              <mc:Fallback>
                <p:oleObj name="Equation" r:id="rId15" imgW="1549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908" y="5132865"/>
                        <a:ext cx="3669326" cy="721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770619"/>
              </p:ext>
            </p:extLst>
          </p:nvPr>
        </p:nvGraphicFramePr>
        <p:xfrm>
          <a:off x="7914372" y="5115044"/>
          <a:ext cx="1501777" cy="765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13" name="Equation" r:id="rId17" imgW="672840" imgH="342720" progId="Equation.DSMT4">
                  <p:embed/>
                </p:oleObj>
              </mc:Choice>
              <mc:Fallback>
                <p:oleObj name="Equation" r:id="rId17" imgW="6728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4372" y="5115044"/>
                        <a:ext cx="1501777" cy="765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8037514" y="990600"/>
            <a:ext cx="1906588" cy="2057400"/>
            <a:chOff x="4271" y="1248"/>
            <a:chExt cx="1201" cy="1296"/>
          </a:xfrm>
        </p:grpSpPr>
        <p:graphicFrame>
          <p:nvGraphicFramePr>
            <p:cNvPr id="16400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3391780"/>
                </p:ext>
              </p:extLst>
            </p:nvPr>
          </p:nvGraphicFramePr>
          <p:xfrm>
            <a:off x="4271" y="1315"/>
            <a:ext cx="1032" cy="1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14" name="BMP 图像" r:id="rId19" imgW="1638360" imgH="1876320" progId="Paint.Picture">
                    <p:embed/>
                  </p:oleObj>
                </mc:Choice>
                <mc:Fallback>
                  <p:oleObj name="BMP 图像" r:id="rId19" imgW="1638360" imgH="1876320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1" y="1315"/>
                          <a:ext cx="1032" cy="1182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7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1" name="Object 17"/>
            <p:cNvGraphicFramePr>
              <a:graphicFrameLocks noChangeAspect="1"/>
            </p:cNvGraphicFramePr>
            <p:nvPr/>
          </p:nvGraphicFramePr>
          <p:xfrm>
            <a:off x="4730" y="1545"/>
            <a:ext cx="166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15" name="Equation" r:id="rId21" imgW="279360" imgH="304560" progId="Equation.3">
                    <p:embed/>
                  </p:oleObj>
                </mc:Choice>
                <mc:Fallback>
                  <p:oleObj name="Equation" r:id="rId21" imgW="27936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0" y="1545"/>
                          <a:ext cx="166" cy="183"/>
                        </a:xfrm>
                        <a:prstGeom prst="rect">
                          <a:avLst/>
                        </a:prstGeom>
                        <a:solidFill>
                          <a:srgbClr val="99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2" name="Object 18"/>
            <p:cNvGraphicFramePr>
              <a:graphicFrameLocks noChangeAspect="1"/>
            </p:cNvGraphicFramePr>
            <p:nvPr/>
          </p:nvGraphicFramePr>
          <p:xfrm>
            <a:off x="4656" y="2197"/>
            <a:ext cx="16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16" name="Equation" r:id="rId23" imgW="279360" imgH="304560" progId="Equation.3">
                    <p:embed/>
                  </p:oleObj>
                </mc:Choice>
                <mc:Fallback>
                  <p:oleObj name="Equation" r:id="rId23" imgW="27936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197"/>
                          <a:ext cx="167" cy="182"/>
                        </a:xfrm>
                        <a:prstGeom prst="rect">
                          <a:avLst/>
                        </a:prstGeom>
                        <a:solidFill>
                          <a:srgbClr val="99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3" name="Object 19"/>
            <p:cNvGraphicFramePr>
              <a:graphicFrameLocks noChangeAspect="1"/>
            </p:cNvGraphicFramePr>
            <p:nvPr/>
          </p:nvGraphicFramePr>
          <p:xfrm>
            <a:off x="4960" y="1248"/>
            <a:ext cx="128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17" name="Equation" r:id="rId25" imgW="215640" imgH="215640" progId="Equation.3">
                    <p:embed/>
                  </p:oleObj>
                </mc:Choice>
                <mc:Fallback>
                  <p:oleObj name="Equation" r:id="rId25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0" y="1248"/>
                          <a:ext cx="128" cy="130"/>
                        </a:xfrm>
                        <a:prstGeom prst="rect">
                          <a:avLst/>
                        </a:prstGeom>
                        <a:solidFill>
                          <a:srgbClr val="99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4" name="Object 20"/>
            <p:cNvGraphicFramePr>
              <a:graphicFrameLocks noChangeAspect="1"/>
            </p:cNvGraphicFramePr>
            <p:nvPr/>
          </p:nvGraphicFramePr>
          <p:xfrm>
            <a:off x="5328" y="2233"/>
            <a:ext cx="144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18" name="Equation" r:id="rId27" imgW="241200" imgH="317160" progId="Equation.3">
                    <p:embed/>
                  </p:oleObj>
                </mc:Choice>
                <mc:Fallback>
                  <p:oleObj name="Equation" r:id="rId27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233"/>
                          <a:ext cx="144" cy="190"/>
                        </a:xfrm>
                        <a:prstGeom prst="rect">
                          <a:avLst/>
                        </a:prstGeom>
                        <a:solidFill>
                          <a:srgbClr val="99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5" name="Object 21"/>
            <p:cNvGraphicFramePr>
              <a:graphicFrameLocks noChangeAspect="1"/>
            </p:cNvGraphicFramePr>
            <p:nvPr/>
          </p:nvGraphicFramePr>
          <p:xfrm>
            <a:off x="4568" y="2400"/>
            <a:ext cx="13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19" name="Equation" r:id="rId29" imgW="228600" imgH="241200" progId="Equation.3">
                    <p:embed/>
                  </p:oleObj>
                </mc:Choice>
                <mc:Fallback>
                  <p:oleObj name="Equation" r:id="rId29" imgW="228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2400"/>
                          <a:ext cx="136" cy="144"/>
                        </a:xfrm>
                        <a:prstGeom prst="rect">
                          <a:avLst/>
                        </a:prstGeom>
                        <a:solidFill>
                          <a:srgbClr val="99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30" name="Line 22"/>
          <p:cNvSpPr>
            <a:spLocks noChangeShapeType="1"/>
          </p:cNvSpPr>
          <p:nvPr/>
        </p:nvSpPr>
        <p:spPr bwMode="auto">
          <a:xfrm flipV="1">
            <a:off x="8778875" y="1905000"/>
            <a:ext cx="0" cy="38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31" name="Text Box 23"/>
          <p:cNvSpPr txBox="1">
            <a:spLocks noChangeArrowheads="1"/>
          </p:cNvSpPr>
          <p:nvPr/>
        </p:nvSpPr>
        <p:spPr bwMode="auto">
          <a:xfrm>
            <a:off x="1249526" y="2397742"/>
            <a:ext cx="4435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试求力场对质点所作的功</a:t>
            </a:r>
            <a:r>
              <a:rPr lang="en-US" altLang="zh-CN" sz="28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4303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706640"/>
              </p:ext>
            </p:extLst>
          </p:nvPr>
        </p:nvGraphicFramePr>
        <p:xfrm>
          <a:off x="1658856" y="1430916"/>
          <a:ext cx="4877891" cy="464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0" name="Equation" r:id="rId31" imgW="2133360" imgH="203040" progId="Equation.DSMT4">
                  <p:embed/>
                </p:oleObj>
              </mc:Choice>
              <mc:Fallback>
                <p:oleObj name="Equation" r:id="rId31" imgW="2133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856" y="1430916"/>
                        <a:ext cx="4877891" cy="464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352286"/>
              </p:ext>
            </p:extLst>
          </p:nvPr>
        </p:nvGraphicFramePr>
        <p:xfrm>
          <a:off x="6328567" y="3796434"/>
          <a:ext cx="2701134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1" name="Equation" r:id="rId33" imgW="1054080" imgH="228600" progId="Equation.DSMT4">
                  <p:embed/>
                </p:oleObj>
              </mc:Choice>
              <mc:Fallback>
                <p:oleObj name="Equation" r:id="rId33" imgW="1054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8567" y="3796434"/>
                        <a:ext cx="2701134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633374"/>
              </p:ext>
            </p:extLst>
          </p:nvPr>
        </p:nvGraphicFramePr>
        <p:xfrm>
          <a:off x="2749118" y="5925660"/>
          <a:ext cx="1348683" cy="539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" name="Equation" r:id="rId35" imgW="571320" imgH="228600" progId="Equation.DSMT4">
                  <p:embed/>
                </p:oleObj>
              </mc:Choice>
              <mc:Fallback>
                <p:oleObj name="Equation" r:id="rId35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118" y="5925660"/>
                        <a:ext cx="1348683" cy="539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5" name="Text Box 27"/>
          <p:cNvSpPr txBox="1">
            <a:spLocks noChangeArrowheads="1"/>
          </p:cNvSpPr>
          <p:nvPr/>
        </p:nvSpPr>
        <p:spPr bwMode="auto">
          <a:xfrm>
            <a:off x="5282577" y="914798"/>
            <a:ext cx="14830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其中</a:t>
            </a:r>
            <a:r>
              <a:rPr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</a:t>
            </a:r>
            <a:r>
              <a:rPr lang="zh-CN" altLang="en-US" sz="2800" b="1" dirty="0">
                <a:latin typeface="+mn-ea"/>
                <a:ea typeface="+mn-ea"/>
              </a:rPr>
              <a:t>为</a:t>
            </a:r>
          </a:p>
        </p:txBody>
      </p:sp>
      <p:grpSp>
        <p:nvGrpSpPr>
          <p:cNvPr id="16415" name="Group 28"/>
          <p:cNvGrpSpPr>
            <a:grpSpLocks/>
          </p:cNvGrpSpPr>
          <p:nvPr/>
        </p:nvGrpSpPr>
        <p:grpSpPr bwMode="auto">
          <a:xfrm>
            <a:off x="3905565" y="325754"/>
            <a:ext cx="2132012" cy="535558"/>
            <a:chOff x="1642" y="155"/>
            <a:chExt cx="1009" cy="210"/>
          </a:xfrm>
        </p:grpSpPr>
        <p:graphicFrame>
          <p:nvGraphicFramePr>
            <p:cNvPr id="1639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8331136"/>
                </p:ext>
              </p:extLst>
            </p:nvPr>
          </p:nvGraphicFramePr>
          <p:xfrm>
            <a:off x="1642" y="155"/>
            <a:ext cx="1009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23" name="Equation" r:id="rId37" imgW="977760" imgH="203040" progId="Equation.DSMT4">
                    <p:embed/>
                  </p:oleObj>
                </mc:Choice>
                <mc:Fallback>
                  <p:oleObj name="Equation" r:id="rId37" imgW="977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2" y="155"/>
                          <a:ext cx="1009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7" name="Line 30"/>
            <p:cNvSpPr>
              <a:spLocks noChangeShapeType="1"/>
            </p:cNvSpPr>
            <p:nvPr/>
          </p:nvSpPr>
          <p:spPr bwMode="auto">
            <a:xfrm>
              <a:off x="1678" y="160"/>
              <a:ext cx="144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039" name="Arc 31"/>
          <p:cNvSpPr>
            <a:spLocks/>
          </p:cNvSpPr>
          <p:nvPr/>
        </p:nvSpPr>
        <p:spPr bwMode="auto">
          <a:xfrm>
            <a:off x="8736013" y="1595438"/>
            <a:ext cx="914400" cy="468312"/>
          </a:xfrm>
          <a:custGeom>
            <a:avLst/>
            <a:gdLst>
              <a:gd name="T0" fmla="*/ 1400941235 w 21600"/>
              <a:gd name="T1" fmla="*/ 0 h 15356"/>
              <a:gd name="T2" fmla="*/ 1608131669 w 21600"/>
              <a:gd name="T3" fmla="*/ 435561644 h 15356"/>
              <a:gd name="T4" fmla="*/ 0 w 21600"/>
              <a:gd name="T5" fmla="*/ 317821523 h 15356"/>
              <a:gd name="T6" fmla="*/ 0 60000 65536"/>
              <a:gd name="T7" fmla="*/ 0 60000 65536"/>
              <a:gd name="T8" fmla="*/ 0 60000 65536"/>
              <a:gd name="T9" fmla="*/ 0 w 21600"/>
              <a:gd name="T10" fmla="*/ 0 h 15356"/>
              <a:gd name="T11" fmla="*/ 21600 w 21600"/>
              <a:gd name="T12" fmla="*/ 15356 h 153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5356" fill="none" extrusionOk="0">
                <a:moveTo>
                  <a:pt x="18466" y="-1"/>
                </a:moveTo>
                <a:cubicBezTo>
                  <a:pt x="20516" y="3377"/>
                  <a:pt x="21600" y="7253"/>
                  <a:pt x="21600" y="11205"/>
                </a:cubicBezTo>
                <a:cubicBezTo>
                  <a:pt x="21600" y="12598"/>
                  <a:pt x="21465" y="13988"/>
                  <a:pt x="21197" y="15356"/>
                </a:cubicBezTo>
              </a:path>
              <a:path w="21600" h="15356" stroke="0" extrusionOk="0">
                <a:moveTo>
                  <a:pt x="18466" y="-1"/>
                </a:moveTo>
                <a:cubicBezTo>
                  <a:pt x="20516" y="3377"/>
                  <a:pt x="21600" y="7253"/>
                  <a:pt x="21600" y="11205"/>
                </a:cubicBezTo>
                <a:cubicBezTo>
                  <a:pt x="21600" y="12598"/>
                  <a:pt x="21465" y="13988"/>
                  <a:pt x="21197" y="15356"/>
                </a:cubicBezTo>
                <a:lnTo>
                  <a:pt x="0" y="11205"/>
                </a:lnTo>
                <a:close/>
              </a:path>
            </a:pathLst>
          </a:custGeom>
          <a:noFill/>
          <a:ln w="28575">
            <a:solidFill>
              <a:srgbClr val="7030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304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260327"/>
              </p:ext>
            </p:extLst>
          </p:nvPr>
        </p:nvGraphicFramePr>
        <p:xfrm>
          <a:off x="2569741" y="3080365"/>
          <a:ext cx="20177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4" name="Equation" r:id="rId39" imgW="914400" imgH="317160" progId="Equation.DSMT4">
                  <p:embed/>
                </p:oleObj>
              </mc:Choice>
              <mc:Fallback>
                <p:oleObj name="Equation" r:id="rId39" imgW="9144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9741" y="3080365"/>
                        <a:ext cx="2017712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372265"/>
              </p:ext>
            </p:extLst>
          </p:nvPr>
        </p:nvGraphicFramePr>
        <p:xfrm>
          <a:off x="2354095" y="5178425"/>
          <a:ext cx="20177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5" name="Equation" r:id="rId41" imgW="914400" imgH="317160" progId="Equation.DSMT4">
                  <p:embed/>
                </p:oleObj>
              </mc:Choice>
              <mc:Fallback>
                <p:oleObj name="Equation" r:id="rId41" imgW="9144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095" y="5178425"/>
                        <a:ext cx="2017712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195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6" grpId="0" autoUpdateAnimBg="0"/>
      <p:bldP spid="43019" grpId="0" autoUpdateAnimBg="0"/>
      <p:bldP spid="43030" grpId="0" animBg="1"/>
      <p:bldP spid="4303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053571"/>
              </p:ext>
            </p:extLst>
          </p:nvPr>
        </p:nvGraphicFramePr>
        <p:xfrm>
          <a:off x="1978025" y="327025"/>
          <a:ext cx="9358438" cy="1861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0" name="Equation" r:id="rId3" imgW="3936960" imgH="774360" progId="Equation.DSMT4">
                  <p:embed/>
                </p:oleObj>
              </mc:Choice>
              <mc:Fallback>
                <p:oleObj name="Equation" r:id="rId3" imgW="3936960" imgH="774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327025"/>
                        <a:ext cx="9358438" cy="1861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3"/>
          <p:cNvSpPr txBox="1">
            <a:spLocks noChangeArrowheads="1"/>
          </p:cNvSpPr>
          <p:nvPr/>
        </p:nvSpPr>
        <p:spPr bwMode="auto">
          <a:xfrm>
            <a:off x="1924050" y="418199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978025" y="2675170"/>
            <a:ext cx="58229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946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185182"/>
              </p:ext>
            </p:extLst>
          </p:nvPr>
        </p:nvGraphicFramePr>
        <p:xfrm>
          <a:off x="2897187" y="2408200"/>
          <a:ext cx="3943865" cy="1053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1" name="公式" r:id="rId5" imgW="3619440" imgH="965160" progId="Equation.3">
                  <p:embed/>
                </p:oleObj>
              </mc:Choice>
              <mc:Fallback>
                <p:oleObj name="公式" r:id="rId5" imgW="361944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7" y="2408200"/>
                        <a:ext cx="3943865" cy="1053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579297"/>
              </p:ext>
            </p:extLst>
          </p:nvPr>
        </p:nvGraphicFramePr>
        <p:xfrm>
          <a:off x="3448122" y="3589101"/>
          <a:ext cx="2250714" cy="462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2" name="公式" r:id="rId7" imgW="2095200" imgH="431640" progId="Equation.3">
                  <p:embed/>
                </p:oleObj>
              </mc:Choice>
              <mc:Fallback>
                <p:oleObj name="公式" r:id="rId7" imgW="2095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122" y="3589101"/>
                        <a:ext cx="2250714" cy="462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8427244" y="2836802"/>
            <a:ext cx="3048000" cy="1735138"/>
            <a:chOff x="3312" y="2736"/>
            <a:chExt cx="1920" cy="1093"/>
          </a:xfrm>
        </p:grpSpPr>
        <p:pic>
          <p:nvPicPr>
            <p:cNvPr id="17426" name="Picture 8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2736"/>
              <a:ext cx="1920" cy="960"/>
            </a:xfrm>
            <a:prstGeom prst="rect">
              <a:avLst/>
            </a:prstGeom>
            <a:noFill/>
            <a:ln w="3175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17418" name="Object 10"/>
            <p:cNvGraphicFramePr>
              <a:graphicFrameLocks noChangeAspect="1"/>
            </p:cNvGraphicFramePr>
            <p:nvPr/>
          </p:nvGraphicFramePr>
          <p:xfrm>
            <a:off x="4688" y="3667"/>
            <a:ext cx="432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33" name="公式" r:id="rId10" imgW="1015920" imgH="368280" progId="Equation.3">
                    <p:embed/>
                  </p:oleObj>
                </mc:Choice>
                <mc:Fallback>
                  <p:oleObj name="公式" r:id="rId10" imgW="101592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8" y="3667"/>
                          <a:ext cx="432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9" name="Object 11"/>
            <p:cNvGraphicFramePr>
              <a:graphicFrameLocks noChangeAspect="1"/>
            </p:cNvGraphicFramePr>
            <p:nvPr/>
          </p:nvGraphicFramePr>
          <p:xfrm>
            <a:off x="3354" y="3672"/>
            <a:ext cx="524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34" name="公式" r:id="rId12" imgW="1231560" imgH="368280" progId="Equation.3">
                    <p:embed/>
                  </p:oleObj>
                </mc:Choice>
                <mc:Fallback>
                  <p:oleObj name="公式" r:id="rId12" imgW="123156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4" y="3672"/>
                          <a:ext cx="524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7" name="Line 11"/>
          <p:cNvSpPr>
            <a:spLocks noChangeShapeType="1"/>
          </p:cNvSpPr>
          <p:nvPr/>
        </p:nvSpPr>
        <p:spPr bwMode="auto">
          <a:xfrm flipH="1">
            <a:off x="9701861" y="4306767"/>
            <a:ext cx="3048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354262" y="4327449"/>
            <a:ext cx="4100312" cy="695847"/>
            <a:chOff x="672" y="3264"/>
            <a:chExt cx="2453" cy="381"/>
          </a:xfrm>
        </p:grpSpPr>
        <p:graphicFrame>
          <p:nvGraphicFramePr>
            <p:cNvPr id="17416" name="Object 8"/>
            <p:cNvGraphicFramePr>
              <a:graphicFrameLocks noChangeAspect="1"/>
            </p:cNvGraphicFramePr>
            <p:nvPr/>
          </p:nvGraphicFramePr>
          <p:xfrm>
            <a:off x="672" y="3264"/>
            <a:ext cx="887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35" name="公式" r:id="rId14" imgW="1625400" imgH="698400" progId="Equation.3">
                    <p:embed/>
                  </p:oleObj>
                </mc:Choice>
                <mc:Fallback>
                  <p:oleObj name="公式" r:id="rId14" imgW="1625400" imgH="698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264"/>
                          <a:ext cx="887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1626875"/>
                </p:ext>
              </p:extLst>
            </p:nvPr>
          </p:nvGraphicFramePr>
          <p:xfrm>
            <a:off x="1454" y="3325"/>
            <a:ext cx="1671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36" name="公式" r:id="rId16" imgW="3060360" imgH="457200" progId="Equation.3">
                    <p:embed/>
                  </p:oleObj>
                </mc:Choice>
                <mc:Fallback>
                  <p:oleObj name="公式" r:id="rId16" imgW="306036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4" y="3325"/>
                          <a:ext cx="1671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058318" y="5128071"/>
            <a:ext cx="3915137" cy="733425"/>
            <a:chOff x="720" y="672"/>
            <a:chExt cx="2098" cy="381"/>
          </a:xfrm>
        </p:grpSpPr>
        <p:graphicFrame>
          <p:nvGraphicFramePr>
            <p:cNvPr id="17414" name="Object 6"/>
            <p:cNvGraphicFramePr>
              <a:graphicFrameLocks noChangeAspect="1"/>
            </p:cNvGraphicFramePr>
            <p:nvPr/>
          </p:nvGraphicFramePr>
          <p:xfrm>
            <a:off x="720" y="672"/>
            <a:ext cx="651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37" name="公式" r:id="rId18" imgW="1193760" imgH="698400" progId="Equation.3">
                    <p:embed/>
                  </p:oleObj>
                </mc:Choice>
                <mc:Fallback>
                  <p:oleObj name="公式" r:id="rId18" imgW="1193760" imgH="698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672"/>
                          <a:ext cx="651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2595500"/>
                </p:ext>
              </p:extLst>
            </p:nvPr>
          </p:nvGraphicFramePr>
          <p:xfrm>
            <a:off x="1272" y="737"/>
            <a:ext cx="154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38" name="公式" r:id="rId20" imgW="2831760" imgH="457200" progId="Equation.3">
                    <p:embed/>
                  </p:oleObj>
                </mc:Choice>
                <mc:Fallback>
                  <p:oleObj name="公式" r:id="rId20" imgW="283176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2" y="737"/>
                          <a:ext cx="1546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7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451057"/>
              </p:ext>
            </p:extLst>
          </p:nvPr>
        </p:nvGraphicFramePr>
        <p:xfrm>
          <a:off x="6973455" y="5074721"/>
          <a:ext cx="1244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9" name="公式" r:id="rId22" imgW="1244520" imgH="838080" progId="Equation.3">
                  <p:embed/>
                </p:oleObj>
              </mc:Choice>
              <mc:Fallback>
                <p:oleObj name="公式" r:id="rId22" imgW="12445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3455" y="5074721"/>
                        <a:ext cx="1244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3804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utoUpdateAnimBg="0"/>
      <p:bldP spid="1946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553200" y="533400"/>
            <a:ext cx="3048000" cy="1735138"/>
            <a:chOff x="3312" y="2736"/>
            <a:chExt cx="1920" cy="1093"/>
          </a:xfrm>
        </p:grpSpPr>
        <p:pic>
          <p:nvPicPr>
            <p:cNvPr id="1844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2736"/>
              <a:ext cx="1920" cy="960"/>
            </a:xfrm>
            <a:prstGeom prst="rect">
              <a:avLst/>
            </a:prstGeom>
            <a:noFill/>
            <a:ln w="3175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18438" name="Object 6"/>
            <p:cNvGraphicFramePr>
              <a:graphicFrameLocks noChangeAspect="1"/>
            </p:cNvGraphicFramePr>
            <p:nvPr/>
          </p:nvGraphicFramePr>
          <p:xfrm>
            <a:off x="4688" y="3667"/>
            <a:ext cx="432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74" name="公式" r:id="rId4" imgW="1015920" imgH="368280" progId="Equation.3">
                    <p:embed/>
                  </p:oleObj>
                </mc:Choice>
                <mc:Fallback>
                  <p:oleObj name="公式" r:id="rId4" imgW="101592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8" y="3667"/>
                          <a:ext cx="432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9" name="Object 7"/>
            <p:cNvGraphicFramePr>
              <a:graphicFrameLocks noChangeAspect="1"/>
            </p:cNvGraphicFramePr>
            <p:nvPr/>
          </p:nvGraphicFramePr>
          <p:xfrm>
            <a:off x="3354" y="3672"/>
            <a:ext cx="524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75" name="公式" r:id="rId6" imgW="1231560" imgH="368280" progId="Equation.3">
                    <p:embed/>
                  </p:oleObj>
                </mc:Choice>
                <mc:Fallback>
                  <p:oleObj name="公式" r:id="rId6" imgW="123156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4" y="3672"/>
                          <a:ext cx="524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6" name="Line 6"/>
          <p:cNvSpPr>
            <a:spLocks noChangeShapeType="1"/>
          </p:cNvSpPr>
          <p:nvPr/>
        </p:nvSpPr>
        <p:spPr bwMode="auto">
          <a:xfrm flipH="1">
            <a:off x="7747000" y="1981201"/>
            <a:ext cx="457200" cy="17463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8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93827"/>
              </p:ext>
            </p:extLst>
          </p:nvPr>
        </p:nvGraphicFramePr>
        <p:xfrm>
          <a:off x="2346036" y="1496799"/>
          <a:ext cx="3256689" cy="450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6" name="公式" r:id="rId8" imgW="2666880" imgH="368280" progId="Equation.3">
                  <p:embed/>
                </p:oleObj>
              </mc:Choice>
              <mc:Fallback>
                <p:oleObj name="公式" r:id="rId8" imgW="266688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036" y="1496799"/>
                        <a:ext cx="3256689" cy="450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908818"/>
              </p:ext>
            </p:extLst>
          </p:nvPr>
        </p:nvGraphicFramePr>
        <p:xfrm>
          <a:off x="2953130" y="2097670"/>
          <a:ext cx="2468615" cy="44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7" name="公式" r:id="rId10" imgW="2374560" imgH="431640" progId="Equation.3">
                  <p:embed/>
                </p:oleObj>
              </mc:Choice>
              <mc:Fallback>
                <p:oleObj name="公式" r:id="rId10" imgW="2374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130" y="2097670"/>
                        <a:ext cx="2468615" cy="447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788452"/>
              </p:ext>
            </p:extLst>
          </p:nvPr>
        </p:nvGraphicFramePr>
        <p:xfrm>
          <a:off x="2296388" y="2858522"/>
          <a:ext cx="2132707" cy="697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8" name="公式" r:id="rId12" imgW="2133360" imgH="698400" progId="Equation.3">
                  <p:embed/>
                </p:oleObj>
              </mc:Choice>
              <mc:Fallback>
                <p:oleObj name="公式" r:id="rId12" imgW="213336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388" y="2858522"/>
                        <a:ext cx="2132707" cy="697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870198"/>
              </p:ext>
            </p:extLst>
          </p:nvPr>
        </p:nvGraphicFramePr>
        <p:xfrm>
          <a:off x="4429095" y="3036039"/>
          <a:ext cx="619686" cy="323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9" name="公式" r:id="rId14" imgW="583920" imgH="304560" progId="Equation.3">
                  <p:embed/>
                </p:oleObj>
              </mc:Choice>
              <mc:Fallback>
                <p:oleObj name="公式" r:id="rId14" imgW="5839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095" y="3036039"/>
                        <a:ext cx="619686" cy="323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2346036" y="3795713"/>
            <a:ext cx="73914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问题</a:t>
            </a:r>
            <a:r>
              <a:rPr lang="zh-CN" altLang="en-US" sz="2800" b="1" dirty="0">
                <a:solidFill>
                  <a:srgbClr val="FF0000"/>
                </a:solidFill>
              </a:rPr>
              <a:t>：被积函数相同，起点和终点也相同，但路径不同积分结果不同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</a:rPr>
              <a:t>是否有普遍性？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7195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animBg="1"/>
      <p:bldP spid="2049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7" name="Text Box 2"/>
          <p:cNvSpPr txBox="1">
            <a:spLocks noChangeArrowheads="1"/>
          </p:cNvSpPr>
          <p:nvPr/>
        </p:nvSpPr>
        <p:spPr bwMode="auto">
          <a:xfrm>
            <a:off x="1841500" y="688976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4</a:t>
            </a: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370159"/>
              </p:ext>
            </p:extLst>
          </p:nvPr>
        </p:nvGraphicFramePr>
        <p:xfrm>
          <a:off x="1885373" y="668456"/>
          <a:ext cx="7037388" cy="284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7" name="Equation" r:id="rId3" imgW="7035480" imgH="2844720" progId="Equation.DSMT4">
                  <p:embed/>
                </p:oleObj>
              </mc:Choice>
              <mc:Fallback>
                <p:oleObj name="Equation" r:id="rId3" imgW="7035480" imgH="2844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373" y="668456"/>
                        <a:ext cx="7037388" cy="284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296400" y="3251441"/>
            <a:ext cx="2284412" cy="2743200"/>
            <a:chOff x="3761" y="2064"/>
            <a:chExt cx="1439" cy="1728"/>
          </a:xfrm>
        </p:grpSpPr>
        <p:pic>
          <p:nvPicPr>
            <p:cNvPr id="19472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1" y="2064"/>
              <a:ext cx="1439" cy="1728"/>
            </a:xfrm>
            <a:prstGeom prst="rect">
              <a:avLst/>
            </a:prstGeom>
            <a:noFill/>
            <a:ln w="19050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1946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1557447"/>
                </p:ext>
              </p:extLst>
            </p:nvPr>
          </p:nvGraphicFramePr>
          <p:xfrm>
            <a:off x="4263" y="2832"/>
            <a:ext cx="448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78" name="Equation" r:id="rId6" imgW="444240" imgH="228600" progId="Equation.DSMT4">
                    <p:embed/>
                  </p:oleObj>
                </mc:Choice>
                <mc:Fallback>
                  <p:oleObj name="Equation" r:id="rId6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3" y="2832"/>
                          <a:ext cx="448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0808471" y="4124494"/>
            <a:ext cx="914400" cy="1925638"/>
            <a:chOff x="4464" y="2544"/>
            <a:chExt cx="576" cy="1248"/>
          </a:xfrm>
        </p:grpSpPr>
        <p:graphicFrame>
          <p:nvGraphicFramePr>
            <p:cNvPr id="19464" name="Object 8"/>
            <p:cNvGraphicFramePr>
              <a:graphicFrameLocks noChangeAspect="1"/>
            </p:cNvGraphicFramePr>
            <p:nvPr/>
          </p:nvGraphicFramePr>
          <p:xfrm>
            <a:off x="4464" y="3643"/>
            <a:ext cx="367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79" name="公式" r:id="rId8" imgW="965160" imgH="393480" progId="Equation.3">
                    <p:embed/>
                  </p:oleObj>
                </mc:Choice>
                <mc:Fallback>
                  <p:oleObj name="公式" r:id="rId8" imgW="9651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643"/>
                          <a:ext cx="367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1" name="Line 9"/>
            <p:cNvSpPr>
              <a:spLocks noChangeShapeType="1"/>
            </p:cNvSpPr>
            <p:nvPr/>
          </p:nvSpPr>
          <p:spPr bwMode="auto">
            <a:xfrm flipV="1">
              <a:off x="4656" y="2624"/>
              <a:ext cx="0" cy="96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65" name="Object 9"/>
            <p:cNvGraphicFramePr>
              <a:graphicFrameLocks noChangeAspect="1"/>
            </p:cNvGraphicFramePr>
            <p:nvPr/>
          </p:nvGraphicFramePr>
          <p:xfrm>
            <a:off x="4687" y="2544"/>
            <a:ext cx="353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80" name="公式" r:id="rId10" imgW="927000" imgH="393480" progId="Equation.3">
                    <p:embed/>
                  </p:oleObj>
                </mc:Choice>
                <mc:Fallback>
                  <p:oleObj name="公式" r:id="rId10" imgW="9270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7" y="2544"/>
                          <a:ext cx="353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1895764" y="374311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215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721436"/>
              </p:ext>
            </p:extLst>
          </p:nvPr>
        </p:nvGraphicFramePr>
        <p:xfrm>
          <a:off x="2887903" y="3759398"/>
          <a:ext cx="3604156" cy="457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1" name="公式" r:id="rId12" imgW="3492360" imgH="444240" progId="Equation.3">
                  <p:embed/>
                </p:oleObj>
              </mc:Choice>
              <mc:Fallback>
                <p:oleObj name="公式" r:id="rId12" imgW="34923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903" y="3759398"/>
                        <a:ext cx="3604156" cy="457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311525"/>
              </p:ext>
            </p:extLst>
          </p:nvPr>
        </p:nvGraphicFramePr>
        <p:xfrm>
          <a:off x="3046387" y="4339512"/>
          <a:ext cx="3603795" cy="549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2" name="Equation" r:id="rId14" imgW="1498320" imgH="228600" progId="Equation.DSMT4">
                  <p:embed/>
                </p:oleObj>
              </mc:Choice>
              <mc:Fallback>
                <p:oleObj name="Equation" r:id="rId14" imgW="1498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387" y="4339512"/>
                        <a:ext cx="3603795" cy="549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210991"/>
              </p:ext>
            </p:extLst>
          </p:nvPr>
        </p:nvGraphicFramePr>
        <p:xfrm>
          <a:off x="2392218" y="5029200"/>
          <a:ext cx="4585771" cy="699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3" name="Equation" r:id="rId16" imgW="4572000" imgH="698400" progId="Equation.DSMT4">
                  <p:embed/>
                </p:oleObj>
              </mc:Choice>
              <mc:Fallback>
                <p:oleObj name="Equation" r:id="rId16" imgW="45720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218" y="5029200"/>
                        <a:ext cx="4585771" cy="699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670650"/>
              </p:ext>
            </p:extLst>
          </p:nvPr>
        </p:nvGraphicFramePr>
        <p:xfrm>
          <a:off x="3221139" y="5746577"/>
          <a:ext cx="1583753" cy="684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4" name="公式" r:id="rId18" imgW="1612800" imgH="698400" progId="Equation.3">
                  <p:embed/>
                </p:oleObj>
              </mc:Choice>
              <mc:Fallback>
                <p:oleObj name="公式" r:id="rId18" imgW="16128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139" y="5746577"/>
                        <a:ext cx="1583753" cy="684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673317"/>
              </p:ext>
            </p:extLst>
          </p:nvPr>
        </p:nvGraphicFramePr>
        <p:xfrm>
          <a:off x="4804892" y="5935180"/>
          <a:ext cx="637427" cy="336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5" name="公式" r:id="rId20" imgW="596880" imgH="317160" progId="Equation.3">
                  <p:embed/>
                </p:oleObj>
              </mc:Choice>
              <mc:Fallback>
                <p:oleObj name="公式" r:id="rId20" imgW="5968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4892" y="5935180"/>
                        <a:ext cx="637427" cy="336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6026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835880" y="3384550"/>
            <a:ext cx="2286000" cy="2316163"/>
            <a:chOff x="3648" y="2161"/>
            <a:chExt cx="1440" cy="1459"/>
          </a:xfrm>
        </p:grpSpPr>
        <p:graphicFrame>
          <p:nvGraphicFramePr>
            <p:cNvPr id="20492" name="Object 12"/>
            <p:cNvGraphicFramePr>
              <a:graphicFrameLocks noChangeAspect="1"/>
            </p:cNvGraphicFramePr>
            <p:nvPr/>
          </p:nvGraphicFramePr>
          <p:xfrm>
            <a:off x="3648" y="2161"/>
            <a:ext cx="1440" cy="1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45" name="BMP 图象" r:id="rId3" imgW="2495238" imgH="2847619" progId="Paint.Picture">
                    <p:embed/>
                  </p:oleObj>
                </mc:Choice>
                <mc:Fallback>
                  <p:oleObj name="BMP 图象" r:id="rId3" imgW="2495238" imgH="2847619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161"/>
                          <a:ext cx="1440" cy="1439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CC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501" name="Group 4"/>
            <p:cNvGrpSpPr>
              <a:grpSpLocks/>
            </p:cNvGrpSpPr>
            <p:nvPr/>
          </p:nvGrpSpPr>
          <p:grpSpPr bwMode="auto">
            <a:xfrm>
              <a:off x="4539" y="2675"/>
              <a:ext cx="540" cy="945"/>
              <a:chOff x="4576" y="2675"/>
              <a:chExt cx="540" cy="945"/>
            </a:xfrm>
          </p:grpSpPr>
          <p:graphicFrame>
            <p:nvGraphicFramePr>
              <p:cNvPr id="20493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12749627"/>
                  </p:ext>
                </p:extLst>
              </p:nvPr>
            </p:nvGraphicFramePr>
            <p:xfrm>
              <a:off x="4576" y="3453"/>
              <a:ext cx="322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146" name="Equation" r:id="rId5" imgW="457200" imgH="203040" progId="Equation.DSMT4">
                      <p:embed/>
                    </p:oleObj>
                  </mc:Choice>
                  <mc:Fallback>
                    <p:oleObj name="Equation" r:id="rId5" imgW="4572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6" y="3453"/>
                            <a:ext cx="322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4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29003053"/>
                  </p:ext>
                </p:extLst>
              </p:nvPr>
            </p:nvGraphicFramePr>
            <p:xfrm>
              <a:off x="4773" y="2675"/>
              <a:ext cx="343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147" name="Equation" r:id="rId7" imgW="444240" imgH="203040" progId="Equation.DSMT4">
                      <p:embed/>
                    </p:oleObj>
                  </mc:Choice>
                  <mc:Fallback>
                    <p:oleObj name="Equation" r:id="rId7" imgW="44424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73" y="2675"/>
                            <a:ext cx="343" cy="1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20496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9663" y="594788"/>
            <a:ext cx="2392217" cy="2184925"/>
          </a:xfrm>
          <a:prstGeom prst="rect">
            <a:avLst/>
          </a:prstGeom>
          <a:noFill/>
          <a:ln w="1905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810503"/>
              </p:ext>
            </p:extLst>
          </p:nvPr>
        </p:nvGraphicFramePr>
        <p:xfrm>
          <a:off x="9883115" y="835779"/>
          <a:ext cx="629164" cy="323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8" name="Equation" r:id="rId10" imgW="444240" imgH="228600" progId="Equation.DSMT4">
                  <p:embed/>
                </p:oleObj>
              </mc:Choice>
              <mc:Fallback>
                <p:oleObj name="Equation" r:id="rId10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3115" y="835779"/>
                        <a:ext cx="629164" cy="323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775857"/>
              </p:ext>
            </p:extLst>
          </p:nvPr>
        </p:nvGraphicFramePr>
        <p:xfrm>
          <a:off x="2290476" y="995442"/>
          <a:ext cx="3860158" cy="486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9" name="公式" r:id="rId12" imgW="3517560" imgH="444240" progId="Equation.3">
                  <p:embed/>
                </p:oleObj>
              </mc:Choice>
              <mc:Fallback>
                <p:oleObj name="公式" r:id="rId12" imgW="35175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476" y="995442"/>
                        <a:ext cx="3860158" cy="486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072433"/>
              </p:ext>
            </p:extLst>
          </p:nvPr>
        </p:nvGraphicFramePr>
        <p:xfrm>
          <a:off x="2736561" y="1749018"/>
          <a:ext cx="4324257" cy="532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0" name="公式" r:id="rId14" imgW="3822480" imgH="469800" progId="Equation.3">
                  <p:embed/>
                </p:oleObj>
              </mc:Choice>
              <mc:Fallback>
                <p:oleObj name="公式" r:id="rId14" imgW="38224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561" y="1749018"/>
                        <a:ext cx="4324257" cy="532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466159"/>
              </p:ext>
            </p:extLst>
          </p:nvPr>
        </p:nvGraphicFramePr>
        <p:xfrm>
          <a:off x="2495576" y="2546570"/>
          <a:ext cx="5069656" cy="782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1" name="公式" r:id="rId16" imgW="4520880" imgH="698400" progId="Equation.3">
                  <p:embed/>
                </p:oleObj>
              </mc:Choice>
              <mc:Fallback>
                <p:oleObj name="公式" r:id="rId16" imgW="452088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76" y="2546570"/>
                        <a:ext cx="5069656" cy="782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516356"/>
              </p:ext>
            </p:extLst>
          </p:nvPr>
        </p:nvGraphicFramePr>
        <p:xfrm>
          <a:off x="3434556" y="3349625"/>
          <a:ext cx="1575185" cy="686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2" name="公式" r:id="rId18" imgW="1600200" imgH="698400" progId="Equation.3">
                  <p:embed/>
                </p:oleObj>
              </mc:Choice>
              <mc:Fallback>
                <p:oleObj name="公式" r:id="rId18" imgW="16002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4556" y="3349625"/>
                        <a:ext cx="1575185" cy="6866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20393"/>
              </p:ext>
            </p:extLst>
          </p:nvPr>
        </p:nvGraphicFramePr>
        <p:xfrm>
          <a:off x="5009741" y="3550804"/>
          <a:ext cx="605054" cy="319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3" name="公式" r:id="rId20" imgW="596880" imgH="317160" progId="Equation.3">
                  <p:embed/>
                </p:oleObj>
              </mc:Choice>
              <mc:Fallback>
                <p:oleObj name="公式" r:id="rId20" imgW="5968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9741" y="3550804"/>
                        <a:ext cx="605054" cy="319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Line 14"/>
          <p:cNvSpPr>
            <a:spLocks noChangeShapeType="1"/>
          </p:cNvSpPr>
          <p:nvPr/>
        </p:nvSpPr>
        <p:spPr bwMode="auto">
          <a:xfrm>
            <a:off x="9232108" y="5435600"/>
            <a:ext cx="13795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flipV="1">
            <a:off x="10572883" y="4272830"/>
            <a:ext cx="0" cy="11906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10320339" y="923132"/>
            <a:ext cx="914400" cy="1981200"/>
            <a:chOff x="4464" y="2544"/>
            <a:chExt cx="576" cy="1248"/>
          </a:xfrm>
        </p:grpSpPr>
        <p:graphicFrame>
          <p:nvGraphicFramePr>
            <p:cNvPr id="20490" name="Object 10"/>
            <p:cNvGraphicFramePr>
              <a:graphicFrameLocks noChangeAspect="1"/>
            </p:cNvGraphicFramePr>
            <p:nvPr/>
          </p:nvGraphicFramePr>
          <p:xfrm>
            <a:off x="4464" y="3643"/>
            <a:ext cx="367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54" name="公式" r:id="rId22" imgW="965160" imgH="393480" progId="Equation.3">
                    <p:embed/>
                  </p:oleObj>
                </mc:Choice>
                <mc:Fallback>
                  <p:oleObj name="公式" r:id="rId22" imgW="9651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643"/>
                          <a:ext cx="367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0" name="Line 18"/>
            <p:cNvSpPr>
              <a:spLocks noChangeShapeType="1"/>
            </p:cNvSpPr>
            <p:nvPr/>
          </p:nvSpPr>
          <p:spPr bwMode="auto">
            <a:xfrm flipV="1">
              <a:off x="4656" y="2624"/>
              <a:ext cx="0" cy="96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491" name="Object 11"/>
            <p:cNvGraphicFramePr>
              <a:graphicFrameLocks noChangeAspect="1"/>
            </p:cNvGraphicFramePr>
            <p:nvPr/>
          </p:nvGraphicFramePr>
          <p:xfrm>
            <a:off x="4687" y="2544"/>
            <a:ext cx="353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55" name="公式" r:id="rId24" imgW="927000" imgH="393480" progId="Equation.3">
                    <p:embed/>
                  </p:oleObj>
                </mc:Choice>
                <mc:Fallback>
                  <p:oleObj name="公式" r:id="rId24" imgW="9270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7" y="2544"/>
                          <a:ext cx="353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54905"/>
              </p:ext>
            </p:extLst>
          </p:nvPr>
        </p:nvGraphicFramePr>
        <p:xfrm>
          <a:off x="2408833" y="4425950"/>
          <a:ext cx="509478" cy="424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6" name="公式" r:id="rId26" imgW="469800" imgH="393480" progId="Equation.3">
                  <p:embed/>
                </p:oleObj>
              </mc:Choice>
              <mc:Fallback>
                <p:oleObj name="公式" r:id="rId26" imgW="469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833" y="4425950"/>
                        <a:ext cx="509478" cy="424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039576"/>
              </p:ext>
            </p:extLst>
          </p:nvPr>
        </p:nvGraphicFramePr>
        <p:xfrm>
          <a:off x="3088473" y="4358832"/>
          <a:ext cx="4232327" cy="1355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7" name="公式" r:id="rId28" imgW="4038480" imgH="1295280" progId="Equation.3">
                  <p:embed/>
                </p:oleObj>
              </mc:Choice>
              <mc:Fallback>
                <p:oleObj name="公式" r:id="rId28" imgW="4038480" imgH="1295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473" y="4358832"/>
                        <a:ext cx="4232327" cy="1355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3484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2" grpId="0" animBg="1"/>
      <p:bldP spid="2254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809702"/>
              </p:ext>
            </p:extLst>
          </p:nvPr>
        </p:nvGraphicFramePr>
        <p:xfrm>
          <a:off x="2427564" y="1079500"/>
          <a:ext cx="1530074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4" name="公式" r:id="rId3" imgW="1523880" imgH="444240" progId="Equation.3">
                  <p:embed/>
                </p:oleObj>
              </mc:Choice>
              <mc:Fallback>
                <p:oleObj name="公式" r:id="rId3" imgW="1523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564" y="1079500"/>
                        <a:ext cx="1530074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430028"/>
              </p:ext>
            </p:extLst>
          </p:nvPr>
        </p:nvGraphicFramePr>
        <p:xfrm>
          <a:off x="4033838" y="1079500"/>
          <a:ext cx="311830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5" name="公式" r:id="rId5" imgW="3111480" imgH="444240" progId="Equation.3">
                  <p:embed/>
                </p:oleObj>
              </mc:Choice>
              <mc:Fallback>
                <p:oleObj name="公式" r:id="rId5" imgW="31114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8" y="1079500"/>
                        <a:ext cx="311830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522714"/>
              </p:ext>
            </p:extLst>
          </p:nvPr>
        </p:nvGraphicFramePr>
        <p:xfrm>
          <a:off x="2427564" y="1730668"/>
          <a:ext cx="5761330" cy="68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6" name="公式" r:id="rId7" imgW="5892480" imgH="698400" progId="Equation.3">
                  <p:embed/>
                </p:oleObj>
              </mc:Choice>
              <mc:Fallback>
                <p:oleObj name="公式" r:id="rId7" imgW="589248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564" y="1730668"/>
                        <a:ext cx="5761330" cy="682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410480"/>
              </p:ext>
            </p:extLst>
          </p:nvPr>
        </p:nvGraphicFramePr>
        <p:xfrm>
          <a:off x="4972773" y="2563814"/>
          <a:ext cx="654648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7" name="公式" r:id="rId9" imgW="609480" imgH="317160" progId="Equation.3">
                  <p:embed/>
                </p:oleObj>
              </mc:Choice>
              <mc:Fallback>
                <p:oleObj name="公式" r:id="rId9" imgW="6094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773" y="2563814"/>
                        <a:ext cx="654648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901957"/>
              </p:ext>
            </p:extLst>
          </p:nvPr>
        </p:nvGraphicFramePr>
        <p:xfrm>
          <a:off x="2447893" y="3147876"/>
          <a:ext cx="1509745" cy="42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8" name="公式" r:id="rId11" imgW="1562040" imgH="444240" progId="Equation.3">
                  <p:embed/>
                </p:oleObj>
              </mc:Choice>
              <mc:Fallback>
                <p:oleObj name="公式" r:id="rId11" imgW="15620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893" y="3147876"/>
                        <a:ext cx="1509745" cy="42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490764"/>
              </p:ext>
            </p:extLst>
          </p:nvPr>
        </p:nvGraphicFramePr>
        <p:xfrm>
          <a:off x="4057941" y="3092450"/>
          <a:ext cx="3157274" cy="449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9" name="公式" r:id="rId13" imgW="3022560" imgH="431640" progId="Equation.3">
                  <p:embed/>
                </p:oleObj>
              </mc:Choice>
              <mc:Fallback>
                <p:oleObj name="公式" r:id="rId13" imgW="3022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941" y="3092450"/>
                        <a:ext cx="3157274" cy="449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444436"/>
              </p:ext>
            </p:extLst>
          </p:nvPr>
        </p:nvGraphicFramePr>
        <p:xfrm>
          <a:off x="2332326" y="3818958"/>
          <a:ext cx="4759594" cy="668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0" name="公式" r:id="rId15" imgW="4965480" imgH="698400" progId="Equation.3">
                  <p:embed/>
                </p:oleObj>
              </mc:Choice>
              <mc:Fallback>
                <p:oleObj name="公式" r:id="rId15" imgW="496548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326" y="3818958"/>
                        <a:ext cx="4759594" cy="668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617796"/>
              </p:ext>
            </p:extLst>
          </p:nvPr>
        </p:nvGraphicFramePr>
        <p:xfrm>
          <a:off x="7091920" y="4001797"/>
          <a:ext cx="625843" cy="330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1" name="公式" r:id="rId17" imgW="596880" imgH="317160" progId="Equation.3">
                  <p:embed/>
                </p:oleObj>
              </mc:Choice>
              <mc:Fallback>
                <p:oleObj name="公式" r:id="rId17" imgW="5968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920" y="4001797"/>
                        <a:ext cx="625843" cy="330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986591"/>
              </p:ext>
            </p:extLst>
          </p:nvPr>
        </p:nvGraphicFramePr>
        <p:xfrm>
          <a:off x="2280085" y="4751326"/>
          <a:ext cx="2264206" cy="460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2" name="公式" r:id="rId19" imgW="2171520" imgH="444240" progId="Equation.3">
                  <p:embed/>
                </p:oleObj>
              </mc:Choice>
              <mc:Fallback>
                <p:oleObj name="公式" r:id="rId19" imgW="21715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085" y="4751326"/>
                        <a:ext cx="2264206" cy="460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2055"/>
              </p:ext>
            </p:extLst>
          </p:nvPr>
        </p:nvGraphicFramePr>
        <p:xfrm>
          <a:off x="4654118" y="4779545"/>
          <a:ext cx="637309" cy="336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3" name="公式" r:id="rId21" imgW="596880" imgH="317160" progId="Equation.3">
                  <p:embed/>
                </p:oleObj>
              </mc:Choice>
              <mc:Fallback>
                <p:oleObj name="公式" r:id="rId21" imgW="5968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118" y="4779545"/>
                        <a:ext cx="637309" cy="336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19" name="Group 12"/>
          <p:cNvGrpSpPr>
            <a:grpSpLocks/>
          </p:cNvGrpSpPr>
          <p:nvPr/>
        </p:nvGrpSpPr>
        <p:grpSpPr bwMode="auto">
          <a:xfrm>
            <a:off x="8853055" y="1443831"/>
            <a:ext cx="2403475" cy="2363788"/>
            <a:chOff x="3648" y="2161"/>
            <a:chExt cx="1514" cy="1489"/>
          </a:xfrm>
        </p:grpSpPr>
        <p:grpSp>
          <p:nvGrpSpPr>
            <p:cNvPr id="21521" name="Group 13"/>
            <p:cNvGrpSpPr>
              <a:grpSpLocks/>
            </p:cNvGrpSpPr>
            <p:nvPr/>
          </p:nvGrpSpPr>
          <p:grpSpPr bwMode="auto">
            <a:xfrm>
              <a:off x="3648" y="2161"/>
              <a:ext cx="1514" cy="1489"/>
              <a:chOff x="3648" y="2161"/>
              <a:chExt cx="1514" cy="1489"/>
            </a:xfrm>
          </p:grpSpPr>
          <p:graphicFrame>
            <p:nvGraphicFramePr>
              <p:cNvPr id="21516" name="Object 12"/>
              <p:cNvGraphicFramePr>
                <a:graphicFrameLocks noChangeAspect="1"/>
              </p:cNvGraphicFramePr>
              <p:nvPr/>
            </p:nvGraphicFramePr>
            <p:xfrm>
              <a:off x="3648" y="2161"/>
              <a:ext cx="1440" cy="14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144" name="BMP 图象" r:id="rId22" imgW="2495238" imgH="2847619" progId="Paint.Picture">
                      <p:embed/>
                    </p:oleObj>
                  </mc:Choice>
                  <mc:Fallback>
                    <p:oleObj name="BMP 图象" r:id="rId22" imgW="2495238" imgH="284761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8" y="2161"/>
                            <a:ext cx="1440" cy="1439"/>
                          </a:xfrm>
                          <a:prstGeom prst="rect">
                            <a:avLst/>
                          </a:prstGeom>
                          <a:noFill/>
                          <a:ln w="19050">
                            <a:solidFill>
                              <a:srgbClr val="CC99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1524" name="Group 15"/>
              <p:cNvGrpSpPr>
                <a:grpSpLocks/>
              </p:cNvGrpSpPr>
              <p:nvPr/>
            </p:nvGrpSpPr>
            <p:grpSpPr bwMode="auto">
              <a:xfrm>
                <a:off x="4529" y="2652"/>
                <a:ext cx="633" cy="998"/>
                <a:chOff x="4566" y="2652"/>
                <a:chExt cx="633" cy="998"/>
              </a:xfrm>
            </p:grpSpPr>
            <p:graphicFrame>
              <p:nvGraphicFramePr>
                <p:cNvPr id="21517" name="Object 1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90991597"/>
                    </p:ext>
                  </p:extLst>
                </p:nvPr>
              </p:nvGraphicFramePr>
              <p:xfrm>
                <a:off x="4566" y="3488"/>
                <a:ext cx="367" cy="1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145" name="Equation" r:id="rId24" imgW="457200" imgH="203040" progId="Equation.DSMT4">
                        <p:embed/>
                      </p:oleObj>
                    </mc:Choice>
                    <mc:Fallback>
                      <p:oleObj name="Equation" r:id="rId24" imgW="45720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6" y="3488"/>
                              <a:ext cx="367" cy="1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518" name="Object 1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964164"/>
                    </p:ext>
                  </p:extLst>
                </p:nvPr>
              </p:nvGraphicFramePr>
              <p:xfrm>
                <a:off x="4785" y="2652"/>
                <a:ext cx="414" cy="14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146" name="Equation" r:id="rId26" imgW="444240" imgH="203040" progId="Equation.DSMT4">
                        <p:embed/>
                      </p:oleObj>
                    </mc:Choice>
                    <mc:Fallback>
                      <p:oleObj name="Equation" r:id="rId26" imgW="44424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85" y="2652"/>
                              <a:ext cx="414" cy="14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21522" name="Line 18"/>
            <p:cNvSpPr>
              <a:spLocks noChangeShapeType="1"/>
            </p:cNvSpPr>
            <p:nvPr/>
          </p:nvSpPr>
          <p:spPr bwMode="auto">
            <a:xfrm>
              <a:off x="3879" y="3457"/>
              <a:ext cx="86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" name="Line 19"/>
            <p:cNvSpPr>
              <a:spLocks noChangeShapeType="1"/>
            </p:cNvSpPr>
            <p:nvPr/>
          </p:nvSpPr>
          <p:spPr bwMode="auto">
            <a:xfrm flipV="1">
              <a:off x="4739" y="2708"/>
              <a:ext cx="0" cy="7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72" name="Text Box 20"/>
          <p:cNvSpPr txBox="1">
            <a:spLocks noChangeArrowheads="1"/>
          </p:cNvSpPr>
          <p:nvPr/>
        </p:nvSpPr>
        <p:spPr bwMode="auto">
          <a:xfrm>
            <a:off x="2438400" y="5257800"/>
            <a:ext cx="7391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问题</a:t>
            </a:r>
            <a:r>
              <a:rPr lang="zh-CN" altLang="en-US" sz="2800" b="1">
                <a:solidFill>
                  <a:srgbClr val="FF0000"/>
                </a:solidFill>
              </a:rPr>
              <a:t>：被积函数相同，起点和终点也相同，但路径不同而积分结果相同</a:t>
            </a:r>
            <a:r>
              <a:rPr lang="en-US" altLang="zh-CN" sz="2800" b="1">
                <a:solidFill>
                  <a:srgbClr val="FF0000"/>
                </a:solidFill>
              </a:rPr>
              <a:t>.</a:t>
            </a:r>
            <a:r>
              <a:rPr lang="zh-CN" altLang="en-US" sz="2800" b="1">
                <a:solidFill>
                  <a:srgbClr val="FF0000"/>
                </a:solidFill>
              </a:rPr>
              <a:t>具有普遍性？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9607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9075069" y="3322220"/>
            <a:ext cx="2700337" cy="30956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858765" y="3408499"/>
            <a:ext cx="1676400" cy="3016250"/>
            <a:chOff x="4416" y="2064"/>
            <a:chExt cx="1056" cy="1900"/>
          </a:xfrm>
        </p:grpSpPr>
        <p:sp>
          <p:nvSpPr>
            <p:cNvPr id="22553" name="Freeform 4"/>
            <p:cNvSpPr>
              <a:spLocks/>
            </p:cNvSpPr>
            <p:nvPr/>
          </p:nvSpPr>
          <p:spPr bwMode="auto">
            <a:xfrm>
              <a:off x="4416" y="2304"/>
              <a:ext cx="768" cy="1224"/>
            </a:xfrm>
            <a:custGeom>
              <a:avLst/>
              <a:gdLst>
                <a:gd name="T0" fmla="*/ 0 w 768"/>
                <a:gd name="T1" fmla="*/ 600 h 1200"/>
                <a:gd name="T2" fmla="*/ 0 w 768"/>
                <a:gd name="T3" fmla="*/ 1248 h 1200"/>
                <a:gd name="T4" fmla="*/ 768 w 768"/>
                <a:gd name="T5" fmla="*/ 1248 h 1200"/>
                <a:gd name="T6" fmla="*/ 768 w 768"/>
                <a:gd name="T7" fmla="*/ 0 h 12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1200"/>
                <a:gd name="T14" fmla="*/ 768 w 768"/>
                <a:gd name="T15" fmla="*/ 1200 h 12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1200">
                  <a:moveTo>
                    <a:pt x="0" y="576"/>
                  </a:moveTo>
                  <a:lnTo>
                    <a:pt x="0" y="1200"/>
                  </a:lnTo>
                  <a:lnTo>
                    <a:pt x="768" y="1200"/>
                  </a:lnTo>
                  <a:lnTo>
                    <a:pt x="768" y="0"/>
                  </a:lnTo>
                </a:path>
              </a:pathLst>
            </a:custGeom>
            <a:gradFill rotWithShape="0">
              <a:gsLst>
                <a:gs pos="0">
                  <a:srgbClr val="002F00"/>
                </a:gs>
                <a:gs pos="50000">
                  <a:srgbClr val="006600"/>
                </a:gs>
                <a:gs pos="100000">
                  <a:srgbClr val="002F00"/>
                </a:gs>
              </a:gsLst>
              <a:lin ang="0" scaled="1"/>
            </a:gradFill>
            <a:ln w="19050" cmpd="sng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4" name="Arc 5"/>
            <p:cNvSpPr>
              <a:spLocks/>
            </p:cNvSpPr>
            <p:nvPr/>
          </p:nvSpPr>
          <p:spPr bwMode="auto">
            <a:xfrm>
              <a:off x="4416" y="3407"/>
              <a:ext cx="768" cy="167"/>
            </a:xfrm>
            <a:custGeom>
              <a:avLst/>
              <a:gdLst>
                <a:gd name="T0" fmla="*/ 0 w 43144"/>
                <a:gd name="T1" fmla="*/ 0 h 21600"/>
                <a:gd name="T2" fmla="*/ 0 w 43144"/>
                <a:gd name="T3" fmla="*/ 0 h 21600"/>
                <a:gd name="T4" fmla="*/ 0 w 43144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44"/>
                <a:gd name="T10" fmla="*/ 0 h 21600"/>
                <a:gd name="T11" fmla="*/ 43144 w 4314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44" h="21600" fill="none" extrusionOk="0">
                  <a:moveTo>
                    <a:pt x="0" y="20492"/>
                  </a:moveTo>
                  <a:cubicBezTo>
                    <a:pt x="590" y="9008"/>
                    <a:pt x="10073" y="-1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</a:path>
                <a:path w="43144" h="21600" stroke="0" extrusionOk="0">
                  <a:moveTo>
                    <a:pt x="0" y="20492"/>
                  </a:moveTo>
                  <a:cubicBezTo>
                    <a:pt x="590" y="9008"/>
                    <a:pt x="10073" y="-1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  <a:lnTo>
                    <a:pt x="21572" y="21600"/>
                  </a:lnTo>
                  <a:close/>
                </a:path>
              </a:pathLst>
            </a:custGeom>
            <a:noFill/>
            <a:ln w="9525">
              <a:solidFill>
                <a:srgbClr val="00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5" name="Arc 6"/>
            <p:cNvSpPr>
              <a:spLocks/>
            </p:cNvSpPr>
            <p:nvPr/>
          </p:nvSpPr>
          <p:spPr bwMode="auto">
            <a:xfrm rot="10800000">
              <a:off x="4416" y="3513"/>
              <a:ext cx="768" cy="167"/>
            </a:xfrm>
            <a:custGeom>
              <a:avLst/>
              <a:gdLst>
                <a:gd name="T0" fmla="*/ 0 w 43144"/>
                <a:gd name="T1" fmla="*/ 0 h 21600"/>
                <a:gd name="T2" fmla="*/ 0 w 43144"/>
                <a:gd name="T3" fmla="*/ 0 h 21600"/>
                <a:gd name="T4" fmla="*/ 0 w 43144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44"/>
                <a:gd name="T10" fmla="*/ 0 h 21600"/>
                <a:gd name="T11" fmla="*/ 43144 w 4314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44" h="21600" fill="none" extrusionOk="0">
                  <a:moveTo>
                    <a:pt x="0" y="20492"/>
                  </a:moveTo>
                  <a:cubicBezTo>
                    <a:pt x="590" y="9008"/>
                    <a:pt x="10073" y="-1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</a:path>
                <a:path w="43144" h="21600" stroke="0" extrusionOk="0">
                  <a:moveTo>
                    <a:pt x="0" y="20492"/>
                  </a:moveTo>
                  <a:cubicBezTo>
                    <a:pt x="590" y="9008"/>
                    <a:pt x="10073" y="-1"/>
                    <a:pt x="21572" y="0"/>
                  </a:cubicBezTo>
                  <a:cubicBezTo>
                    <a:pt x="33076" y="0"/>
                    <a:pt x="42561" y="9016"/>
                    <a:pt x="43144" y="20505"/>
                  </a:cubicBezTo>
                  <a:lnTo>
                    <a:pt x="21572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002F00"/>
                </a:gs>
                <a:gs pos="50000">
                  <a:srgbClr val="006600"/>
                </a:gs>
                <a:gs pos="100000">
                  <a:srgbClr val="002F00"/>
                </a:gs>
              </a:gsLst>
              <a:lin ang="0" scaled="1"/>
            </a:gradFill>
            <a:ln w="1905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6" name="Oval 7"/>
            <p:cNvSpPr>
              <a:spLocks noChangeArrowheads="1"/>
            </p:cNvSpPr>
            <p:nvPr/>
          </p:nvSpPr>
          <p:spPr bwMode="auto">
            <a:xfrm rot="18878416">
              <a:off x="4303" y="2325"/>
              <a:ext cx="986" cy="500"/>
            </a:xfrm>
            <a:prstGeom prst="ellipse">
              <a:avLst/>
            </a:prstGeom>
            <a:gradFill rotWithShape="0">
              <a:gsLst>
                <a:gs pos="0">
                  <a:srgbClr val="002F00"/>
                </a:gs>
                <a:gs pos="50000">
                  <a:srgbClr val="006600"/>
                </a:gs>
                <a:gs pos="100000">
                  <a:srgbClr val="002F00"/>
                </a:gs>
              </a:gsLst>
              <a:lin ang="0" scaled="1"/>
            </a:gra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2557" name="Group 8"/>
            <p:cNvGrpSpPr>
              <a:grpSpLocks/>
            </p:cNvGrpSpPr>
            <p:nvPr/>
          </p:nvGrpSpPr>
          <p:grpSpPr bwMode="auto">
            <a:xfrm>
              <a:off x="4416" y="2100"/>
              <a:ext cx="1056" cy="1824"/>
              <a:chOff x="4416" y="2128"/>
              <a:chExt cx="1056" cy="1824"/>
            </a:xfrm>
          </p:grpSpPr>
          <p:sp>
            <p:nvSpPr>
              <p:cNvPr id="22558" name="Line 9"/>
              <p:cNvSpPr>
                <a:spLocks noChangeShapeType="1"/>
              </p:cNvSpPr>
              <p:nvPr/>
            </p:nvSpPr>
            <p:spPr bwMode="auto">
              <a:xfrm>
                <a:off x="4800" y="3568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59" name="Line 10"/>
              <p:cNvSpPr>
                <a:spLocks noChangeShapeType="1"/>
              </p:cNvSpPr>
              <p:nvPr/>
            </p:nvSpPr>
            <p:spPr bwMode="auto">
              <a:xfrm flipV="1">
                <a:off x="4800" y="2704"/>
                <a:ext cx="0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0" name="Line 11"/>
              <p:cNvSpPr>
                <a:spLocks noChangeShapeType="1"/>
              </p:cNvSpPr>
              <p:nvPr/>
            </p:nvSpPr>
            <p:spPr bwMode="auto">
              <a:xfrm flipH="1">
                <a:off x="4680" y="3568"/>
                <a:ext cx="120" cy="1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1" name="Line 12"/>
              <p:cNvSpPr>
                <a:spLocks noChangeShapeType="1"/>
              </p:cNvSpPr>
              <p:nvPr/>
            </p:nvSpPr>
            <p:spPr bwMode="auto">
              <a:xfrm flipV="1">
                <a:off x="4800" y="2128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2" name="Line 13"/>
              <p:cNvSpPr>
                <a:spLocks noChangeShapeType="1"/>
              </p:cNvSpPr>
              <p:nvPr/>
            </p:nvSpPr>
            <p:spPr bwMode="auto">
              <a:xfrm>
                <a:off x="5184" y="356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3" name="Line 14"/>
              <p:cNvSpPr>
                <a:spLocks noChangeShapeType="1"/>
              </p:cNvSpPr>
              <p:nvPr/>
            </p:nvSpPr>
            <p:spPr bwMode="auto">
              <a:xfrm flipH="1">
                <a:off x="4416" y="3712"/>
                <a:ext cx="24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2540" name="Object 12"/>
            <p:cNvGraphicFramePr>
              <a:graphicFrameLocks noChangeAspect="1"/>
            </p:cNvGraphicFramePr>
            <p:nvPr/>
          </p:nvGraphicFramePr>
          <p:xfrm>
            <a:off x="4616" y="345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0" name="Equation" r:id="rId3" imgW="215640" imgH="241200" progId="Equation.3">
                    <p:embed/>
                  </p:oleObj>
                </mc:Choice>
                <mc:Fallback>
                  <p:oleObj name="Equation" r:id="rId3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345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1" name="Object 13"/>
            <p:cNvGraphicFramePr>
              <a:graphicFrameLocks noChangeAspect="1"/>
            </p:cNvGraphicFramePr>
            <p:nvPr/>
          </p:nvGraphicFramePr>
          <p:xfrm>
            <a:off x="4616" y="2064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1" name="Equation" r:id="rId5" imgW="215640" imgH="215640" progId="Equation.3">
                    <p:embed/>
                  </p:oleObj>
                </mc:Choice>
                <mc:Fallback>
                  <p:oleObj name="Equation" r:id="rId5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2064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2" name="Object 14"/>
            <p:cNvGraphicFramePr>
              <a:graphicFrameLocks noChangeAspect="1"/>
            </p:cNvGraphicFramePr>
            <p:nvPr/>
          </p:nvGraphicFramePr>
          <p:xfrm>
            <a:off x="5320" y="361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2" name="Equation" r:id="rId7" imgW="241200" imgH="317160" progId="Equation.3">
                    <p:embed/>
                  </p:oleObj>
                </mc:Choice>
                <mc:Fallback>
                  <p:oleObj name="Equation" r:id="rId7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0" y="361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3" name="Object 15"/>
            <p:cNvGraphicFramePr>
              <a:graphicFrameLocks noChangeAspect="1"/>
            </p:cNvGraphicFramePr>
            <p:nvPr/>
          </p:nvGraphicFramePr>
          <p:xfrm>
            <a:off x="4560" y="381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3" name="Equation" r:id="rId9" imgW="228600" imgH="241200" progId="Equation.3">
                    <p:embed/>
                  </p:oleObj>
                </mc:Choice>
                <mc:Fallback>
                  <p:oleObj name="Equation" r:id="rId9" imgW="228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381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4" name="Object 16"/>
            <p:cNvGraphicFramePr>
              <a:graphicFrameLocks noChangeAspect="1"/>
            </p:cNvGraphicFramePr>
            <p:nvPr/>
          </p:nvGraphicFramePr>
          <p:xfrm>
            <a:off x="4896" y="2852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4" name="Equation" r:id="rId11" imgW="253800" imgH="304560" progId="Equation.3">
                    <p:embed/>
                  </p:oleObj>
                </mc:Choice>
                <mc:Fallback>
                  <p:oleObj name="Equation" r:id="rId11" imgW="25380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2852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47" name="Rectangle 20"/>
          <p:cNvSpPr>
            <a:spLocks noGrp="1" noChangeArrowheads="1"/>
          </p:cNvSpPr>
          <p:nvPr>
            <p:ph type="title"/>
          </p:nvPr>
        </p:nvSpPr>
        <p:spPr>
          <a:xfrm>
            <a:off x="1476700" y="864982"/>
            <a:ext cx="1752600" cy="6096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81257"/>
              </p:ext>
            </p:extLst>
          </p:nvPr>
        </p:nvGraphicFramePr>
        <p:xfrm>
          <a:off x="2768298" y="810936"/>
          <a:ext cx="6258087" cy="760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5" name="Equation" r:id="rId13" imgW="2616120" imgH="317160" progId="Equation.DSMT4">
                  <p:embed/>
                </p:oleObj>
              </mc:Choice>
              <mc:Fallback>
                <p:oleObj name="Equation" r:id="rId13" imgW="26161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298" y="810936"/>
                        <a:ext cx="6258087" cy="760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9014962" y="920514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256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910259"/>
              </p:ext>
            </p:extLst>
          </p:nvPr>
        </p:nvGraphicFramePr>
        <p:xfrm>
          <a:off x="1476700" y="1437465"/>
          <a:ext cx="2826328" cy="124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6" name="Equation" r:id="rId15" imgW="1091880" imgH="482400" progId="Equation.DSMT4">
                  <p:embed/>
                </p:oleObj>
              </mc:Choice>
              <mc:Fallback>
                <p:oleObj name="Equation" r:id="rId15" imgW="1091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700" y="1437465"/>
                        <a:ext cx="2826328" cy="124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4" name="Text Box 24"/>
          <p:cNvSpPr txBox="1">
            <a:spLocks noChangeArrowheads="1"/>
          </p:cNvSpPr>
          <p:nvPr/>
        </p:nvSpPr>
        <p:spPr bwMode="auto">
          <a:xfrm>
            <a:off x="4516120" y="1984104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从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z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轴正向看为顺时针方向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 flipV="1">
            <a:off x="10010934" y="3810573"/>
            <a:ext cx="228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 flipH="1">
            <a:off x="10432221" y="4598411"/>
            <a:ext cx="2286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27" name="Text Box 27"/>
          <p:cNvSpPr txBox="1">
            <a:spLocks noChangeArrowheads="1"/>
          </p:cNvSpPr>
          <p:nvPr/>
        </p:nvSpPr>
        <p:spPr bwMode="auto">
          <a:xfrm>
            <a:off x="1476700" y="2634342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取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 </a:t>
            </a:r>
            <a:r>
              <a:rPr lang="zh-CN" altLang="en-US" sz="2800" b="1" dirty="0">
                <a:latin typeface="宋体" panose="02010600030101010101" pitchFamily="2" charset="-122"/>
                <a:sym typeface="Symbol" panose="05050102010706020507" pitchFamily="18" charset="2"/>
              </a:rPr>
              <a:t>的参数方程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5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734145"/>
              </p:ext>
            </p:extLst>
          </p:nvPr>
        </p:nvGraphicFramePr>
        <p:xfrm>
          <a:off x="1600999" y="3269966"/>
          <a:ext cx="2567437" cy="504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7" name="Equation" r:id="rId17" imgW="1193760" imgH="203040" progId="Equation.DSMT4">
                  <p:embed/>
                </p:oleObj>
              </mc:Choice>
              <mc:Fallback>
                <p:oleObj name="Equation" r:id="rId17" imgW="1193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999" y="3269966"/>
                        <a:ext cx="2567437" cy="504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750868"/>
              </p:ext>
            </p:extLst>
          </p:nvPr>
        </p:nvGraphicFramePr>
        <p:xfrm>
          <a:off x="4292873" y="3268152"/>
          <a:ext cx="4110898" cy="513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8" name="Equation" r:id="rId19" imgW="2057400" imgH="203040" progId="Equation.DSMT4">
                  <p:embed/>
                </p:oleObj>
              </mc:Choice>
              <mc:Fallback>
                <p:oleObj name="Equation" r:id="rId19" imgW="2057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873" y="3268152"/>
                        <a:ext cx="4110898" cy="513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651602"/>
              </p:ext>
            </p:extLst>
          </p:nvPr>
        </p:nvGraphicFramePr>
        <p:xfrm>
          <a:off x="1599019" y="3772433"/>
          <a:ext cx="2104104" cy="789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9" name="Equation" r:id="rId21" imgW="914400" imgH="342720" progId="Equation.DSMT4">
                  <p:embed/>
                </p:oleObj>
              </mc:Choice>
              <mc:Fallback>
                <p:oleObj name="Equation" r:id="rId21" imgW="9144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019" y="3772433"/>
                        <a:ext cx="2104104" cy="789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736012"/>
              </p:ext>
            </p:extLst>
          </p:nvPr>
        </p:nvGraphicFramePr>
        <p:xfrm>
          <a:off x="2756686" y="4627763"/>
          <a:ext cx="3846044" cy="48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0" name="Equation" r:id="rId23" imgW="1612800" imgH="203040" progId="Equation.DSMT4">
                  <p:embed/>
                </p:oleObj>
              </mc:Choice>
              <mc:Fallback>
                <p:oleObj name="Equation" r:id="rId23" imgW="1612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6686" y="4627763"/>
                        <a:ext cx="3846044" cy="484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847020"/>
              </p:ext>
            </p:extLst>
          </p:nvPr>
        </p:nvGraphicFramePr>
        <p:xfrm>
          <a:off x="2761673" y="5195282"/>
          <a:ext cx="4294423" cy="452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1" name="Equation" r:id="rId25" imgW="1930320" imgH="203040" progId="Equation.DSMT4">
                  <p:embed/>
                </p:oleObj>
              </mc:Choice>
              <mc:Fallback>
                <p:oleObj name="Equation" r:id="rId25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673" y="5195282"/>
                        <a:ext cx="4294423" cy="452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966204"/>
              </p:ext>
            </p:extLst>
          </p:nvPr>
        </p:nvGraphicFramePr>
        <p:xfrm>
          <a:off x="2454236" y="5673068"/>
          <a:ext cx="2896945" cy="766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2" name="Equation" r:id="rId27" imgW="1295280" imgH="342720" progId="Equation.DSMT4">
                  <p:embed/>
                </p:oleObj>
              </mc:Choice>
              <mc:Fallback>
                <p:oleObj name="Equation" r:id="rId27" imgW="12952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36" y="5673068"/>
                        <a:ext cx="2896945" cy="766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593271"/>
              </p:ext>
            </p:extLst>
          </p:nvPr>
        </p:nvGraphicFramePr>
        <p:xfrm>
          <a:off x="3703123" y="3927698"/>
          <a:ext cx="2676339" cy="486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3" name="Equation" r:id="rId29" imgW="1117440" imgH="203040" progId="Equation.DSMT4">
                  <p:embed/>
                </p:oleObj>
              </mc:Choice>
              <mc:Fallback>
                <p:oleObj name="Equation" r:id="rId29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123" y="3927698"/>
                        <a:ext cx="2676339" cy="4866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093329"/>
              </p:ext>
            </p:extLst>
          </p:nvPr>
        </p:nvGraphicFramePr>
        <p:xfrm>
          <a:off x="5351181" y="5797280"/>
          <a:ext cx="1016123" cy="418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4" name="Equation" r:id="rId31" imgW="431640" imgH="177480" progId="Equation.DSMT4">
                  <p:embed/>
                </p:oleObj>
              </mc:Choice>
              <mc:Fallback>
                <p:oleObj name="Equation" r:id="rId31" imgW="4316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181" y="5797280"/>
                        <a:ext cx="1016123" cy="418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5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25" grpId="0" animBg="1"/>
      <p:bldP spid="25626" grpId="0" animBg="1"/>
      <p:bldP spid="2562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87066" y="926932"/>
            <a:ext cx="3708400" cy="609600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设曲线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为曲面</a:t>
            </a:r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981485"/>
              </p:ext>
            </p:extLst>
          </p:nvPr>
        </p:nvGraphicFramePr>
        <p:xfrm>
          <a:off x="4761992" y="870097"/>
          <a:ext cx="2590800" cy="555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2" name="Equation" r:id="rId3" imgW="1066680" imgH="228600" progId="Equation.DSMT4">
                  <p:embed/>
                </p:oleObj>
              </mc:Choice>
              <mc:Fallback>
                <p:oleObj name="Equation" r:id="rId3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1992" y="870097"/>
                        <a:ext cx="2590800" cy="555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Text Box 4"/>
          <p:cNvSpPr txBox="1">
            <a:spLocks noChangeArrowheads="1"/>
          </p:cNvSpPr>
          <p:nvPr/>
        </p:nvSpPr>
        <p:spPr bwMode="auto">
          <a:xfrm>
            <a:off x="7356456" y="982124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与曲面</a:t>
            </a: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723435"/>
              </p:ext>
            </p:extLst>
          </p:nvPr>
        </p:nvGraphicFramePr>
        <p:xfrm>
          <a:off x="8551820" y="909256"/>
          <a:ext cx="2017568" cy="558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3" name="Equation" r:id="rId5" imgW="825480" imgH="228600" progId="Equation.DSMT4">
                  <p:embed/>
                </p:oleObj>
              </mc:Choice>
              <mc:Fallback>
                <p:oleObj name="Equation" r:id="rId5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1820" y="909256"/>
                        <a:ext cx="2017568" cy="5587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846514"/>
              </p:ext>
            </p:extLst>
          </p:nvPr>
        </p:nvGraphicFramePr>
        <p:xfrm>
          <a:off x="1811601" y="1504352"/>
          <a:ext cx="3317885" cy="512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4" name="Equation" r:id="rId7" imgW="1396800" imgH="215640" progId="Equation.DSMT4">
                  <p:embed/>
                </p:oleObj>
              </mc:Choice>
              <mc:Fallback>
                <p:oleObj name="Equation" r:id="rId7" imgW="1396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601" y="1504352"/>
                        <a:ext cx="3317885" cy="5127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5059152" y="1474296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从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ox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轴正向看去为逆时针方向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2267353" y="1986502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(1) </a:t>
            </a:r>
            <a:r>
              <a:rPr lang="zh-CN" altLang="en-US" sz="2800" b="1" dirty="0">
                <a:latin typeface="宋体" panose="02010600030101010101" pitchFamily="2" charset="-122"/>
              </a:rPr>
              <a:t>写出曲线 </a:t>
            </a:r>
            <a:r>
              <a:rPr lang="en-US" altLang="zh-CN" sz="2800" b="1" i="1" dirty="0">
                <a:ea typeface="楷体_GB2312" pitchFamily="49" charset="-122"/>
              </a:rPr>
              <a:t>C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的参数方程 </a:t>
            </a:r>
            <a:r>
              <a:rPr lang="en-US" altLang="zh-CN" sz="2800" b="1" dirty="0">
                <a:ea typeface="楷体_GB2312" pitchFamily="49" charset="-122"/>
              </a:rPr>
              <a:t>;</a:t>
            </a: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2309949" y="2553031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(2) </a:t>
            </a:r>
            <a:r>
              <a:rPr lang="zh-CN" altLang="en-US" sz="2800" b="1" dirty="0">
                <a:latin typeface="宋体" panose="02010600030101010101" pitchFamily="2" charset="-122"/>
              </a:rPr>
              <a:t>计算曲线积分</a:t>
            </a:r>
          </a:p>
        </p:txBody>
      </p:sp>
      <p:graphicFrame>
        <p:nvGraphicFramePr>
          <p:cNvPr id="3175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365011"/>
              </p:ext>
            </p:extLst>
          </p:nvPr>
        </p:nvGraphicFramePr>
        <p:xfrm>
          <a:off x="5124827" y="2404665"/>
          <a:ext cx="3811294" cy="756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5" name="Equation" r:id="rId9" imgW="1600200" imgH="317160" progId="Equation.DSMT4">
                  <p:embed/>
                </p:oleObj>
              </mc:Choice>
              <mc:Fallback>
                <p:oleObj name="Equation" r:id="rId9" imgW="16002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827" y="2404665"/>
                        <a:ext cx="3811294" cy="756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1474366" y="3659017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(1)</a:t>
            </a:r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>
            <a:off x="8713979" y="1453877"/>
            <a:ext cx="1905000" cy="0"/>
          </a:xfrm>
          <a:prstGeom prst="line">
            <a:avLst/>
          </a:prstGeom>
          <a:noFill/>
          <a:ln w="158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75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000175"/>
              </p:ext>
            </p:extLst>
          </p:nvPr>
        </p:nvGraphicFramePr>
        <p:xfrm>
          <a:off x="3391401" y="2938285"/>
          <a:ext cx="3240179" cy="115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6" name="Equation" r:id="rId11" imgW="1320480" imgH="469800" progId="Equation.DSMT4">
                  <p:embed/>
                </p:oleObj>
              </mc:Choice>
              <mc:Fallback>
                <p:oleObj name="Equation" r:id="rId11" imgW="1320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1401" y="2938285"/>
                        <a:ext cx="3240179" cy="1154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8" name="Line 14"/>
          <p:cNvSpPr>
            <a:spLocks noChangeShapeType="1"/>
          </p:cNvSpPr>
          <p:nvPr/>
        </p:nvSpPr>
        <p:spPr bwMode="auto">
          <a:xfrm>
            <a:off x="4761992" y="1453877"/>
            <a:ext cx="25908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7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222622"/>
              </p:ext>
            </p:extLst>
          </p:nvPr>
        </p:nvGraphicFramePr>
        <p:xfrm>
          <a:off x="3422736" y="4042278"/>
          <a:ext cx="2634656" cy="65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7" name="Equation" r:id="rId13" imgW="1130040" imgH="279360" progId="Equation.DSMT4">
                  <p:embed/>
                </p:oleObj>
              </mc:Choice>
              <mc:Fallback>
                <p:oleObj name="Equation" r:id="rId13" imgW="11300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736" y="4042278"/>
                        <a:ext cx="2634656" cy="65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0" name="AutoShape 16"/>
          <p:cNvSpPr>
            <a:spLocks/>
          </p:cNvSpPr>
          <p:nvPr/>
        </p:nvSpPr>
        <p:spPr bwMode="auto">
          <a:xfrm>
            <a:off x="3239001" y="3565621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61" name="AutoShape 17"/>
          <p:cNvSpPr>
            <a:spLocks noChangeArrowheads="1"/>
          </p:cNvSpPr>
          <p:nvPr/>
        </p:nvSpPr>
        <p:spPr bwMode="auto">
          <a:xfrm>
            <a:off x="2350666" y="5501927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62" name="AutoShape 18"/>
          <p:cNvSpPr>
            <a:spLocks/>
          </p:cNvSpPr>
          <p:nvPr/>
        </p:nvSpPr>
        <p:spPr bwMode="auto">
          <a:xfrm>
            <a:off x="3910149" y="4958736"/>
            <a:ext cx="157867" cy="1527023"/>
          </a:xfrm>
          <a:prstGeom prst="leftBrace">
            <a:avLst>
              <a:gd name="adj1" fmla="val 7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176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089485"/>
              </p:ext>
            </p:extLst>
          </p:nvPr>
        </p:nvGraphicFramePr>
        <p:xfrm>
          <a:off x="4068016" y="4508950"/>
          <a:ext cx="2069641" cy="894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8" name="Equation" r:id="rId15" imgW="939600" imgH="406080" progId="Equation.DSMT4">
                  <p:embed/>
                </p:oleObj>
              </mc:Choice>
              <mc:Fallback>
                <p:oleObj name="Equation" r:id="rId15" imgW="939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016" y="4508950"/>
                        <a:ext cx="2069641" cy="894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491731"/>
              </p:ext>
            </p:extLst>
          </p:nvPr>
        </p:nvGraphicFramePr>
        <p:xfrm>
          <a:off x="4114800" y="5232325"/>
          <a:ext cx="1456062" cy="862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9" name="Equation" r:id="rId17" imgW="685800" imgH="406080" progId="Equation.DSMT4">
                  <p:embed/>
                </p:oleObj>
              </mc:Choice>
              <mc:Fallback>
                <p:oleObj name="Equation" r:id="rId17" imgW="685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232325"/>
                        <a:ext cx="1456062" cy="862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390099"/>
              </p:ext>
            </p:extLst>
          </p:nvPr>
        </p:nvGraphicFramePr>
        <p:xfrm>
          <a:off x="4110234" y="5829363"/>
          <a:ext cx="1582448" cy="919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0" name="Equation" r:id="rId19" imgW="698400" imgH="406080" progId="Equation.DSMT4">
                  <p:embed/>
                </p:oleObj>
              </mc:Choice>
              <mc:Fallback>
                <p:oleObj name="Equation" r:id="rId19" imgW="698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0234" y="5829363"/>
                        <a:ext cx="1582448" cy="919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497877"/>
              </p:ext>
            </p:extLst>
          </p:nvPr>
        </p:nvGraphicFramePr>
        <p:xfrm>
          <a:off x="6405374" y="5403058"/>
          <a:ext cx="1549216" cy="409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1" name="Equation" r:id="rId21" imgW="672840" imgH="177480" progId="Equation.DSMT4">
                  <p:embed/>
                </p:oleObj>
              </mc:Choice>
              <mc:Fallback>
                <p:oleObj name="Equation" r:id="rId21" imgW="6728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374" y="5403058"/>
                        <a:ext cx="1549216" cy="409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616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5" grpId="0" autoUpdateAnimBg="0"/>
      <p:bldP spid="31756" grpId="0" animBg="1"/>
      <p:bldP spid="31758" grpId="0" animBg="1"/>
      <p:bldP spid="31760" grpId="0" animBg="1"/>
      <p:bldP spid="31761" grpId="0" animBg="1"/>
      <p:bldP spid="3176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9" name="Text Box 2"/>
          <p:cNvSpPr txBox="1">
            <a:spLocks noChangeArrowheads="1"/>
          </p:cNvSpPr>
          <p:nvPr/>
        </p:nvSpPr>
        <p:spPr bwMode="auto">
          <a:xfrm>
            <a:off x="1594465" y="1089802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(2) 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原式 </a:t>
            </a:r>
            <a:r>
              <a:rPr lang="en-US" altLang="zh-CN" sz="2800" dirty="0">
                <a:ea typeface="楷体_GB2312" pitchFamily="49" charset="-122"/>
              </a:rPr>
              <a:t>=</a:t>
            </a:r>
          </a:p>
        </p:txBody>
      </p:sp>
      <p:graphicFrame>
        <p:nvGraphicFramePr>
          <p:cNvPr id="296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631618"/>
              </p:ext>
            </p:extLst>
          </p:nvPr>
        </p:nvGraphicFramePr>
        <p:xfrm>
          <a:off x="4010611" y="800076"/>
          <a:ext cx="1570038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4" name="Equation" r:id="rId3" imgW="672840" imgH="419040" progId="Equation.DSMT4">
                  <p:embed/>
                </p:oleObj>
              </mc:Choice>
              <mc:Fallback>
                <p:oleObj name="Equation" r:id="rId3" imgW="672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611" y="800076"/>
                        <a:ext cx="1570038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560350"/>
              </p:ext>
            </p:extLst>
          </p:nvPr>
        </p:nvGraphicFramePr>
        <p:xfrm>
          <a:off x="5692726" y="1608915"/>
          <a:ext cx="39179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5" name="Equation" r:id="rId5" imgW="1600200" imgH="419040" progId="Equation.DSMT4">
                  <p:embed/>
                </p:oleObj>
              </mc:Choice>
              <mc:Fallback>
                <p:oleObj name="Equation" r:id="rId5" imgW="16002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726" y="1608915"/>
                        <a:ext cx="391795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3939183" y="2374884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令</a:t>
            </a:r>
          </a:p>
        </p:txBody>
      </p:sp>
      <p:graphicFrame>
        <p:nvGraphicFramePr>
          <p:cNvPr id="327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631166"/>
              </p:ext>
            </p:extLst>
          </p:nvPr>
        </p:nvGraphicFramePr>
        <p:xfrm>
          <a:off x="4520053" y="2503589"/>
          <a:ext cx="1340996" cy="378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6" name="Equation" r:id="rId7" imgW="583920" imgH="164880" progId="Equation.DSMT4">
                  <p:embed/>
                </p:oleObj>
              </mc:Choice>
              <mc:Fallback>
                <p:oleObj name="Equation" r:id="rId7" imgW="5839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0053" y="2503589"/>
                        <a:ext cx="1340996" cy="378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3703782" y="2117882"/>
            <a:ext cx="0" cy="990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234556"/>
              </p:ext>
            </p:extLst>
          </p:nvPr>
        </p:nvGraphicFramePr>
        <p:xfrm>
          <a:off x="3351221" y="964095"/>
          <a:ext cx="774340" cy="746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7" name="Equation" r:id="rId9" imgW="355320" imgH="342720" progId="Equation.DSMT4">
                  <p:embed/>
                </p:oleObj>
              </mc:Choice>
              <mc:Fallback>
                <p:oleObj name="Equation" r:id="rId9" imgW="3553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1221" y="964095"/>
                        <a:ext cx="774340" cy="746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6"/>
          <p:cNvGraphicFramePr>
            <a:graphicFrameLocks noChangeAspect="1"/>
          </p:cNvGraphicFramePr>
          <p:nvPr/>
        </p:nvGraphicFramePr>
        <p:xfrm>
          <a:off x="3499465" y="3011271"/>
          <a:ext cx="1072535" cy="774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8" name="Equation" r:id="rId11" imgW="457200" imgH="330120" progId="Equation.DSMT4">
                  <p:embed/>
                </p:oleObj>
              </mc:Choice>
              <mc:Fallback>
                <p:oleObj name="Equation" r:id="rId11" imgW="457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9465" y="3011271"/>
                        <a:ext cx="1072535" cy="774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130251"/>
              </p:ext>
            </p:extLst>
          </p:nvPr>
        </p:nvGraphicFramePr>
        <p:xfrm>
          <a:off x="4351338" y="2913063"/>
          <a:ext cx="39782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9" name="Equation" r:id="rId13" imgW="1739880" imgH="419040" progId="Equation.DSMT4">
                  <p:embed/>
                </p:oleObj>
              </mc:Choice>
              <mc:Fallback>
                <p:oleObj name="Equation" r:id="rId13" imgW="17398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2913063"/>
                        <a:ext cx="397827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504680"/>
              </p:ext>
            </p:extLst>
          </p:nvPr>
        </p:nvGraphicFramePr>
        <p:xfrm>
          <a:off x="6094413" y="3575050"/>
          <a:ext cx="377031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0" name="Equation" r:id="rId15" imgW="1663560" imgH="419040" progId="Equation.DSMT4">
                  <p:embed/>
                </p:oleObj>
              </mc:Choice>
              <mc:Fallback>
                <p:oleObj name="Equation" r:id="rId15" imgW="1663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13" y="3575050"/>
                        <a:ext cx="3770312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0" name="Line 12"/>
          <p:cNvSpPr>
            <a:spLocks noChangeShapeType="1"/>
          </p:cNvSpPr>
          <p:nvPr/>
        </p:nvSpPr>
        <p:spPr bwMode="auto">
          <a:xfrm>
            <a:off x="4819505" y="3236760"/>
            <a:ext cx="800100" cy="427038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>
            <a:off x="7739857" y="3873742"/>
            <a:ext cx="746125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78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633294"/>
              </p:ext>
            </p:extLst>
          </p:nvPr>
        </p:nvGraphicFramePr>
        <p:xfrm>
          <a:off x="3452813" y="4265613"/>
          <a:ext cx="192246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1" name="Equation" r:id="rId17" imgW="799920" imgH="419040" progId="Equation.DSMT4">
                  <p:embed/>
                </p:oleObj>
              </mc:Choice>
              <mc:Fallback>
                <p:oleObj name="Equation" r:id="rId17" imgW="7999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4265613"/>
                        <a:ext cx="1922462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457635"/>
              </p:ext>
            </p:extLst>
          </p:nvPr>
        </p:nvGraphicFramePr>
        <p:xfrm>
          <a:off x="5225257" y="4379945"/>
          <a:ext cx="25146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2" name="Equation" r:id="rId19" imgW="1104840" imgH="406080" progId="Equation.DSMT4">
                  <p:embed/>
                </p:oleObj>
              </mc:Choice>
              <mc:Fallback>
                <p:oleObj name="Equation" r:id="rId19" imgW="1104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5257" y="4379945"/>
                        <a:ext cx="251460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495716"/>
              </p:ext>
            </p:extLst>
          </p:nvPr>
        </p:nvGraphicFramePr>
        <p:xfrm>
          <a:off x="3456430" y="5302282"/>
          <a:ext cx="1338262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3" name="Equation" r:id="rId21" imgW="558720" imgH="406080" progId="Equation.DSMT4">
                  <p:embed/>
                </p:oleObj>
              </mc:Choice>
              <mc:Fallback>
                <p:oleObj name="Equation" r:id="rId21" imgW="558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430" y="5302282"/>
                        <a:ext cx="1338262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117915"/>
              </p:ext>
            </p:extLst>
          </p:nvPr>
        </p:nvGraphicFramePr>
        <p:xfrm>
          <a:off x="5580649" y="781850"/>
          <a:ext cx="233203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4" name="Equation" r:id="rId23" imgW="1015920" imgH="419040" progId="Equation.DSMT4">
                  <p:embed/>
                </p:oleObj>
              </mc:Choice>
              <mc:Fallback>
                <p:oleObj name="Equation" r:id="rId23" imgW="10159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649" y="781850"/>
                        <a:ext cx="233203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2870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build="p" autoUpdateAnimBg="0"/>
      <p:bldP spid="32775" grpId="0" animBg="1"/>
      <p:bldP spid="32780" grpId="0" animBg="1"/>
      <p:bldP spid="3278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26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31398"/>
              </p:ext>
            </p:extLst>
          </p:nvPr>
        </p:nvGraphicFramePr>
        <p:xfrm>
          <a:off x="8299450" y="1011238"/>
          <a:ext cx="15208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3" name="Equation" r:id="rId3" imgW="761760" imgH="241200" progId="Equation.DSMT4">
                  <p:embed/>
                </p:oleObj>
              </mc:Choice>
              <mc:Fallback>
                <p:oleObj name="Equation" r:id="rId3" imgW="761760" imgH="241200" progId="Equation.DSMT4">
                  <p:embed/>
                  <p:pic>
                    <p:nvPicPr>
                      <p:cNvPr id="0" name="图片 1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9450" y="1011238"/>
                        <a:ext cx="1520825" cy="477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044185"/>
              </p:ext>
            </p:extLst>
          </p:nvPr>
        </p:nvGraphicFramePr>
        <p:xfrm>
          <a:off x="1601530" y="1855264"/>
          <a:ext cx="16906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4" name="Equation" r:id="rId5" imgW="850680" imgH="241200" progId="Equation.DSMT4">
                  <p:embed/>
                </p:oleObj>
              </mc:Choice>
              <mc:Fallback>
                <p:oleObj name="Equation" r:id="rId5" imgW="850680" imgH="241200" progId="Equation.DSMT4">
                  <p:embed/>
                  <p:pic>
                    <p:nvPicPr>
                      <p:cNvPr id="0" name="图片 1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530" y="1855264"/>
                        <a:ext cx="1690687" cy="476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60208"/>
              </p:ext>
            </p:extLst>
          </p:nvPr>
        </p:nvGraphicFramePr>
        <p:xfrm>
          <a:off x="5600700" y="1706563"/>
          <a:ext cx="516255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5" name="Equation" r:id="rId7" imgW="2705040" imgH="304560" progId="Equation.DSMT4">
                  <p:embed/>
                </p:oleObj>
              </mc:Choice>
              <mc:Fallback>
                <p:oleObj name="Equation" r:id="rId7" imgW="2705040" imgH="304560" progId="Equation.DSMT4">
                  <p:embed/>
                  <p:pic>
                    <p:nvPicPr>
                      <p:cNvPr id="0" name="图片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1706563"/>
                        <a:ext cx="5162550" cy="6524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166684" y="963888"/>
            <a:ext cx="33089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已知曲线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的方程为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249863" y="980041"/>
            <a:ext cx="14751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起点为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9812194" y="969540"/>
            <a:ext cx="1333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终点为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3302000" y="1806277"/>
            <a:ext cx="24671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计算曲线积分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992194"/>
              </p:ext>
            </p:extLst>
          </p:nvPr>
        </p:nvGraphicFramePr>
        <p:xfrm>
          <a:off x="5059258" y="2625653"/>
          <a:ext cx="1889125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6" name="Equation" r:id="rId9" imgW="939600" imgH="761760" progId="Equation.DSMT4">
                  <p:embed/>
                </p:oleObj>
              </mc:Choice>
              <mc:Fallback>
                <p:oleObj name="Equation" r:id="rId9" imgW="939600" imgH="761760" progId="Equation.DSMT4">
                  <p:embed/>
                  <p:pic>
                    <p:nvPicPr>
                      <p:cNvPr id="0" name="图片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258" y="2625653"/>
                        <a:ext cx="1889125" cy="1527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111599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864694" y="3091777"/>
            <a:ext cx="33089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曲线</a:t>
            </a:r>
            <a:r>
              <a:rPr lang="en-US" altLang="zh-CN" sz="2800" b="1" i="1" kern="100" dirty="0">
                <a:latin typeface="Times New Roman" panose="02020603050405020304" pitchFamily="18" charset="0"/>
              </a:rPr>
              <a:t>L</a:t>
            </a:r>
            <a:r>
              <a:rPr lang="zh-CN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的参数方程为</a:t>
            </a:r>
            <a:endParaRPr lang="zh-CN" altLang="en-US" sz="28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1329661" y="310400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232742"/>
              </p:ext>
            </p:extLst>
          </p:nvPr>
        </p:nvGraphicFramePr>
        <p:xfrm>
          <a:off x="1567163" y="4678429"/>
          <a:ext cx="893603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7" name="Equation" r:id="rId11" imgW="4419360" imgH="457200" progId="Equation.DSMT4">
                  <p:embed/>
                </p:oleObj>
              </mc:Choice>
              <mc:Fallback>
                <p:oleObj name="Equation" r:id="rId11" imgW="4419360" imgH="457200" progId="Equation.DSMT4">
                  <p:embed/>
                  <p:pic>
                    <p:nvPicPr>
                      <p:cNvPr id="0" name="图片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7163" y="4678429"/>
                        <a:ext cx="8936038" cy="974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15610"/>
              </p:ext>
            </p:extLst>
          </p:nvPr>
        </p:nvGraphicFramePr>
        <p:xfrm>
          <a:off x="1549295" y="5461000"/>
          <a:ext cx="35099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8" name="Equation" r:id="rId13" imgW="1600200" imgH="431640" progId="Equation.DSMT4">
                  <p:embed/>
                </p:oleObj>
              </mc:Choice>
              <mc:Fallback>
                <p:oleObj name="Equation" r:id="rId13" imgW="1600200" imgH="431640" progId="Equation.DSMT4">
                  <p:embed/>
                  <p:pic>
                    <p:nvPicPr>
                      <p:cNvPr id="0" name="图片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295" y="5461000"/>
                        <a:ext cx="3509963" cy="939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5"/>
          <p:cNvSpPr>
            <a:spLocks noChangeArrowheads="1"/>
          </p:cNvSpPr>
          <p:nvPr/>
        </p:nvSpPr>
        <p:spPr bwMode="auto">
          <a:xfrm>
            <a:off x="146649" y="-9492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36"/>
          <p:cNvSpPr>
            <a:spLocks noChangeArrowheads="1"/>
          </p:cNvSpPr>
          <p:nvPr/>
        </p:nvSpPr>
        <p:spPr bwMode="auto">
          <a:xfrm>
            <a:off x="146649" y="113379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20"/>
          <p:cNvSpPr txBox="1">
            <a:spLocks noChangeArrowheads="1"/>
          </p:cNvSpPr>
          <p:nvPr/>
        </p:nvSpPr>
        <p:spPr>
          <a:xfrm>
            <a:off x="1399247" y="1058500"/>
            <a:ext cx="948306" cy="4471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759949" y="2161066"/>
            <a:ext cx="1933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(2015</a:t>
            </a:r>
            <a:r>
              <a:rPr lang="zh-CN" altLang="en-US" sz="2400" b="1" dirty="0">
                <a:solidFill>
                  <a:srgbClr val="0000FF"/>
                </a:solidFill>
              </a:rPr>
              <a:t>高数一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084611" y="2585420"/>
            <a:ext cx="3754644" cy="861526"/>
            <a:chOff x="7361211" y="2296231"/>
            <a:chExt cx="3754644" cy="861526"/>
          </a:xfrm>
        </p:grpSpPr>
        <p:grpSp>
          <p:nvGrpSpPr>
            <p:cNvPr id="3" name="组合 2"/>
            <p:cNvGrpSpPr/>
            <p:nvPr/>
          </p:nvGrpSpPr>
          <p:grpSpPr>
            <a:xfrm>
              <a:off x="7361211" y="2296231"/>
              <a:ext cx="3754644" cy="861526"/>
              <a:chOff x="7351028" y="1862395"/>
              <a:chExt cx="3754644" cy="861526"/>
            </a:xfrm>
          </p:grpSpPr>
          <p:graphicFrame>
            <p:nvGraphicFramePr>
              <p:cNvPr id="19" name="对象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43993526"/>
                  </p:ext>
                </p:extLst>
              </p:nvPr>
            </p:nvGraphicFramePr>
            <p:xfrm>
              <a:off x="10304253" y="1862395"/>
              <a:ext cx="801419" cy="8615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29" name="Equation" r:id="rId15" imgW="380880" imgH="406080" progId="Equation.DSMT4">
                      <p:embed/>
                    </p:oleObj>
                  </mc:Choice>
                  <mc:Fallback>
                    <p:oleObj name="Equation" r:id="rId15" imgW="380880" imgH="406080" progId="Equation.DSMT4">
                      <p:embed/>
                      <p:pic>
                        <p:nvPicPr>
                          <p:cNvPr id="0" name="图片 19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304253" y="1862395"/>
                            <a:ext cx="801419" cy="86152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9"/>
              <p:cNvSpPr>
                <a:spLocks noChangeArrowheads="1"/>
              </p:cNvSpPr>
              <p:nvPr/>
            </p:nvSpPr>
            <p:spPr bwMode="auto">
              <a:xfrm>
                <a:off x="7351028" y="2100912"/>
                <a:ext cx="90281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Calibri" panose="020F0502020204030204" pitchFamily="34" charset="0"/>
                  </a:rPr>
                  <a:t>起点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" name="Rectangle 20"/>
              <p:cNvSpPr>
                <a:spLocks noChangeArrowheads="1"/>
              </p:cNvSpPr>
              <p:nvPr/>
            </p:nvSpPr>
            <p:spPr bwMode="auto">
              <a:xfrm>
                <a:off x="9393057" y="2091177"/>
                <a:ext cx="104379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Calibri" panose="020F0502020204030204" pitchFamily="34" charset="0"/>
                  </a:rPr>
                  <a:t>对应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0604474"/>
                </p:ext>
              </p:extLst>
            </p:nvPr>
          </p:nvGraphicFramePr>
          <p:xfrm>
            <a:off x="8118482" y="2545249"/>
            <a:ext cx="1371940" cy="477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30" name="Equation" r:id="rId17" imgW="723600" imgH="241200" progId="Equation.DSMT4">
                    <p:embed/>
                  </p:oleObj>
                </mc:Choice>
                <mc:Fallback>
                  <p:oleObj name="Equation" r:id="rId17" imgW="723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18482" y="2545249"/>
                          <a:ext cx="1371940" cy="4778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7127250" y="3321259"/>
            <a:ext cx="4344353" cy="864111"/>
            <a:chOff x="7069832" y="3112535"/>
            <a:chExt cx="4344353" cy="864111"/>
          </a:xfrm>
        </p:grpSpPr>
        <p:grpSp>
          <p:nvGrpSpPr>
            <p:cNvPr id="11" name="组合 10"/>
            <p:cNvGrpSpPr/>
            <p:nvPr/>
          </p:nvGrpSpPr>
          <p:grpSpPr>
            <a:xfrm>
              <a:off x="7069832" y="3112535"/>
              <a:ext cx="4344353" cy="864111"/>
              <a:chOff x="1588940" y="3485643"/>
              <a:chExt cx="4344353" cy="864111"/>
            </a:xfrm>
          </p:grpSpPr>
          <p:graphicFrame>
            <p:nvGraphicFramePr>
              <p:cNvPr id="21" name="对象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84133078"/>
                  </p:ext>
                </p:extLst>
              </p:nvPr>
            </p:nvGraphicFramePr>
            <p:xfrm>
              <a:off x="4888321" y="3485643"/>
              <a:ext cx="1044972" cy="8641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31" name="Equation" r:id="rId19" imgW="494870" imgH="406048" progId="Equation.DSMT4">
                      <p:embed/>
                    </p:oleObj>
                  </mc:Choice>
                  <mc:Fallback>
                    <p:oleObj name="Equation" r:id="rId19" imgW="494870" imgH="406048" progId="Equation.DSMT4">
                      <p:embed/>
                      <p:pic>
                        <p:nvPicPr>
                          <p:cNvPr id="0" name="图片 19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88321" y="3485643"/>
                            <a:ext cx="1044972" cy="86411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21"/>
              <p:cNvSpPr>
                <a:spLocks noChangeArrowheads="1"/>
              </p:cNvSpPr>
              <p:nvPr/>
            </p:nvSpPr>
            <p:spPr bwMode="auto">
              <a:xfrm>
                <a:off x="1588940" y="3656089"/>
                <a:ext cx="139136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Calibri" panose="020F0502020204030204" pitchFamily="34" charset="0"/>
                  </a:rPr>
                  <a:t>终点为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>
                <a:off x="4044801" y="3656089"/>
                <a:ext cx="102654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Calibri" panose="020F0502020204030204" pitchFamily="34" charset="0"/>
                  </a:rPr>
                  <a:t>对应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34" name="对象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0048276"/>
                </p:ext>
              </p:extLst>
            </p:nvPr>
          </p:nvGraphicFramePr>
          <p:xfrm>
            <a:off x="8222537" y="3295073"/>
            <a:ext cx="1369956" cy="475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32" name="Equation" r:id="rId21" imgW="812520" imgH="241200" progId="Equation.DSMT4">
                    <p:embed/>
                  </p:oleObj>
                </mc:Choice>
                <mc:Fallback>
                  <p:oleObj name="Equation" r:id="rId21" imgW="812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2537" y="3295073"/>
                          <a:ext cx="1369956" cy="47549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334257"/>
              </p:ext>
            </p:extLst>
          </p:nvPr>
        </p:nvGraphicFramePr>
        <p:xfrm>
          <a:off x="5338612" y="666969"/>
          <a:ext cx="2134806" cy="1149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3" name="Equation" r:id="rId23" imgW="1143000" imgH="520560" progId="Equation.DSMT4">
                  <p:embed/>
                </p:oleObj>
              </mc:Choice>
              <mc:Fallback>
                <p:oleObj name="Equation" r:id="rId23" imgW="1143000" imgH="520560" progId="Equation.DSMT4">
                  <p:embed/>
                  <p:pic>
                    <p:nvPicPr>
                      <p:cNvPr id="0" name="图片 1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612" y="666969"/>
                        <a:ext cx="2134806" cy="11493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648752"/>
              </p:ext>
            </p:extLst>
          </p:nvPr>
        </p:nvGraphicFramePr>
        <p:xfrm>
          <a:off x="1726965" y="4068276"/>
          <a:ext cx="50895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4" name="Equation" r:id="rId25" imgW="2666880" imgH="304560" progId="Equation.DSMT4">
                  <p:embed/>
                </p:oleObj>
              </mc:Choice>
              <mc:Fallback>
                <p:oleObj name="Equation" r:id="rId25" imgW="26668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965" y="4068276"/>
                        <a:ext cx="5089525" cy="652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428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60" name="Object 2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23620279"/>
              </p:ext>
            </p:extLst>
          </p:nvPr>
        </p:nvGraphicFramePr>
        <p:xfrm>
          <a:off x="3611216" y="4000905"/>
          <a:ext cx="5251244" cy="702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4" name="Equation" r:id="rId3" imgW="1993680" imgH="266400" progId="Equation.DSMT4">
                  <p:embed/>
                </p:oleObj>
              </mc:Choice>
              <mc:Fallback>
                <p:oleObj name="Equation" r:id="rId3" imgW="19936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216" y="4000905"/>
                        <a:ext cx="5251244" cy="702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2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127044102"/>
              </p:ext>
            </p:extLst>
          </p:nvPr>
        </p:nvGraphicFramePr>
        <p:xfrm>
          <a:off x="2692744" y="4685199"/>
          <a:ext cx="23495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5" name="Equation" r:id="rId5" imgW="901440" imgH="317160" progId="Equation.DSMT4">
                  <p:embed/>
                </p:oleObj>
              </mc:Choice>
              <mc:Fallback>
                <p:oleObj name="Equation" r:id="rId5" imgW="9014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744" y="4685199"/>
                        <a:ext cx="23495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362324"/>
              </p:ext>
            </p:extLst>
          </p:nvPr>
        </p:nvGraphicFramePr>
        <p:xfrm>
          <a:off x="1653506" y="1111168"/>
          <a:ext cx="45180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6" name="Equation" r:id="rId7" imgW="1930320" imgH="279360" progId="Equation.DSMT4">
                  <p:embed/>
                </p:oleObj>
              </mc:Choice>
              <mc:Fallback>
                <p:oleObj name="Equation" r:id="rId7" imgW="19303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3506" y="1111168"/>
                        <a:ext cx="451802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5" name="Text Box 5"/>
          <p:cNvSpPr txBox="1">
            <a:spLocks noChangeArrowheads="1"/>
          </p:cNvSpPr>
          <p:nvPr/>
        </p:nvSpPr>
        <p:spPr bwMode="auto">
          <a:xfrm>
            <a:off x="1624676" y="1893608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曲线段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L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的长度为</a:t>
            </a:r>
            <a:r>
              <a:rPr lang="en-US" altLang="zh-CN" sz="2800" b="1" i="1" dirty="0">
                <a:ea typeface="楷体_GB2312" pitchFamily="49" charset="-122"/>
              </a:rPr>
              <a:t>s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latin typeface="宋体" panose="02010600030101010101" pitchFamily="2" charset="-122"/>
              </a:rPr>
              <a:t>证明</a:t>
            </a:r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953155"/>
              </p:ext>
            </p:extLst>
          </p:nvPr>
        </p:nvGraphicFramePr>
        <p:xfrm>
          <a:off x="6404399" y="1256832"/>
          <a:ext cx="2458061" cy="462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" name="Equation" r:id="rId9" imgW="1079280" imgH="203040" progId="Equation.DSMT4">
                  <p:embed/>
                </p:oleObj>
              </mc:Choice>
              <mc:Fallback>
                <p:oleObj name="Equation" r:id="rId9" imgW="1079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4399" y="1256832"/>
                        <a:ext cx="2458061" cy="462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762377"/>
              </p:ext>
            </p:extLst>
          </p:nvPr>
        </p:nvGraphicFramePr>
        <p:xfrm>
          <a:off x="5705193" y="1795722"/>
          <a:ext cx="3619677" cy="736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8" name="Equation" r:id="rId11" imgW="1562040" imgH="317160" progId="Equation.DSMT4">
                  <p:embed/>
                </p:oleObj>
              </mc:Choice>
              <mc:Fallback>
                <p:oleObj name="Equation" r:id="rId11" imgW="15620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193" y="1795722"/>
                        <a:ext cx="3619677" cy="7366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1624676" y="2583454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80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266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7239847"/>
              </p:ext>
            </p:extLst>
          </p:nvPr>
        </p:nvGraphicFramePr>
        <p:xfrm>
          <a:off x="2344549" y="2431213"/>
          <a:ext cx="3072473" cy="84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9" name="Equation" r:id="rId13" imgW="1155600" imgH="317160" progId="Equation.DSMT4">
                  <p:embed/>
                </p:oleObj>
              </mc:Choice>
              <mc:Fallback>
                <p:oleObj name="Equation" r:id="rId13" imgW="11556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549" y="2431213"/>
                        <a:ext cx="3072473" cy="84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71019"/>
              </p:ext>
            </p:extLst>
          </p:nvPr>
        </p:nvGraphicFramePr>
        <p:xfrm>
          <a:off x="2692744" y="3133072"/>
          <a:ext cx="44465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20" name="Equation" r:id="rId15" imgW="1790640" imgH="317160" progId="Equation.DSMT4">
                  <p:embed/>
                </p:oleObj>
              </mc:Choice>
              <mc:Fallback>
                <p:oleObj name="Equation" r:id="rId15" imgW="17906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744" y="3133072"/>
                        <a:ext cx="44465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7" name="Line 13"/>
          <p:cNvSpPr>
            <a:spLocks noChangeShapeType="1"/>
          </p:cNvSpPr>
          <p:nvPr/>
        </p:nvSpPr>
        <p:spPr bwMode="auto">
          <a:xfrm flipH="1">
            <a:off x="3317966" y="3857993"/>
            <a:ext cx="16888" cy="76619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3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690822"/>
              </p:ext>
            </p:extLst>
          </p:nvPr>
        </p:nvGraphicFramePr>
        <p:xfrm>
          <a:off x="7387372" y="4884936"/>
          <a:ext cx="986111" cy="476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21" name="Equation" r:id="rId17" imgW="419040" imgH="203040" progId="Equation.DSMT4">
                  <p:embed/>
                </p:oleObj>
              </mc:Choice>
              <mc:Fallback>
                <p:oleObj name="Equation" r:id="rId17" imgW="419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7372" y="4884936"/>
                        <a:ext cx="986111" cy="476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411301"/>
              </p:ext>
            </p:extLst>
          </p:nvPr>
        </p:nvGraphicFramePr>
        <p:xfrm>
          <a:off x="5334000" y="2439960"/>
          <a:ext cx="4946435" cy="789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22" name="Equation" r:id="rId19" imgW="1993680" imgH="317160" progId="Equation.DSMT4">
                  <p:embed/>
                </p:oleObj>
              </mc:Choice>
              <mc:Fallback>
                <p:oleObj name="Equation" r:id="rId19" imgW="199368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439960"/>
                        <a:ext cx="4946435" cy="7894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0" name="Rectangle 16"/>
          <p:cNvSpPr>
            <a:spLocks noChangeArrowheads="1"/>
          </p:cNvSpPr>
          <p:nvPr/>
        </p:nvSpPr>
        <p:spPr bwMode="auto">
          <a:xfrm>
            <a:off x="1752599" y="5573296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说明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sz="2800" b="1" dirty="0">
                <a:latin typeface="+mn-ea"/>
                <a:ea typeface="+mn-ea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上述证法可推广到三维的第二型曲线积分</a:t>
            </a:r>
            <a:r>
              <a:rPr lang="en-US" altLang="zh-CN" sz="28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23570" name="Text Box 17"/>
          <p:cNvSpPr txBox="1">
            <a:spLocks noChangeArrowheads="1"/>
          </p:cNvSpPr>
          <p:nvPr/>
        </p:nvSpPr>
        <p:spPr bwMode="auto">
          <a:xfrm>
            <a:off x="8737600" y="1201204"/>
            <a:ext cx="22974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在</a:t>
            </a:r>
            <a:r>
              <a:rPr lang="en-US" altLang="zh-CN" sz="2800" b="1" i="1" dirty="0">
                <a:ea typeface="楷体_GB2312" pitchFamily="49" charset="-122"/>
              </a:rPr>
              <a:t>L</a:t>
            </a:r>
            <a:r>
              <a:rPr lang="zh-CN" altLang="en-US" sz="2800" b="1" dirty="0">
                <a:latin typeface="宋体" panose="02010600030101010101" pitchFamily="2" charset="-122"/>
              </a:rPr>
              <a:t>上连续</a:t>
            </a:r>
            <a:r>
              <a:rPr lang="zh-CN" altLang="en-US" sz="2800" b="1" dirty="0">
                <a:ea typeface="楷体_GB2312" pitchFamily="49" charset="-122"/>
              </a:rPr>
              <a:t>， </a:t>
            </a:r>
          </a:p>
        </p:txBody>
      </p:sp>
      <p:graphicFrame>
        <p:nvGraphicFramePr>
          <p:cNvPr id="26664" name="Object 11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225180591"/>
              </p:ext>
            </p:extLst>
          </p:nvPr>
        </p:nvGraphicFramePr>
        <p:xfrm>
          <a:off x="5042244" y="4738588"/>
          <a:ext cx="238918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23" name="Equation" r:id="rId21" imgW="965160" imgH="317160" progId="Equation.DSMT4">
                  <p:embed/>
                </p:oleObj>
              </mc:Choice>
              <mc:Fallback>
                <p:oleObj name="Equation" r:id="rId21" imgW="9651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2244" y="4738588"/>
                        <a:ext cx="2389187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9" name="Text Box 45"/>
          <p:cNvSpPr txBox="1">
            <a:spLocks noChangeArrowheads="1"/>
          </p:cNvSpPr>
          <p:nvPr/>
        </p:nvSpPr>
        <p:spPr bwMode="auto">
          <a:xfrm>
            <a:off x="1624676" y="1189890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8</a:t>
            </a:r>
            <a:endParaRPr lang="en-US" altLang="zh-CN" sz="280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3BE1-D124-4319-B46A-531CA06B55EF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00347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3" grpId="0" autoUpdateAnimBg="0"/>
      <p:bldP spid="26637" grpId="0" animBg="1"/>
      <p:bldP spid="26640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8707295" y="2564955"/>
            <a:ext cx="2916237" cy="2160587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9" name="Rectangle 3"/>
          <p:cNvSpPr>
            <a:spLocks noGrp="1" noChangeArrowheads="1"/>
          </p:cNvSpPr>
          <p:nvPr>
            <p:ph type="title"/>
          </p:nvPr>
        </p:nvSpPr>
        <p:spPr>
          <a:xfrm>
            <a:off x="1611783" y="1057530"/>
            <a:ext cx="825545" cy="5334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  <a:endParaRPr lang="en-US" altLang="zh-CN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600" name="Text Box 4"/>
          <p:cNvSpPr txBox="1">
            <a:spLocks noChangeArrowheads="1"/>
          </p:cNvSpPr>
          <p:nvPr/>
        </p:nvSpPr>
        <p:spPr bwMode="auto">
          <a:xfrm>
            <a:off x="2552271" y="1066852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将积分</a:t>
            </a:r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415642"/>
              </p:ext>
            </p:extLst>
          </p:nvPr>
        </p:nvGraphicFramePr>
        <p:xfrm>
          <a:off x="3933907" y="992127"/>
          <a:ext cx="3733481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0" name="Equation" r:id="rId3" imgW="1676160" imgH="317160" progId="Equation.DSMT4">
                  <p:embed/>
                </p:oleObj>
              </mc:Choice>
              <mc:Fallback>
                <p:oleObj name="Equation" r:id="rId3" imgW="16761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907" y="992127"/>
                        <a:ext cx="3733481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1" name="Text Box 6"/>
          <p:cNvSpPr txBox="1">
            <a:spLocks noChangeArrowheads="1"/>
          </p:cNvSpPr>
          <p:nvPr/>
        </p:nvSpPr>
        <p:spPr bwMode="auto">
          <a:xfrm>
            <a:off x="7608938" y="1057530"/>
            <a:ext cx="3221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化为对弧长的积分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2765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48285"/>
              </p:ext>
            </p:extLst>
          </p:nvPr>
        </p:nvGraphicFramePr>
        <p:xfrm>
          <a:off x="4513396" y="1688821"/>
          <a:ext cx="2561167" cy="555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1" name="Equation" r:id="rId5" imgW="1054080" imgH="228600" progId="Equation.DSMT4">
                  <p:embed/>
                </p:oleObj>
              </mc:Choice>
              <mc:Fallback>
                <p:oleObj name="Equation" r:id="rId5" imgW="1054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396" y="1688821"/>
                        <a:ext cx="2561167" cy="555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0201698"/>
              </p:ext>
            </p:extLst>
          </p:nvPr>
        </p:nvGraphicFramePr>
        <p:xfrm>
          <a:off x="7109300" y="1693276"/>
          <a:ext cx="3056113" cy="519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2" name="Equation" r:id="rId7" imgW="1269720" imgH="215640" progId="Equation.DSMT4">
                  <p:embed/>
                </p:oleObj>
              </mc:Choice>
              <mc:Fallback>
                <p:oleObj name="Equation" r:id="rId7" imgW="1269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9300" y="1693276"/>
                        <a:ext cx="3056113" cy="519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1644821" y="2516048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解：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9034599" y="2931024"/>
            <a:ext cx="2354262" cy="1574800"/>
            <a:chOff x="4069" y="1248"/>
            <a:chExt cx="1483" cy="992"/>
          </a:xfrm>
        </p:grpSpPr>
        <p:sp>
          <p:nvSpPr>
            <p:cNvPr id="24608" name="Line 12"/>
            <p:cNvSpPr>
              <a:spLocks noChangeShapeType="1"/>
            </p:cNvSpPr>
            <p:nvPr/>
          </p:nvSpPr>
          <p:spPr bwMode="auto">
            <a:xfrm>
              <a:off x="4069" y="2003"/>
              <a:ext cx="14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9" name="Line 13"/>
            <p:cNvSpPr>
              <a:spLocks noChangeShapeType="1"/>
            </p:cNvSpPr>
            <p:nvPr/>
          </p:nvSpPr>
          <p:spPr bwMode="auto">
            <a:xfrm flipH="1" flipV="1">
              <a:off x="4272" y="1248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595" name="Object 19"/>
            <p:cNvGraphicFramePr>
              <a:graphicFrameLocks noChangeAspect="1"/>
            </p:cNvGraphicFramePr>
            <p:nvPr/>
          </p:nvGraphicFramePr>
          <p:xfrm>
            <a:off x="4088" y="2043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33" name="Equation" r:id="rId9" imgW="215640" imgH="241200" progId="Equation.3">
                    <p:embed/>
                  </p:oleObj>
                </mc:Choice>
                <mc:Fallback>
                  <p:oleObj name="Equation" r:id="rId9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8" y="2043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6" name="Object 20"/>
            <p:cNvGraphicFramePr>
              <a:graphicFrameLocks noChangeAspect="1"/>
            </p:cNvGraphicFramePr>
            <p:nvPr/>
          </p:nvGraphicFramePr>
          <p:xfrm>
            <a:off x="4072" y="124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34" name="Equation" r:id="rId11" imgW="241200" imgH="317160" progId="Equation.3">
                    <p:embed/>
                  </p:oleObj>
                </mc:Choice>
                <mc:Fallback>
                  <p:oleObj name="Equation" r:id="rId11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2" y="124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7" name="Object 21"/>
            <p:cNvGraphicFramePr>
              <a:graphicFrameLocks noChangeAspect="1"/>
            </p:cNvGraphicFramePr>
            <p:nvPr/>
          </p:nvGraphicFramePr>
          <p:xfrm>
            <a:off x="5408" y="208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35" name="Equation" r:id="rId13" imgW="228600" imgH="241200" progId="Equation.3">
                    <p:embed/>
                  </p:oleObj>
                </mc:Choice>
                <mc:Fallback>
                  <p:oleObj name="Equation" r:id="rId13" imgW="228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8" y="208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65" name="Arc 17"/>
          <p:cNvSpPr>
            <a:spLocks/>
          </p:cNvSpPr>
          <p:nvPr/>
        </p:nvSpPr>
        <p:spPr bwMode="auto">
          <a:xfrm flipH="1">
            <a:off x="9385809" y="3298952"/>
            <a:ext cx="1524000" cy="838200"/>
          </a:xfrm>
          <a:custGeom>
            <a:avLst/>
            <a:gdLst>
              <a:gd name="T0" fmla="*/ 0 w 43187"/>
              <a:gd name="T1" fmla="*/ 1218977986 h 21600"/>
              <a:gd name="T2" fmla="*/ 1897791799 w 43187"/>
              <a:gd name="T3" fmla="*/ 1262220398 h 21600"/>
              <a:gd name="T4" fmla="*/ 948610770 w 43187"/>
              <a:gd name="T5" fmla="*/ 1262220398 h 21600"/>
              <a:gd name="T6" fmla="*/ 0 60000 65536"/>
              <a:gd name="T7" fmla="*/ 0 60000 65536"/>
              <a:gd name="T8" fmla="*/ 0 60000 65536"/>
              <a:gd name="T9" fmla="*/ 0 w 43187"/>
              <a:gd name="T10" fmla="*/ 0 h 21600"/>
              <a:gd name="T11" fmla="*/ 43187 w 4318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87" h="21600" fill="none" extrusionOk="0">
                <a:moveTo>
                  <a:pt x="-1" y="20859"/>
                </a:moveTo>
                <a:cubicBezTo>
                  <a:pt x="398" y="9225"/>
                  <a:pt x="9945" y="-1"/>
                  <a:pt x="21587" y="0"/>
                </a:cubicBezTo>
                <a:cubicBezTo>
                  <a:pt x="33516" y="0"/>
                  <a:pt x="43187" y="9670"/>
                  <a:pt x="43187" y="21600"/>
                </a:cubicBezTo>
              </a:path>
              <a:path w="43187" h="21600" stroke="0" extrusionOk="0">
                <a:moveTo>
                  <a:pt x="-1" y="20859"/>
                </a:moveTo>
                <a:cubicBezTo>
                  <a:pt x="398" y="9225"/>
                  <a:pt x="9945" y="-1"/>
                  <a:pt x="21587" y="0"/>
                </a:cubicBezTo>
                <a:cubicBezTo>
                  <a:pt x="33516" y="0"/>
                  <a:pt x="43187" y="9670"/>
                  <a:pt x="43187" y="21600"/>
                </a:cubicBezTo>
                <a:lnTo>
                  <a:pt x="21587" y="21600"/>
                </a:lnTo>
                <a:close/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6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59461"/>
              </p:ext>
            </p:extLst>
          </p:nvPr>
        </p:nvGraphicFramePr>
        <p:xfrm>
          <a:off x="10938756" y="3759056"/>
          <a:ext cx="27622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6" name="Equation" r:id="rId15" imgW="279360" imgH="304560" progId="Equation.3">
                  <p:embed/>
                </p:oleObj>
              </mc:Choice>
              <mc:Fallback>
                <p:oleObj name="Equation" r:id="rId15" imgW="2793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8756" y="3759056"/>
                        <a:ext cx="27622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7" name="Line 19"/>
          <p:cNvSpPr>
            <a:spLocks noChangeShapeType="1"/>
          </p:cNvSpPr>
          <p:nvPr/>
        </p:nvSpPr>
        <p:spPr bwMode="auto">
          <a:xfrm flipV="1">
            <a:off x="9860613" y="3198909"/>
            <a:ext cx="304800" cy="152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66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200599"/>
              </p:ext>
            </p:extLst>
          </p:nvPr>
        </p:nvGraphicFramePr>
        <p:xfrm>
          <a:off x="2331125" y="2362560"/>
          <a:ext cx="2375270" cy="68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7" name="Equation" r:id="rId17" imgW="927000" imgH="266400" progId="Equation.DSMT4">
                  <p:embed/>
                </p:oleObj>
              </mc:Choice>
              <mc:Fallback>
                <p:oleObj name="Equation" r:id="rId17" imgW="9270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1125" y="2362560"/>
                        <a:ext cx="2375270" cy="6832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138207"/>
              </p:ext>
            </p:extLst>
          </p:nvPr>
        </p:nvGraphicFramePr>
        <p:xfrm>
          <a:off x="4923448" y="2157157"/>
          <a:ext cx="2941422" cy="106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8" name="Equation" r:id="rId19" imgW="1231560" imgH="444240" progId="Equation.DSMT4">
                  <p:embed/>
                </p:oleObj>
              </mc:Choice>
              <mc:Fallback>
                <p:oleObj name="Equation" r:id="rId19" imgW="1231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3448" y="2157157"/>
                        <a:ext cx="2941422" cy="106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476585"/>
              </p:ext>
            </p:extLst>
          </p:nvPr>
        </p:nvGraphicFramePr>
        <p:xfrm>
          <a:off x="1722818" y="3431198"/>
          <a:ext cx="830839" cy="511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9" name="Equation" r:id="rId21" imgW="330120" imgH="203040" progId="Equation.DSMT4">
                  <p:embed/>
                </p:oleObj>
              </mc:Choice>
              <mc:Fallback>
                <p:oleObj name="Equation" r:id="rId21" imgW="330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818" y="3431198"/>
                        <a:ext cx="830839" cy="511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691540"/>
              </p:ext>
            </p:extLst>
          </p:nvPr>
        </p:nvGraphicFramePr>
        <p:xfrm>
          <a:off x="2524125" y="3308143"/>
          <a:ext cx="1989271" cy="705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0" name="Equation" r:id="rId23" imgW="787320" imgH="279360" progId="Equation.DSMT4">
                  <p:embed/>
                </p:oleObj>
              </mc:Choice>
              <mc:Fallback>
                <p:oleObj name="Equation" r:id="rId23" imgW="7873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3308143"/>
                        <a:ext cx="1989271" cy="7058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971927"/>
              </p:ext>
            </p:extLst>
          </p:nvPr>
        </p:nvGraphicFramePr>
        <p:xfrm>
          <a:off x="4516191" y="3198909"/>
          <a:ext cx="2277747" cy="1035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1" name="Equation" r:id="rId25" imgW="977760" imgH="444240" progId="Equation.DSMT4">
                  <p:embed/>
                </p:oleObj>
              </mc:Choice>
              <mc:Fallback>
                <p:oleObj name="Equation" r:id="rId25" imgW="977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191" y="3198909"/>
                        <a:ext cx="2277747" cy="1035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255559"/>
              </p:ext>
            </p:extLst>
          </p:nvPr>
        </p:nvGraphicFramePr>
        <p:xfrm>
          <a:off x="1662534" y="4286974"/>
          <a:ext cx="18367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2" name="Equation" r:id="rId27" imgW="787320" imgH="431640" progId="Equation.DSMT4">
                  <p:embed/>
                </p:oleObj>
              </mc:Choice>
              <mc:Fallback>
                <p:oleObj name="Equation" r:id="rId27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534" y="4286974"/>
                        <a:ext cx="1836738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558752"/>
              </p:ext>
            </p:extLst>
          </p:nvPr>
        </p:nvGraphicFramePr>
        <p:xfrm>
          <a:off x="3402352" y="4382241"/>
          <a:ext cx="1840769" cy="632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3" name="Equation" r:id="rId29" imgW="812520" imgH="279360" progId="Equation.DSMT4">
                  <p:embed/>
                </p:oleObj>
              </mc:Choice>
              <mc:Fallback>
                <p:oleObj name="Equation" r:id="rId29" imgW="8125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352" y="4382241"/>
                        <a:ext cx="1840769" cy="6327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919110"/>
              </p:ext>
            </p:extLst>
          </p:nvPr>
        </p:nvGraphicFramePr>
        <p:xfrm>
          <a:off x="5379523" y="4252577"/>
          <a:ext cx="177482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4" name="Equation" r:id="rId31" imgW="774360" imgH="431640" progId="Equation.DSMT4">
                  <p:embed/>
                </p:oleObj>
              </mc:Choice>
              <mc:Fallback>
                <p:oleObj name="Equation" r:id="rId31" imgW="774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523" y="4252577"/>
                        <a:ext cx="1774825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572855"/>
              </p:ext>
            </p:extLst>
          </p:nvPr>
        </p:nvGraphicFramePr>
        <p:xfrm>
          <a:off x="7122944" y="4529013"/>
          <a:ext cx="1152654" cy="43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5" name="Equation" r:id="rId33" imgW="469800" imgH="177480" progId="Equation.DSMT4">
                  <p:embed/>
                </p:oleObj>
              </mc:Choice>
              <mc:Fallback>
                <p:oleObj name="Equation" r:id="rId33" imgW="4698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2944" y="4529013"/>
                        <a:ext cx="1152654" cy="436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984247"/>
              </p:ext>
            </p:extLst>
          </p:nvPr>
        </p:nvGraphicFramePr>
        <p:xfrm>
          <a:off x="1906563" y="5067473"/>
          <a:ext cx="4137569" cy="728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6" name="Equation" r:id="rId35" imgW="1803240" imgH="317160" progId="Equation.DSMT4">
                  <p:embed/>
                </p:oleObj>
              </mc:Choice>
              <mc:Fallback>
                <p:oleObj name="Equation" r:id="rId35" imgW="18032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63" y="5067473"/>
                        <a:ext cx="4137569" cy="728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753850"/>
              </p:ext>
            </p:extLst>
          </p:nvPr>
        </p:nvGraphicFramePr>
        <p:xfrm>
          <a:off x="3559856" y="5621295"/>
          <a:ext cx="5958873" cy="74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7" name="Equation" r:id="rId37" imgW="2539800" imgH="317160" progId="Equation.DSMT4">
                  <p:embed/>
                </p:oleObj>
              </mc:Choice>
              <mc:Fallback>
                <p:oleObj name="Equation" r:id="rId37" imgW="25398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856" y="5621295"/>
                        <a:ext cx="5958873" cy="74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833852"/>
              </p:ext>
            </p:extLst>
          </p:nvPr>
        </p:nvGraphicFramePr>
        <p:xfrm>
          <a:off x="5115699" y="5627664"/>
          <a:ext cx="1591405" cy="68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8" name="Equation" r:id="rId39" imgW="647640" imgH="279360" progId="Equation.DSMT4">
                  <p:embed/>
                </p:oleObj>
              </mc:Choice>
              <mc:Fallback>
                <p:oleObj name="Equation" r:id="rId39" imgW="6476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5699" y="5627664"/>
                        <a:ext cx="1591405" cy="68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553679"/>
              </p:ext>
            </p:extLst>
          </p:nvPr>
        </p:nvGraphicFramePr>
        <p:xfrm>
          <a:off x="7934350" y="5755168"/>
          <a:ext cx="1080655" cy="46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9" name="Equation" r:id="rId41" imgW="469800" imgH="203040" progId="Equation.DSMT4">
                  <p:embed/>
                </p:oleObj>
              </mc:Choice>
              <mc:Fallback>
                <p:oleObj name="Equation" r:id="rId41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4350" y="5755168"/>
                        <a:ext cx="1080655" cy="467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1" name="Text Box 33"/>
          <p:cNvSpPr txBox="1">
            <a:spLocks noChangeArrowheads="1"/>
          </p:cNvSpPr>
          <p:nvPr/>
        </p:nvSpPr>
        <p:spPr bwMode="auto">
          <a:xfrm>
            <a:off x="1563193" y="1688821"/>
            <a:ext cx="30054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其中</a:t>
            </a:r>
            <a:r>
              <a:rPr lang="en-US" altLang="zh-CN" sz="2800" b="1" i="1" dirty="0">
                <a:ea typeface="楷体_GB2312" pitchFamily="49" charset="-122"/>
              </a:rPr>
              <a:t>L </a:t>
            </a:r>
            <a:r>
              <a:rPr lang="zh-CN" altLang="en-US" sz="2800" b="1" dirty="0">
                <a:latin typeface="宋体" panose="02010600030101010101" pitchFamily="2" charset="-122"/>
              </a:rPr>
              <a:t>沿上半圆周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nimBg="1"/>
      <p:bldP spid="27658" grpId="0" build="p" autoUpdateAnimBg="0"/>
      <p:bldP spid="27665" grpId="0" animBg="1"/>
      <p:bldP spid="2766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515918" y="1251282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1.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定义</a:t>
            </a:r>
          </a:p>
        </p:txBody>
      </p:sp>
      <p:graphicFrame>
        <p:nvGraphicFramePr>
          <p:cNvPr id="2867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072393"/>
              </p:ext>
            </p:extLst>
          </p:nvPr>
        </p:nvGraphicFramePr>
        <p:xfrm>
          <a:off x="3551382" y="1685265"/>
          <a:ext cx="6086763" cy="100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9" name="Equation" r:id="rId3" imgW="2628720" imgH="431640" progId="Equation.DSMT4">
                  <p:embed/>
                </p:oleObj>
              </mc:Choice>
              <mc:Fallback>
                <p:oleObj name="Equation" r:id="rId3" imgW="2628720" imgH="4316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382" y="1685265"/>
                        <a:ext cx="6086763" cy="100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946619"/>
              </p:ext>
            </p:extLst>
          </p:nvPr>
        </p:nvGraphicFramePr>
        <p:xfrm>
          <a:off x="2875901" y="1128833"/>
          <a:ext cx="3666837" cy="687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40" name="Equation" r:id="rId5" imgW="1625400" imgH="304560" progId="Equation.DSMT4">
                  <p:embed/>
                </p:oleObj>
              </mc:Choice>
              <mc:Fallback>
                <p:oleObj name="Equation" r:id="rId5" imgW="1625400" imgH="3045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901" y="1128833"/>
                        <a:ext cx="3666837" cy="687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542473" y="2290764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性质</a:t>
            </a: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1897929" y="2909888"/>
            <a:ext cx="5872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(1) </a:t>
            </a:r>
            <a:r>
              <a:rPr lang="en-US" altLang="zh-CN" sz="2800" b="1" i="1" dirty="0">
                <a:ea typeface="楷体_GB2312" pitchFamily="49" charset="-122"/>
              </a:rPr>
              <a:t>L</a:t>
            </a:r>
            <a:r>
              <a:rPr lang="zh-CN" altLang="en-US" sz="2800" b="1" dirty="0">
                <a:latin typeface="宋体" panose="02010600030101010101" pitchFamily="2" charset="-122"/>
              </a:rPr>
              <a:t>可分成 </a:t>
            </a:r>
            <a:r>
              <a:rPr lang="en-US" altLang="zh-CN" sz="2800" b="1" i="1" dirty="0">
                <a:ea typeface="楷体_GB2312" pitchFamily="49" charset="-122"/>
              </a:rPr>
              <a:t>k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条有向光滑曲线弧</a:t>
            </a:r>
          </a:p>
        </p:txBody>
      </p:sp>
      <p:graphicFrame>
        <p:nvGraphicFramePr>
          <p:cNvPr id="2867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666287"/>
              </p:ext>
            </p:extLst>
          </p:nvPr>
        </p:nvGraphicFramePr>
        <p:xfrm>
          <a:off x="7130473" y="2926252"/>
          <a:ext cx="2392731" cy="538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41" name="Equation" r:id="rId7" imgW="1015920" imgH="228600" progId="Equation.DSMT4">
                  <p:embed/>
                </p:oleObj>
              </mc:Choice>
              <mc:Fallback>
                <p:oleObj name="Equation" r:id="rId7" imgW="101592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0473" y="2926252"/>
                        <a:ext cx="2392731" cy="538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472694"/>
              </p:ext>
            </p:extLst>
          </p:nvPr>
        </p:nvGraphicFramePr>
        <p:xfrm>
          <a:off x="2392218" y="3551196"/>
          <a:ext cx="3685309" cy="714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42" name="Equation" r:id="rId9" imgW="1638000" imgH="317160" progId="Equation.DSMT4">
                  <p:embed/>
                </p:oleObj>
              </mc:Choice>
              <mc:Fallback>
                <p:oleObj name="Equation" r:id="rId9" imgW="1638000" imgH="3171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218" y="3551196"/>
                        <a:ext cx="3685309" cy="714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894828"/>
              </p:ext>
            </p:extLst>
          </p:nvPr>
        </p:nvGraphicFramePr>
        <p:xfrm>
          <a:off x="6077527" y="3445364"/>
          <a:ext cx="4580223" cy="955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43" name="Equation" r:id="rId11" imgW="2070000" imgH="431640" progId="Equation.DSMT4">
                  <p:embed/>
                </p:oleObj>
              </mc:Choice>
              <mc:Fallback>
                <p:oleObj name="Equation" r:id="rId11" imgW="2070000" imgH="43164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7527" y="3445364"/>
                        <a:ext cx="4580223" cy="955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876065" y="4386694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(2)  </a:t>
            </a:r>
            <a:r>
              <a:rPr lang="en-US" altLang="zh-CN" sz="2800" b="1" i="1" dirty="0">
                <a:ea typeface="楷体_GB2312" pitchFamily="49" charset="-122"/>
              </a:rPr>
              <a:t>L</a:t>
            </a:r>
            <a:r>
              <a:rPr lang="zh-CN" altLang="en-US" sz="2800" b="1" i="1" baseline="30000" dirty="0">
                <a:ea typeface="楷体_GB2312" pitchFamily="49" charset="-122"/>
              </a:rPr>
              <a:t>－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表示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L </a:t>
            </a:r>
            <a:r>
              <a:rPr lang="zh-CN" altLang="en-US" sz="2800" b="1" dirty="0">
                <a:latin typeface="宋体" panose="02010600030101010101" pitchFamily="2" charset="-122"/>
              </a:rPr>
              <a:t>的反向弧</a:t>
            </a:r>
          </a:p>
        </p:txBody>
      </p:sp>
      <p:graphicFrame>
        <p:nvGraphicFramePr>
          <p:cNvPr id="286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854490"/>
              </p:ext>
            </p:extLst>
          </p:nvPr>
        </p:nvGraphicFramePr>
        <p:xfrm>
          <a:off x="2418773" y="4942788"/>
          <a:ext cx="3845630" cy="704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44" name="Equation" r:id="rId13" imgW="1663560" imgH="304560" progId="Equation.DSMT4">
                  <p:embed/>
                </p:oleObj>
              </mc:Choice>
              <mc:Fallback>
                <p:oleObj name="Equation" r:id="rId13" imgW="1663560" imgH="3045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8773" y="4942788"/>
                        <a:ext cx="3845630" cy="7045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349882"/>
              </p:ext>
            </p:extLst>
          </p:nvPr>
        </p:nvGraphicFramePr>
        <p:xfrm>
          <a:off x="6264403" y="4997897"/>
          <a:ext cx="4194174" cy="7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45" name="Equation" r:id="rId15" imgW="1854000" imgH="317160" progId="Equation.DSMT4">
                  <p:embed/>
                </p:oleObj>
              </mc:Choice>
              <mc:Fallback>
                <p:oleObj name="Equation" r:id="rId15" imgW="1854000" imgH="31716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4403" y="4997897"/>
                        <a:ext cx="4194174" cy="71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1897929" y="5826126"/>
            <a:ext cx="7543800" cy="52863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对坐标的曲线积分必须注意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积分弧段的方向</a:t>
            </a: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!</a:t>
            </a:r>
          </a:p>
        </p:txBody>
      </p:sp>
      <p:sp>
        <p:nvSpPr>
          <p:cNvPr id="25614" name="Rectangle 14"/>
          <p:cNvSpPr>
            <a:spLocks noGrp="1" noChangeArrowheads="1"/>
          </p:cNvSpPr>
          <p:nvPr>
            <p:ph type="title" idx="4294967295"/>
          </p:nvPr>
        </p:nvSpPr>
        <p:spPr>
          <a:xfrm>
            <a:off x="1246909" y="415920"/>
            <a:ext cx="2343727" cy="609600"/>
          </a:xfr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内容小结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7815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7" grpId="0" autoUpdateAnimBg="0"/>
      <p:bldP spid="28678" grpId="0" autoUpdateAnimBg="0"/>
      <p:bldP spid="28682" grpId="0" autoUpdateAnimBg="0"/>
      <p:bldP spid="28685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26996" y="872766"/>
            <a:ext cx="1488018" cy="609600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2969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109634"/>
              </p:ext>
            </p:extLst>
          </p:nvPr>
        </p:nvGraphicFramePr>
        <p:xfrm>
          <a:off x="4664020" y="1361787"/>
          <a:ext cx="2269836" cy="1150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6" name="Equation" r:id="rId4" imgW="927000" imgH="469800" progId="Equation.DSMT4">
                  <p:embed/>
                </p:oleObj>
              </mc:Choice>
              <mc:Fallback>
                <p:oleObj name="Equation" r:id="rId4" imgW="9270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20" y="1361787"/>
                        <a:ext cx="2269836" cy="1150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980740"/>
              </p:ext>
            </p:extLst>
          </p:nvPr>
        </p:nvGraphicFramePr>
        <p:xfrm>
          <a:off x="7094354" y="1716642"/>
          <a:ext cx="1531578" cy="490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7" name="Equation" r:id="rId6" imgW="634680" imgH="203040" progId="Equation.DSMT4">
                  <p:embed/>
                </p:oleObj>
              </mc:Choice>
              <mc:Fallback>
                <p:oleObj name="Equation" r:id="rId6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4354" y="1716642"/>
                        <a:ext cx="1531578" cy="490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280845"/>
              </p:ext>
            </p:extLst>
          </p:nvPr>
        </p:nvGraphicFramePr>
        <p:xfrm>
          <a:off x="2326601" y="2462373"/>
          <a:ext cx="4037069" cy="75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8" name="Equation" r:id="rId8" imgW="1625400" imgH="304560" progId="Equation.DSMT4">
                  <p:embed/>
                </p:oleObj>
              </mc:Choice>
              <mc:Fallback>
                <p:oleObj name="Equation" r:id="rId8" imgW="1625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6601" y="2462373"/>
                        <a:ext cx="4037069" cy="75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650650"/>
              </p:ext>
            </p:extLst>
          </p:nvPr>
        </p:nvGraphicFramePr>
        <p:xfrm>
          <a:off x="2667000" y="3134221"/>
          <a:ext cx="7746223" cy="82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9" name="Equation" r:id="rId10" imgW="3225600" imgH="342720" progId="Equation.DSMT4">
                  <p:embed/>
                </p:oleObj>
              </mc:Choice>
              <mc:Fallback>
                <p:oleObj name="Equation" r:id="rId10" imgW="3225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134221"/>
                        <a:ext cx="7746223" cy="823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565735"/>
              </p:ext>
            </p:extLst>
          </p:nvPr>
        </p:nvGraphicFramePr>
        <p:xfrm>
          <a:off x="5798938" y="3292290"/>
          <a:ext cx="822723" cy="487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0" name="Equation" r:id="rId12" imgW="342720" imgH="203040" progId="Equation.DSMT4">
                  <p:embed/>
                </p:oleObj>
              </mc:Choice>
              <mc:Fallback>
                <p:oleObj name="Equation" r:id="rId12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8938" y="3292290"/>
                        <a:ext cx="822723" cy="487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166363"/>
              </p:ext>
            </p:extLst>
          </p:nvPr>
        </p:nvGraphicFramePr>
        <p:xfrm>
          <a:off x="9020209" y="3302362"/>
          <a:ext cx="853194" cy="487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1" name="Equation" r:id="rId14" imgW="355320" imgH="203040" progId="Equation.DSMT4">
                  <p:embed/>
                </p:oleObj>
              </mc:Choice>
              <mc:Fallback>
                <p:oleObj name="Equation" r:id="rId14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0209" y="3302362"/>
                        <a:ext cx="853194" cy="487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2067214" y="1660335"/>
            <a:ext cx="2705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•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对有向光滑弧</a:t>
            </a: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2067214" y="3989808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•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对有向光滑弧</a:t>
            </a:r>
          </a:p>
        </p:txBody>
      </p:sp>
      <p:graphicFrame>
        <p:nvGraphicFramePr>
          <p:cNvPr id="2970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509374"/>
              </p:ext>
            </p:extLst>
          </p:nvPr>
        </p:nvGraphicFramePr>
        <p:xfrm>
          <a:off x="4719320" y="4004781"/>
          <a:ext cx="3804682" cy="504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2" name="Equation" r:id="rId16" imgW="1536480" imgH="203040" progId="Equation.DSMT4">
                  <p:embed/>
                </p:oleObj>
              </mc:Choice>
              <mc:Fallback>
                <p:oleObj name="Equation" r:id="rId16" imgW="1536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320" y="4004781"/>
                        <a:ext cx="3804682" cy="504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118474"/>
              </p:ext>
            </p:extLst>
          </p:nvPr>
        </p:nvGraphicFramePr>
        <p:xfrm>
          <a:off x="2667000" y="5322887"/>
          <a:ext cx="6353209" cy="802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3" name="Equation" r:id="rId18" imgW="2616120" imgH="330120" progId="Equation.DSMT4">
                  <p:embed/>
                </p:oleObj>
              </mc:Choice>
              <mc:Fallback>
                <p:oleObj name="Equation" r:id="rId18" imgW="26161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22887"/>
                        <a:ext cx="6353209" cy="802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277847"/>
              </p:ext>
            </p:extLst>
          </p:nvPr>
        </p:nvGraphicFramePr>
        <p:xfrm>
          <a:off x="7407561" y="5490470"/>
          <a:ext cx="905165" cy="467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4" name="Equation" r:id="rId20" imgW="393480" imgH="203040" progId="Equation.DSMT4">
                  <p:embed/>
                </p:oleObj>
              </mc:Choice>
              <mc:Fallback>
                <p:oleObj name="Equation" r:id="rId20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7561" y="5490470"/>
                        <a:ext cx="905165" cy="467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13283"/>
              </p:ext>
            </p:extLst>
          </p:nvPr>
        </p:nvGraphicFramePr>
        <p:xfrm>
          <a:off x="2326601" y="4602395"/>
          <a:ext cx="3792610" cy="711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5" name="Equation" r:id="rId22" imgW="1625400" imgH="304560" progId="Equation.DSMT4">
                  <p:embed/>
                </p:oleObj>
              </mc:Choice>
              <mc:Fallback>
                <p:oleObj name="Equation" r:id="rId22" imgW="1625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6601" y="4602395"/>
                        <a:ext cx="3792610" cy="711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9720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5" grpId="0" autoUpdateAnimBg="0"/>
      <p:bldP spid="29706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212787"/>
              </p:ext>
            </p:extLst>
          </p:nvPr>
        </p:nvGraphicFramePr>
        <p:xfrm>
          <a:off x="2028522" y="2026132"/>
          <a:ext cx="5920092" cy="666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3" name="Equation" r:id="rId3" imgW="2819160" imgH="317160" progId="Equation.DSMT4">
                  <p:embed/>
                </p:oleObj>
              </mc:Choice>
              <mc:Fallback>
                <p:oleObj name="Equation" r:id="rId3" imgW="28191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522" y="2026132"/>
                        <a:ext cx="5920092" cy="6666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477987"/>
              </p:ext>
            </p:extLst>
          </p:nvPr>
        </p:nvGraphicFramePr>
        <p:xfrm>
          <a:off x="5808330" y="727414"/>
          <a:ext cx="2875468" cy="1411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4" name="Equation" r:id="rId5" imgW="1371600" imgH="672840" progId="Equation.DSMT4">
                  <p:embed/>
                </p:oleObj>
              </mc:Choice>
              <mc:Fallback>
                <p:oleObj name="Equation" r:id="rId5" imgW="137160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330" y="727414"/>
                        <a:ext cx="2875468" cy="1411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633484"/>
              </p:ext>
            </p:extLst>
          </p:nvPr>
        </p:nvGraphicFramePr>
        <p:xfrm>
          <a:off x="2977169" y="2476594"/>
          <a:ext cx="3696139" cy="711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5" name="Equation" r:id="rId7" imgW="1714320" imgH="330120" progId="Equation.DSMT4">
                  <p:embed/>
                </p:oleObj>
              </mc:Choice>
              <mc:Fallback>
                <p:oleObj name="Equation" r:id="rId7" imgW="17143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7169" y="2476594"/>
                        <a:ext cx="3696139" cy="711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254186"/>
              </p:ext>
            </p:extLst>
          </p:nvPr>
        </p:nvGraphicFramePr>
        <p:xfrm>
          <a:off x="6580241" y="2599212"/>
          <a:ext cx="837698" cy="496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6" name="Equation" r:id="rId9" imgW="342720" imgH="203040" progId="Equation.DSMT4">
                  <p:embed/>
                </p:oleObj>
              </mc:Choice>
              <mc:Fallback>
                <p:oleObj name="Equation" r:id="rId9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0241" y="2599212"/>
                        <a:ext cx="837698" cy="496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104673"/>
              </p:ext>
            </p:extLst>
          </p:nvPr>
        </p:nvGraphicFramePr>
        <p:xfrm>
          <a:off x="7200250" y="3079327"/>
          <a:ext cx="770514" cy="440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7" name="Equation" r:id="rId11" imgW="355320" imgH="203040" progId="Equation.DSMT4">
                  <p:embed/>
                </p:oleObj>
              </mc:Choice>
              <mc:Fallback>
                <p:oleObj name="Equation" r:id="rId11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250" y="3079327"/>
                        <a:ext cx="770514" cy="4402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714796"/>
              </p:ext>
            </p:extLst>
          </p:nvPr>
        </p:nvGraphicFramePr>
        <p:xfrm>
          <a:off x="8420349" y="3604640"/>
          <a:ext cx="700484" cy="400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8" name="Equation" r:id="rId13" imgW="355320" imgH="203040" progId="Equation.DSMT4">
                  <p:embed/>
                </p:oleObj>
              </mc:Choice>
              <mc:Fallback>
                <p:oleObj name="Equation" r:id="rId13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349" y="3604640"/>
                        <a:ext cx="700484" cy="400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1681018" y="3952875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4.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两类曲线积分的联系</a:t>
            </a:r>
          </a:p>
        </p:txBody>
      </p:sp>
      <p:graphicFrame>
        <p:nvGraphicFramePr>
          <p:cNvPr id="3072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978829"/>
              </p:ext>
            </p:extLst>
          </p:nvPr>
        </p:nvGraphicFramePr>
        <p:xfrm>
          <a:off x="2028522" y="4438450"/>
          <a:ext cx="2218038" cy="682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9" name="Equation" r:id="rId15" imgW="990360" imgH="304560" progId="Equation.DSMT4">
                  <p:embed/>
                </p:oleObj>
              </mc:Choice>
              <mc:Fallback>
                <p:oleObj name="Equation" r:id="rId15" imgW="9903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522" y="4438450"/>
                        <a:ext cx="2218038" cy="682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983924"/>
              </p:ext>
            </p:extLst>
          </p:nvPr>
        </p:nvGraphicFramePr>
        <p:xfrm>
          <a:off x="4242536" y="4455219"/>
          <a:ext cx="4038600" cy="682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0" name="Equation" r:id="rId17" imgW="1803240" imgH="304560" progId="Equation.DSMT4">
                  <p:embed/>
                </p:oleObj>
              </mc:Choice>
              <mc:Fallback>
                <p:oleObj name="Equation" r:id="rId17" imgW="1803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536" y="4455219"/>
                        <a:ext cx="4038600" cy="682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552487"/>
              </p:ext>
            </p:extLst>
          </p:nvPr>
        </p:nvGraphicFramePr>
        <p:xfrm>
          <a:off x="2124874" y="5175967"/>
          <a:ext cx="3352001" cy="7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1" name="Equation" r:id="rId19" imgW="1447560" imgH="317160" progId="Equation.DSMT4">
                  <p:embed/>
                </p:oleObj>
              </mc:Choice>
              <mc:Fallback>
                <p:oleObj name="Equation" r:id="rId19" imgW="14475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874" y="5175967"/>
                        <a:ext cx="3352001" cy="73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181540"/>
              </p:ext>
            </p:extLst>
          </p:nvPr>
        </p:nvGraphicFramePr>
        <p:xfrm>
          <a:off x="4416771" y="5747685"/>
          <a:ext cx="5774979" cy="756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2" name="Equation" r:id="rId21" imgW="2425680" imgH="317160" progId="Equation.DSMT4">
                  <p:embed/>
                </p:oleObj>
              </mc:Choice>
              <mc:Fallback>
                <p:oleObj name="Equation" r:id="rId21" imgW="242568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771" y="5747685"/>
                        <a:ext cx="5774979" cy="756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652735"/>
              </p:ext>
            </p:extLst>
          </p:nvPr>
        </p:nvGraphicFramePr>
        <p:xfrm>
          <a:off x="4242536" y="3099599"/>
          <a:ext cx="2995659" cy="444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3" name="Equation" r:id="rId23" imgW="1371600" imgH="203040" progId="Equation.DSMT4">
                  <p:embed/>
                </p:oleObj>
              </mc:Choice>
              <mc:Fallback>
                <p:oleObj name="Equation" r:id="rId23" imgW="1371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536" y="3099599"/>
                        <a:ext cx="2995659" cy="444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383427"/>
              </p:ext>
            </p:extLst>
          </p:nvPr>
        </p:nvGraphicFramePr>
        <p:xfrm>
          <a:off x="5418330" y="3551654"/>
          <a:ext cx="31162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4" name="Equation" r:id="rId25" imgW="1396800" imgH="203040" progId="Equation.DSMT4">
                  <p:embed/>
                </p:oleObj>
              </mc:Choice>
              <mc:Fallback>
                <p:oleObj name="Equation" r:id="rId25" imgW="1396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330" y="3551654"/>
                        <a:ext cx="31162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392849"/>
              </p:ext>
            </p:extLst>
          </p:nvPr>
        </p:nvGraphicFramePr>
        <p:xfrm>
          <a:off x="8921122" y="3510208"/>
          <a:ext cx="795339" cy="589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5" name="Equation" r:id="rId27" imgW="342720" imgH="253800" progId="Equation.DSMT4">
                  <p:embed/>
                </p:oleObj>
              </mc:Choice>
              <mc:Fallback>
                <p:oleObj name="Equation" r:id="rId27" imgW="342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122" y="3510208"/>
                        <a:ext cx="795339" cy="589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Rectangle 16"/>
          <p:cNvSpPr>
            <a:spLocks noGrp="1" noChangeArrowheads="1"/>
          </p:cNvSpPr>
          <p:nvPr>
            <p:ph type="title" idx="4294967295"/>
          </p:nvPr>
        </p:nvSpPr>
        <p:spPr>
          <a:xfrm>
            <a:off x="1760368" y="1171148"/>
            <a:ext cx="3857625" cy="609600"/>
          </a:xfrm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•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对空间有向光滑弧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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27665" name="AutoShape 17"/>
          <p:cNvSpPr>
            <a:spLocks/>
          </p:cNvSpPr>
          <p:nvPr/>
        </p:nvSpPr>
        <p:spPr bwMode="auto">
          <a:xfrm>
            <a:off x="5560977" y="919727"/>
            <a:ext cx="179388" cy="1143000"/>
          </a:xfrm>
          <a:prstGeom prst="leftBrace">
            <a:avLst>
              <a:gd name="adj1" fmla="val 5309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CB3BA-80F8-43EA-84C4-536E7C02D34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3396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8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9174</TotalTime>
  <Words>542</Words>
  <Application>Microsoft Office PowerPoint</Application>
  <PresentationFormat>宽屏</PresentationFormat>
  <Paragraphs>130</Paragraphs>
  <Slides>31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华文行楷</vt:lpstr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BMP 图象</vt:lpstr>
      <vt:lpstr>BMP 图像</vt:lpstr>
      <vt:lpstr>PowerPoint 演示文稿</vt:lpstr>
      <vt:lpstr>一、问题的提出</vt:lpstr>
      <vt:lpstr>PowerPoint 演示文稿</vt:lpstr>
      <vt:lpstr>二、第二型曲线积分的概念</vt:lpstr>
      <vt:lpstr>PowerPoint 演示文稿</vt:lpstr>
      <vt:lpstr>PowerPoint 演示文稿</vt:lpstr>
      <vt:lpstr>PowerPoint 演示文稿</vt:lpstr>
      <vt:lpstr>PowerPoint 演示文稿</vt:lpstr>
      <vt:lpstr>三、第二型曲线积分的计算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例2. 设在力场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例5. 求</vt:lpstr>
      <vt:lpstr>例6. 设曲线C为曲面</vt:lpstr>
      <vt:lpstr>PowerPoint 演示文稿</vt:lpstr>
      <vt:lpstr>PowerPoint 演示文稿</vt:lpstr>
      <vt:lpstr>PowerPoint 演示文稿</vt:lpstr>
      <vt:lpstr>例9</vt:lpstr>
      <vt:lpstr>内容小结</vt:lpstr>
      <vt:lpstr>3. 计算</vt:lpstr>
      <vt:lpstr>• 对空间有向光滑弧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Wenzhuang</cp:lastModifiedBy>
  <cp:revision>124</cp:revision>
  <dcterms:created xsi:type="dcterms:W3CDTF">2020-03-05T03:56:51Z</dcterms:created>
  <dcterms:modified xsi:type="dcterms:W3CDTF">2022-08-13T03:47:54Z</dcterms:modified>
</cp:coreProperties>
</file>