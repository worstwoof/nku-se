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303" r:id="rId14"/>
    <p:sldId id="304" r:id="rId15"/>
    <p:sldId id="271" r:id="rId16"/>
    <p:sldId id="305" r:id="rId17"/>
    <p:sldId id="306" r:id="rId18"/>
    <p:sldId id="294" r:id="rId19"/>
    <p:sldId id="295" r:id="rId20"/>
    <p:sldId id="288" r:id="rId21"/>
    <p:sldId id="296" r:id="rId22"/>
    <p:sldId id="297" r:id="rId23"/>
    <p:sldId id="298" r:id="rId24"/>
    <p:sldId id="275" r:id="rId25"/>
    <p:sldId id="276" r:id="rId26"/>
    <p:sldId id="299" r:id="rId27"/>
    <p:sldId id="300" r:id="rId28"/>
    <p:sldId id="301" r:id="rId29"/>
    <p:sldId id="302" r:id="rId30"/>
    <p:sldId id="277" r:id="rId31"/>
    <p:sldId id="278" r:id="rId32"/>
    <p:sldId id="279" r:id="rId33"/>
    <p:sldId id="284" r:id="rId34"/>
    <p:sldId id="308" r:id="rId35"/>
    <p:sldId id="309" r:id="rId36"/>
    <p:sldId id="310" r:id="rId37"/>
    <p:sldId id="307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FF"/>
    <a:srgbClr val="6600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8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53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26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82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43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711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70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44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30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12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72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7D2FE-BD29-4E71-AD04-CFB7B2742D65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55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2.e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2.bin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0.emf"/><Relationship Id="rId14" Type="http://schemas.openxmlformats.org/officeDocument/2006/relationships/oleObject" Target="../embeddings/oleObject23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6.e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5" Type="http://schemas.openxmlformats.org/officeDocument/2006/relationships/image" Target="../media/image35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3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2.wmf"/><Relationship Id="rId18" Type="http://schemas.openxmlformats.org/officeDocument/2006/relationships/oleObject" Target="../embeddings/oleObject45.bin"/><Relationship Id="rId26" Type="http://schemas.openxmlformats.org/officeDocument/2006/relationships/oleObject" Target="../embeddings/oleObject49.bin"/><Relationship Id="rId3" Type="http://schemas.openxmlformats.org/officeDocument/2006/relationships/image" Target="../media/image37.wmf"/><Relationship Id="rId21" Type="http://schemas.openxmlformats.org/officeDocument/2006/relationships/image" Target="../media/image46.wmf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4.wmf"/><Relationship Id="rId25" Type="http://schemas.openxmlformats.org/officeDocument/2006/relationships/image" Target="../media/image48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29" Type="http://schemas.openxmlformats.org/officeDocument/2006/relationships/image" Target="../media/image5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1.wmf"/><Relationship Id="rId24" Type="http://schemas.openxmlformats.org/officeDocument/2006/relationships/oleObject" Target="../embeddings/oleObject48.bin"/><Relationship Id="rId32" Type="http://schemas.openxmlformats.org/officeDocument/2006/relationships/oleObject" Target="../embeddings/oleObject52.bin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23" Type="http://schemas.openxmlformats.org/officeDocument/2006/relationships/image" Target="../media/image47.wmf"/><Relationship Id="rId28" Type="http://schemas.openxmlformats.org/officeDocument/2006/relationships/oleObject" Target="../embeddings/oleObject50.bin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5.wmf"/><Relationship Id="rId31" Type="http://schemas.openxmlformats.org/officeDocument/2006/relationships/image" Target="../media/image51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Relationship Id="rId27" Type="http://schemas.openxmlformats.org/officeDocument/2006/relationships/image" Target="../media/image49.wmf"/><Relationship Id="rId30" Type="http://schemas.openxmlformats.org/officeDocument/2006/relationships/oleObject" Target="../embeddings/oleObject51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wmf"/><Relationship Id="rId18" Type="http://schemas.openxmlformats.org/officeDocument/2006/relationships/oleObject" Target="../embeddings/oleObject61.bin"/><Relationship Id="rId26" Type="http://schemas.openxmlformats.org/officeDocument/2006/relationships/oleObject" Target="../embeddings/oleObject65.bin"/><Relationship Id="rId39" Type="http://schemas.openxmlformats.org/officeDocument/2006/relationships/image" Target="../media/image51.wmf"/><Relationship Id="rId21" Type="http://schemas.openxmlformats.org/officeDocument/2006/relationships/image" Target="../media/image61.wmf"/><Relationship Id="rId34" Type="http://schemas.openxmlformats.org/officeDocument/2006/relationships/oleObject" Target="../embeddings/oleObject69.bin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59.wmf"/><Relationship Id="rId25" Type="http://schemas.openxmlformats.org/officeDocument/2006/relationships/image" Target="../media/image63.wmf"/><Relationship Id="rId33" Type="http://schemas.openxmlformats.org/officeDocument/2006/relationships/image" Target="../media/image49.wmf"/><Relationship Id="rId38" Type="http://schemas.openxmlformats.org/officeDocument/2006/relationships/oleObject" Target="../embeddings/oleObject71.bin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29" Type="http://schemas.openxmlformats.org/officeDocument/2006/relationships/image" Target="../media/image4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6.wmf"/><Relationship Id="rId24" Type="http://schemas.openxmlformats.org/officeDocument/2006/relationships/oleObject" Target="../embeddings/oleObject64.bin"/><Relationship Id="rId32" Type="http://schemas.openxmlformats.org/officeDocument/2006/relationships/oleObject" Target="../embeddings/oleObject68.bin"/><Relationship Id="rId37" Type="http://schemas.openxmlformats.org/officeDocument/2006/relationships/image" Target="../media/image41.wmf"/><Relationship Id="rId5" Type="http://schemas.openxmlformats.org/officeDocument/2006/relationships/image" Target="../media/image53.wmf"/><Relationship Id="rId15" Type="http://schemas.openxmlformats.org/officeDocument/2006/relationships/image" Target="../media/image58.wmf"/><Relationship Id="rId23" Type="http://schemas.openxmlformats.org/officeDocument/2006/relationships/image" Target="../media/image62.wmf"/><Relationship Id="rId28" Type="http://schemas.openxmlformats.org/officeDocument/2006/relationships/oleObject" Target="../embeddings/oleObject66.bin"/><Relationship Id="rId36" Type="http://schemas.openxmlformats.org/officeDocument/2006/relationships/oleObject" Target="../embeddings/oleObject70.bin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60.wmf"/><Relationship Id="rId31" Type="http://schemas.openxmlformats.org/officeDocument/2006/relationships/image" Target="../media/image48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59.bin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64.wmf"/><Relationship Id="rId30" Type="http://schemas.openxmlformats.org/officeDocument/2006/relationships/oleObject" Target="../embeddings/oleObject67.bin"/><Relationship Id="rId35" Type="http://schemas.openxmlformats.org/officeDocument/2006/relationships/image" Target="../media/image50.wmf"/><Relationship Id="rId8" Type="http://schemas.openxmlformats.org/officeDocument/2006/relationships/oleObject" Target="../embeddings/oleObject56.bin"/><Relationship Id="rId3" Type="http://schemas.openxmlformats.org/officeDocument/2006/relationships/image" Target="../media/image5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0.wmf"/><Relationship Id="rId18" Type="http://schemas.openxmlformats.org/officeDocument/2006/relationships/oleObject" Target="../embeddings/oleObject80.bin"/><Relationship Id="rId26" Type="http://schemas.openxmlformats.org/officeDocument/2006/relationships/oleObject" Target="../embeddings/oleObject84.bin"/><Relationship Id="rId3" Type="http://schemas.openxmlformats.org/officeDocument/2006/relationships/image" Target="../media/image65.wmf"/><Relationship Id="rId21" Type="http://schemas.openxmlformats.org/officeDocument/2006/relationships/image" Target="../media/image74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72.wmf"/><Relationship Id="rId25" Type="http://schemas.openxmlformats.org/officeDocument/2006/relationships/image" Target="../media/image76.e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1.bin"/><Relationship Id="rId29" Type="http://schemas.openxmlformats.org/officeDocument/2006/relationships/image" Target="../media/image7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69.emf"/><Relationship Id="rId24" Type="http://schemas.openxmlformats.org/officeDocument/2006/relationships/oleObject" Target="../embeddings/oleObject83.bin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23" Type="http://schemas.openxmlformats.org/officeDocument/2006/relationships/image" Target="../media/image75.emf"/><Relationship Id="rId28" Type="http://schemas.openxmlformats.org/officeDocument/2006/relationships/oleObject" Target="../embeddings/oleObject85.bin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73.wmf"/><Relationship Id="rId31" Type="http://schemas.openxmlformats.org/officeDocument/2006/relationships/image" Target="../media/image79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78.bin"/><Relationship Id="rId22" Type="http://schemas.openxmlformats.org/officeDocument/2006/relationships/oleObject" Target="../embeddings/oleObject82.bin"/><Relationship Id="rId27" Type="http://schemas.openxmlformats.org/officeDocument/2006/relationships/image" Target="../media/image77.emf"/><Relationship Id="rId30" Type="http://schemas.openxmlformats.org/officeDocument/2006/relationships/oleObject" Target="../embeddings/oleObject8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85.wmf"/><Relationship Id="rId18" Type="http://schemas.openxmlformats.org/officeDocument/2006/relationships/oleObject" Target="../embeddings/oleObject95.bin"/><Relationship Id="rId3" Type="http://schemas.openxmlformats.org/officeDocument/2006/relationships/image" Target="../media/image80.wmf"/><Relationship Id="rId21" Type="http://schemas.openxmlformats.org/officeDocument/2006/relationships/image" Target="../media/image89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87.wmf"/><Relationship Id="rId25" Type="http://schemas.openxmlformats.org/officeDocument/2006/relationships/image" Target="../media/image91.wmf"/><Relationship Id="rId2" Type="http://schemas.openxmlformats.org/officeDocument/2006/relationships/oleObject" Target="../embeddings/oleObject87.bin"/><Relationship Id="rId16" Type="http://schemas.openxmlformats.org/officeDocument/2006/relationships/oleObject" Target="../embeddings/oleObject94.bin"/><Relationship Id="rId20" Type="http://schemas.openxmlformats.org/officeDocument/2006/relationships/oleObject" Target="../embeddings/oleObject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84.wmf"/><Relationship Id="rId24" Type="http://schemas.openxmlformats.org/officeDocument/2006/relationships/oleObject" Target="../embeddings/oleObject98.bin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23" Type="http://schemas.openxmlformats.org/officeDocument/2006/relationships/image" Target="../media/image90.wmf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88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93.bin"/><Relationship Id="rId22" Type="http://schemas.openxmlformats.org/officeDocument/2006/relationships/oleObject" Target="../embeddings/oleObject9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97.wmf"/><Relationship Id="rId18" Type="http://schemas.openxmlformats.org/officeDocument/2006/relationships/oleObject" Target="../embeddings/oleObject107.bin"/><Relationship Id="rId26" Type="http://schemas.openxmlformats.org/officeDocument/2006/relationships/oleObject" Target="../embeddings/oleObject111.bin"/><Relationship Id="rId3" Type="http://schemas.openxmlformats.org/officeDocument/2006/relationships/image" Target="../media/image92.wmf"/><Relationship Id="rId21" Type="http://schemas.openxmlformats.org/officeDocument/2006/relationships/image" Target="../media/image101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104.bin"/><Relationship Id="rId17" Type="http://schemas.openxmlformats.org/officeDocument/2006/relationships/image" Target="../media/image99.wmf"/><Relationship Id="rId25" Type="http://schemas.openxmlformats.org/officeDocument/2006/relationships/image" Target="../media/image103.wmf"/><Relationship Id="rId2" Type="http://schemas.openxmlformats.org/officeDocument/2006/relationships/oleObject" Target="../embeddings/oleObject99.bin"/><Relationship Id="rId16" Type="http://schemas.openxmlformats.org/officeDocument/2006/relationships/oleObject" Target="../embeddings/oleObject106.bin"/><Relationship Id="rId20" Type="http://schemas.openxmlformats.org/officeDocument/2006/relationships/oleObject" Target="../embeddings/oleObject108.bin"/><Relationship Id="rId29" Type="http://schemas.openxmlformats.org/officeDocument/2006/relationships/image" Target="../media/image10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96.wmf"/><Relationship Id="rId24" Type="http://schemas.openxmlformats.org/officeDocument/2006/relationships/oleObject" Target="../embeddings/oleObject110.bin"/><Relationship Id="rId5" Type="http://schemas.openxmlformats.org/officeDocument/2006/relationships/image" Target="../media/image93.wmf"/><Relationship Id="rId15" Type="http://schemas.openxmlformats.org/officeDocument/2006/relationships/image" Target="../media/image98.wmf"/><Relationship Id="rId23" Type="http://schemas.openxmlformats.org/officeDocument/2006/relationships/image" Target="../media/image102.wmf"/><Relationship Id="rId28" Type="http://schemas.openxmlformats.org/officeDocument/2006/relationships/oleObject" Target="../embeddings/oleObject112.bin"/><Relationship Id="rId10" Type="http://schemas.openxmlformats.org/officeDocument/2006/relationships/oleObject" Target="../embeddings/oleObject103.bin"/><Relationship Id="rId19" Type="http://schemas.openxmlformats.org/officeDocument/2006/relationships/image" Target="../media/image100.wmf"/><Relationship Id="rId31" Type="http://schemas.openxmlformats.org/officeDocument/2006/relationships/image" Target="../media/image106.wmf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105.bin"/><Relationship Id="rId22" Type="http://schemas.openxmlformats.org/officeDocument/2006/relationships/oleObject" Target="../embeddings/oleObject109.bin"/><Relationship Id="rId27" Type="http://schemas.openxmlformats.org/officeDocument/2006/relationships/image" Target="../media/image104.wmf"/><Relationship Id="rId30" Type="http://schemas.openxmlformats.org/officeDocument/2006/relationships/oleObject" Target="../embeddings/oleObject11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122.bin"/><Relationship Id="rId26" Type="http://schemas.openxmlformats.org/officeDocument/2006/relationships/oleObject" Target="../embeddings/oleObject126.bin"/><Relationship Id="rId3" Type="http://schemas.openxmlformats.org/officeDocument/2006/relationships/image" Target="../media/image107.wmf"/><Relationship Id="rId21" Type="http://schemas.openxmlformats.org/officeDocument/2006/relationships/image" Target="../media/image116.wmf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119.bin"/><Relationship Id="rId17" Type="http://schemas.openxmlformats.org/officeDocument/2006/relationships/image" Target="../media/image114.wmf"/><Relationship Id="rId25" Type="http://schemas.openxmlformats.org/officeDocument/2006/relationships/image" Target="../media/image118.wmf"/><Relationship Id="rId2" Type="http://schemas.openxmlformats.org/officeDocument/2006/relationships/oleObject" Target="../embeddings/oleObject114.bin"/><Relationship Id="rId16" Type="http://schemas.openxmlformats.org/officeDocument/2006/relationships/oleObject" Target="../embeddings/oleObject121.bin"/><Relationship Id="rId20" Type="http://schemas.openxmlformats.org/officeDocument/2006/relationships/oleObject" Target="../embeddings/oleObject1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11.wmf"/><Relationship Id="rId24" Type="http://schemas.openxmlformats.org/officeDocument/2006/relationships/oleObject" Target="../embeddings/oleObject125.bin"/><Relationship Id="rId5" Type="http://schemas.openxmlformats.org/officeDocument/2006/relationships/image" Target="../media/image108.wmf"/><Relationship Id="rId15" Type="http://schemas.openxmlformats.org/officeDocument/2006/relationships/image" Target="../media/image113.wmf"/><Relationship Id="rId23" Type="http://schemas.openxmlformats.org/officeDocument/2006/relationships/image" Target="../media/image117.wmf"/><Relationship Id="rId10" Type="http://schemas.openxmlformats.org/officeDocument/2006/relationships/oleObject" Target="../embeddings/oleObject118.bin"/><Relationship Id="rId19" Type="http://schemas.openxmlformats.org/officeDocument/2006/relationships/image" Target="../media/image115.w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10.wmf"/><Relationship Id="rId14" Type="http://schemas.openxmlformats.org/officeDocument/2006/relationships/oleObject" Target="../embeddings/oleObject120.bin"/><Relationship Id="rId22" Type="http://schemas.openxmlformats.org/officeDocument/2006/relationships/oleObject" Target="../embeddings/oleObject124.bin"/><Relationship Id="rId27" Type="http://schemas.openxmlformats.org/officeDocument/2006/relationships/image" Target="../media/image11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2.wmf"/><Relationship Id="rId12" Type="http://schemas.openxmlformats.org/officeDocument/2006/relationships/oleObject" Target="../embeddings/oleObject132.bin"/><Relationship Id="rId2" Type="http://schemas.openxmlformats.org/officeDocument/2006/relationships/oleObject" Target="../embeddings/oleObject1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24.wmf"/><Relationship Id="rId5" Type="http://schemas.openxmlformats.org/officeDocument/2006/relationships/image" Target="../media/image121.wmf"/><Relationship Id="rId10" Type="http://schemas.openxmlformats.org/officeDocument/2006/relationships/oleObject" Target="../embeddings/oleObject131.bin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23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emf"/><Relationship Id="rId18" Type="http://schemas.openxmlformats.org/officeDocument/2006/relationships/oleObject" Target="../embeddings/oleObject141.bin"/><Relationship Id="rId26" Type="http://schemas.openxmlformats.org/officeDocument/2006/relationships/oleObject" Target="../embeddings/oleObject145.bin"/><Relationship Id="rId21" Type="http://schemas.openxmlformats.org/officeDocument/2006/relationships/image" Target="../media/image135.emf"/><Relationship Id="rId34" Type="http://schemas.openxmlformats.org/officeDocument/2006/relationships/oleObject" Target="../embeddings/oleObject149.bin"/><Relationship Id="rId7" Type="http://schemas.openxmlformats.org/officeDocument/2006/relationships/image" Target="../media/image128.emf"/><Relationship Id="rId12" Type="http://schemas.openxmlformats.org/officeDocument/2006/relationships/oleObject" Target="../embeddings/oleObject138.bin"/><Relationship Id="rId17" Type="http://schemas.openxmlformats.org/officeDocument/2006/relationships/image" Target="../media/image133.emf"/><Relationship Id="rId25" Type="http://schemas.openxmlformats.org/officeDocument/2006/relationships/image" Target="../media/image137.emf"/><Relationship Id="rId33" Type="http://schemas.openxmlformats.org/officeDocument/2006/relationships/image" Target="../media/image141.emf"/><Relationship Id="rId2" Type="http://schemas.openxmlformats.org/officeDocument/2006/relationships/oleObject" Target="../embeddings/oleObject133.bin"/><Relationship Id="rId16" Type="http://schemas.openxmlformats.org/officeDocument/2006/relationships/oleObject" Target="../embeddings/oleObject140.bin"/><Relationship Id="rId20" Type="http://schemas.openxmlformats.org/officeDocument/2006/relationships/oleObject" Target="../embeddings/oleObject142.bin"/><Relationship Id="rId29" Type="http://schemas.openxmlformats.org/officeDocument/2006/relationships/image" Target="../media/image13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5.bin"/><Relationship Id="rId11" Type="http://schemas.openxmlformats.org/officeDocument/2006/relationships/image" Target="../media/image130.emf"/><Relationship Id="rId24" Type="http://schemas.openxmlformats.org/officeDocument/2006/relationships/oleObject" Target="../embeddings/oleObject144.bin"/><Relationship Id="rId32" Type="http://schemas.openxmlformats.org/officeDocument/2006/relationships/oleObject" Target="../embeddings/oleObject148.bin"/><Relationship Id="rId37" Type="http://schemas.openxmlformats.org/officeDocument/2006/relationships/image" Target="../media/image143.emf"/><Relationship Id="rId5" Type="http://schemas.openxmlformats.org/officeDocument/2006/relationships/image" Target="../media/image127.wmf"/><Relationship Id="rId15" Type="http://schemas.openxmlformats.org/officeDocument/2006/relationships/image" Target="../media/image132.emf"/><Relationship Id="rId23" Type="http://schemas.openxmlformats.org/officeDocument/2006/relationships/image" Target="../media/image136.emf"/><Relationship Id="rId28" Type="http://schemas.openxmlformats.org/officeDocument/2006/relationships/oleObject" Target="../embeddings/oleObject146.bin"/><Relationship Id="rId36" Type="http://schemas.openxmlformats.org/officeDocument/2006/relationships/oleObject" Target="../embeddings/oleObject150.bin"/><Relationship Id="rId10" Type="http://schemas.openxmlformats.org/officeDocument/2006/relationships/oleObject" Target="../embeddings/oleObject137.bin"/><Relationship Id="rId19" Type="http://schemas.openxmlformats.org/officeDocument/2006/relationships/image" Target="../media/image134.emf"/><Relationship Id="rId31" Type="http://schemas.openxmlformats.org/officeDocument/2006/relationships/image" Target="../media/image140.emf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29.emf"/><Relationship Id="rId14" Type="http://schemas.openxmlformats.org/officeDocument/2006/relationships/oleObject" Target="../embeddings/oleObject139.bin"/><Relationship Id="rId22" Type="http://schemas.openxmlformats.org/officeDocument/2006/relationships/oleObject" Target="../embeddings/oleObject143.bin"/><Relationship Id="rId27" Type="http://schemas.openxmlformats.org/officeDocument/2006/relationships/image" Target="../media/image138.emf"/><Relationship Id="rId30" Type="http://schemas.openxmlformats.org/officeDocument/2006/relationships/oleObject" Target="../embeddings/oleObject147.bin"/><Relationship Id="rId35" Type="http://schemas.openxmlformats.org/officeDocument/2006/relationships/image" Target="../media/image142.emf"/><Relationship Id="rId8" Type="http://schemas.openxmlformats.org/officeDocument/2006/relationships/oleObject" Target="../embeddings/oleObject136.bin"/><Relationship Id="rId3" Type="http://schemas.openxmlformats.org/officeDocument/2006/relationships/image" Target="../media/image12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image" Target="../media/image150.wmf"/><Relationship Id="rId3" Type="http://schemas.openxmlformats.org/officeDocument/2006/relationships/image" Target="../media/image145.png"/><Relationship Id="rId7" Type="http://schemas.openxmlformats.org/officeDocument/2006/relationships/image" Target="../media/image147.wmf"/><Relationship Id="rId12" Type="http://schemas.openxmlformats.org/officeDocument/2006/relationships/oleObject" Target="../embeddings/oleObject155.bin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49.wmf"/><Relationship Id="rId5" Type="http://schemas.openxmlformats.org/officeDocument/2006/relationships/image" Target="../media/image146.wmf"/><Relationship Id="rId15" Type="http://schemas.openxmlformats.org/officeDocument/2006/relationships/image" Target="../media/image151.emf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48.emf"/><Relationship Id="rId14" Type="http://schemas.openxmlformats.org/officeDocument/2006/relationships/oleObject" Target="../embeddings/oleObject15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13" Type="http://schemas.openxmlformats.org/officeDocument/2006/relationships/image" Target="../media/image157.wmf"/><Relationship Id="rId3" Type="http://schemas.openxmlformats.org/officeDocument/2006/relationships/image" Target="../media/image152.wmf"/><Relationship Id="rId7" Type="http://schemas.openxmlformats.org/officeDocument/2006/relationships/image" Target="../media/image154.wmf"/><Relationship Id="rId12" Type="http://schemas.openxmlformats.org/officeDocument/2006/relationships/oleObject" Target="../embeddings/oleObject162.bin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56.wmf"/><Relationship Id="rId5" Type="http://schemas.openxmlformats.org/officeDocument/2006/relationships/image" Target="../media/image153.wmf"/><Relationship Id="rId10" Type="http://schemas.openxmlformats.org/officeDocument/2006/relationships/oleObject" Target="../embeddings/oleObject161.bin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55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63.wmf"/><Relationship Id="rId18" Type="http://schemas.openxmlformats.org/officeDocument/2006/relationships/oleObject" Target="../embeddings/oleObject171.bin"/><Relationship Id="rId3" Type="http://schemas.openxmlformats.org/officeDocument/2006/relationships/image" Target="../media/image158.emf"/><Relationship Id="rId7" Type="http://schemas.openxmlformats.org/officeDocument/2006/relationships/image" Target="../media/image160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65.wmf"/><Relationship Id="rId2" Type="http://schemas.openxmlformats.org/officeDocument/2006/relationships/oleObject" Target="../embeddings/oleObject163.bin"/><Relationship Id="rId16" Type="http://schemas.openxmlformats.org/officeDocument/2006/relationships/oleObject" Target="../embeddings/oleObject1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5" Type="http://schemas.openxmlformats.org/officeDocument/2006/relationships/image" Target="../media/image164.wmf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66.wmf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61.wmf"/><Relationship Id="rId14" Type="http://schemas.openxmlformats.org/officeDocument/2006/relationships/oleObject" Target="../embeddings/oleObject16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3" Type="http://schemas.openxmlformats.org/officeDocument/2006/relationships/image" Target="../media/image167.emf"/><Relationship Id="rId7" Type="http://schemas.openxmlformats.org/officeDocument/2006/relationships/image" Target="../media/image169.emf"/><Relationship Id="rId2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4.bin"/><Relationship Id="rId5" Type="http://schemas.openxmlformats.org/officeDocument/2006/relationships/image" Target="../media/image168.wmf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7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13" Type="http://schemas.openxmlformats.org/officeDocument/2006/relationships/image" Target="../media/image176.wmf"/><Relationship Id="rId3" Type="http://schemas.openxmlformats.org/officeDocument/2006/relationships/image" Target="../media/image171.emf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181.bin"/><Relationship Id="rId2" Type="http://schemas.openxmlformats.org/officeDocument/2006/relationships/oleObject" Target="../embeddings/oleObject1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8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77.wmf"/><Relationship Id="rId10" Type="http://schemas.openxmlformats.org/officeDocument/2006/relationships/oleObject" Target="../embeddings/oleObject180.bin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182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183.wmf"/><Relationship Id="rId18" Type="http://schemas.openxmlformats.org/officeDocument/2006/relationships/oleObject" Target="../embeddings/oleObject191.bin"/><Relationship Id="rId3" Type="http://schemas.openxmlformats.org/officeDocument/2006/relationships/image" Target="../media/image178.wmf"/><Relationship Id="rId21" Type="http://schemas.openxmlformats.org/officeDocument/2006/relationships/image" Target="../media/image187.emf"/><Relationship Id="rId7" Type="http://schemas.openxmlformats.org/officeDocument/2006/relationships/image" Target="../media/image180.wmf"/><Relationship Id="rId12" Type="http://schemas.openxmlformats.org/officeDocument/2006/relationships/oleObject" Target="../embeddings/oleObject188.bin"/><Relationship Id="rId17" Type="http://schemas.openxmlformats.org/officeDocument/2006/relationships/image" Target="../media/image185.emf"/><Relationship Id="rId2" Type="http://schemas.openxmlformats.org/officeDocument/2006/relationships/oleObject" Target="../embeddings/oleObject183.bin"/><Relationship Id="rId16" Type="http://schemas.openxmlformats.org/officeDocument/2006/relationships/oleObject" Target="../embeddings/oleObject190.bin"/><Relationship Id="rId20" Type="http://schemas.openxmlformats.org/officeDocument/2006/relationships/oleObject" Target="../embeddings/oleObject1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182.emf"/><Relationship Id="rId5" Type="http://schemas.openxmlformats.org/officeDocument/2006/relationships/image" Target="../media/image179.emf"/><Relationship Id="rId15" Type="http://schemas.openxmlformats.org/officeDocument/2006/relationships/image" Target="../media/image184.wmf"/><Relationship Id="rId23" Type="http://schemas.openxmlformats.org/officeDocument/2006/relationships/image" Target="../media/image188.emf"/><Relationship Id="rId10" Type="http://schemas.openxmlformats.org/officeDocument/2006/relationships/oleObject" Target="../embeddings/oleObject187.bin"/><Relationship Id="rId19" Type="http://schemas.openxmlformats.org/officeDocument/2006/relationships/image" Target="../media/image186.w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181.wmf"/><Relationship Id="rId14" Type="http://schemas.openxmlformats.org/officeDocument/2006/relationships/oleObject" Target="../embeddings/oleObject189.bin"/><Relationship Id="rId22" Type="http://schemas.openxmlformats.org/officeDocument/2006/relationships/oleObject" Target="../embeddings/oleObject19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image" Target="../media/image194.wmf"/><Relationship Id="rId18" Type="http://schemas.openxmlformats.org/officeDocument/2006/relationships/oleObject" Target="../embeddings/oleObject202.bin"/><Relationship Id="rId3" Type="http://schemas.openxmlformats.org/officeDocument/2006/relationships/image" Target="../media/image189.emf"/><Relationship Id="rId21" Type="http://schemas.openxmlformats.org/officeDocument/2006/relationships/image" Target="../media/image198.wmf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199.bin"/><Relationship Id="rId17" Type="http://schemas.openxmlformats.org/officeDocument/2006/relationships/image" Target="../media/image196.emf"/><Relationship Id="rId2" Type="http://schemas.openxmlformats.org/officeDocument/2006/relationships/oleObject" Target="../embeddings/oleObject194.bin"/><Relationship Id="rId16" Type="http://schemas.openxmlformats.org/officeDocument/2006/relationships/oleObject" Target="../embeddings/oleObject201.bin"/><Relationship Id="rId20" Type="http://schemas.openxmlformats.org/officeDocument/2006/relationships/oleObject" Target="../embeddings/oleObject20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5" Type="http://schemas.openxmlformats.org/officeDocument/2006/relationships/image" Target="../media/image195.emf"/><Relationship Id="rId23" Type="http://schemas.openxmlformats.org/officeDocument/2006/relationships/image" Target="../media/image199.emf"/><Relationship Id="rId10" Type="http://schemas.openxmlformats.org/officeDocument/2006/relationships/oleObject" Target="../embeddings/oleObject198.bin"/><Relationship Id="rId19" Type="http://schemas.openxmlformats.org/officeDocument/2006/relationships/image" Target="../media/image197.wmf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192.wmf"/><Relationship Id="rId14" Type="http://schemas.openxmlformats.org/officeDocument/2006/relationships/oleObject" Target="../embeddings/oleObject200.bin"/><Relationship Id="rId22" Type="http://schemas.openxmlformats.org/officeDocument/2006/relationships/oleObject" Target="../embeddings/oleObject204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13" Type="http://schemas.openxmlformats.org/officeDocument/2006/relationships/image" Target="../media/image205.emf"/><Relationship Id="rId18" Type="http://schemas.openxmlformats.org/officeDocument/2006/relationships/oleObject" Target="../embeddings/oleObject213.bin"/><Relationship Id="rId26" Type="http://schemas.openxmlformats.org/officeDocument/2006/relationships/oleObject" Target="../embeddings/oleObject217.bin"/><Relationship Id="rId3" Type="http://schemas.openxmlformats.org/officeDocument/2006/relationships/image" Target="../media/image200.wmf"/><Relationship Id="rId21" Type="http://schemas.openxmlformats.org/officeDocument/2006/relationships/image" Target="../media/image209.wmf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210.bin"/><Relationship Id="rId17" Type="http://schemas.openxmlformats.org/officeDocument/2006/relationships/image" Target="../media/image207.emf"/><Relationship Id="rId25" Type="http://schemas.openxmlformats.org/officeDocument/2006/relationships/image" Target="../media/image211.emf"/><Relationship Id="rId2" Type="http://schemas.openxmlformats.org/officeDocument/2006/relationships/oleObject" Target="../embeddings/oleObject205.bin"/><Relationship Id="rId16" Type="http://schemas.openxmlformats.org/officeDocument/2006/relationships/oleObject" Target="../embeddings/oleObject212.bin"/><Relationship Id="rId20" Type="http://schemas.openxmlformats.org/officeDocument/2006/relationships/oleObject" Target="../embeddings/oleObject214.bin"/><Relationship Id="rId29" Type="http://schemas.openxmlformats.org/officeDocument/2006/relationships/image" Target="../media/image21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7.bin"/><Relationship Id="rId11" Type="http://schemas.openxmlformats.org/officeDocument/2006/relationships/image" Target="../media/image204.emf"/><Relationship Id="rId24" Type="http://schemas.openxmlformats.org/officeDocument/2006/relationships/oleObject" Target="../embeddings/oleObject216.bin"/><Relationship Id="rId5" Type="http://schemas.openxmlformats.org/officeDocument/2006/relationships/image" Target="../media/image201.emf"/><Relationship Id="rId15" Type="http://schemas.openxmlformats.org/officeDocument/2006/relationships/image" Target="../media/image206.emf"/><Relationship Id="rId23" Type="http://schemas.openxmlformats.org/officeDocument/2006/relationships/image" Target="../media/image210.wmf"/><Relationship Id="rId28" Type="http://schemas.openxmlformats.org/officeDocument/2006/relationships/oleObject" Target="../embeddings/oleObject218.bin"/><Relationship Id="rId10" Type="http://schemas.openxmlformats.org/officeDocument/2006/relationships/oleObject" Target="../embeddings/oleObject209.bin"/><Relationship Id="rId19" Type="http://schemas.openxmlformats.org/officeDocument/2006/relationships/image" Target="../media/image208.wmf"/><Relationship Id="rId31" Type="http://schemas.openxmlformats.org/officeDocument/2006/relationships/image" Target="../media/image214.emf"/><Relationship Id="rId4" Type="http://schemas.openxmlformats.org/officeDocument/2006/relationships/oleObject" Target="../embeddings/oleObject206.bin"/><Relationship Id="rId9" Type="http://schemas.openxmlformats.org/officeDocument/2006/relationships/image" Target="../media/image203.emf"/><Relationship Id="rId14" Type="http://schemas.openxmlformats.org/officeDocument/2006/relationships/oleObject" Target="../embeddings/oleObject211.bin"/><Relationship Id="rId22" Type="http://schemas.openxmlformats.org/officeDocument/2006/relationships/oleObject" Target="../embeddings/oleObject215.bin"/><Relationship Id="rId27" Type="http://schemas.openxmlformats.org/officeDocument/2006/relationships/image" Target="../media/image212.wmf"/><Relationship Id="rId30" Type="http://schemas.openxmlformats.org/officeDocument/2006/relationships/oleObject" Target="../embeddings/oleObject219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0.emf"/><Relationship Id="rId18" Type="http://schemas.openxmlformats.org/officeDocument/2006/relationships/oleObject" Target="../embeddings/oleObject228.bin"/><Relationship Id="rId26" Type="http://schemas.openxmlformats.org/officeDocument/2006/relationships/oleObject" Target="../embeddings/oleObject232.bin"/><Relationship Id="rId3" Type="http://schemas.openxmlformats.org/officeDocument/2006/relationships/image" Target="../media/image215.wmf"/><Relationship Id="rId21" Type="http://schemas.openxmlformats.org/officeDocument/2006/relationships/image" Target="../media/image224.wmf"/><Relationship Id="rId7" Type="http://schemas.openxmlformats.org/officeDocument/2006/relationships/image" Target="../media/image217.wmf"/><Relationship Id="rId12" Type="http://schemas.openxmlformats.org/officeDocument/2006/relationships/oleObject" Target="../embeddings/oleObject225.bin"/><Relationship Id="rId17" Type="http://schemas.openxmlformats.org/officeDocument/2006/relationships/image" Target="../media/image222.wmf"/><Relationship Id="rId25" Type="http://schemas.openxmlformats.org/officeDocument/2006/relationships/image" Target="../media/image226.wmf"/><Relationship Id="rId33" Type="http://schemas.openxmlformats.org/officeDocument/2006/relationships/image" Target="../media/image230.emf"/><Relationship Id="rId2" Type="http://schemas.openxmlformats.org/officeDocument/2006/relationships/oleObject" Target="../embeddings/oleObject220.bin"/><Relationship Id="rId16" Type="http://schemas.openxmlformats.org/officeDocument/2006/relationships/oleObject" Target="../embeddings/oleObject227.bin"/><Relationship Id="rId20" Type="http://schemas.openxmlformats.org/officeDocument/2006/relationships/oleObject" Target="../embeddings/oleObject229.bin"/><Relationship Id="rId29" Type="http://schemas.openxmlformats.org/officeDocument/2006/relationships/image" Target="../media/image22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2.bin"/><Relationship Id="rId11" Type="http://schemas.openxmlformats.org/officeDocument/2006/relationships/image" Target="../media/image219.emf"/><Relationship Id="rId24" Type="http://schemas.openxmlformats.org/officeDocument/2006/relationships/oleObject" Target="../embeddings/oleObject231.bin"/><Relationship Id="rId32" Type="http://schemas.openxmlformats.org/officeDocument/2006/relationships/oleObject" Target="../embeddings/oleObject235.bin"/><Relationship Id="rId5" Type="http://schemas.openxmlformats.org/officeDocument/2006/relationships/image" Target="../media/image216.wmf"/><Relationship Id="rId15" Type="http://schemas.openxmlformats.org/officeDocument/2006/relationships/image" Target="../media/image221.wmf"/><Relationship Id="rId23" Type="http://schemas.openxmlformats.org/officeDocument/2006/relationships/image" Target="../media/image225.emf"/><Relationship Id="rId28" Type="http://schemas.openxmlformats.org/officeDocument/2006/relationships/oleObject" Target="../embeddings/oleObject233.bin"/><Relationship Id="rId10" Type="http://schemas.openxmlformats.org/officeDocument/2006/relationships/oleObject" Target="../embeddings/oleObject224.bin"/><Relationship Id="rId19" Type="http://schemas.openxmlformats.org/officeDocument/2006/relationships/image" Target="../media/image223.wmf"/><Relationship Id="rId31" Type="http://schemas.openxmlformats.org/officeDocument/2006/relationships/image" Target="../media/image229.wmf"/><Relationship Id="rId4" Type="http://schemas.openxmlformats.org/officeDocument/2006/relationships/oleObject" Target="../embeddings/oleObject221.bin"/><Relationship Id="rId9" Type="http://schemas.openxmlformats.org/officeDocument/2006/relationships/image" Target="../media/image218.wmf"/><Relationship Id="rId14" Type="http://schemas.openxmlformats.org/officeDocument/2006/relationships/oleObject" Target="../embeddings/oleObject226.bin"/><Relationship Id="rId22" Type="http://schemas.openxmlformats.org/officeDocument/2006/relationships/oleObject" Target="../embeddings/oleObject230.bin"/><Relationship Id="rId27" Type="http://schemas.openxmlformats.org/officeDocument/2006/relationships/image" Target="../media/image227.wmf"/><Relationship Id="rId30" Type="http://schemas.openxmlformats.org/officeDocument/2006/relationships/oleObject" Target="../embeddings/oleObject234.bin"/><Relationship Id="rId8" Type="http://schemas.openxmlformats.org/officeDocument/2006/relationships/oleObject" Target="../embeddings/oleObject22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13" Type="http://schemas.openxmlformats.org/officeDocument/2006/relationships/image" Target="../media/image236.wmf"/><Relationship Id="rId18" Type="http://schemas.openxmlformats.org/officeDocument/2006/relationships/oleObject" Target="../embeddings/oleObject244.bin"/><Relationship Id="rId26" Type="http://schemas.openxmlformats.org/officeDocument/2006/relationships/oleObject" Target="../embeddings/oleObject248.bin"/><Relationship Id="rId3" Type="http://schemas.openxmlformats.org/officeDocument/2006/relationships/image" Target="../media/image231.wmf"/><Relationship Id="rId21" Type="http://schemas.openxmlformats.org/officeDocument/2006/relationships/image" Target="../media/image240.wmf"/><Relationship Id="rId7" Type="http://schemas.openxmlformats.org/officeDocument/2006/relationships/image" Target="../media/image233.wmf"/><Relationship Id="rId12" Type="http://schemas.openxmlformats.org/officeDocument/2006/relationships/oleObject" Target="../embeddings/oleObject241.bin"/><Relationship Id="rId17" Type="http://schemas.openxmlformats.org/officeDocument/2006/relationships/image" Target="../media/image238.wmf"/><Relationship Id="rId25" Type="http://schemas.openxmlformats.org/officeDocument/2006/relationships/image" Target="../media/image242.emf"/><Relationship Id="rId2" Type="http://schemas.openxmlformats.org/officeDocument/2006/relationships/oleObject" Target="../embeddings/oleObject236.bin"/><Relationship Id="rId16" Type="http://schemas.openxmlformats.org/officeDocument/2006/relationships/oleObject" Target="../embeddings/oleObject243.bin"/><Relationship Id="rId20" Type="http://schemas.openxmlformats.org/officeDocument/2006/relationships/oleObject" Target="../embeddings/oleObject2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8.bin"/><Relationship Id="rId11" Type="http://schemas.openxmlformats.org/officeDocument/2006/relationships/image" Target="../media/image235.emf"/><Relationship Id="rId24" Type="http://schemas.openxmlformats.org/officeDocument/2006/relationships/oleObject" Target="../embeddings/oleObject247.bin"/><Relationship Id="rId5" Type="http://schemas.openxmlformats.org/officeDocument/2006/relationships/image" Target="../media/image232.wmf"/><Relationship Id="rId15" Type="http://schemas.openxmlformats.org/officeDocument/2006/relationships/image" Target="../media/image237.wmf"/><Relationship Id="rId23" Type="http://schemas.openxmlformats.org/officeDocument/2006/relationships/image" Target="../media/image241.wmf"/><Relationship Id="rId10" Type="http://schemas.openxmlformats.org/officeDocument/2006/relationships/oleObject" Target="../embeddings/oleObject240.bin"/><Relationship Id="rId19" Type="http://schemas.openxmlformats.org/officeDocument/2006/relationships/image" Target="../media/image239.wmf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234.emf"/><Relationship Id="rId14" Type="http://schemas.openxmlformats.org/officeDocument/2006/relationships/oleObject" Target="../embeddings/oleObject242.bin"/><Relationship Id="rId22" Type="http://schemas.openxmlformats.org/officeDocument/2006/relationships/oleObject" Target="../embeddings/oleObject246.bin"/><Relationship Id="rId27" Type="http://schemas.openxmlformats.org/officeDocument/2006/relationships/image" Target="../media/image243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13" Type="http://schemas.openxmlformats.org/officeDocument/2006/relationships/image" Target="../media/image249.wmf"/><Relationship Id="rId3" Type="http://schemas.openxmlformats.org/officeDocument/2006/relationships/image" Target="../media/image244.wmf"/><Relationship Id="rId7" Type="http://schemas.openxmlformats.org/officeDocument/2006/relationships/image" Target="../media/image246.wmf"/><Relationship Id="rId12" Type="http://schemas.openxmlformats.org/officeDocument/2006/relationships/oleObject" Target="../embeddings/oleObject254.bin"/><Relationship Id="rId17" Type="http://schemas.openxmlformats.org/officeDocument/2006/relationships/image" Target="../media/image251.emf"/><Relationship Id="rId2" Type="http://schemas.openxmlformats.org/officeDocument/2006/relationships/oleObject" Target="../embeddings/oleObject249.bin"/><Relationship Id="rId16" Type="http://schemas.openxmlformats.org/officeDocument/2006/relationships/oleObject" Target="../embeddings/oleObject2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1.bin"/><Relationship Id="rId11" Type="http://schemas.openxmlformats.org/officeDocument/2006/relationships/image" Target="../media/image248.emf"/><Relationship Id="rId5" Type="http://schemas.openxmlformats.org/officeDocument/2006/relationships/image" Target="../media/image245.emf"/><Relationship Id="rId15" Type="http://schemas.openxmlformats.org/officeDocument/2006/relationships/image" Target="../media/image250.emf"/><Relationship Id="rId10" Type="http://schemas.openxmlformats.org/officeDocument/2006/relationships/oleObject" Target="../embeddings/oleObject253.bin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247.emf"/><Relationship Id="rId14" Type="http://schemas.openxmlformats.org/officeDocument/2006/relationships/oleObject" Target="../embeddings/oleObject25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0.bin"/><Relationship Id="rId13" Type="http://schemas.openxmlformats.org/officeDocument/2006/relationships/image" Target="../media/image257.wmf"/><Relationship Id="rId3" Type="http://schemas.openxmlformats.org/officeDocument/2006/relationships/image" Target="../media/image252.emf"/><Relationship Id="rId7" Type="http://schemas.openxmlformats.org/officeDocument/2006/relationships/image" Target="../media/image254.wmf"/><Relationship Id="rId12" Type="http://schemas.openxmlformats.org/officeDocument/2006/relationships/oleObject" Target="../embeddings/oleObject262.bin"/><Relationship Id="rId17" Type="http://schemas.openxmlformats.org/officeDocument/2006/relationships/image" Target="../media/image259.wmf"/><Relationship Id="rId2" Type="http://schemas.openxmlformats.org/officeDocument/2006/relationships/oleObject" Target="../embeddings/oleObject257.bin"/><Relationship Id="rId16" Type="http://schemas.openxmlformats.org/officeDocument/2006/relationships/oleObject" Target="../embeddings/oleObject2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9.bin"/><Relationship Id="rId11" Type="http://schemas.openxmlformats.org/officeDocument/2006/relationships/image" Target="../media/image256.wmf"/><Relationship Id="rId5" Type="http://schemas.openxmlformats.org/officeDocument/2006/relationships/image" Target="../media/image253.wmf"/><Relationship Id="rId15" Type="http://schemas.openxmlformats.org/officeDocument/2006/relationships/image" Target="../media/image258.emf"/><Relationship Id="rId10" Type="http://schemas.openxmlformats.org/officeDocument/2006/relationships/oleObject" Target="../embeddings/oleObject261.bin"/><Relationship Id="rId4" Type="http://schemas.openxmlformats.org/officeDocument/2006/relationships/oleObject" Target="../embeddings/oleObject258.bin"/><Relationship Id="rId9" Type="http://schemas.openxmlformats.org/officeDocument/2006/relationships/image" Target="../media/image255.wmf"/><Relationship Id="rId14" Type="http://schemas.openxmlformats.org/officeDocument/2006/relationships/oleObject" Target="../embeddings/oleObject263.bin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5.wmf"/><Relationship Id="rId18" Type="http://schemas.openxmlformats.org/officeDocument/2006/relationships/oleObject" Target="../embeddings/oleObject273.bin"/><Relationship Id="rId26" Type="http://schemas.openxmlformats.org/officeDocument/2006/relationships/image" Target="../media/image47.wmf"/><Relationship Id="rId21" Type="http://schemas.openxmlformats.org/officeDocument/2006/relationships/image" Target="../media/image269.wmf"/><Relationship Id="rId34" Type="http://schemas.openxmlformats.org/officeDocument/2006/relationships/image" Target="../media/image272.wmf"/><Relationship Id="rId7" Type="http://schemas.openxmlformats.org/officeDocument/2006/relationships/image" Target="../media/image262.wmf"/><Relationship Id="rId12" Type="http://schemas.openxmlformats.org/officeDocument/2006/relationships/oleObject" Target="../embeddings/oleObject270.bin"/><Relationship Id="rId17" Type="http://schemas.openxmlformats.org/officeDocument/2006/relationships/image" Target="../media/image267.wmf"/><Relationship Id="rId25" Type="http://schemas.openxmlformats.org/officeDocument/2006/relationships/oleObject" Target="../embeddings/oleObject276.bin"/><Relationship Id="rId33" Type="http://schemas.openxmlformats.org/officeDocument/2006/relationships/oleObject" Target="../embeddings/oleObject280.bin"/><Relationship Id="rId2" Type="http://schemas.openxmlformats.org/officeDocument/2006/relationships/oleObject" Target="../embeddings/oleObject265.bin"/><Relationship Id="rId16" Type="http://schemas.openxmlformats.org/officeDocument/2006/relationships/oleObject" Target="../embeddings/oleObject272.bin"/><Relationship Id="rId20" Type="http://schemas.openxmlformats.org/officeDocument/2006/relationships/oleObject" Target="../embeddings/oleObject274.bin"/><Relationship Id="rId29" Type="http://schemas.openxmlformats.org/officeDocument/2006/relationships/oleObject" Target="../embeddings/oleObject2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7.bin"/><Relationship Id="rId11" Type="http://schemas.openxmlformats.org/officeDocument/2006/relationships/image" Target="../media/image264.wmf"/><Relationship Id="rId24" Type="http://schemas.openxmlformats.org/officeDocument/2006/relationships/image" Target="../media/image271.png"/><Relationship Id="rId32" Type="http://schemas.openxmlformats.org/officeDocument/2006/relationships/image" Target="../media/image50.wmf"/><Relationship Id="rId37" Type="http://schemas.openxmlformats.org/officeDocument/2006/relationships/oleObject" Target="../embeddings/oleObject282.bin"/><Relationship Id="rId5" Type="http://schemas.openxmlformats.org/officeDocument/2006/relationships/image" Target="../media/image261.wmf"/><Relationship Id="rId15" Type="http://schemas.openxmlformats.org/officeDocument/2006/relationships/image" Target="../media/image266.wmf"/><Relationship Id="rId23" Type="http://schemas.openxmlformats.org/officeDocument/2006/relationships/image" Target="../media/image270.wmf"/><Relationship Id="rId28" Type="http://schemas.openxmlformats.org/officeDocument/2006/relationships/image" Target="../media/image48.wmf"/><Relationship Id="rId36" Type="http://schemas.openxmlformats.org/officeDocument/2006/relationships/image" Target="../media/image273.wmf"/><Relationship Id="rId10" Type="http://schemas.openxmlformats.org/officeDocument/2006/relationships/oleObject" Target="../embeddings/oleObject269.bin"/><Relationship Id="rId19" Type="http://schemas.openxmlformats.org/officeDocument/2006/relationships/image" Target="../media/image268.wmf"/><Relationship Id="rId31" Type="http://schemas.openxmlformats.org/officeDocument/2006/relationships/oleObject" Target="../embeddings/oleObject279.bin"/><Relationship Id="rId4" Type="http://schemas.openxmlformats.org/officeDocument/2006/relationships/oleObject" Target="../embeddings/oleObject266.bin"/><Relationship Id="rId9" Type="http://schemas.openxmlformats.org/officeDocument/2006/relationships/image" Target="../media/image263.wmf"/><Relationship Id="rId14" Type="http://schemas.openxmlformats.org/officeDocument/2006/relationships/oleObject" Target="../embeddings/oleObject271.bin"/><Relationship Id="rId22" Type="http://schemas.openxmlformats.org/officeDocument/2006/relationships/oleObject" Target="../embeddings/oleObject275.bin"/><Relationship Id="rId27" Type="http://schemas.openxmlformats.org/officeDocument/2006/relationships/oleObject" Target="../embeddings/oleObject277.bin"/><Relationship Id="rId30" Type="http://schemas.openxmlformats.org/officeDocument/2006/relationships/image" Target="../media/image49.wmf"/><Relationship Id="rId35" Type="http://schemas.openxmlformats.org/officeDocument/2006/relationships/oleObject" Target="../embeddings/oleObject281.bin"/><Relationship Id="rId8" Type="http://schemas.openxmlformats.org/officeDocument/2006/relationships/oleObject" Target="../embeddings/oleObject268.bin"/><Relationship Id="rId3" Type="http://schemas.openxmlformats.org/officeDocument/2006/relationships/image" Target="../media/image26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6.bin"/><Relationship Id="rId13" Type="http://schemas.openxmlformats.org/officeDocument/2006/relationships/image" Target="../media/image279.wmf"/><Relationship Id="rId18" Type="http://schemas.openxmlformats.org/officeDocument/2006/relationships/oleObject" Target="../embeddings/oleObject291.bin"/><Relationship Id="rId3" Type="http://schemas.openxmlformats.org/officeDocument/2006/relationships/image" Target="../media/image274.wmf"/><Relationship Id="rId7" Type="http://schemas.openxmlformats.org/officeDocument/2006/relationships/image" Target="../media/image276.wmf"/><Relationship Id="rId12" Type="http://schemas.openxmlformats.org/officeDocument/2006/relationships/oleObject" Target="../embeddings/oleObject288.bin"/><Relationship Id="rId17" Type="http://schemas.openxmlformats.org/officeDocument/2006/relationships/image" Target="../media/image281.wmf"/><Relationship Id="rId2" Type="http://schemas.openxmlformats.org/officeDocument/2006/relationships/oleObject" Target="../embeddings/oleObject283.bin"/><Relationship Id="rId16" Type="http://schemas.openxmlformats.org/officeDocument/2006/relationships/oleObject" Target="../embeddings/oleObject2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5.bin"/><Relationship Id="rId11" Type="http://schemas.openxmlformats.org/officeDocument/2006/relationships/image" Target="../media/image278.wmf"/><Relationship Id="rId5" Type="http://schemas.openxmlformats.org/officeDocument/2006/relationships/image" Target="../media/image275.wmf"/><Relationship Id="rId15" Type="http://schemas.openxmlformats.org/officeDocument/2006/relationships/image" Target="../media/image280.wmf"/><Relationship Id="rId10" Type="http://schemas.openxmlformats.org/officeDocument/2006/relationships/oleObject" Target="../embeddings/oleObject287.bin"/><Relationship Id="rId19" Type="http://schemas.openxmlformats.org/officeDocument/2006/relationships/image" Target="../media/image282.wmf"/><Relationship Id="rId4" Type="http://schemas.openxmlformats.org/officeDocument/2006/relationships/oleObject" Target="../embeddings/oleObject284.bin"/><Relationship Id="rId9" Type="http://schemas.openxmlformats.org/officeDocument/2006/relationships/image" Target="../media/image277.wmf"/><Relationship Id="rId14" Type="http://schemas.openxmlformats.org/officeDocument/2006/relationships/oleObject" Target="../embeddings/oleObject289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5.bin"/><Relationship Id="rId13" Type="http://schemas.openxmlformats.org/officeDocument/2006/relationships/image" Target="../media/image288.wmf"/><Relationship Id="rId3" Type="http://schemas.openxmlformats.org/officeDocument/2006/relationships/image" Target="../media/image283.wmf"/><Relationship Id="rId7" Type="http://schemas.openxmlformats.org/officeDocument/2006/relationships/image" Target="../media/image285.wmf"/><Relationship Id="rId12" Type="http://schemas.openxmlformats.org/officeDocument/2006/relationships/oleObject" Target="../embeddings/oleObject297.bin"/><Relationship Id="rId2" Type="http://schemas.openxmlformats.org/officeDocument/2006/relationships/oleObject" Target="../embeddings/oleObject2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4.bin"/><Relationship Id="rId11" Type="http://schemas.openxmlformats.org/officeDocument/2006/relationships/image" Target="../media/image287.wmf"/><Relationship Id="rId5" Type="http://schemas.openxmlformats.org/officeDocument/2006/relationships/image" Target="../media/image284.wmf"/><Relationship Id="rId15" Type="http://schemas.openxmlformats.org/officeDocument/2006/relationships/image" Target="../media/image289.wmf"/><Relationship Id="rId10" Type="http://schemas.openxmlformats.org/officeDocument/2006/relationships/oleObject" Target="../embeddings/oleObject296.bin"/><Relationship Id="rId4" Type="http://schemas.openxmlformats.org/officeDocument/2006/relationships/oleObject" Target="../embeddings/oleObject293.bin"/><Relationship Id="rId9" Type="http://schemas.openxmlformats.org/officeDocument/2006/relationships/image" Target="../media/image286.wmf"/><Relationship Id="rId14" Type="http://schemas.openxmlformats.org/officeDocument/2006/relationships/oleObject" Target="../embeddings/oleObject29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2.bin"/><Relationship Id="rId13" Type="http://schemas.openxmlformats.org/officeDocument/2006/relationships/image" Target="../media/image295.wmf"/><Relationship Id="rId18" Type="http://schemas.openxmlformats.org/officeDocument/2006/relationships/oleObject" Target="../embeddings/oleObject307.bin"/><Relationship Id="rId3" Type="http://schemas.openxmlformats.org/officeDocument/2006/relationships/image" Target="../media/image290.wmf"/><Relationship Id="rId7" Type="http://schemas.openxmlformats.org/officeDocument/2006/relationships/image" Target="../media/image292.wmf"/><Relationship Id="rId12" Type="http://schemas.openxmlformats.org/officeDocument/2006/relationships/oleObject" Target="../embeddings/oleObject304.bin"/><Relationship Id="rId17" Type="http://schemas.openxmlformats.org/officeDocument/2006/relationships/image" Target="../media/image297.wmf"/><Relationship Id="rId2" Type="http://schemas.openxmlformats.org/officeDocument/2006/relationships/oleObject" Target="../embeddings/oleObject299.bin"/><Relationship Id="rId16" Type="http://schemas.openxmlformats.org/officeDocument/2006/relationships/oleObject" Target="../embeddings/oleObject30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1.bin"/><Relationship Id="rId11" Type="http://schemas.openxmlformats.org/officeDocument/2006/relationships/image" Target="../media/image294.wmf"/><Relationship Id="rId5" Type="http://schemas.openxmlformats.org/officeDocument/2006/relationships/image" Target="../media/image291.wmf"/><Relationship Id="rId15" Type="http://schemas.openxmlformats.org/officeDocument/2006/relationships/image" Target="../media/image296.wmf"/><Relationship Id="rId10" Type="http://schemas.openxmlformats.org/officeDocument/2006/relationships/oleObject" Target="../embeddings/oleObject303.bin"/><Relationship Id="rId19" Type="http://schemas.openxmlformats.org/officeDocument/2006/relationships/image" Target="../media/image298.wmf"/><Relationship Id="rId4" Type="http://schemas.openxmlformats.org/officeDocument/2006/relationships/oleObject" Target="../embeddings/oleObject300.bin"/><Relationship Id="rId9" Type="http://schemas.openxmlformats.org/officeDocument/2006/relationships/image" Target="../media/image293.wmf"/><Relationship Id="rId14" Type="http://schemas.openxmlformats.org/officeDocument/2006/relationships/oleObject" Target="../embeddings/oleObject305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1.bin"/><Relationship Id="rId13" Type="http://schemas.openxmlformats.org/officeDocument/2006/relationships/image" Target="../media/image304.wmf"/><Relationship Id="rId18" Type="http://schemas.openxmlformats.org/officeDocument/2006/relationships/oleObject" Target="../embeddings/oleObject316.bin"/><Relationship Id="rId3" Type="http://schemas.openxmlformats.org/officeDocument/2006/relationships/image" Target="../media/image299.wmf"/><Relationship Id="rId21" Type="http://schemas.openxmlformats.org/officeDocument/2006/relationships/image" Target="../media/image308.wmf"/><Relationship Id="rId7" Type="http://schemas.openxmlformats.org/officeDocument/2006/relationships/image" Target="../media/image301.wmf"/><Relationship Id="rId12" Type="http://schemas.openxmlformats.org/officeDocument/2006/relationships/oleObject" Target="../embeddings/oleObject313.bin"/><Relationship Id="rId17" Type="http://schemas.openxmlformats.org/officeDocument/2006/relationships/image" Target="../media/image306.wmf"/><Relationship Id="rId2" Type="http://schemas.openxmlformats.org/officeDocument/2006/relationships/oleObject" Target="../embeddings/oleObject308.bin"/><Relationship Id="rId16" Type="http://schemas.openxmlformats.org/officeDocument/2006/relationships/oleObject" Target="../embeddings/oleObject315.bin"/><Relationship Id="rId20" Type="http://schemas.openxmlformats.org/officeDocument/2006/relationships/oleObject" Target="../embeddings/oleObject3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0.bin"/><Relationship Id="rId11" Type="http://schemas.openxmlformats.org/officeDocument/2006/relationships/image" Target="../media/image303.wmf"/><Relationship Id="rId5" Type="http://schemas.openxmlformats.org/officeDocument/2006/relationships/image" Target="../media/image300.wmf"/><Relationship Id="rId15" Type="http://schemas.openxmlformats.org/officeDocument/2006/relationships/image" Target="../media/image305.wmf"/><Relationship Id="rId10" Type="http://schemas.openxmlformats.org/officeDocument/2006/relationships/oleObject" Target="../embeddings/oleObject312.bin"/><Relationship Id="rId19" Type="http://schemas.openxmlformats.org/officeDocument/2006/relationships/image" Target="../media/image307.wmf"/><Relationship Id="rId4" Type="http://schemas.openxmlformats.org/officeDocument/2006/relationships/oleObject" Target="../embeddings/oleObject309.bin"/><Relationship Id="rId9" Type="http://schemas.openxmlformats.org/officeDocument/2006/relationships/image" Target="../media/image302.wmf"/><Relationship Id="rId14" Type="http://schemas.openxmlformats.org/officeDocument/2006/relationships/oleObject" Target="../embeddings/oleObject31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7F910-22F5-484C-AC77-D32136C2BD69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048" name="Rectangle 0"/>
          <p:cNvSpPr>
            <a:spLocks noChangeArrowheads="1"/>
          </p:cNvSpPr>
          <p:nvPr/>
        </p:nvSpPr>
        <p:spPr bwMode="auto">
          <a:xfrm>
            <a:off x="2927350" y="404813"/>
            <a:ext cx="48768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4800" b="1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三重积分习题课</a:t>
            </a: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624138" y="1312863"/>
            <a:ext cx="777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zh-CN" altLang="en-US" sz="2800" b="1">
                <a:latin typeface="Times New Roman" panose="02020603050405020304" pitchFamily="18" charset="0"/>
              </a:rPr>
              <a:t>基本方法：化三重积分为三次积分计算。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2624138" y="192246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zh-CN" altLang="en-US" sz="2800" b="1">
                <a:latin typeface="Times New Roman" panose="02020603050405020304" pitchFamily="18" charset="0"/>
              </a:rPr>
              <a:t>关键步骤：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224338" y="1968501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坐标系的选取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4224338" y="2532063"/>
            <a:ext cx="548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积分顺序的选定（直角）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4224338" y="3141663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定出积分限 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79650" y="3716338"/>
            <a:ext cx="7543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要结合被积函数、积分区域两方面的因素综合考虑才能找到好的方案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2279650" y="4829175"/>
            <a:ext cx="76200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对积分区域要有一定的空间想象力，最好能画出</a:t>
            </a:r>
            <a:r>
              <a:rPr kumimoji="1"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的图形。如</a:t>
            </a:r>
            <a:r>
              <a:rPr kumimoji="1"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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的图不好画，也要画出</a:t>
            </a:r>
            <a:r>
              <a:rPr kumimoji="1"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在某坐标面上的投影区域的图形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130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1" grpId="0"/>
      <p:bldP spid="2052" grpId="0"/>
      <p:bldP spid="2053" grpId="0"/>
      <p:bldP spid="2054" grpId="0" autoUpdateAnimBg="0"/>
      <p:bldP spid="205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F4D0-F59D-4A5F-A8A5-1EC4BE0E9528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1919288" y="404813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一、利用直角坐标系计算三重积分。</a:t>
            </a: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2133600" y="1646238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latin typeface="Times New Roman" panose="02020603050405020304" pitchFamily="18" charset="0"/>
              </a:rPr>
              <a:t>(1)“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投影法”又叫“先单后重法” </a:t>
            </a:r>
          </a:p>
        </p:txBody>
      </p:sp>
      <p:sp>
        <p:nvSpPr>
          <p:cNvPr id="122887" name="Rectangle 7"/>
          <p:cNvSpPr>
            <a:spLocks noChangeArrowheads="1"/>
          </p:cNvSpPr>
          <p:nvPr/>
        </p:nvSpPr>
        <p:spPr bwMode="auto">
          <a:xfrm>
            <a:off x="2133600" y="1036638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适用性较广，要有一定的空间想象力。 </a:t>
            </a:r>
          </a:p>
        </p:txBody>
      </p:sp>
      <p:graphicFrame>
        <p:nvGraphicFramePr>
          <p:cNvPr id="122880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103971"/>
              </p:ext>
            </p:extLst>
          </p:nvPr>
        </p:nvGraphicFramePr>
        <p:xfrm>
          <a:off x="2625725" y="2420938"/>
          <a:ext cx="6615113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960" imgH="444240" progId="Equation.DSMT4">
                  <p:embed/>
                </p:oleObj>
              </mc:Choice>
              <mc:Fallback>
                <p:oleObj name="Equation" r:id="rId2" imgW="2793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25725" y="2420938"/>
                        <a:ext cx="6615113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660313"/>
              </p:ext>
            </p:extLst>
          </p:nvPr>
        </p:nvGraphicFramePr>
        <p:xfrm>
          <a:off x="2582863" y="4900613"/>
          <a:ext cx="68024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58840" imgH="406080" progId="Equation.DSMT4">
                  <p:embed/>
                </p:oleObj>
              </mc:Choice>
              <mc:Fallback>
                <p:oleObj name="Equation" r:id="rId4" imgW="2958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82863" y="4900613"/>
                        <a:ext cx="6802437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"/>
          <p:cNvSpPr>
            <a:spLocks noChangeArrowheads="1"/>
          </p:cNvSpPr>
          <p:nvPr/>
        </p:nvSpPr>
        <p:spPr bwMode="black">
          <a:xfrm>
            <a:off x="2351088" y="3716338"/>
            <a:ext cx="7315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</a:rPr>
              <a:t>再依被积函数和积分区域的特点选定积分顺序。 </a:t>
            </a:r>
          </a:p>
        </p:txBody>
      </p:sp>
    </p:spTree>
    <p:extLst>
      <p:ext uri="{BB962C8B-B14F-4D97-AF65-F5344CB8AC3E}">
        <p14:creationId xmlns:p14="http://schemas.microsoft.com/office/powerpoint/2010/main" val="64637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/>
      <p:bldP spid="122884" grpId="0"/>
      <p:bldP spid="1228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7729-ACFE-4B8D-8E73-2AB9F1871A7E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23909" name="Rectangle 5"/>
          <p:cNvSpPr>
            <a:spLocks noChangeArrowheads="1"/>
          </p:cNvSpPr>
          <p:nvPr/>
        </p:nvSpPr>
        <p:spPr bwMode="black">
          <a:xfrm>
            <a:off x="2514600" y="2514600"/>
            <a:ext cx="76200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kumimoji="1" lang="en-US" altLang="zh-CN" sz="2800" b="1">
                <a:latin typeface="Times New Roman" panose="02020603050405020304" pitchFamily="18" charset="0"/>
              </a:rPr>
              <a:t> “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先单”的“单”选哪一个变量？</a:t>
            </a:r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2514601" y="1812926"/>
            <a:ext cx="7242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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往另两个坐标面上投影的情况与此类似。</a:t>
            </a:r>
          </a:p>
        </p:txBody>
      </p:sp>
      <p:sp>
        <p:nvSpPr>
          <p:cNvPr id="123904" name="Text Box 0"/>
          <p:cNvSpPr txBox="1">
            <a:spLocks noChangeArrowheads="1"/>
          </p:cNvSpPr>
          <p:nvPr/>
        </p:nvSpPr>
        <p:spPr bwMode="auto">
          <a:xfrm>
            <a:off x="2819401" y="3276601"/>
            <a:ext cx="71577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</a:rPr>
              <a:t>依被积函数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及积分区域</a:t>
            </a:r>
            <a:r>
              <a:rPr kumimoji="1"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共同确定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3363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5FEC-CC17-4838-A16D-96B58E1B4BEA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24930" name="Rectangle 2"/>
          <p:cNvSpPr>
            <a:spLocks noChangeArrowheads="1"/>
          </p:cNvSpPr>
          <p:nvPr/>
        </p:nvSpPr>
        <p:spPr bwMode="black">
          <a:xfrm>
            <a:off x="2362200" y="1066800"/>
            <a:ext cx="7315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   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设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夹在平面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和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之间，竖坐标为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的平面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截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所得截面记为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，则有</a:t>
            </a:r>
          </a:p>
        </p:txBody>
      </p:sp>
      <p:graphicFrame>
        <p:nvGraphicFramePr>
          <p:cNvPr id="1249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751680"/>
              </p:ext>
            </p:extLst>
          </p:nvPr>
        </p:nvGraphicFramePr>
        <p:xfrm>
          <a:off x="2678113" y="2028825"/>
          <a:ext cx="70802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160" imgH="431640" progId="Equation.DSMT4">
                  <p:embed/>
                </p:oleObj>
              </mc:Choice>
              <mc:Fallback>
                <p:oleObj name="Equation" r:id="rId2" imgW="2819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78113" y="2028825"/>
                        <a:ext cx="7080250" cy="1081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2" name="Text Box 4"/>
          <p:cNvSpPr txBox="1">
            <a:spLocks noChangeArrowheads="1"/>
          </p:cNvSpPr>
          <p:nvPr/>
        </p:nvSpPr>
        <p:spPr bwMode="black">
          <a:xfrm>
            <a:off x="2362201" y="3048001"/>
            <a:ext cx="7712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</a:rPr>
              <a:t>通常选用此法时应满足：</a:t>
            </a:r>
          </a:p>
        </p:txBody>
      </p:sp>
      <p:sp>
        <p:nvSpPr>
          <p:cNvPr id="124933" name="Text Box 5"/>
          <p:cNvSpPr txBox="1">
            <a:spLocks noChangeArrowheads="1"/>
          </p:cNvSpPr>
          <p:nvPr/>
        </p:nvSpPr>
        <p:spPr bwMode="black">
          <a:xfrm>
            <a:off x="2438401" y="3733800"/>
            <a:ext cx="77120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①</a:t>
            </a:r>
            <a:r>
              <a:rPr kumimoji="1" lang="en-US" altLang="zh-CN" sz="2800" b="1" i="1" dirty="0" err="1"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 i="1" baseline="-30000" dirty="0" err="1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较简单：圆、椭圆、矩形、三角形等，容易算得其面积；</a:t>
            </a:r>
          </a:p>
        </p:txBody>
      </p:sp>
      <p:sp>
        <p:nvSpPr>
          <p:cNvPr id="124934" name="Text Box 6"/>
          <p:cNvSpPr txBox="1">
            <a:spLocks noChangeArrowheads="1"/>
          </p:cNvSpPr>
          <p:nvPr/>
        </p:nvSpPr>
        <p:spPr bwMode="auto">
          <a:xfrm>
            <a:off x="2346325" y="447675"/>
            <a:ext cx="79977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(2)“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截面法”又称“先二后一法”、“切片法”。</a:t>
            </a:r>
          </a:p>
        </p:txBody>
      </p:sp>
      <p:graphicFrame>
        <p:nvGraphicFramePr>
          <p:cNvPr id="124935" name="Object 7"/>
          <p:cNvGraphicFramePr>
            <a:graphicFrameLocks noChangeAspect="1"/>
          </p:cNvGraphicFramePr>
          <p:nvPr/>
        </p:nvGraphicFramePr>
        <p:xfrm>
          <a:off x="2576513" y="4802188"/>
          <a:ext cx="43227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680" imgH="380880" progId="Equation.DSMT4">
                  <p:embed/>
                </p:oleObj>
              </mc:Choice>
              <mc:Fallback>
                <p:oleObj name="Equation" r:id="rId4" imgW="1777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76513" y="4802188"/>
                        <a:ext cx="4322762" cy="931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332277"/>
              </p:ext>
            </p:extLst>
          </p:nvPr>
        </p:nvGraphicFramePr>
        <p:xfrm>
          <a:off x="3001963" y="5715000"/>
          <a:ext cx="45386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66600" imgH="215640" progId="Equation.DSMT4">
                  <p:embed/>
                </p:oleObj>
              </mc:Choice>
              <mc:Fallback>
                <p:oleObj name="Equation" r:id="rId6" imgW="1866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001963" y="5715000"/>
                        <a:ext cx="4538662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399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utoUpdateAnimBg="0"/>
      <p:bldP spid="124932" grpId="0" autoUpdateAnimBg="0"/>
      <p:bldP spid="12493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FEA5-B44E-43BA-8DCD-C4FEC55C89EC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25954" name="Rectangle 2"/>
          <p:cNvSpPr>
            <a:spLocks noChangeArrowheads="1"/>
          </p:cNvSpPr>
          <p:nvPr/>
        </p:nvSpPr>
        <p:spPr bwMode="black">
          <a:xfrm>
            <a:off x="2362200" y="609601"/>
            <a:ext cx="685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二、柱面坐标系下计算三重积分 </a:t>
            </a:r>
          </a:p>
        </p:txBody>
      </p:sp>
      <p:graphicFrame>
        <p:nvGraphicFramePr>
          <p:cNvPr id="1259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964153"/>
              </p:ext>
            </p:extLst>
          </p:nvPr>
        </p:nvGraphicFramePr>
        <p:xfrm>
          <a:off x="1276350" y="1014286"/>
          <a:ext cx="8705850" cy="242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27120" imgH="939600" progId="Equation.DSMT4">
                  <p:embed/>
                </p:oleObj>
              </mc:Choice>
              <mc:Fallback>
                <p:oleObj name="Equation" r:id="rId2" imgW="332712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76350" y="1014286"/>
                        <a:ext cx="8705850" cy="2424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1206692" y="3371701"/>
            <a:ext cx="8482346" cy="578506"/>
            <a:chOff x="230" y="553"/>
            <a:chExt cx="5603" cy="311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30" y="553"/>
              <a:ext cx="479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若</a:t>
              </a:r>
              <a:r>
                <a:rPr lang="zh-CN" altLang="en-US" sz="28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892254"/>
                </p:ext>
              </p:extLst>
            </p:nvPr>
          </p:nvGraphicFramePr>
          <p:xfrm>
            <a:off x="593" y="598"/>
            <a:ext cx="5240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368600" imgH="228600" progId="Equation.DSMT4">
                    <p:embed/>
                  </p:oleObj>
                </mc:Choice>
                <mc:Fallback>
                  <p:oleObj name="Equation" r:id="rId4" imgW="4368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" y="598"/>
                          <a:ext cx="5240" cy="26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37034" y="4003860"/>
            <a:ext cx="719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293199"/>
              </p:ext>
            </p:extLst>
          </p:nvPr>
        </p:nvGraphicFramePr>
        <p:xfrm>
          <a:off x="1856171" y="4098084"/>
          <a:ext cx="8596363" cy="71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57920" imgH="609480" progId="Equation.DSMT4">
                  <p:embed/>
                </p:oleObj>
              </mc:Choice>
              <mc:Fallback>
                <p:oleObj name="Equation" r:id="rId6" imgW="765792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171" y="4098084"/>
                        <a:ext cx="8596363" cy="7155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75317"/>
              </p:ext>
            </p:extLst>
          </p:nvPr>
        </p:nvGraphicFramePr>
        <p:xfrm>
          <a:off x="2068512" y="4813612"/>
          <a:ext cx="71215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553080" imgH="571320" progId="Equation.DSMT4">
                  <p:embed/>
                </p:oleObj>
              </mc:Choice>
              <mc:Fallback>
                <p:oleObj name="Equation" r:id="rId8" imgW="655308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2" y="4813612"/>
                        <a:ext cx="7121525" cy="65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700582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216C-7E65-4499-94AC-1B68BB0E6DB9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26978" name="Rectangle 2"/>
          <p:cNvSpPr>
            <a:spLocks noChangeArrowheads="1"/>
          </p:cNvSpPr>
          <p:nvPr/>
        </p:nvSpPr>
        <p:spPr bwMode="black">
          <a:xfrm>
            <a:off x="2209800" y="533401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三、球面坐标系下计算三重积分。 </a:t>
            </a:r>
          </a:p>
        </p:txBody>
      </p:sp>
      <p:graphicFrame>
        <p:nvGraphicFramePr>
          <p:cNvPr id="1269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216313"/>
              </p:ext>
            </p:extLst>
          </p:nvPr>
        </p:nvGraphicFramePr>
        <p:xfrm>
          <a:off x="1320121" y="1224879"/>
          <a:ext cx="8346394" cy="941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0080" imgH="406080" progId="Equation.DSMT4">
                  <p:embed/>
                </p:oleObj>
              </mc:Choice>
              <mc:Fallback>
                <p:oleObj name="Equation" r:id="rId2" imgW="3340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20121" y="1224879"/>
                        <a:ext cx="8346394" cy="9412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0" name="Rectangle 4"/>
          <p:cNvSpPr>
            <a:spLocks noChangeArrowheads="1"/>
          </p:cNvSpPr>
          <p:nvPr/>
        </p:nvSpPr>
        <p:spPr bwMode="black">
          <a:xfrm>
            <a:off x="1191746" y="5045166"/>
            <a:ext cx="931011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有的三重积分可能有多种选择：不同的坐标系、不同的顺序积等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总结经验，选取简单的方法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1184818" y="2273135"/>
            <a:ext cx="9572626" cy="533399"/>
            <a:chOff x="258" y="2403"/>
            <a:chExt cx="6030" cy="336"/>
          </a:xfrm>
        </p:grpSpPr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258" y="2403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若</a:t>
              </a:r>
              <a:r>
                <a:rPr lang="zh-CN" altLang="en-US" sz="28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1640197"/>
                </p:ext>
              </p:extLst>
            </p:nvPr>
          </p:nvGraphicFramePr>
          <p:xfrm>
            <a:off x="581" y="2408"/>
            <a:ext cx="5707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495680" imgH="228600" progId="Equation.DSMT4">
                    <p:embed/>
                  </p:oleObj>
                </mc:Choice>
                <mc:Fallback>
                  <p:oleObj name="Equation" r:id="rId4" imgW="4495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" y="2408"/>
                          <a:ext cx="5707" cy="33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1191746" y="2884504"/>
            <a:ext cx="3146425" cy="684213"/>
            <a:chOff x="263" y="2818"/>
            <a:chExt cx="1982" cy="431"/>
          </a:xfrm>
        </p:grpSpPr>
        <p:graphicFrame>
          <p:nvGraphicFramePr>
            <p:cNvPr id="11" name="Object 14"/>
            <p:cNvGraphicFramePr>
              <a:graphicFrameLocks noChangeAspect="1"/>
            </p:cNvGraphicFramePr>
            <p:nvPr/>
          </p:nvGraphicFramePr>
          <p:xfrm>
            <a:off x="661" y="2818"/>
            <a:ext cx="1584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7000" imgH="381000" progId="Equation.DSMT4">
                    <p:embed/>
                  </p:oleObj>
                </mc:Choice>
                <mc:Fallback>
                  <p:oleObj name="Equation" r:id="rId6" imgW="1397000" imgH="38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" y="2818"/>
                          <a:ext cx="1584" cy="4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263" y="2822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则</a:t>
              </a:r>
              <a:r>
                <a:rPr lang="zh-CN" altLang="en-US" sz="28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</p:grpSp>
      <p:graphicFrame>
        <p:nvGraphicFramePr>
          <p:cNvPr id="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394844"/>
              </p:ext>
            </p:extLst>
          </p:nvPr>
        </p:nvGraphicFramePr>
        <p:xfrm>
          <a:off x="2209801" y="3441776"/>
          <a:ext cx="66294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32200" imgH="381000" progId="Equation.DSMT4">
                  <p:embed/>
                </p:oleObj>
              </mc:Choice>
              <mc:Fallback>
                <p:oleObj name="Equation" r:id="rId8" imgW="3632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3441776"/>
                        <a:ext cx="6629400" cy="719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895275"/>
              </p:ext>
            </p:extLst>
          </p:nvPr>
        </p:nvGraphicFramePr>
        <p:xfrm>
          <a:off x="2209800" y="4171915"/>
          <a:ext cx="799306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267200" imgH="355600" progId="Equation.DSMT4">
                  <p:embed/>
                </p:oleObj>
              </mc:Choice>
              <mc:Fallback>
                <p:oleObj name="Equation" r:id="rId10" imgW="4267200" imgH="355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171915"/>
                        <a:ext cx="7993062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203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9661-C15E-47B2-9D6C-20746628944D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28002" name="Rectangle 2"/>
          <p:cNvSpPr>
            <a:spLocks noChangeArrowheads="1"/>
          </p:cNvSpPr>
          <p:nvPr/>
        </p:nvSpPr>
        <p:spPr bwMode="black">
          <a:xfrm>
            <a:off x="2209800" y="457201"/>
            <a:ext cx="807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四、三重积分中的对称性的应用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80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424392"/>
              </p:ext>
            </p:extLst>
          </p:nvPr>
        </p:nvGraphicFramePr>
        <p:xfrm>
          <a:off x="2924175" y="1785938"/>
          <a:ext cx="6951663" cy="214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640" imgH="914400" progId="Equation.DSMT4">
                  <p:embed/>
                </p:oleObj>
              </mc:Choice>
              <mc:Fallback>
                <p:oleObj name="Equation" r:id="rId2" imgW="293364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24175" y="1785938"/>
                        <a:ext cx="6951663" cy="214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4" name="Rectangle 4"/>
          <p:cNvSpPr>
            <a:spLocks noChangeArrowheads="1"/>
          </p:cNvSpPr>
          <p:nvPr/>
        </p:nvSpPr>
        <p:spPr bwMode="black">
          <a:xfrm>
            <a:off x="2438400" y="53340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类似地：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28005" name="Rectangle 5"/>
          <p:cNvSpPr>
            <a:spLocks noChangeArrowheads="1"/>
          </p:cNvSpPr>
          <p:nvPr/>
        </p:nvSpPr>
        <p:spPr bwMode="black">
          <a:xfrm>
            <a:off x="2346325" y="4151969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baseline="-30000" dirty="0">
                <a:solidFill>
                  <a:srgbClr val="0000FF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是 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0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的部分</a:t>
            </a:r>
          </a:p>
        </p:txBody>
      </p:sp>
      <p:sp>
        <p:nvSpPr>
          <p:cNvPr id="128006" name="Text Box 6"/>
          <p:cNvSpPr txBox="1">
            <a:spLocks noChangeArrowheads="1"/>
          </p:cNvSpPr>
          <p:nvPr/>
        </p:nvSpPr>
        <p:spPr bwMode="auto">
          <a:xfrm>
            <a:off x="2346325" y="1127126"/>
            <a:ext cx="41921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设</a:t>
            </a:r>
            <a:r>
              <a:rPr kumimoji="1" lang="zh-CN" altLang="en-US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 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关于平面 </a:t>
            </a:r>
            <a:r>
              <a:rPr kumimoji="1" lang="en-US" altLang="zh-CN" sz="28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xoy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对称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8482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 autoUpdateAnimBg="0"/>
      <p:bldP spid="128005" grpId="0" autoUpdateAnimBg="0"/>
      <p:bldP spid="12800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2CFB9-3A42-4802-AAB4-291D4557C80B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29026" name="Rectangle 2"/>
          <p:cNvSpPr>
            <a:spLocks noChangeArrowheads="1"/>
          </p:cNvSpPr>
          <p:nvPr/>
        </p:nvSpPr>
        <p:spPr bwMode="black">
          <a:xfrm>
            <a:off x="2286000" y="609600"/>
            <a:ext cx="7620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 dirty="0"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设</a:t>
            </a:r>
            <a:r>
              <a:rPr kumimoji="1" lang="zh-CN" altLang="en-US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关于原点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对称， </a:t>
            </a:r>
            <a:r>
              <a:rPr kumimoji="1" lang="zh-CN" altLang="en-US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baseline="-30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是</a:t>
            </a:r>
            <a:r>
              <a:rPr kumimoji="1" lang="zh-CN" altLang="en-US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的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0 (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或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x 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0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，或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y 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0) 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的部分，则</a:t>
            </a:r>
          </a:p>
        </p:txBody>
      </p:sp>
      <p:graphicFrame>
        <p:nvGraphicFramePr>
          <p:cNvPr id="129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801502"/>
              </p:ext>
            </p:extLst>
          </p:nvPr>
        </p:nvGraphicFramePr>
        <p:xfrm>
          <a:off x="2514601" y="1676401"/>
          <a:ext cx="7065963" cy="213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3320" imgH="914400" progId="Equation.DSMT4">
                  <p:embed/>
                </p:oleObj>
              </mc:Choice>
              <mc:Fallback>
                <p:oleObj name="Equation" r:id="rId2" imgW="307332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14601" y="1676401"/>
                        <a:ext cx="7065963" cy="2138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66553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EDB3-5020-4B19-8D7C-7D72A0F82B58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30050" name="Rectangle 2"/>
          <p:cNvSpPr>
            <a:spLocks noChangeArrowheads="1"/>
          </p:cNvSpPr>
          <p:nvPr/>
        </p:nvSpPr>
        <p:spPr bwMode="black">
          <a:xfrm>
            <a:off x="2133600" y="304801"/>
            <a:ext cx="800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若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关于变量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z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具有轮换对称性，</a:t>
            </a:r>
          </a:p>
        </p:txBody>
      </p:sp>
      <p:graphicFrame>
        <p:nvGraphicFramePr>
          <p:cNvPr id="130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04618"/>
              </p:ext>
            </p:extLst>
          </p:nvPr>
        </p:nvGraphicFramePr>
        <p:xfrm>
          <a:off x="2011363" y="1447800"/>
          <a:ext cx="762952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16040" imgH="380880" progId="Equation.DSMT4">
                  <p:embed/>
                </p:oleObj>
              </mc:Choice>
              <mc:Fallback>
                <p:oleObj name="Equation" r:id="rId2" imgW="341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11363" y="1447800"/>
                        <a:ext cx="7629525" cy="94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849933"/>
              </p:ext>
            </p:extLst>
          </p:nvPr>
        </p:nvGraphicFramePr>
        <p:xfrm>
          <a:off x="2452688" y="2117725"/>
          <a:ext cx="7032625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9920" imgH="444240" progId="Equation.DSMT4">
                  <p:embed/>
                </p:oleObj>
              </mc:Choice>
              <mc:Fallback>
                <p:oleObj name="Equation" r:id="rId4" imgW="2869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52688" y="2117725"/>
                        <a:ext cx="7032625" cy="1176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3" name="Rectangle 5"/>
          <p:cNvSpPr>
            <a:spLocks noChangeArrowheads="1"/>
          </p:cNvSpPr>
          <p:nvPr/>
        </p:nvSpPr>
        <p:spPr bwMode="black">
          <a:xfrm>
            <a:off x="2209800" y="838201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zh-CN" altLang="en-US" sz="2800" b="1">
                <a:latin typeface="Times New Roman" panose="02020603050405020304" pitchFamily="18" charset="0"/>
              </a:rPr>
              <a:t>即若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Ω,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则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Ω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Ω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则有</a:t>
            </a:r>
          </a:p>
        </p:txBody>
      </p:sp>
      <p:graphicFrame>
        <p:nvGraphicFramePr>
          <p:cNvPr id="130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887536"/>
              </p:ext>
            </p:extLst>
          </p:nvPr>
        </p:nvGraphicFramePr>
        <p:xfrm>
          <a:off x="2538413" y="3886200"/>
          <a:ext cx="5497512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380880" progId="Equation.DSMT4">
                  <p:embed/>
                </p:oleObj>
              </mc:Choice>
              <mc:Fallback>
                <p:oleObj name="Equation" r:id="rId6" imgW="2044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38413" y="3886200"/>
                        <a:ext cx="5497512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5" name="Object 7"/>
          <p:cNvGraphicFramePr>
            <a:graphicFrameLocks noChangeAspect="1"/>
          </p:cNvGraphicFramePr>
          <p:nvPr/>
        </p:nvGraphicFramePr>
        <p:xfrm>
          <a:off x="2743201" y="5486400"/>
          <a:ext cx="5013325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92160" imgH="393480" progId="Equation.3">
                  <p:embed/>
                </p:oleObj>
              </mc:Choice>
              <mc:Fallback>
                <p:oleObj name="公式" r:id="rId8" imgW="1892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43201" y="5486400"/>
                        <a:ext cx="5013325" cy="1036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021386"/>
              </p:ext>
            </p:extLst>
          </p:nvPr>
        </p:nvGraphicFramePr>
        <p:xfrm>
          <a:off x="7818438" y="5548313"/>
          <a:ext cx="1582737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60240" imgH="406080" progId="Equation.DSMT4">
                  <p:embed/>
                </p:oleObj>
              </mc:Choice>
              <mc:Fallback>
                <p:oleObj name="Equation" r:id="rId10" imgW="660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818438" y="5548313"/>
                        <a:ext cx="1582737" cy="969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7" name="Object 9"/>
          <p:cNvGraphicFramePr>
            <a:graphicFrameLocks noChangeAspect="1"/>
          </p:cNvGraphicFramePr>
          <p:nvPr/>
        </p:nvGraphicFramePr>
        <p:xfrm>
          <a:off x="2498725" y="3295651"/>
          <a:ext cx="50355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79560" imgH="215640" progId="Equation.DSMT4">
                  <p:embed/>
                </p:oleObj>
              </mc:Choice>
              <mc:Fallback>
                <p:oleObj name="Equation" r:id="rId12" imgW="1879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98725" y="3295651"/>
                        <a:ext cx="503555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965831"/>
              </p:ext>
            </p:extLst>
          </p:nvPr>
        </p:nvGraphicFramePr>
        <p:xfrm>
          <a:off x="2767013" y="4632325"/>
          <a:ext cx="4167187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49080" imgH="444240" progId="Equation.DSMT4">
                  <p:embed/>
                </p:oleObj>
              </mc:Choice>
              <mc:Fallback>
                <p:oleObj name="Equation" r:id="rId14" imgW="1549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67013" y="4632325"/>
                        <a:ext cx="4167187" cy="1077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618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01DD0-BE95-4BF6-B1C4-F74D948199A6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31074" name="Text Box 2"/>
          <p:cNvSpPr txBox="1">
            <a:spLocks noChangeArrowheads="1"/>
          </p:cNvSpPr>
          <p:nvPr/>
        </p:nvSpPr>
        <p:spPr bwMode="auto">
          <a:xfrm>
            <a:off x="1992313" y="476251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使用对称性时应注意：</a:t>
            </a:r>
          </a:p>
        </p:txBody>
      </p:sp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2382839" y="1263651"/>
            <a:ext cx="7165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、积分区域关于坐标面的对称性；</a:t>
            </a:r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2382838" y="1949450"/>
            <a:ext cx="76819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、被积函数在积分区域上的关于三个自变量的奇偶性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2382839" y="3778250"/>
            <a:ext cx="74072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latin typeface="Times New Roman" panose="02020603050405020304" pitchFamily="18" charset="0"/>
              </a:rPr>
              <a:t>①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被积函数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x,y,z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是关于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的奇函数，则三重积分为零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2382839" y="4784725"/>
            <a:ext cx="74072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latin typeface="Times New Roman" panose="02020603050405020304" pitchFamily="18" charset="0"/>
              </a:rPr>
              <a:t>②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若被积函数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是关于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的偶函数，则三重积分为</a:t>
            </a:r>
            <a:r>
              <a:rPr kumimoji="1"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xoy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平面上方的半个闭区域的三重积分的两倍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31079" name="Text Box 7"/>
          <p:cNvSpPr txBox="1">
            <a:spLocks noChangeArrowheads="1"/>
          </p:cNvSpPr>
          <p:nvPr/>
        </p:nvSpPr>
        <p:spPr bwMode="auto">
          <a:xfrm>
            <a:off x="2382839" y="3062288"/>
            <a:ext cx="6327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</a:rPr>
              <a:t>例如：当积分区域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关于平面</a:t>
            </a:r>
            <a:r>
              <a:rPr kumimoji="1" lang="en-US" altLang="zh-CN" sz="2800" b="1" i="1" dirty="0" err="1">
                <a:latin typeface="Times New Roman" panose="02020603050405020304" pitchFamily="18" charset="0"/>
              </a:rPr>
              <a:t>xoy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对称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90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autoUpdateAnimBg="0"/>
      <p:bldP spid="131076" grpId="0" autoUpdateAnimBg="0"/>
      <p:bldP spid="131077" grpId="0" autoUpdateAnimBg="0"/>
      <p:bldP spid="131078" grpId="0" autoUpdateAnimBg="0"/>
      <p:bldP spid="13107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7FDE-33E0-4DE6-A9AE-A02A28138829}" type="slidenum">
              <a:rPr lang="en-US" altLang="zh-CN"/>
              <a:pPr/>
              <a:t>11</a:t>
            </a:fld>
            <a:endParaRPr lang="en-US" altLang="zh-CN"/>
          </a:p>
        </p:txBody>
      </p:sp>
      <p:graphicFrame>
        <p:nvGraphicFramePr>
          <p:cNvPr id="132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244225"/>
              </p:ext>
            </p:extLst>
          </p:nvPr>
        </p:nvGraphicFramePr>
        <p:xfrm>
          <a:off x="2060329" y="1258773"/>
          <a:ext cx="584041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560" imgH="380880" progId="Equation.DSMT4">
                  <p:embed/>
                </p:oleObj>
              </mc:Choice>
              <mc:Fallback>
                <p:oleObj name="Equation" r:id="rId2" imgW="2590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60329" y="1258773"/>
                        <a:ext cx="5840412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099" name="Rectangle 3"/>
          <p:cNvSpPr>
            <a:spLocks noChangeArrowheads="1"/>
          </p:cNvSpPr>
          <p:nvPr/>
        </p:nvSpPr>
        <p:spPr bwMode="black">
          <a:xfrm>
            <a:off x="1879108" y="2095005"/>
            <a:ext cx="547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132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164820"/>
              </p:ext>
            </p:extLst>
          </p:nvPr>
        </p:nvGraphicFramePr>
        <p:xfrm>
          <a:off x="2362201" y="2895600"/>
          <a:ext cx="64293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6880" imgH="380880" progId="Equation.DSMT4">
                  <p:embed/>
                </p:oleObj>
              </mc:Choice>
              <mc:Fallback>
                <p:oleObj name="Equation" r:id="rId4" imgW="2666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62201" y="2895600"/>
                        <a:ext cx="6429375" cy="94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311422"/>
              </p:ext>
            </p:extLst>
          </p:nvPr>
        </p:nvGraphicFramePr>
        <p:xfrm>
          <a:off x="2590801" y="3795765"/>
          <a:ext cx="39179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800" imgH="380880" progId="Equation.DSMT4">
                  <p:embed/>
                </p:oleObj>
              </mc:Choice>
              <mc:Fallback>
                <p:oleObj name="Equation" r:id="rId6" imgW="1612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90801" y="3795765"/>
                        <a:ext cx="3917950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2" name="Rectangle 6"/>
          <p:cNvSpPr>
            <a:spLocks noChangeArrowheads="1"/>
          </p:cNvSpPr>
          <p:nvPr/>
        </p:nvSpPr>
        <p:spPr bwMode="black">
          <a:xfrm>
            <a:off x="2404632" y="2077217"/>
            <a:ext cx="601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 i="1" dirty="0">
                <a:latin typeface="Times New Roman" panose="02020603050405020304" pitchFamily="18" charset="0"/>
              </a:rPr>
              <a:t>Ω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对于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具有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轮换对称性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2103" name="Object 7"/>
          <p:cNvGraphicFramePr>
            <a:graphicFrameLocks noChangeAspect="1"/>
          </p:cNvGraphicFramePr>
          <p:nvPr/>
        </p:nvGraphicFramePr>
        <p:xfrm>
          <a:off x="2590801" y="4627563"/>
          <a:ext cx="60293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50880" imgH="330120" progId="Equation.3">
                  <p:embed/>
                </p:oleObj>
              </mc:Choice>
              <mc:Fallback>
                <p:oleObj name="公式" r:id="rId8" imgW="245088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90801" y="4627563"/>
                        <a:ext cx="6029325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796077"/>
              </p:ext>
            </p:extLst>
          </p:nvPr>
        </p:nvGraphicFramePr>
        <p:xfrm>
          <a:off x="2620963" y="5389563"/>
          <a:ext cx="187325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406080" progId="Equation.DSMT4">
                  <p:embed/>
                </p:oleObj>
              </mc:Choice>
              <mc:Fallback>
                <p:oleObj name="Equation" r:id="rId10" imgW="774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20963" y="5389563"/>
                        <a:ext cx="1873250" cy="982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5" name="Text Box 9"/>
          <p:cNvSpPr txBox="1">
            <a:spLocks noChangeArrowheads="1"/>
          </p:cNvSpPr>
          <p:nvPr/>
        </p:nvSpPr>
        <p:spPr bwMode="auto">
          <a:xfrm>
            <a:off x="1981201" y="581026"/>
            <a:ext cx="5897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利用对称性计算下列三重积分。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106" name="AutoShape 10"/>
          <p:cNvSpPr>
            <a:spLocks noChangeArrowheads="1"/>
          </p:cNvSpPr>
          <p:nvPr/>
        </p:nvSpPr>
        <p:spPr bwMode="auto">
          <a:xfrm>
            <a:off x="8074025" y="990600"/>
            <a:ext cx="1676400" cy="1676400"/>
          </a:xfrm>
          <a:prstGeom prst="cube">
            <a:avLst>
              <a:gd name="adj" fmla="val 25000"/>
            </a:avLst>
          </a:prstGeom>
          <a:solidFill>
            <a:srgbClr val="FFCCFF"/>
          </a:solidFill>
          <a:ln w="38100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2107" name="Group 11"/>
          <p:cNvGrpSpPr>
            <a:grpSpLocks noChangeAspect="1"/>
          </p:cNvGrpSpPr>
          <p:nvPr/>
        </p:nvGrpSpPr>
        <p:grpSpPr bwMode="auto">
          <a:xfrm>
            <a:off x="7391400" y="338139"/>
            <a:ext cx="2870200" cy="2776537"/>
            <a:chOff x="4056" y="174"/>
            <a:chExt cx="1674" cy="1620"/>
          </a:xfrm>
        </p:grpSpPr>
        <p:sp>
          <p:nvSpPr>
            <p:cNvPr id="132108" name="Rectangle 12"/>
            <p:cNvSpPr>
              <a:spLocks noChangeAspect="1" noChangeArrowheads="1"/>
            </p:cNvSpPr>
            <p:nvPr/>
          </p:nvSpPr>
          <p:spPr bwMode="black">
            <a:xfrm>
              <a:off x="4466" y="174"/>
              <a:ext cx="177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32109" name="Line 13"/>
            <p:cNvSpPr>
              <a:spLocks noChangeAspect="1" noChangeShapeType="1"/>
            </p:cNvSpPr>
            <p:nvPr/>
          </p:nvSpPr>
          <p:spPr bwMode="black">
            <a:xfrm>
              <a:off x="4710" y="1291"/>
              <a:ext cx="8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10" name="Line 14"/>
            <p:cNvSpPr>
              <a:spLocks noChangeAspect="1" noChangeShapeType="1"/>
            </p:cNvSpPr>
            <p:nvPr/>
          </p:nvSpPr>
          <p:spPr bwMode="black">
            <a:xfrm flipV="1">
              <a:off x="4710" y="240"/>
              <a:ext cx="0" cy="10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11" name="Rectangle 15"/>
            <p:cNvSpPr>
              <a:spLocks noChangeAspect="1" noChangeArrowheads="1"/>
            </p:cNvSpPr>
            <p:nvPr/>
          </p:nvSpPr>
          <p:spPr bwMode="black">
            <a:xfrm>
              <a:off x="4056" y="1527"/>
              <a:ext cx="19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2112" name="Rectangle 16"/>
            <p:cNvSpPr>
              <a:spLocks noChangeAspect="1" noChangeArrowheads="1"/>
            </p:cNvSpPr>
            <p:nvPr/>
          </p:nvSpPr>
          <p:spPr bwMode="black">
            <a:xfrm>
              <a:off x="5544" y="1325"/>
              <a:ext cx="18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32113" name="Rectangle 17"/>
            <p:cNvSpPr>
              <a:spLocks noChangeAspect="1" noChangeArrowheads="1"/>
            </p:cNvSpPr>
            <p:nvPr/>
          </p:nvSpPr>
          <p:spPr bwMode="black">
            <a:xfrm>
              <a:off x="4607" y="1268"/>
              <a:ext cx="19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32114" name="Line 18"/>
            <p:cNvSpPr>
              <a:spLocks noChangeAspect="1" noChangeShapeType="1"/>
            </p:cNvSpPr>
            <p:nvPr/>
          </p:nvSpPr>
          <p:spPr bwMode="black">
            <a:xfrm flipH="1">
              <a:off x="4231" y="1273"/>
              <a:ext cx="502" cy="5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34350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autoUpdateAnimBg="0"/>
      <p:bldP spid="132102" grpId="0" autoUpdateAnimBg="0"/>
      <p:bldP spid="13210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B8CE4-3892-45C3-B305-FA9381666763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34146" name="Rectangle 2" descr="深色上对角线"/>
          <p:cNvSpPr>
            <a:spLocks noChangeArrowheads="1"/>
          </p:cNvSpPr>
          <p:nvPr/>
        </p:nvSpPr>
        <p:spPr bwMode="auto">
          <a:xfrm>
            <a:off x="3733800" y="3200400"/>
            <a:ext cx="3657600" cy="685800"/>
          </a:xfrm>
          <a:prstGeom prst="rect">
            <a:avLst/>
          </a:prstGeom>
          <a:pattFill prst="dkUpDiag">
            <a:fgClr>
              <a:srgbClr val="FFCCFF"/>
            </a:fgClr>
            <a:bgClr>
              <a:srgbClr val="FFFFFF"/>
            </a:bgClr>
          </a:pattFill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4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735794"/>
              </p:ext>
            </p:extLst>
          </p:nvPr>
        </p:nvGraphicFramePr>
        <p:xfrm>
          <a:off x="2060575" y="377825"/>
          <a:ext cx="402748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380880" progId="Equation.DSMT4">
                  <p:embed/>
                </p:oleObj>
              </mc:Choice>
              <mc:Fallback>
                <p:oleObj name="Equation" r:id="rId2" imgW="1714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60575" y="377825"/>
                        <a:ext cx="4027488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475056"/>
              </p:ext>
            </p:extLst>
          </p:nvPr>
        </p:nvGraphicFramePr>
        <p:xfrm>
          <a:off x="2736850" y="2400300"/>
          <a:ext cx="391001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380880" progId="Equation.DSMT4">
                  <p:embed/>
                </p:oleObj>
              </mc:Choice>
              <mc:Fallback>
                <p:oleObj name="Equation" r:id="rId4" imgW="1663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36850" y="2400300"/>
                        <a:ext cx="3910013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160334"/>
              </p:ext>
            </p:extLst>
          </p:nvPr>
        </p:nvGraphicFramePr>
        <p:xfrm>
          <a:off x="2768600" y="4862513"/>
          <a:ext cx="524986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34880" imgH="444240" progId="Equation.DSMT4">
                  <p:embed/>
                </p:oleObj>
              </mc:Choice>
              <mc:Fallback>
                <p:oleObj name="Equation" r:id="rId6" imgW="2234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68600" y="4862513"/>
                        <a:ext cx="5249863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919304"/>
              </p:ext>
            </p:extLst>
          </p:nvPr>
        </p:nvGraphicFramePr>
        <p:xfrm>
          <a:off x="2811463" y="5562600"/>
          <a:ext cx="27432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8200" imgH="419040" progId="Equation.DSMT4">
                  <p:embed/>
                </p:oleObj>
              </mc:Choice>
              <mc:Fallback>
                <p:oleObj name="Equation" r:id="rId8" imgW="11682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11463" y="5562600"/>
                        <a:ext cx="2743200" cy="984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1" name="Text Box 7"/>
          <p:cNvSpPr txBox="1">
            <a:spLocks noChangeArrowheads="1"/>
          </p:cNvSpPr>
          <p:nvPr/>
        </p:nvSpPr>
        <p:spPr bwMode="auto">
          <a:xfrm>
            <a:off x="1981200" y="1658938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1341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692720"/>
              </p:ext>
            </p:extLst>
          </p:nvPr>
        </p:nvGraphicFramePr>
        <p:xfrm>
          <a:off x="2724150" y="1619250"/>
          <a:ext cx="349091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85720" imgH="380880" progId="Equation.DSMT4">
                  <p:embed/>
                </p:oleObj>
              </mc:Choice>
              <mc:Fallback>
                <p:oleObj name="Equation" r:id="rId10" imgW="1485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24150" y="1619250"/>
                        <a:ext cx="3490913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104480"/>
              </p:ext>
            </p:extLst>
          </p:nvPr>
        </p:nvGraphicFramePr>
        <p:xfrm>
          <a:off x="2840760" y="3213968"/>
          <a:ext cx="51022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71520" imgH="380880" progId="Equation.DSMT4">
                  <p:embed/>
                </p:oleObj>
              </mc:Choice>
              <mc:Fallback>
                <p:oleObj name="Equation" r:id="rId12" imgW="2171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40760" y="3213968"/>
                        <a:ext cx="5102225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976833"/>
              </p:ext>
            </p:extLst>
          </p:nvPr>
        </p:nvGraphicFramePr>
        <p:xfrm>
          <a:off x="2752725" y="4114800"/>
          <a:ext cx="44164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79560" imgH="380880" progId="Equation.DSMT4">
                  <p:embed/>
                </p:oleObj>
              </mc:Choice>
              <mc:Fallback>
                <p:oleObj name="Equation" r:id="rId14" imgW="1879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52725" y="4114800"/>
                        <a:ext cx="4416425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5" name="Object 11"/>
          <p:cNvGraphicFramePr>
            <a:graphicFrameLocks noChangeAspect="1"/>
          </p:cNvGraphicFramePr>
          <p:nvPr/>
        </p:nvGraphicFramePr>
        <p:xfrm>
          <a:off x="2438400" y="1139826"/>
          <a:ext cx="31321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33440" imgH="228600" progId="Equation.3">
                  <p:embed/>
                </p:oleObj>
              </mc:Choice>
              <mc:Fallback>
                <p:oleObj name="公式" r:id="rId16" imgW="1333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38400" y="1139826"/>
                        <a:ext cx="313213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156" name="Group 12"/>
          <p:cNvGrpSpPr>
            <a:grpSpLocks/>
          </p:cNvGrpSpPr>
          <p:nvPr/>
        </p:nvGrpSpPr>
        <p:grpSpPr bwMode="auto">
          <a:xfrm>
            <a:off x="7620000" y="1066801"/>
            <a:ext cx="1843088" cy="1782763"/>
            <a:chOff x="4085" y="821"/>
            <a:chExt cx="1161" cy="1123"/>
          </a:xfrm>
        </p:grpSpPr>
        <p:sp>
          <p:nvSpPr>
            <p:cNvPr id="134157" name="Oval 13" descr="球体"/>
            <p:cNvSpPr>
              <a:spLocks noChangeAspect="1" noChangeArrowheads="1"/>
            </p:cNvSpPr>
            <p:nvPr/>
          </p:nvSpPr>
          <p:spPr bwMode="black">
            <a:xfrm>
              <a:off x="4085" y="821"/>
              <a:ext cx="1161" cy="1123"/>
            </a:xfrm>
            <a:prstGeom prst="ellipse">
              <a:avLst/>
            </a:prstGeom>
            <a:pattFill prst="sphere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58" name="Oval 14" descr="球体"/>
            <p:cNvSpPr>
              <a:spLocks noChangeAspect="1" noChangeArrowheads="1"/>
            </p:cNvSpPr>
            <p:nvPr/>
          </p:nvSpPr>
          <p:spPr bwMode="black">
            <a:xfrm>
              <a:off x="4089" y="1238"/>
              <a:ext cx="1142" cy="286"/>
            </a:xfrm>
            <a:prstGeom prst="ellipse">
              <a:avLst/>
            </a:prstGeom>
            <a:pattFill prst="sphere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4159" name="Group 15"/>
          <p:cNvGrpSpPr>
            <a:grpSpLocks/>
          </p:cNvGrpSpPr>
          <p:nvPr/>
        </p:nvGrpSpPr>
        <p:grpSpPr bwMode="auto">
          <a:xfrm>
            <a:off x="7467601" y="304800"/>
            <a:ext cx="2703513" cy="2514600"/>
            <a:chOff x="4006" y="912"/>
            <a:chExt cx="1703" cy="1584"/>
          </a:xfrm>
        </p:grpSpPr>
        <p:sp>
          <p:nvSpPr>
            <p:cNvPr id="134160" name="Line 16"/>
            <p:cNvSpPr>
              <a:spLocks noChangeAspect="1" noChangeShapeType="1"/>
            </p:cNvSpPr>
            <p:nvPr/>
          </p:nvSpPr>
          <p:spPr bwMode="black">
            <a:xfrm>
              <a:off x="4660" y="1963"/>
              <a:ext cx="8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1" name="Line 17"/>
            <p:cNvSpPr>
              <a:spLocks noChangeAspect="1" noChangeShapeType="1"/>
            </p:cNvSpPr>
            <p:nvPr/>
          </p:nvSpPr>
          <p:spPr bwMode="black">
            <a:xfrm flipV="1">
              <a:off x="4660" y="1056"/>
              <a:ext cx="0" cy="9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2" name="Rectangle 18"/>
            <p:cNvSpPr>
              <a:spLocks noChangeAspect="1" noChangeArrowheads="1"/>
            </p:cNvSpPr>
            <p:nvPr/>
          </p:nvSpPr>
          <p:spPr bwMode="black">
            <a:xfrm>
              <a:off x="4006" y="216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4163" name="Rectangle 19"/>
            <p:cNvSpPr>
              <a:spLocks noChangeAspect="1" noChangeArrowheads="1"/>
            </p:cNvSpPr>
            <p:nvPr/>
          </p:nvSpPr>
          <p:spPr bwMode="black">
            <a:xfrm>
              <a:off x="5494" y="1968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34164" name="Rectangle 20"/>
            <p:cNvSpPr>
              <a:spLocks noChangeAspect="1" noChangeArrowheads="1"/>
            </p:cNvSpPr>
            <p:nvPr/>
          </p:nvSpPr>
          <p:spPr bwMode="black">
            <a:xfrm>
              <a:off x="4416" y="912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34165" name="Rectangle 21"/>
            <p:cNvSpPr>
              <a:spLocks noChangeAspect="1" noChangeArrowheads="1"/>
            </p:cNvSpPr>
            <p:nvPr/>
          </p:nvSpPr>
          <p:spPr bwMode="black">
            <a:xfrm>
              <a:off x="4557" y="191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34166" name="Line 22"/>
            <p:cNvSpPr>
              <a:spLocks noChangeAspect="1" noChangeShapeType="1"/>
            </p:cNvSpPr>
            <p:nvPr/>
          </p:nvSpPr>
          <p:spPr bwMode="black">
            <a:xfrm flipH="1">
              <a:off x="4181" y="1945"/>
              <a:ext cx="502" cy="5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7" name="Rectangle 23"/>
            <p:cNvSpPr>
              <a:spLocks noChangeAspect="1" noChangeArrowheads="1"/>
            </p:cNvSpPr>
            <p:nvPr/>
          </p:nvSpPr>
          <p:spPr bwMode="black">
            <a:xfrm>
              <a:off x="4438" y="116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a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187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animBg="1"/>
      <p:bldP spid="13415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442" name="Object 2"/>
          <p:cNvGraphicFramePr>
            <a:graphicFrameLocks noChangeAspect="1"/>
          </p:cNvGraphicFramePr>
          <p:nvPr/>
        </p:nvGraphicFramePr>
        <p:xfrm>
          <a:off x="2898775" y="609600"/>
          <a:ext cx="692785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29400" imgH="977760" progId="Equation.3">
                  <p:embed/>
                </p:oleObj>
              </mc:Choice>
              <mc:Fallback>
                <p:oleObj name="Equation" r:id="rId2" imgW="662940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609600"/>
                        <a:ext cx="6927850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3" name="Object 3"/>
          <p:cNvGraphicFramePr>
            <a:graphicFrameLocks noChangeAspect="1"/>
          </p:cNvGraphicFramePr>
          <p:nvPr/>
        </p:nvGraphicFramePr>
        <p:xfrm>
          <a:off x="2971801" y="1701800"/>
          <a:ext cx="57197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00120" imgH="215640" progId="Equation.3">
                  <p:embed/>
                </p:oleObj>
              </mc:Choice>
              <mc:Fallback>
                <p:oleObj name="公式" r:id="rId4" imgW="2400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1701800"/>
                        <a:ext cx="57197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207285"/>
              </p:ext>
            </p:extLst>
          </p:nvPr>
        </p:nvGraphicFramePr>
        <p:xfrm>
          <a:off x="3205019" y="2188551"/>
          <a:ext cx="3318952" cy="856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73120" imgH="380880" progId="Equation.DSMT4">
                  <p:embed/>
                </p:oleObj>
              </mc:Choice>
              <mc:Fallback>
                <p:oleObj name="Equation" r:id="rId6" imgW="1473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019" y="2188551"/>
                        <a:ext cx="3318952" cy="856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45" name="Text Box 5"/>
          <p:cNvSpPr txBox="1">
            <a:spLocks noChangeArrowheads="1"/>
          </p:cNvSpPr>
          <p:nvPr/>
        </p:nvSpPr>
        <p:spPr bwMode="auto">
          <a:xfrm>
            <a:off x="2286000" y="321468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解</a:t>
            </a:r>
          </a:p>
        </p:txBody>
      </p:sp>
      <p:graphicFrame>
        <p:nvGraphicFramePr>
          <p:cNvPr id="189446" name="Object 6"/>
          <p:cNvGraphicFramePr>
            <a:graphicFrameLocks noChangeAspect="1"/>
          </p:cNvGraphicFramePr>
          <p:nvPr/>
        </p:nvGraphicFramePr>
        <p:xfrm>
          <a:off x="2971800" y="3049588"/>
          <a:ext cx="2362200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760" imgH="977760" progId="Equation.3">
                  <p:embed/>
                </p:oleObj>
              </mc:Choice>
              <mc:Fallback>
                <p:oleObj name="Equation" r:id="rId8" imgW="233676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049588"/>
                        <a:ext cx="2362200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7" name="Object 7"/>
          <p:cNvGraphicFramePr>
            <a:graphicFrameLocks noChangeAspect="1"/>
          </p:cNvGraphicFramePr>
          <p:nvPr/>
        </p:nvGraphicFramePr>
        <p:xfrm>
          <a:off x="5486399" y="3981091"/>
          <a:ext cx="20256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520" imgH="228600" progId="Equation.DSMT4">
                  <p:embed/>
                </p:oleObj>
              </mc:Choice>
              <mc:Fallback>
                <p:oleObj name="Equation" r:id="rId10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399" y="3981091"/>
                        <a:ext cx="20256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9448" name="Group 8"/>
          <p:cNvGrpSpPr>
            <a:grpSpLocks/>
          </p:cNvGrpSpPr>
          <p:nvPr/>
        </p:nvGrpSpPr>
        <p:grpSpPr bwMode="auto">
          <a:xfrm>
            <a:off x="2133601" y="3886200"/>
            <a:ext cx="690563" cy="1919288"/>
            <a:chOff x="3648" y="2160"/>
            <a:chExt cx="435" cy="1296"/>
          </a:xfrm>
        </p:grpSpPr>
        <p:sp>
          <p:nvSpPr>
            <p:cNvPr id="189449" name="AutoShape 9"/>
            <p:cNvSpPr>
              <a:spLocks noChangeArrowheads="1"/>
            </p:cNvSpPr>
            <p:nvPr/>
          </p:nvSpPr>
          <p:spPr bwMode="auto">
            <a:xfrm>
              <a:off x="3648" y="2160"/>
              <a:ext cx="432" cy="1296"/>
            </a:xfrm>
            <a:prstGeom prst="can">
              <a:avLst>
                <a:gd name="adj" fmla="val 38653"/>
              </a:avLst>
            </a:prstGeom>
            <a:gradFill rotWithShape="0">
              <a:gsLst>
                <a:gs pos="0">
                  <a:srgbClr val="99FF33">
                    <a:gamma/>
                    <a:shade val="46275"/>
                    <a:invGamma/>
                  </a:srgbClr>
                </a:gs>
                <a:gs pos="50000">
                  <a:srgbClr val="99FF33"/>
                </a:gs>
                <a:gs pos="100000">
                  <a:srgbClr val="99FF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450" name="Text Box 10"/>
            <p:cNvSpPr txBox="1">
              <a:spLocks noChangeArrowheads="1"/>
            </p:cNvSpPr>
            <p:nvPr/>
          </p:nvSpPr>
          <p:spPr bwMode="auto">
            <a:xfrm>
              <a:off x="3695" y="2311"/>
              <a:ext cx="388" cy="1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CC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D6009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>
                  <a:solidFill>
                    <a:srgbClr val="FF3300"/>
                  </a:solidFill>
                </a:rPr>
                <a:t>柱面坐标</a:t>
              </a:r>
            </a:p>
          </p:txBody>
        </p:sp>
      </p:grpSp>
      <p:graphicFrame>
        <p:nvGraphicFramePr>
          <p:cNvPr id="189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036770"/>
              </p:ext>
            </p:extLst>
          </p:nvPr>
        </p:nvGraphicFramePr>
        <p:xfrm>
          <a:off x="3109913" y="4738688"/>
          <a:ext cx="19256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560" imgH="203040" progId="Equation.DSMT4">
                  <p:embed/>
                </p:oleObj>
              </mc:Choice>
              <mc:Fallback>
                <p:oleObj name="Equation" r:id="rId12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913" y="4738688"/>
                        <a:ext cx="19256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846877"/>
              </p:ext>
            </p:extLst>
          </p:nvPr>
        </p:nvGraphicFramePr>
        <p:xfrm>
          <a:off x="5040313" y="4689475"/>
          <a:ext cx="1897576" cy="530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3600" imgH="203040" progId="Equation.DSMT4">
                  <p:embed/>
                </p:oleObj>
              </mc:Choice>
              <mc:Fallback>
                <p:oleObj name="Equation" r:id="rId14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4689475"/>
                        <a:ext cx="1897576" cy="530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53" name="Object 13"/>
          <p:cNvGraphicFramePr>
            <a:graphicFrameLocks noChangeAspect="1"/>
          </p:cNvGraphicFramePr>
          <p:nvPr/>
        </p:nvGraphicFramePr>
        <p:xfrm>
          <a:off x="7031036" y="4761708"/>
          <a:ext cx="1069255" cy="458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0880" imgH="164880" progId="Equation.DSMT4">
                  <p:embed/>
                </p:oleObj>
              </mc:Choice>
              <mc:Fallback>
                <p:oleObj name="Equation" r:id="rId16" imgW="380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1036" y="4761708"/>
                        <a:ext cx="1069255" cy="458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626530"/>
              </p:ext>
            </p:extLst>
          </p:nvPr>
        </p:nvGraphicFramePr>
        <p:xfrm>
          <a:off x="3135313" y="5353050"/>
          <a:ext cx="2274888" cy="489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39600" imgH="203040" progId="Equation.DSMT4">
                  <p:embed/>
                </p:oleObj>
              </mc:Choice>
              <mc:Fallback>
                <p:oleObj name="Equation" r:id="rId18" imgW="939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3" y="5353050"/>
                        <a:ext cx="2274888" cy="489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56" name="Text Box 16"/>
          <p:cNvSpPr txBox="1">
            <a:spLocks noChangeArrowheads="1"/>
          </p:cNvSpPr>
          <p:nvPr/>
        </p:nvSpPr>
        <p:spPr bwMode="auto">
          <a:xfrm>
            <a:off x="2063750" y="765176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457" name="Text Box 17"/>
          <p:cNvSpPr txBox="1">
            <a:spLocks noChangeArrowheads="1"/>
          </p:cNvSpPr>
          <p:nvPr/>
        </p:nvSpPr>
        <p:spPr bwMode="auto">
          <a:xfrm>
            <a:off x="2819400" y="397668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旋转曲面方程为</a:t>
            </a:r>
          </a:p>
        </p:txBody>
      </p:sp>
      <p:graphicFrame>
        <p:nvGraphicFramePr>
          <p:cNvPr id="189458" name="Object 18"/>
          <p:cNvGraphicFramePr>
            <a:graphicFrameLocks noChangeAspect="1"/>
          </p:cNvGraphicFramePr>
          <p:nvPr/>
        </p:nvGraphicFramePr>
        <p:xfrm>
          <a:off x="5410201" y="3276601"/>
          <a:ext cx="36750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492360" imgH="444240" progId="Equation.3">
                  <p:embed/>
                </p:oleObj>
              </mc:Choice>
              <mc:Fallback>
                <p:oleObj name="Equation" r:id="rId20" imgW="34923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3276601"/>
                        <a:ext cx="3675063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8"/>
          <p:cNvGrpSpPr>
            <a:grpSpLocks/>
          </p:cNvGrpSpPr>
          <p:nvPr/>
        </p:nvGrpSpPr>
        <p:grpSpPr bwMode="auto">
          <a:xfrm>
            <a:off x="10082342" y="2939100"/>
            <a:ext cx="1066800" cy="1219200"/>
            <a:chOff x="3599" y="672"/>
            <a:chExt cx="913" cy="1104"/>
          </a:xfrm>
        </p:grpSpPr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3600" y="672"/>
              <a:ext cx="912" cy="33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AutoShape 9"/>
            <p:cNvSpPr>
              <a:spLocks noChangeArrowheads="1"/>
            </p:cNvSpPr>
            <p:nvPr/>
          </p:nvSpPr>
          <p:spPr bwMode="auto">
            <a:xfrm rot="16202681">
              <a:off x="3599" y="864"/>
              <a:ext cx="912" cy="912"/>
            </a:xfrm>
            <a:prstGeom prst="moon">
              <a:avLst>
                <a:gd name="adj" fmla="val 84630"/>
              </a:avLst>
            </a:prstGeom>
            <a:solidFill>
              <a:srgbClr val="FFFF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8" name="Group 12"/>
          <p:cNvGrpSpPr>
            <a:grpSpLocks/>
          </p:cNvGrpSpPr>
          <p:nvPr/>
        </p:nvGrpSpPr>
        <p:grpSpPr bwMode="auto">
          <a:xfrm>
            <a:off x="10012008" y="2431101"/>
            <a:ext cx="1676400" cy="2311400"/>
            <a:chOff x="4272" y="2608"/>
            <a:chExt cx="1056" cy="1456"/>
          </a:xfrm>
        </p:grpSpPr>
        <p:graphicFrame>
          <p:nvGraphicFramePr>
            <p:cNvPr id="19" name="Object 13"/>
            <p:cNvGraphicFramePr>
              <a:graphicFrameLocks noChangeAspect="1"/>
            </p:cNvGraphicFramePr>
            <p:nvPr/>
          </p:nvGraphicFramePr>
          <p:xfrm>
            <a:off x="4386" y="3888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39680" imgH="139680" progId="Equation.3">
                    <p:embed/>
                  </p:oleObj>
                </mc:Choice>
                <mc:Fallback>
                  <p:oleObj name="Equation" r:id="rId22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" y="3888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4"/>
            <p:cNvGraphicFramePr>
              <a:graphicFrameLocks noChangeAspect="1"/>
            </p:cNvGraphicFramePr>
            <p:nvPr/>
          </p:nvGraphicFramePr>
          <p:xfrm>
            <a:off x="5155" y="3744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9680" imgH="164880" progId="Equation.3">
                    <p:embed/>
                  </p:oleObj>
                </mc:Choice>
                <mc:Fallback>
                  <p:oleObj name="Equation" r:id="rId24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5" y="3744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Line 15"/>
            <p:cNvSpPr>
              <a:spLocks noChangeShapeType="1"/>
            </p:cNvSpPr>
            <p:nvPr/>
          </p:nvSpPr>
          <p:spPr bwMode="auto">
            <a:xfrm flipV="1">
              <a:off x="4656" y="3043"/>
              <a:ext cx="0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 flipV="1">
              <a:off x="4656" y="2640"/>
              <a:ext cx="0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" name="Object 17"/>
            <p:cNvGraphicFramePr>
              <a:graphicFrameLocks noChangeAspect="1"/>
            </p:cNvGraphicFramePr>
            <p:nvPr/>
          </p:nvGraphicFramePr>
          <p:xfrm>
            <a:off x="4464" y="2608"/>
            <a:ext cx="14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14120" imgH="139680" progId="Equation.3">
                    <p:embed/>
                  </p:oleObj>
                </mc:Choice>
                <mc:Fallback>
                  <p:oleObj name="Equation" r:id="rId26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608"/>
                          <a:ext cx="14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18"/>
            <p:cNvGraphicFramePr>
              <a:graphicFrameLocks noChangeAspect="1"/>
            </p:cNvGraphicFramePr>
            <p:nvPr/>
          </p:nvGraphicFramePr>
          <p:xfrm>
            <a:off x="4608" y="3696"/>
            <a:ext cx="16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64880" imgH="177480" progId="Equation.3">
                    <p:embed/>
                  </p:oleObj>
                </mc:Choice>
                <mc:Fallback>
                  <p:oleObj name="Equation" r:id="rId28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696"/>
                          <a:ext cx="163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4656" y="3696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H="1">
              <a:off x="4272" y="3696"/>
              <a:ext cx="384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926302"/>
              </p:ext>
            </p:extLst>
          </p:nvPr>
        </p:nvGraphicFramePr>
        <p:xfrm>
          <a:off x="10392036" y="3025704"/>
          <a:ext cx="300393" cy="344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64880" imgH="190440" progId="Equation.DSMT4">
                  <p:embed/>
                </p:oleObj>
              </mc:Choice>
              <mc:Fallback>
                <p:oleObj name="Equation" r:id="rId30" imgW="1648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2036" y="3025704"/>
                        <a:ext cx="300393" cy="344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107033"/>
              </p:ext>
            </p:extLst>
          </p:nvPr>
        </p:nvGraphicFramePr>
        <p:xfrm>
          <a:off x="8934349" y="2674358"/>
          <a:ext cx="1369221" cy="385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812520" imgH="228600" progId="Equation.DSMT4">
                  <p:embed/>
                </p:oleObj>
              </mc:Choice>
              <mc:Fallback>
                <p:oleObj name="Equation" r:id="rId32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4349" y="2674358"/>
                        <a:ext cx="1369221" cy="385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791055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5" grpId="0" autoUpdateAnimBg="0"/>
      <p:bldP spid="18945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4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17708"/>
              </p:ext>
            </p:extLst>
          </p:nvPr>
        </p:nvGraphicFramePr>
        <p:xfrm>
          <a:off x="2730814" y="1688521"/>
          <a:ext cx="2791448" cy="855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380880" progId="Equation.DSMT4">
                  <p:embed/>
                </p:oleObj>
              </mc:Choice>
              <mc:Fallback>
                <p:oleObj name="Equation" r:id="rId2" imgW="1244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814" y="1688521"/>
                        <a:ext cx="2791448" cy="855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222926"/>
              </p:ext>
            </p:extLst>
          </p:nvPr>
        </p:nvGraphicFramePr>
        <p:xfrm>
          <a:off x="5380038" y="3171825"/>
          <a:ext cx="28416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419040" progId="Equation.DSMT4">
                  <p:embed/>
                </p:oleObj>
              </mc:Choice>
              <mc:Fallback>
                <p:oleObj name="Equation" r:id="rId4" imgW="2030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0038" y="3171825"/>
                        <a:ext cx="284162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8" name="Object 4"/>
          <p:cNvGraphicFramePr>
            <a:graphicFrameLocks noChangeAspect="1"/>
          </p:cNvGraphicFramePr>
          <p:nvPr/>
        </p:nvGraphicFramePr>
        <p:xfrm>
          <a:off x="5427012" y="2747384"/>
          <a:ext cx="1905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64880" progId="Equation.DSMT4">
                  <p:embed/>
                </p:oleObj>
              </mc:Choice>
              <mc:Fallback>
                <p:oleObj name="Equation" r:id="rId6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7012" y="2747384"/>
                        <a:ext cx="1905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9" name="Object 5"/>
          <p:cNvGraphicFramePr>
            <a:graphicFrameLocks noChangeAspect="1"/>
          </p:cNvGraphicFramePr>
          <p:nvPr/>
        </p:nvGraphicFramePr>
        <p:xfrm>
          <a:off x="4171590" y="2765425"/>
          <a:ext cx="36353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00" imgH="228600" progId="Equation.DSMT4">
                  <p:embed/>
                </p:oleObj>
              </mc:Choice>
              <mc:Fallback>
                <p:oleObj name="Equation" r:id="rId8" imgW="24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590" y="2765425"/>
                        <a:ext cx="363538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0" name="Object 6"/>
          <p:cNvGraphicFramePr>
            <a:graphicFrameLocks noChangeAspect="1"/>
          </p:cNvGraphicFramePr>
          <p:nvPr/>
        </p:nvGraphicFramePr>
        <p:xfrm>
          <a:off x="4164229" y="3302794"/>
          <a:ext cx="188913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77480" progId="Equation.DSMT4">
                  <p:embed/>
                </p:oleObj>
              </mc:Choice>
              <mc:Fallback>
                <p:oleObj name="Equation" r:id="rId10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229" y="3302794"/>
                        <a:ext cx="188913" cy="26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1" name="Object 7"/>
          <p:cNvGraphicFramePr>
            <a:graphicFrameLocks noChangeAspect="1"/>
          </p:cNvGraphicFramePr>
          <p:nvPr/>
        </p:nvGraphicFramePr>
        <p:xfrm>
          <a:off x="3271839" y="2779714"/>
          <a:ext cx="346075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8600" imgH="177480" progId="Equation.DSMT4">
                  <p:embed/>
                </p:oleObj>
              </mc:Choice>
              <mc:Fallback>
                <p:oleObj name="Equation" r:id="rId12" imgW="2286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9" y="2779714"/>
                        <a:ext cx="346075" cy="26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2" name="Object 8"/>
          <p:cNvGraphicFramePr>
            <a:graphicFrameLocks noChangeAspect="1"/>
          </p:cNvGraphicFramePr>
          <p:nvPr/>
        </p:nvGraphicFramePr>
        <p:xfrm>
          <a:off x="3200401" y="3313114"/>
          <a:ext cx="188913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77480" progId="Equation.DSMT4">
                  <p:embed/>
                </p:oleObj>
              </mc:Choice>
              <mc:Fallback>
                <p:oleObj name="Equation" r:id="rId14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3313114"/>
                        <a:ext cx="188913" cy="26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315870"/>
              </p:ext>
            </p:extLst>
          </p:nvPr>
        </p:nvGraphicFramePr>
        <p:xfrm>
          <a:off x="2730814" y="3743374"/>
          <a:ext cx="4735802" cy="1477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1840" imgH="634680" progId="Equation.DSMT4">
                  <p:embed/>
                </p:oleObj>
              </mc:Choice>
              <mc:Fallback>
                <p:oleObj name="Equation" r:id="rId16" imgW="203184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814" y="3743374"/>
                        <a:ext cx="4735802" cy="1477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4" name="Object 10"/>
          <p:cNvGraphicFramePr>
            <a:graphicFrameLocks noChangeAspect="1"/>
          </p:cNvGraphicFramePr>
          <p:nvPr/>
        </p:nvGraphicFramePr>
        <p:xfrm>
          <a:off x="2819400" y="5056188"/>
          <a:ext cx="129540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45760" imgH="406080" progId="Equation.3">
                  <p:embed/>
                </p:oleObj>
              </mc:Choice>
              <mc:Fallback>
                <p:oleObj name="公式" r:id="rId18" imgW="5457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056188"/>
                        <a:ext cx="1295400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5" name="Object 11"/>
          <p:cNvGraphicFramePr>
            <a:graphicFrameLocks noChangeAspect="1"/>
          </p:cNvGraphicFramePr>
          <p:nvPr/>
        </p:nvGraphicFramePr>
        <p:xfrm>
          <a:off x="2819400" y="647700"/>
          <a:ext cx="29210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20680" imgH="1028520" progId="Equation.3">
                  <p:embed/>
                </p:oleObj>
              </mc:Choice>
              <mc:Fallback>
                <p:oleObj name="Equation" r:id="rId20" imgW="292068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647700"/>
                        <a:ext cx="29210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6" name="Object 12"/>
          <p:cNvGraphicFramePr>
            <a:graphicFrameLocks noChangeAspect="1"/>
          </p:cNvGraphicFramePr>
          <p:nvPr/>
        </p:nvGraphicFramePr>
        <p:xfrm>
          <a:off x="6045200" y="926739"/>
          <a:ext cx="2135567" cy="512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52200" imgH="228600" progId="Equation.DSMT4">
                  <p:embed/>
                </p:oleObj>
              </mc:Choice>
              <mc:Fallback>
                <p:oleObj name="Equation" r:id="rId22" imgW="95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926739"/>
                        <a:ext cx="2135567" cy="512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7" name="Object 13"/>
          <p:cNvGraphicFramePr>
            <a:graphicFrameLocks noChangeAspect="1"/>
          </p:cNvGraphicFramePr>
          <p:nvPr/>
        </p:nvGraphicFramePr>
        <p:xfrm>
          <a:off x="8534400" y="152401"/>
          <a:ext cx="202565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12520" imgH="228600" progId="Equation.DSMT4">
                  <p:embed/>
                </p:oleObj>
              </mc:Choice>
              <mc:Fallback>
                <p:oleObj name="Equation" r:id="rId24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152401"/>
                        <a:ext cx="202565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8" name="Text Box 14"/>
          <p:cNvSpPr txBox="1">
            <a:spLocks noChangeArrowheads="1"/>
          </p:cNvSpPr>
          <p:nvPr/>
        </p:nvSpPr>
        <p:spPr bwMode="auto">
          <a:xfrm>
            <a:off x="6248400" y="16668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旋转曲面方程</a:t>
            </a:r>
          </a:p>
        </p:txBody>
      </p:sp>
      <p:sp>
        <p:nvSpPr>
          <p:cNvPr id="190479" name="Rectangle 15"/>
          <p:cNvSpPr>
            <a:spLocks noChangeArrowheads="1"/>
          </p:cNvSpPr>
          <p:nvPr/>
        </p:nvSpPr>
        <p:spPr bwMode="auto">
          <a:xfrm>
            <a:off x="6324600" y="76200"/>
            <a:ext cx="4267200" cy="685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048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861924"/>
              </p:ext>
            </p:extLst>
          </p:nvPr>
        </p:nvGraphicFramePr>
        <p:xfrm>
          <a:off x="2632848" y="2747384"/>
          <a:ext cx="4833768" cy="927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14320" imgH="330120" progId="Equation.DSMT4">
                  <p:embed/>
                </p:oleObj>
              </mc:Choice>
              <mc:Fallback>
                <p:oleObj name="Equation" r:id="rId26" imgW="1714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848" y="2747384"/>
                        <a:ext cx="4833768" cy="927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8"/>
          <p:cNvGrpSpPr>
            <a:grpSpLocks/>
          </p:cNvGrpSpPr>
          <p:nvPr/>
        </p:nvGrpSpPr>
        <p:grpSpPr bwMode="auto">
          <a:xfrm>
            <a:off x="10082342" y="2939100"/>
            <a:ext cx="1066800" cy="1219200"/>
            <a:chOff x="3599" y="672"/>
            <a:chExt cx="913" cy="1104"/>
          </a:xfrm>
        </p:grpSpPr>
        <p:sp>
          <p:nvSpPr>
            <p:cNvPr id="27" name="Oval 10"/>
            <p:cNvSpPr>
              <a:spLocks noChangeArrowheads="1"/>
            </p:cNvSpPr>
            <p:nvPr/>
          </p:nvSpPr>
          <p:spPr bwMode="auto">
            <a:xfrm>
              <a:off x="3600" y="672"/>
              <a:ext cx="912" cy="33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AutoShape 9"/>
            <p:cNvSpPr>
              <a:spLocks noChangeArrowheads="1"/>
            </p:cNvSpPr>
            <p:nvPr/>
          </p:nvSpPr>
          <p:spPr bwMode="auto">
            <a:xfrm rot="16202681">
              <a:off x="3599" y="864"/>
              <a:ext cx="912" cy="912"/>
            </a:xfrm>
            <a:prstGeom prst="moon">
              <a:avLst>
                <a:gd name="adj" fmla="val 84630"/>
              </a:avLst>
            </a:prstGeom>
            <a:solidFill>
              <a:srgbClr val="FFFF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7" name="Group 12"/>
          <p:cNvGrpSpPr>
            <a:grpSpLocks/>
          </p:cNvGrpSpPr>
          <p:nvPr/>
        </p:nvGrpSpPr>
        <p:grpSpPr bwMode="auto">
          <a:xfrm>
            <a:off x="10012008" y="2431101"/>
            <a:ext cx="1676400" cy="2311400"/>
            <a:chOff x="4272" y="2608"/>
            <a:chExt cx="1056" cy="1456"/>
          </a:xfrm>
        </p:grpSpPr>
        <p:graphicFrame>
          <p:nvGraphicFramePr>
            <p:cNvPr id="18" name="Object 13"/>
            <p:cNvGraphicFramePr>
              <a:graphicFrameLocks noChangeAspect="1"/>
            </p:cNvGraphicFramePr>
            <p:nvPr/>
          </p:nvGraphicFramePr>
          <p:xfrm>
            <a:off x="4386" y="3888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39680" imgH="139680" progId="Equation.3">
                    <p:embed/>
                  </p:oleObj>
                </mc:Choice>
                <mc:Fallback>
                  <p:oleObj name="Equation" r:id="rId28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" y="3888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4"/>
            <p:cNvGraphicFramePr>
              <a:graphicFrameLocks noChangeAspect="1"/>
            </p:cNvGraphicFramePr>
            <p:nvPr/>
          </p:nvGraphicFramePr>
          <p:xfrm>
            <a:off x="5155" y="3744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39680" imgH="164880" progId="Equation.3">
                    <p:embed/>
                  </p:oleObj>
                </mc:Choice>
                <mc:Fallback>
                  <p:oleObj name="Equation" r:id="rId30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5" y="3744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V="1">
              <a:off x="4656" y="3043"/>
              <a:ext cx="0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4656" y="2640"/>
              <a:ext cx="0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" name="Object 17"/>
            <p:cNvGraphicFramePr>
              <a:graphicFrameLocks noChangeAspect="1"/>
            </p:cNvGraphicFramePr>
            <p:nvPr/>
          </p:nvGraphicFramePr>
          <p:xfrm>
            <a:off x="4464" y="2608"/>
            <a:ext cx="14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14120" imgH="139680" progId="Equation.3">
                    <p:embed/>
                  </p:oleObj>
                </mc:Choice>
                <mc:Fallback>
                  <p:oleObj name="Equation" r:id="rId32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608"/>
                          <a:ext cx="14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8"/>
            <p:cNvGraphicFramePr>
              <a:graphicFrameLocks noChangeAspect="1"/>
            </p:cNvGraphicFramePr>
            <p:nvPr/>
          </p:nvGraphicFramePr>
          <p:xfrm>
            <a:off x="4608" y="3696"/>
            <a:ext cx="16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64880" imgH="177480" progId="Equation.3">
                    <p:embed/>
                  </p:oleObj>
                </mc:Choice>
                <mc:Fallback>
                  <p:oleObj name="Equation" r:id="rId34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696"/>
                          <a:ext cx="163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4656" y="3696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 flipH="1">
              <a:off x="4272" y="3696"/>
              <a:ext cx="384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854105"/>
              </p:ext>
            </p:extLst>
          </p:nvPr>
        </p:nvGraphicFramePr>
        <p:xfrm>
          <a:off x="8857296" y="3421932"/>
          <a:ext cx="1369221" cy="385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812520" imgH="228600" progId="Equation.DSMT4">
                  <p:embed/>
                </p:oleObj>
              </mc:Choice>
              <mc:Fallback>
                <p:oleObj name="Equation" r:id="rId36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7296" y="3421932"/>
                        <a:ext cx="1369221" cy="385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28333"/>
              </p:ext>
            </p:extLst>
          </p:nvPr>
        </p:nvGraphicFramePr>
        <p:xfrm>
          <a:off x="10392036" y="3025704"/>
          <a:ext cx="300393" cy="344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64880" imgH="190440" progId="Equation.DSMT4">
                  <p:embed/>
                </p:oleObj>
              </mc:Choice>
              <mc:Fallback>
                <p:oleObj name="Equation" r:id="rId38" imgW="1648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2036" y="3025704"/>
                        <a:ext cx="300393" cy="344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35724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1967-DA76-4F55-854B-6C2EF34D7E24}" type="slidenum">
              <a:rPr lang="en-US" altLang="zh-CN"/>
              <a:pPr/>
              <a:t>15</a:t>
            </a:fld>
            <a:endParaRPr lang="en-US" altLang="zh-CN"/>
          </a:p>
        </p:txBody>
      </p:sp>
      <p:graphicFrame>
        <p:nvGraphicFramePr>
          <p:cNvPr id="139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217524"/>
              </p:ext>
            </p:extLst>
          </p:nvPr>
        </p:nvGraphicFramePr>
        <p:xfrm>
          <a:off x="2300671" y="431801"/>
          <a:ext cx="2425700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52400" imgH="838080" progId="Equation.DSMT4">
                  <p:embed/>
                </p:oleObj>
              </mc:Choice>
              <mc:Fallback>
                <p:oleObj name="Equation" r:id="rId2" imgW="255240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671" y="431801"/>
                        <a:ext cx="2425700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013308"/>
              </p:ext>
            </p:extLst>
          </p:nvPr>
        </p:nvGraphicFramePr>
        <p:xfrm>
          <a:off x="2165217" y="2019299"/>
          <a:ext cx="43307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59040" imgH="457200" progId="Equation.DSMT4">
                  <p:embed/>
                </p:oleObj>
              </mc:Choice>
              <mc:Fallback>
                <p:oleObj name="Equation" r:id="rId4" imgW="45590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217" y="2019299"/>
                        <a:ext cx="43307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920484"/>
              </p:ext>
            </p:extLst>
          </p:nvPr>
        </p:nvGraphicFramePr>
        <p:xfrm>
          <a:off x="2246313" y="3290888"/>
          <a:ext cx="361950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60160" imgH="393480" progId="Equation.DSMT4">
                  <p:embed/>
                </p:oleObj>
              </mc:Choice>
              <mc:Fallback>
                <p:oleObj name="Equation" r:id="rId6" imgW="1460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3290888"/>
                        <a:ext cx="3619500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5"/>
          <p:cNvGraphicFramePr>
            <a:graphicFrameLocks noChangeAspect="1"/>
          </p:cNvGraphicFramePr>
          <p:nvPr/>
        </p:nvGraphicFramePr>
        <p:xfrm>
          <a:off x="2897188" y="4157664"/>
          <a:ext cx="29908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419040" progId="Equation.DSMT4">
                  <p:embed/>
                </p:oleObj>
              </mc:Choice>
              <mc:Fallback>
                <p:oleObj name="Equation" r:id="rId8" imgW="12063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4157664"/>
                        <a:ext cx="299085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0" name="Object 6"/>
          <p:cNvGraphicFramePr>
            <a:graphicFrameLocks noChangeAspect="1"/>
          </p:cNvGraphicFramePr>
          <p:nvPr/>
        </p:nvGraphicFramePr>
        <p:xfrm>
          <a:off x="2943225" y="5029200"/>
          <a:ext cx="28654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5600" imgH="330120" progId="Equation.DSMT4">
                  <p:embed/>
                </p:oleObj>
              </mc:Choice>
              <mc:Fallback>
                <p:oleObj name="Equation" r:id="rId10" imgW="1155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5029200"/>
                        <a:ext cx="286543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726835"/>
              </p:ext>
            </p:extLst>
          </p:nvPr>
        </p:nvGraphicFramePr>
        <p:xfrm>
          <a:off x="2943225" y="5957889"/>
          <a:ext cx="9080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280" imgH="177480" progId="Equation.DSMT4">
                  <p:embed/>
                </p:oleObj>
              </mc:Choice>
              <mc:Fallback>
                <p:oleObj name="Equation" r:id="rId12" imgW="3682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5957889"/>
                        <a:ext cx="9080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451066"/>
              </p:ext>
            </p:extLst>
          </p:nvPr>
        </p:nvGraphicFramePr>
        <p:xfrm>
          <a:off x="2174082" y="2638427"/>
          <a:ext cx="35671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85720" imgH="203040" progId="Equation.DSMT4">
                  <p:embed/>
                </p:oleObj>
              </mc:Choice>
              <mc:Fallback>
                <p:oleObj name="Equation" r:id="rId14" imgW="1485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082" y="2638427"/>
                        <a:ext cx="35671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065903"/>
              </p:ext>
            </p:extLst>
          </p:nvPr>
        </p:nvGraphicFramePr>
        <p:xfrm>
          <a:off x="1951359" y="1259170"/>
          <a:ext cx="30321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174840" imgH="495000" progId="Equation.DSMT4">
                  <p:embed/>
                </p:oleObj>
              </mc:Choice>
              <mc:Fallback>
                <p:oleObj name="Equation" r:id="rId16" imgW="31748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359" y="1259170"/>
                        <a:ext cx="303212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334842"/>
              </p:ext>
            </p:extLst>
          </p:nvPr>
        </p:nvGraphicFramePr>
        <p:xfrm>
          <a:off x="9220200" y="1295401"/>
          <a:ext cx="4699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3040" imgH="228600" progId="Equation.DSMT4">
                  <p:embed/>
                </p:oleObj>
              </mc:Choice>
              <mc:Fallback>
                <p:oleObj name="Equation" r:id="rId18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1295401"/>
                        <a:ext cx="4699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47135"/>
              </p:ext>
            </p:extLst>
          </p:nvPr>
        </p:nvGraphicFramePr>
        <p:xfrm>
          <a:off x="7343775" y="5791200"/>
          <a:ext cx="28924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57120" imgH="241200" progId="Equation.DSMT4">
                  <p:embed/>
                </p:oleObj>
              </mc:Choice>
              <mc:Fallback>
                <p:oleObj name="Equation" r:id="rId20" imgW="1257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7343775" y="5791200"/>
                        <a:ext cx="289242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9276" name="Group 12"/>
          <p:cNvGrpSpPr>
            <a:grpSpLocks/>
          </p:cNvGrpSpPr>
          <p:nvPr/>
        </p:nvGrpSpPr>
        <p:grpSpPr bwMode="auto">
          <a:xfrm>
            <a:off x="7605714" y="1227138"/>
            <a:ext cx="1843087" cy="1782762"/>
            <a:chOff x="4085" y="821"/>
            <a:chExt cx="1161" cy="1123"/>
          </a:xfrm>
        </p:grpSpPr>
        <p:sp>
          <p:nvSpPr>
            <p:cNvPr id="139277" name="Oval 13" descr="宽下对角线"/>
            <p:cNvSpPr>
              <a:spLocks noChangeAspect="1" noChangeArrowheads="1"/>
            </p:cNvSpPr>
            <p:nvPr/>
          </p:nvSpPr>
          <p:spPr bwMode="black">
            <a:xfrm>
              <a:off x="4085" y="821"/>
              <a:ext cx="1161" cy="1123"/>
            </a:xfrm>
            <a:prstGeom prst="ellipse">
              <a:avLst/>
            </a:prstGeom>
            <a:pattFill prst="wdDnDiag">
              <a:fgClr>
                <a:srgbClr val="FFCCFF"/>
              </a:fgClr>
              <a:bgClr>
                <a:schemeClr val="bg1"/>
              </a:bgClr>
            </a:patt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278" name="Oval 14" descr="宽下对角线"/>
            <p:cNvSpPr>
              <a:spLocks noChangeAspect="1" noChangeArrowheads="1"/>
            </p:cNvSpPr>
            <p:nvPr/>
          </p:nvSpPr>
          <p:spPr bwMode="black">
            <a:xfrm>
              <a:off x="4089" y="1238"/>
              <a:ext cx="1142" cy="286"/>
            </a:xfrm>
            <a:prstGeom prst="ellipse">
              <a:avLst/>
            </a:prstGeom>
            <a:pattFill prst="wdDnDiag">
              <a:fgClr>
                <a:srgbClr val="FFCCFF"/>
              </a:fgClr>
              <a:bgClr>
                <a:schemeClr val="bg1"/>
              </a:bgClr>
            </a:patt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9279" name="Oval 15" descr="宽上对角线"/>
          <p:cNvSpPr>
            <a:spLocks noChangeAspect="1" noChangeArrowheads="1"/>
          </p:cNvSpPr>
          <p:nvPr/>
        </p:nvSpPr>
        <p:spPr bwMode="auto">
          <a:xfrm>
            <a:off x="7708900" y="1560513"/>
            <a:ext cx="1587500" cy="265112"/>
          </a:xfrm>
          <a:prstGeom prst="ellipse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80" name="Oval 16" descr="宽上对角线"/>
          <p:cNvSpPr>
            <a:spLocks noChangeAspect="1" noChangeArrowheads="1"/>
          </p:cNvSpPr>
          <p:nvPr/>
        </p:nvSpPr>
        <p:spPr bwMode="invGray">
          <a:xfrm>
            <a:off x="7915276" y="4105276"/>
            <a:ext cx="1457325" cy="1457325"/>
          </a:xfrm>
          <a:prstGeom prst="ellipse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9281" name="Group 17"/>
          <p:cNvGrpSpPr>
            <a:grpSpLocks/>
          </p:cNvGrpSpPr>
          <p:nvPr/>
        </p:nvGrpSpPr>
        <p:grpSpPr bwMode="auto">
          <a:xfrm>
            <a:off x="7543800" y="3505200"/>
            <a:ext cx="2806700" cy="2209800"/>
            <a:chOff x="3888" y="2448"/>
            <a:chExt cx="1768" cy="1392"/>
          </a:xfrm>
        </p:grpSpPr>
        <p:sp>
          <p:nvSpPr>
            <p:cNvPr id="139282" name="Line 18"/>
            <p:cNvSpPr>
              <a:spLocks noChangeAspect="1" noChangeShapeType="1"/>
            </p:cNvSpPr>
            <p:nvPr/>
          </p:nvSpPr>
          <p:spPr bwMode="invGray">
            <a:xfrm>
              <a:off x="3888" y="3292"/>
              <a:ext cx="158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83" name="Line 19"/>
            <p:cNvSpPr>
              <a:spLocks noChangeAspect="1" noChangeShapeType="1"/>
            </p:cNvSpPr>
            <p:nvPr/>
          </p:nvSpPr>
          <p:spPr bwMode="invGray">
            <a:xfrm flipV="1">
              <a:off x="4569" y="2448"/>
              <a:ext cx="0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9284" name="Object 20"/>
            <p:cNvGraphicFramePr>
              <a:graphicFrameLocks noChangeAspect="1"/>
            </p:cNvGraphicFramePr>
            <p:nvPr/>
          </p:nvGraphicFramePr>
          <p:xfrm>
            <a:off x="5040" y="3312"/>
            <a:ext cx="156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14120" imgH="139680" progId="Equation.3">
                    <p:embed/>
                  </p:oleObj>
                </mc:Choice>
                <mc:Fallback>
                  <p:oleObj name="公式" r:id="rId22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5040" y="3312"/>
                          <a:ext cx="156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285" name="Object 21"/>
            <p:cNvGraphicFramePr>
              <a:graphicFrameLocks noChangeAspect="1"/>
            </p:cNvGraphicFramePr>
            <p:nvPr/>
          </p:nvGraphicFramePr>
          <p:xfrm>
            <a:off x="4333" y="2448"/>
            <a:ext cx="184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39680" imgH="164880" progId="Equation.3">
                    <p:embed/>
                  </p:oleObj>
                </mc:Choice>
                <mc:Fallback>
                  <p:oleObj name="公式" r:id="rId24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4333" y="2448"/>
                          <a:ext cx="184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286" name="Object 22"/>
            <p:cNvGraphicFramePr>
              <a:graphicFrameLocks noChangeAspect="1"/>
            </p:cNvGraphicFramePr>
            <p:nvPr/>
          </p:nvGraphicFramePr>
          <p:xfrm>
            <a:off x="5474" y="3331"/>
            <a:ext cx="182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39680" imgH="139680" progId="Equation.3">
                    <p:embed/>
                  </p:oleObj>
                </mc:Choice>
                <mc:Fallback>
                  <p:oleObj name="公式" r:id="rId26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5474" y="3331"/>
                          <a:ext cx="182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287" name="Object 23"/>
            <p:cNvGraphicFramePr>
              <a:graphicFrameLocks noChangeAspect="1"/>
            </p:cNvGraphicFramePr>
            <p:nvPr/>
          </p:nvGraphicFramePr>
          <p:xfrm>
            <a:off x="4412" y="3324"/>
            <a:ext cx="168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26720" imgH="139680" progId="Equation.3">
                    <p:embed/>
                  </p:oleObj>
                </mc:Choice>
                <mc:Fallback>
                  <p:oleObj name="公式" r:id="rId28" imgW="1267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4412" y="3324"/>
                          <a:ext cx="168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928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067975"/>
              </p:ext>
            </p:extLst>
          </p:nvPr>
        </p:nvGraphicFramePr>
        <p:xfrm>
          <a:off x="8740776" y="4202113"/>
          <a:ext cx="493713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03040" imgH="228600" progId="Equation.DSMT4">
                  <p:embed/>
                </p:oleObj>
              </mc:Choice>
              <mc:Fallback>
                <p:oleObj name="Equation" r:id="rId30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8740776" y="4202113"/>
                        <a:ext cx="493713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9289" name="Group 25"/>
          <p:cNvGrpSpPr>
            <a:grpSpLocks/>
          </p:cNvGrpSpPr>
          <p:nvPr/>
        </p:nvGrpSpPr>
        <p:grpSpPr bwMode="auto">
          <a:xfrm>
            <a:off x="7391401" y="304800"/>
            <a:ext cx="2703513" cy="2971800"/>
            <a:chOff x="3936" y="-96"/>
            <a:chExt cx="1703" cy="1872"/>
          </a:xfrm>
        </p:grpSpPr>
        <p:sp>
          <p:nvSpPr>
            <p:cNvPr id="139290" name="Rectangle 26"/>
            <p:cNvSpPr>
              <a:spLocks noChangeAspect="1" noChangeArrowheads="1"/>
            </p:cNvSpPr>
            <p:nvPr/>
          </p:nvSpPr>
          <p:spPr bwMode="black">
            <a:xfrm>
              <a:off x="4428" y="24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9291" name="Line 27"/>
            <p:cNvSpPr>
              <a:spLocks noChangeAspect="1" noChangeShapeType="1"/>
            </p:cNvSpPr>
            <p:nvPr/>
          </p:nvSpPr>
          <p:spPr bwMode="black">
            <a:xfrm>
              <a:off x="4638" y="1061"/>
              <a:ext cx="8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92" name="Line 28"/>
            <p:cNvSpPr>
              <a:spLocks noChangeAspect="1" noChangeShapeType="1"/>
            </p:cNvSpPr>
            <p:nvPr/>
          </p:nvSpPr>
          <p:spPr bwMode="black">
            <a:xfrm flipV="1">
              <a:off x="4638" y="96"/>
              <a:ext cx="0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93" name="Rectangle 29"/>
            <p:cNvSpPr>
              <a:spLocks noChangeAspect="1" noChangeArrowheads="1"/>
            </p:cNvSpPr>
            <p:nvPr/>
          </p:nvSpPr>
          <p:spPr bwMode="black">
            <a:xfrm>
              <a:off x="3936" y="130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9294" name="Rectangle 30"/>
            <p:cNvSpPr>
              <a:spLocks noChangeAspect="1" noChangeArrowheads="1"/>
            </p:cNvSpPr>
            <p:nvPr/>
          </p:nvSpPr>
          <p:spPr bwMode="black">
            <a:xfrm>
              <a:off x="5424" y="1066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39295" name="Rectangle 31"/>
            <p:cNvSpPr>
              <a:spLocks noChangeAspect="1" noChangeArrowheads="1"/>
            </p:cNvSpPr>
            <p:nvPr/>
          </p:nvSpPr>
          <p:spPr bwMode="black">
            <a:xfrm>
              <a:off x="4368" y="-96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39296" name="Rectangle 32"/>
            <p:cNvSpPr>
              <a:spLocks noChangeAspect="1" noChangeArrowheads="1"/>
            </p:cNvSpPr>
            <p:nvPr/>
          </p:nvSpPr>
          <p:spPr bwMode="black">
            <a:xfrm>
              <a:off x="4416" y="86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39297" name="Line 33"/>
            <p:cNvSpPr>
              <a:spLocks noChangeAspect="1" noChangeShapeType="1"/>
            </p:cNvSpPr>
            <p:nvPr/>
          </p:nvSpPr>
          <p:spPr bwMode="black">
            <a:xfrm flipH="1">
              <a:off x="4116" y="1043"/>
              <a:ext cx="540" cy="5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98" name="Line 34"/>
            <p:cNvSpPr>
              <a:spLocks noChangeAspect="1" noChangeShapeType="1"/>
            </p:cNvSpPr>
            <p:nvPr/>
          </p:nvSpPr>
          <p:spPr bwMode="black">
            <a:xfrm flipV="1">
              <a:off x="4656" y="1056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1577396" y="463833"/>
            <a:ext cx="72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31124" y="200566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357335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9" grpId="0" animBg="1"/>
      <p:bldP spid="139280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663" name="Group 55"/>
          <p:cNvGrpSpPr>
            <a:grpSpLocks/>
          </p:cNvGrpSpPr>
          <p:nvPr/>
        </p:nvGrpSpPr>
        <p:grpSpPr bwMode="auto">
          <a:xfrm>
            <a:off x="2053257" y="308904"/>
            <a:ext cx="7362826" cy="1690688"/>
            <a:chOff x="377" y="107"/>
            <a:chExt cx="4638" cy="1065"/>
          </a:xfrm>
        </p:grpSpPr>
        <p:sp>
          <p:nvSpPr>
            <p:cNvPr id="196619" name="Text Box 11"/>
            <p:cNvSpPr txBox="1">
              <a:spLocks noChangeArrowheads="1"/>
            </p:cNvSpPr>
            <p:nvPr/>
          </p:nvSpPr>
          <p:spPr bwMode="auto">
            <a:xfrm>
              <a:off x="377" y="158"/>
              <a:ext cx="50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200" b="1" dirty="0">
                  <a:solidFill>
                    <a:srgbClr val="FF0000"/>
                  </a:solidFill>
                </a:rPr>
                <a:t>例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620" name="Text Box 12"/>
            <p:cNvSpPr txBox="1">
              <a:spLocks noChangeArrowheads="1"/>
            </p:cNvSpPr>
            <p:nvPr/>
          </p:nvSpPr>
          <p:spPr bwMode="auto">
            <a:xfrm>
              <a:off x="884" y="209"/>
              <a:ext cx="32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设                                       </a:t>
              </a:r>
              <a:r>
                <a:rPr lang="en-US" altLang="zh-CN" sz="2800" b="1" dirty="0"/>
                <a:t>, </a:t>
              </a:r>
              <a:r>
                <a:rPr lang="zh-CN" altLang="en-US" sz="2800" b="1" dirty="0"/>
                <a:t>其中</a:t>
              </a:r>
              <a:r>
                <a:rPr lang="el-GR" altLang="zh-CN" sz="2800" b="1" dirty="0">
                  <a:cs typeface="Times New Roman" panose="02020603050405020304" pitchFamily="18" charset="0"/>
                </a:rPr>
                <a:t>Ω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由</a:t>
              </a:r>
              <a:endParaRPr lang="zh-CN" altLang="el-GR" sz="2800" b="1" dirty="0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6621" name="Object 13"/>
            <p:cNvGraphicFramePr>
              <a:graphicFrameLocks noChangeAspect="1"/>
            </p:cNvGraphicFramePr>
            <p:nvPr/>
          </p:nvGraphicFramePr>
          <p:xfrm>
            <a:off x="1172" y="107"/>
            <a:ext cx="2074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46040" imgH="380880" progId="Equation.DSMT4">
                    <p:embed/>
                  </p:oleObj>
                </mc:Choice>
                <mc:Fallback>
                  <p:oleObj name="Equation" r:id="rId2" imgW="134604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107"/>
                          <a:ext cx="2074" cy="6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6622" name="Object 14"/>
            <p:cNvGraphicFramePr>
              <a:graphicFrameLocks noChangeAspect="1"/>
            </p:cNvGraphicFramePr>
            <p:nvPr/>
          </p:nvGraphicFramePr>
          <p:xfrm>
            <a:off x="810" y="719"/>
            <a:ext cx="3423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22280" imgH="279360" progId="Equation.DSMT4">
                    <p:embed/>
                  </p:oleObj>
                </mc:Choice>
                <mc:Fallback>
                  <p:oleObj name="Equation" r:id="rId4" imgW="222228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0" y="719"/>
                          <a:ext cx="3423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6623" name="Text Box 15"/>
            <p:cNvSpPr txBox="1">
              <a:spLocks noChangeArrowheads="1"/>
            </p:cNvSpPr>
            <p:nvPr/>
          </p:nvSpPr>
          <p:spPr bwMode="auto">
            <a:xfrm>
              <a:off x="4332" y="799"/>
              <a:ext cx="68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所界</a:t>
              </a:r>
              <a:r>
                <a:rPr lang="en-US" altLang="zh-CN" sz="2800" b="1" dirty="0"/>
                <a:t>.</a:t>
              </a:r>
              <a:r>
                <a:rPr lang="zh-CN" altLang="en-US" sz="2800" b="1" dirty="0"/>
                <a:t> </a:t>
              </a:r>
            </a:p>
          </p:txBody>
        </p:sp>
      </p:grpSp>
      <p:sp>
        <p:nvSpPr>
          <p:cNvPr id="196624" name="Text Box 16"/>
          <p:cNvSpPr txBox="1">
            <a:spLocks noChangeArrowheads="1"/>
          </p:cNvSpPr>
          <p:nvPr/>
        </p:nvSpPr>
        <p:spPr bwMode="auto">
          <a:xfrm>
            <a:off x="2141174" y="2420504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196664" name="Group 56"/>
          <p:cNvGrpSpPr>
            <a:grpSpLocks/>
          </p:cNvGrpSpPr>
          <p:nvPr/>
        </p:nvGrpSpPr>
        <p:grpSpPr bwMode="auto">
          <a:xfrm>
            <a:off x="7631909" y="2444750"/>
            <a:ext cx="1881188" cy="1455738"/>
            <a:chOff x="3833" y="1562"/>
            <a:chExt cx="1185" cy="917"/>
          </a:xfrm>
        </p:grpSpPr>
        <p:sp>
          <p:nvSpPr>
            <p:cNvPr id="196625" name="Oval 17"/>
            <p:cNvSpPr>
              <a:spLocks noChangeArrowheads="1"/>
            </p:cNvSpPr>
            <p:nvPr/>
          </p:nvSpPr>
          <p:spPr bwMode="auto">
            <a:xfrm>
              <a:off x="3833" y="1701"/>
              <a:ext cx="1179" cy="327"/>
            </a:xfrm>
            <a:prstGeom prst="ellips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>
                      <a:alpha val="45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6632" name="Arc 24"/>
            <p:cNvSpPr>
              <a:spLocks/>
            </p:cNvSpPr>
            <p:nvPr/>
          </p:nvSpPr>
          <p:spPr bwMode="auto">
            <a:xfrm rot="10731300" flipV="1">
              <a:off x="3840" y="1562"/>
              <a:ext cx="1178" cy="917"/>
            </a:xfrm>
            <a:custGeom>
              <a:avLst/>
              <a:gdLst>
                <a:gd name="G0" fmla="+- 15874 0 0"/>
                <a:gd name="G1" fmla="+- 21600 0 0"/>
                <a:gd name="G2" fmla="+- 21600 0 0"/>
                <a:gd name="T0" fmla="*/ 0 w 31074"/>
                <a:gd name="T1" fmla="*/ 6951 h 21600"/>
                <a:gd name="T2" fmla="*/ 31074 w 31074"/>
                <a:gd name="T3" fmla="*/ 6253 h 21600"/>
                <a:gd name="T4" fmla="*/ 15874 w 3107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074" h="21600" fill="none" extrusionOk="0">
                  <a:moveTo>
                    <a:pt x="0" y="6951"/>
                  </a:moveTo>
                  <a:cubicBezTo>
                    <a:pt x="4089" y="2520"/>
                    <a:pt x="9844" y="-1"/>
                    <a:pt x="15874" y="0"/>
                  </a:cubicBezTo>
                  <a:cubicBezTo>
                    <a:pt x="21566" y="0"/>
                    <a:pt x="27029" y="2247"/>
                    <a:pt x="31073" y="6253"/>
                  </a:cubicBezTo>
                </a:path>
                <a:path w="31074" h="21600" stroke="0" extrusionOk="0">
                  <a:moveTo>
                    <a:pt x="0" y="6951"/>
                  </a:moveTo>
                  <a:cubicBezTo>
                    <a:pt x="4089" y="2520"/>
                    <a:pt x="9844" y="-1"/>
                    <a:pt x="15874" y="0"/>
                  </a:cubicBezTo>
                  <a:cubicBezTo>
                    <a:pt x="21566" y="0"/>
                    <a:pt x="27029" y="2247"/>
                    <a:pt x="31073" y="6253"/>
                  </a:cubicBezTo>
                  <a:lnTo>
                    <a:pt x="15874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6665" name="Group 57"/>
          <p:cNvGrpSpPr>
            <a:grpSpLocks/>
          </p:cNvGrpSpPr>
          <p:nvPr/>
        </p:nvGrpSpPr>
        <p:grpSpPr bwMode="auto">
          <a:xfrm>
            <a:off x="7608888" y="2924175"/>
            <a:ext cx="1871662" cy="649288"/>
            <a:chOff x="3833" y="1842"/>
            <a:chExt cx="1179" cy="409"/>
          </a:xfrm>
        </p:grpSpPr>
        <p:sp>
          <p:nvSpPr>
            <p:cNvPr id="196635" name="Line 27"/>
            <p:cNvSpPr>
              <a:spLocks noChangeShapeType="1"/>
            </p:cNvSpPr>
            <p:nvPr/>
          </p:nvSpPr>
          <p:spPr bwMode="auto">
            <a:xfrm>
              <a:off x="3833" y="1842"/>
              <a:ext cx="318" cy="40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6636" name="Line 28"/>
            <p:cNvSpPr>
              <a:spLocks noChangeShapeType="1"/>
            </p:cNvSpPr>
            <p:nvPr/>
          </p:nvSpPr>
          <p:spPr bwMode="auto">
            <a:xfrm flipH="1">
              <a:off x="4740" y="1888"/>
              <a:ext cx="272" cy="3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6666" name="Group 58"/>
          <p:cNvGrpSpPr>
            <a:grpSpLocks/>
          </p:cNvGrpSpPr>
          <p:nvPr/>
        </p:nvGrpSpPr>
        <p:grpSpPr bwMode="auto">
          <a:xfrm>
            <a:off x="8106545" y="3324511"/>
            <a:ext cx="974724" cy="1577239"/>
            <a:chOff x="4151" y="1948"/>
            <a:chExt cx="614" cy="1797"/>
          </a:xfrm>
        </p:grpSpPr>
        <p:sp>
          <p:nvSpPr>
            <p:cNvPr id="196637" name="Arc 29"/>
            <p:cNvSpPr>
              <a:spLocks/>
            </p:cNvSpPr>
            <p:nvPr/>
          </p:nvSpPr>
          <p:spPr bwMode="auto">
            <a:xfrm rot="10731300" flipV="1">
              <a:off x="4155" y="1948"/>
              <a:ext cx="610" cy="1797"/>
            </a:xfrm>
            <a:custGeom>
              <a:avLst/>
              <a:gdLst>
                <a:gd name="G0" fmla="+- 12143 0 0"/>
                <a:gd name="G1" fmla="+- 21600 0 0"/>
                <a:gd name="G2" fmla="+- 21600 0 0"/>
                <a:gd name="T0" fmla="*/ 0 w 23693"/>
                <a:gd name="T1" fmla="*/ 3736 h 21600"/>
                <a:gd name="T2" fmla="*/ 23693 w 23693"/>
                <a:gd name="T3" fmla="*/ 3348 h 21600"/>
                <a:gd name="T4" fmla="*/ 12143 w 2369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693" h="21600" fill="none" extrusionOk="0">
                  <a:moveTo>
                    <a:pt x="0" y="3736"/>
                  </a:moveTo>
                  <a:cubicBezTo>
                    <a:pt x="3581" y="1301"/>
                    <a:pt x="7812" y="-1"/>
                    <a:pt x="12143" y="0"/>
                  </a:cubicBezTo>
                  <a:cubicBezTo>
                    <a:pt x="16232" y="0"/>
                    <a:pt x="20237" y="1160"/>
                    <a:pt x="23693" y="3347"/>
                  </a:cubicBezTo>
                </a:path>
                <a:path w="23693" h="21600" stroke="0" extrusionOk="0">
                  <a:moveTo>
                    <a:pt x="0" y="3736"/>
                  </a:moveTo>
                  <a:cubicBezTo>
                    <a:pt x="3581" y="1301"/>
                    <a:pt x="7812" y="-1"/>
                    <a:pt x="12143" y="0"/>
                  </a:cubicBezTo>
                  <a:cubicBezTo>
                    <a:pt x="16232" y="0"/>
                    <a:pt x="20237" y="1160"/>
                    <a:pt x="23693" y="3347"/>
                  </a:cubicBezTo>
                  <a:lnTo>
                    <a:pt x="12143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6638" name="Oval 30"/>
            <p:cNvSpPr>
              <a:spLocks noChangeArrowheads="1"/>
            </p:cNvSpPr>
            <p:nvPr/>
          </p:nvSpPr>
          <p:spPr bwMode="auto">
            <a:xfrm>
              <a:off x="4151" y="2087"/>
              <a:ext cx="589" cy="327"/>
            </a:xfrm>
            <a:prstGeom prst="ellips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6667" name="Group 59"/>
          <p:cNvGrpSpPr>
            <a:grpSpLocks/>
          </p:cNvGrpSpPr>
          <p:nvPr/>
        </p:nvGrpSpPr>
        <p:grpSpPr bwMode="auto">
          <a:xfrm>
            <a:off x="9480550" y="2567623"/>
            <a:ext cx="1503363" cy="904875"/>
            <a:chOff x="4694" y="1706"/>
            <a:chExt cx="947" cy="570"/>
          </a:xfrm>
        </p:grpSpPr>
        <p:graphicFrame>
          <p:nvGraphicFramePr>
            <p:cNvPr id="196652" name="Object 44"/>
            <p:cNvGraphicFramePr>
              <a:graphicFrameLocks noChangeAspect="1"/>
            </p:cNvGraphicFramePr>
            <p:nvPr/>
          </p:nvGraphicFramePr>
          <p:xfrm>
            <a:off x="5012" y="1706"/>
            <a:ext cx="629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31640" imgH="406080" progId="Equation.DSMT4">
                    <p:embed/>
                  </p:oleObj>
                </mc:Choice>
                <mc:Fallback>
                  <p:oleObj name="Equation" r:id="rId6" imgW="4316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" y="1706"/>
                          <a:ext cx="629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6653" name="Arc 45"/>
            <p:cNvSpPr>
              <a:spLocks/>
            </p:cNvSpPr>
            <p:nvPr/>
          </p:nvSpPr>
          <p:spPr bwMode="auto">
            <a:xfrm rot="8808466">
              <a:off x="4694" y="1885"/>
              <a:ext cx="284" cy="23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8678"/>
                <a:gd name="T1" fmla="*/ 0 h 21600"/>
                <a:gd name="T2" fmla="*/ 18678 w 18678"/>
                <a:gd name="T3" fmla="*/ 10751 h 21600"/>
                <a:gd name="T4" fmla="*/ 0 w 1867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78" h="21600" fill="none" extrusionOk="0">
                  <a:moveTo>
                    <a:pt x="0" y="0"/>
                  </a:moveTo>
                  <a:cubicBezTo>
                    <a:pt x="7696" y="0"/>
                    <a:pt x="14812" y="4095"/>
                    <a:pt x="18677" y="10751"/>
                  </a:cubicBezTo>
                </a:path>
                <a:path w="18678" h="21600" stroke="0" extrusionOk="0">
                  <a:moveTo>
                    <a:pt x="0" y="0"/>
                  </a:moveTo>
                  <a:cubicBezTo>
                    <a:pt x="7696" y="0"/>
                    <a:pt x="14812" y="4095"/>
                    <a:pt x="18677" y="107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196656" name="Object 48"/>
          <p:cNvGraphicFramePr>
            <a:graphicFrameLocks noChangeAspect="1"/>
          </p:cNvGraphicFramePr>
          <p:nvPr/>
        </p:nvGraphicFramePr>
        <p:xfrm>
          <a:off x="9120189" y="2276475"/>
          <a:ext cx="782637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164880" progId="Equation.DSMT4">
                  <p:embed/>
                </p:oleObj>
              </mc:Choice>
              <mc:Fallback>
                <p:oleObj name="Equation" r:id="rId8" imgW="3553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189" y="2276475"/>
                        <a:ext cx="782637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57" name="Object 49"/>
          <p:cNvGraphicFramePr>
            <a:graphicFrameLocks noChangeAspect="1"/>
          </p:cNvGraphicFramePr>
          <p:nvPr/>
        </p:nvGraphicFramePr>
        <p:xfrm>
          <a:off x="8948738" y="3573463"/>
          <a:ext cx="7524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164880" progId="Equation.DSMT4">
                  <p:embed/>
                </p:oleObj>
              </mc:Choice>
              <mc:Fallback>
                <p:oleObj name="Equation" r:id="rId10" imgW="342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8738" y="3573463"/>
                        <a:ext cx="75247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59" name="Object 51"/>
          <p:cNvGraphicFramePr>
            <a:graphicFrameLocks noChangeAspect="1"/>
          </p:cNvGraphicFramePr>
          <p:nvPr/>
        </p:nvGraphicFramePr>
        <p:xfrm>
          <a:off x="2947988" y="2365375"/>
          <a:ext cx="3913187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228600" progId="Equation.DSMT4">
                  <p:embed/>
                </p:oleObj>
              </mc:Choice>
              <mc:Fallback>
                <p:oleObj name="Equation" r:id="rId12" imgW="1600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2365375"/>
                        <a:ext cx="3913187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60" name="Object 52"/>
          <p:cNvGraphicFramePr>
            <a:graphicFrameLocks noChangeAspect="1"/>
          </p:cNvGraphicFramePr>
          <p:nvPr/>
        </p:nvGraphicFramePr>
        <p:xfrm>
          <a:off x="2978150" y="3300413"/>
          <a:ext cx="397510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400" imgH="228600" progId="Equation.DSMT4">
                  <p:embed/>
                </p:oleObj>
              </mc:Choice>
              <mc:Fallback>
                <p:oleObj name="Equation" r:id="rId14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3300413"/>
                        <a:ext cx="397510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61" name="Object 53"/>
          <p:cNvGraphicFramePr>
            <a:graphicFrameLocks noChangeAspect="1"/>
          </p:cNvGraphicFramePr>
          <p:nvPr/>
        </p:nvGraphicFramePr>
        <p:xfrm>
          <a:off x="2954767" y="3991769"/>
          <a:ext cx="37877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49080" imgH="406080" progId="Equation.DSMT4">
                  <p:embed/>
                </p:oleObj>
              </mc:Choice>
              <mc:Fallback>
                <p:oleObj name="Equation" r:id="rId16" imgW="1549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767" y="3991769"/>
                        <a:ext cx="378777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62" name="Object 54"/>
          <p:cNvGraphicFramePr>
            <a:graphicFrameLocks noChangeAspect="1"/>
          </p:cNvGraphicFramePr>
          <p:nvPr/>
        </p:nvGraphicFramePr>
        <p:xfrm>
          <a:off x="2870200" y="5157651"/>
          <a:ext cx="54641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34880" imgH="368280" progId="Equation.DSMT4">
                  <p:embed/>
                </p:oleObj>
              </mc:Choice>
              <mc:Fallback>
                <p:oleObj name="Equation" r:id="rId18" imgW="22348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5157651"/>
                        <a:ext cx="5464175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669" name="Group 61"/>
          <p:cNvGrpSpPr>
            <a:grpSpLocks/>
          </p:cNvGrpSpPr>
          <p:nvPr/>
        </p:nvGrpSpPr>
        <p:grpSpPr bwMode="auto">
          <a:xfrm>
            <a:off x="7177089" y="1901825"/>
            <a:ext cx="2989262" cy="3111499"/>
            <a:chOff x="3561" y="1198"/>
            <a:chExt cx="1883" cy="1960"/>
          </a:xfrm>
        </p:grpSpPr>
        <p:grpSp>
          <p:nvGrpSpPr>
            <p:cNvPr id="196626" name="Group 18"/>
            <p:cNvGrpSpPr>
              <a:grpSpLocks/>
            </p:cNvGrpSpPr>
            <p:nvPr/>
          </p:nvGrpSpPr>
          <p:grpSpPr bwMode="auto">
            <a:xfrm>
              <a:off x="3561" y="1198"/>
              <a:ext cx="1883" cy="1777"/>
              <a:chOff x="3560" y="1062"/>
              <a:chExt cx="1883" cy="1777"/>
            </a:xfrm>
          </p:grpSpPr>
          <p:sp>
            <p:nvSpPr>
              <p:cNvPr id="196627" name="Line 19"/>
              <p:cNvSpPr>
                <a:spLocks noChangeShapeType="1"/>
              </p:cNvSpPr>
              <p:nvPr/>
            </p:nvSpPr>
            <p:spPr bwMode="auto">
              <a:xfrm>
                <a:off x="4422" y="1162"/>
                <a:ext cx="0" cy="13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6628" name="Line 20"/>
              <p:cNvSpPr>
                <a:spLocks noChangeShapeType="1"/>
              </p:cNvSpPr>
              <p:nvPr/>
            </p:nvSpPr>
            <p:spPr bwMode="auto">
              <a:xfrm flipH="1">
                <a:off x="3560" y="2477"/>
                <a:ext cx="1723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6629" name="Line 21"/>
              <p:cNvSpPr>
                <a:spLocks noChangeShapeType="1"/>
              </p:cNvSpPr>
              <p:nvPr/>
            </p:nvSpPr>
            <p:spPr bwMode="auto">
              <a:xfrm flipV="1">
                <a:off x="3968" y="2478"/>
                <a:ext cx="454" cy="3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96630" name="Object 22"/>
              <p:cNvGraphicFramePr>
                <a:graphicFrameLocks noChangeAspect="1"/>
              </p:cNvGraphicFramePr>
              <p:nvPr/>
            </p:nvGraphicFramePr>
            <p:xfrm>
              <a:off x="4195" y="1062"/>
              <a:ext cx="176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14120" imgH="139680" progId="Equation.DSMT4">
                      <p:embed/>
                    </p:oleObj>
                  </mc:Choice>
                  <mc:Fallback>
                    <p:oleObj name="Equation" r:id="rId20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5" y="1062"/>
                            <a:ext cx="176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6631" name="Object 23"/>
              <p:cNvGraphicFramePr>
                <a:graphicFrameLocks noChangeAspect="1"/>
              </p:cNvGraphicFramePr>
              <p:nvPr/>
            </p:nvGraphicFramePr>
            <p:xfrm>
              <a:off x="5229" y="2387"/>
              <a:ext cx="214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39680" imgH="164880" progId="Equation.DSMT4">
                      <p:embed/>
                    </p:oleObj>
                  </mc:Choice>
                  <mc:Fallback>
                    <p:oleObj name="Equation" r:id="rId22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29" y="2387"/>
                            <a:ext cx="214" cy="2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96668" name="Object 60"/>
            <p:cNvGraphicFramePr>
              <a:graphicFrameLocks noChangeAspect="1"/>
            </p:cNvGraphicFramePr>
            <p:nvPr/>
          </p:nvGraphicFramePr>
          <p:xfrm>
            <a:off x="3787" y="2931"/>
            <a:ext cx="20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9680" imgH="139680" progId="Equation.DSMT4">
                    <p:embed/>
                  </p:oleObj>
                </mc:Choice>
                <mc:Fallback>
                  <p:oleObj name="Equation" r:id="rId24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931"/>
                          <a:ext cx="204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4299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9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687" name="Group 55"/>
          <p:cNvGrpSpPr>
            <a:grpSpLocks/>
          </p:cNvGrpSpPr>
          <p:nvPr/>
        </p:nvGrpSpPr>
        <p:grpSpPr bwMode="auto">
          <a:xfrm>
            <a:off x="8881447" y="815281"/>
            <a:ext cx="327583" cy="1462415"/>
            <a:chOff x="4641" y="374"/>
            <a:chExt cx="272" cy="850"/>
          </a:xfrm>
        </p:grpSpPr>
        <p:sp>
          <p:nvSpPr>
            <p:cNvPr id="197655" name="Line 23"/>
            <p:cNvSpPr>
              <a:spLocks noChangeShapeType="1"/>
            </p:cNvSpPr>
            <p:nvPr/>
          </p:nvSpPr>
          <p:spPr bwMode="auto">
            <a:xfrm flipH="1">
              <a:off x="4777" y="845"/>
              <a:ext cx="136" cy="363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7656" name="Arc 24"/>
            <p:cNvSpPr>
              <a:spLocks/>
            </p:cNvSpPr>
            <p:nvPr/>
          </p:nvSpPr>
          <p:spPr bwMode="auto">
            <a:xfrm>
              <a:off x="4671" y="1088"/>
              <a:ext cx="92" cy="1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7686" name="Group 54"/>
            <p:cNvGrpSpPr>
              <a:grpSpLocks/>
            </p:cNvGrpSpPr>
            <p:nvPr/>
          </p:nvGrpSpPr>
          <p:grpSpPr bwMode="auto">
            <a:xfrm>
              <a:off x="4641" y="374"/>
              <a:ext cx="272" cy="698"/>
              <a:chOff x="4641" y="374"/>
              <a:chExt cx="272" cy="698"/>
            </a:xfrm>
          </p:grpSpPr>
          <p:sp>
            <p:nvSpPr>
              <p:cNvPr id="197654" name="Arc 22"/>
              <p:cNvSpPr>
                <a:spLocks/>
              </p:cNvSpPr>
              <p:nvPr/>
            </p:nvSpPr>
            <p:spPr bwMode="auto">
              <a:xfrm>
                <a:off x="4641" y="374"/>
                <a:ext cx="272" cy="47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97657" name="Group 25"/>
              <p:cNvGrpSpPr>
                <a:grpSpLocks/>
              </p:cNvGrpSpPr>
              <p:nvPr/>
            </p:nvGrpSpPr>
            <p:grpSpPr bwMode="auto">
              <a:xfrm>
                <a:off x="4659" y="477"/>
                <a:ext cx="208" cy="595"/>
                <a:chOff x="4622" y="1565"/>
                <a:chExt cx="208" cy="595"/>
              </a:xfrm>
            </p:grpSpPr>
            <p:sp>
              <p:nvSpPr>
                <p:cNvPr id="197658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4622" y="1565"/>
                  <a:ext cx="90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659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4635" y="1638"/>
                  <a:ext cx="136" cy="18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660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4649" y="1842"/>
                  <a:ext cx="181" cy="22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661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4634" y="1721"/>
                  <a:ext cx="181" cy="22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662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4694" y="2024"/>
                  <a:ext cx="136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97663" name="Line 31"/>
          <p:cNvSpPr>
            <a:spLocks noChangeShapeType="1"/>
          </p:cNvSpPr>
          <p:nvPr/>
        </p:nvSpPr>
        <p:spPr bwMode="auto">
          <a:xfrm flipV="1">
            <a:off x="8926567" y="634425"/>
            <a:ext cx="287337" cy="19446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pSp>
        <p:nvGrpSpPr>
          <p:cNvPr id="197688" name="Group 56"/>
          <p:cNvGrpSpPr>
            <a:grpSpLocks/>
          </p:cNvGrpSpPr>
          <p:nvPr/>
        </p:nvGrpSpPr>
        <p:grpSpPr bwMode="auto">
          <a:xfrm>
            <a:off x="9390069" y="406400"/>
            <a:ext cx="808038" cy="739776"/>
            <a:chOff x="4955" y="256"/>
            <a:chExt cx="509" cy="466"/>
          </a:xfrm>
        </p:grpSpPr>
        <p:graphicFrame>
          <p:nvGraphicFramePr>
            <p:cNvPr id="197666" name="Object 34"/>
            <p:cNvGraphicFramePr>
              <a:graphicFrameLocks noChangeAspect="1"/>
            </p:cNvGraphicFramePr>
            <p:nvPr/>
          </p:nvGraphicFramePr>
          <p:xfrm>
            <a:off x="5149" y="256"/>
            <a:ext cx="315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15640" imgH="228600" progId="Equation.DSMT4">
                    <p:embed/>
                  </p:oleObj>
                </mc:Choice>
                <mc:Fallback>
                  <p:oleObj name="Equation" r:id="rId2" imgW="215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9" y="256"/>
                          <a:ext cx="315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7667" name="Arc 35"/>
            <p:cNvSpPr>
              <a:spLocks/>
            </p:cNvSpPr>
            <p:nvPr/>
          </p:nvSpPr>
          <p:spPr bwMode="auto">
            <a:xfrm rot="17651917">
              <a:off x="4930" y="463"/>
              <a:ext cx="284" cy="23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8678"/>
                <a:gd name="T1" fmla="*/ 0 h 21600"/>
                <a:gd name="T2" fmla="*/ 18678 w 18678"/>
                <a:gd name="T3" fmla="*/ 10751 h 21600"/>
                <a:gd name="T4" fmla="*/ 0 w 1867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78" h="21600" fill="none" extrusionOk="0">
                  <a:moveTo>
                    <a:pt x="0" y="0"/>
                  </a:moveTo>
                  <a:cubicBezTo>
                    <a:pt x="7696" y="0"/>
                    <a:pt x="14812" y="4095"/>
                    <a:pt x="18677" y="10751"/>
                  </a:cubicBezTo>
                </a:path>
                <a:path w="18678" h="21600" stroke="0" extrusionOk="0">
                  <a:moveTo>
                    <a:pt x="0" y="0"/>
                  </a:moveTo>
                  <a:cubicBezTo>
                    <a:pt x="7696" y="0"/>
                    <a:pt x="14812" y="4095"/>
                    <a:pt x="18677" y="107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197675" name="Object 43"/>
          <p:cNvGraphicFramePr>
            <a:graphicFrameLocks noChangeAspect="1"/>
          </p:cNvGraphicFramePr>
          <p:nvPr/>
        </p:nvGraphicFramePr>
        <p:xfrm>
          <a:off x="2289175" y="355600"/>
          <a:ext cx="32924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380880" progId="Equation.DSMT4">
                  <p:embed/>
                </p:oleObj>
              </mc:Choice>
              <mc:Fallback>
                <p:oleObj name="Equation" r:id="rId4" imgW="134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355600"/>
                        <a:ext cx="32924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76" name="Object 44"/>
          <p:cNvGraphicFramePr>
            <a:graphicFrameLocks noChangeAspect="1"/>
          </p:cNvGraphicFramePr>
          <p:nvPr/>
        </p:nvGraphicFramePr>
        <p:xfrm>
          <a:off x="1985963" y="1292225"/>
          <a:ext cx="59340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25680" imgH="380880" progId="Equation.DSMT4">
                  <p:embed/>
                </p:oleObj>
              </mc:Choice>
              <mc:Fallback>
                <p:oleObj name="Equation" r:id="rId6" imgW="2425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1292225"/>
                        <a:ext cx="59340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77" name="Object 45"/>
          <p:cNvGraphicFramePr>
            <a:graphicFrameLocks noChangeAspect="1"/>
          </p:cNvGraphicFramePr>
          <p:nvPr/>
        </p:nvGraphicFramePr>
        <p:xfrm>
          <a:off x="2243138" y="2227263"/>
          <a:ext cx="425608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9880" imgH="380880" progId="Equation.DSMT4">
                  <p:embed/>
                </p:oleObj>
              </mc:Choice>
              <mc:Fallback>
                <p:oleObj name="Equation" r:id="rId8" imgW="1739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2227263"/>
                        <a:ext cx="425608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78" name="Object 46"/>
          <p:cNvGraphicFramePr>
            <a:graphicFrameLocks noChangeAspect="1"/>
          </p:cNvGraphicFramePr>
          <p:nvPr/>
        </p:nvGraphicFramePr>
        <p:xfrm>
          <a:off x="2195512" y="3217863"/>
          <a:ext cx="4351338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760" imgH="431640" progId="Equation.DSMT4">
                  <p:embed/>
                </p:oleObj>
              </mc:Choice>
              <mc:Fallback>
                <p:oleObj name="Equation" r:id="rId10" imgW="1904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2" y="3217863"/>
                        <a:ext cx="4351338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79" name="Object 47"/>
          <p:cNvGraphicFramePr>
            <a:graphicFrameLocks noChangeAspect="1"/>
          </p:cNvGraphicFramePr>
          <p:nvPr/>
        </p:nvGraphicFramePr>
        <p:xfrm>
          <a:off x="6470034" y="3141141"/>
          <a:ext cx="482282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82600" imgH="380880" progId="Equation.DSMT4">
                  <p:embed/>
                </p:oleObj>
              </mc:Choice>
              <mc:Fallback>
                <p:oleObj name="Equation" r:id="rId12" imgW="2082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0034" y="3141141"/>
                        <a:ext cx="482282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80" name="Object 48"/>
          <p:cNvGraphicFramePr>
            <a:graphicFrameLocks noChangeAspect="1"/>
          </p:cNvGraphicFramePr>
          <p:nvPr/>
        </p:nvGraphicFramePr>
        <p:xfrm>
          <a:off x="2043113" y="4554538"/>
          <a:ext cx="50863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97080" imgH="342720" progId="Equation.DSMT4">
                  <p:embed/>
                </p:oleObj>
              </mc:Choice>
              <mc:Fallback>
                <p:oleObj name="Equation" r:id="rId14" imgW="2197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4554538"/>
                        <a:ext cx="508635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81" name="Object 49"/>
          <p:cNvGraphicFramePr>
            <a:graphicFrameLocks noChangeAspect="1"/>
          </p:cNvGraphicFramePr>
          <p:nvPr/>
        </p:nvGraphicFramePr>
        <p:xfrm>
          <a:off x="7200146" y="4561018"/>
          <a:ext cx="3556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36480" imgH="419040" progId="Equation.DSMT4">
                  <p:embed/>
                </p:oleObj>
              </mc:Choice>
              <mc:Fallback>
                <p:oleObj name="Equation" r:id="rId16" imgW="15364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146" y="4561018"/>
                        <a:ext cx="35560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82" name="Object 50"/>
          <p:cNvGraphicFramePr>
            <a:graphicFrameLocks noChangeAspect="1"/>
          </p:cNvGraphicFramePr>
          <p:nvPr/>
        </p:nvGraphicFramePr>
        <p:xfrm>
          <a:off x="2195511" y="5472112"/>
          <a:ext cx="1017951" cy="1007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200" imgH="406080" progId="Equation.DSMT4">
                  <p:embed/>
                </p:oleObj>
              </mc:Choice>
              <mc:Fallback>
                <p:oleObj name="Equation" r:id="rId18" imgW="457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1" y="5472112"/>
                        <a:ext cx="1017951" cy="1007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7685" name="Group 53"/>
          <p:cNvGrpSpPr>
            <a:grpSpLocks/>
          </p:cNvGrpSpPr>
          <p:nvPr/>
        </p:nvGrpSpPr>
        <p:grpSpPr bwMode="auto">
          <a:xfrm>
            <a:off x="7534320" y="343164"/>
            <a:ext cx="3502026" cy="3038477"/>
            <a:chOff x="3779" y="110"/>
            <a:chExt cx="2206" cy="1914"/>
          </a:xfrm>
        </p:grpSpPr>
        <p:sp>
          <p:nvSpPr>
            <p:cNvPr id="197648" name="Oval 16"/>
            <p:cNvSpPr>
              <a:spLocks noChangeArrowheads="1"/>
            </p:cNvSpPr>
            <p:nvPr/>
          </p:nvSpPr>
          <p:spPr bwMode="auto">
            <a:xfrm>
              <a:off x="4051" y="613"/>
              <a:ext cx="1179" cy="327"/>
            </a:xfrm>
            <a:prstGeom prst="ellips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>
                      <a:alpha val="45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7649" name="Arc 17"/>
            <p:cNvSpPr>
              <a:spLocks/>
            </p:cNvSpPr>
            <p:nvPr/>
          </p:nvSpPr>
          <p:spPr bwMode="auto">
            <a:xfrm rot="10731300" flipV="1">
              <a:off x="4063" y="401"/>
              <a:ext cx="1180" cy="1175"/>
            </a:xfrm>
            <a:custGeom>
              <a:avLst/>
              <a:gdLst>
                <a:gd name="G0" fmla="+- 15874 0 0"/>
                <a:gd name="G1" fmla="+- 21600 0 0"/>
                <a:gd name="G2" fmla="+- 21600 0 0"/>
                <a:gd name="T0" fmla="*/ 0 w 31074"/>
                <a:gd name="T1" fmla="*/ 6951 h 21600"/>
                <a:gd name="T2" fmla="*/ 31074 w 31074"/>
                <a:gd name="T3" fmla="*/ 6253 h 21600"/>
                <a:gd name="T4" fmla="*/ 15874 w 3107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074" h="21600" fill="none" extrusionOk="0">
                  <a:moveTo>
                    <a:pt x="0" y="6951"/>
                  </a:moveTo>
                  <a:cubicBezTo>
                    <a:pt x="4089" y="2520"/>
                    <a:pt x="9844" y="-1"/>
                    <a:pt x="15874" y="0"/>
                  </a:cubicBezTo>
                  <a:cubicBezTo>
                    <a:pt x="21566" y="0"/>
                    <a:pt x="27029" y="2247"/>
                    <a:pt x="31073" y="6253"/>
                  </a:cubicBezTo>
                </a:path>
                <a:path w="31074" h="21600" stroke="0" extrusionOk="0">
                  <a:moveTo>
                    <a:pt x="0" y="6951"/>
                  </a:moveTo>
                  <a:cubicBezTo>
                    <a:pt x="4089" y="2520"/>
                    <a:pt x="9844" y="-1"/>
                    <a:pt x="15874" y="0"/>
                  </a:cubicBezTo>
                  <a:cubicBezTo>
                    <a:pt x="21566" y="0"/>
                    <a:pt x="27029" y="2247"/>
                    <a:pt x="31073" y="6253"/>
                  </a:cubicBezTo>
                  <a:lnTo>
                    <a:pt x="15874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7650" name="Line 18"/>
            <p:cNvSpPr>
              <a:spLocks noChangeShapeType="1"/>
            </p:cNvSpPr>
            <p:nvPr/>
          </p:nvSpPr>
          <p:spPr bwMode="auto">
            <a:xfrm>
              <a:off x="4063" y="803"/>
              <a:ext cx="279" cy="4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7651" name="Line 19"/>
            <p:cNvSpPr>
              <a:spLocks noChangeShapeType="1"/>
            </p:cNvSpPr>
            <p:nvPr/>
          </p:nvSpPr>
          <p:spPr bwMode="auto">
            <a:xfrm flipH="1">
              <a:off x="4962" y="805"/>
              <a:ext cx="268" cy="4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7652" name="Arc 20"/>
            <p:cNvSpPr>
              <a:spLocks/>
            </p:cNvSpPr>
            <p:nvPr/>
          </p:nvSpPr>
          <p:spPr bwMode="auto">
            <a:xfrm rot="10731300" flipV="1">
              <a:off x="4345" y="1089"/>
              <a:ext cx="618" cy="929"/>
            </a:xfrm>
            <a:custGeom>
              <a:avLst/>
              <a:gdLst>
                <a:gd name="G0" fmla="+- 12143 0 0"/>
                <a:gd name="G1" fmla="+- 21600 0 0"/>
                <a:gd name="G2" fmla="+- 21600 0 0"/>
                <a:gd name="T0" fmla="*/ 0 w 23693"/>
                <a:gd name="T1" fmla="*/ 3736 h 21600"/>
                <a:gd name="T2" fmla="*/ 23693 w 23693"/>
                <a:gd name="T3" fmla="*/ 3348 h 21600"/>
                <a:gd name="T4" fmla="*/ 12143 w 2369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693" h="21600" fill="none" extrusionOk="0">
                  <a:moveTo>
                    <a:pt x="0" y="3736"/>
                  </a:moveTo>
                  <a:cubicBezTo>
                    <a:pt x="3581" y="1301"/>
                    <a:pt x="7812" y="-1"/>
                    <a:pt x="12143" y="0"/>
                  </a:cubicBezTo>
                  <a:cubicBezTo>
                    <a:pt x="16232" y="0"/>
                    <a:pt x="20237" y="1160"/>
                    <a:pt x="23693" y="3347"/>
                  </a:cubicBezTo>
                </a:path>
                <a:path w="23693" h="21600" stroke="0" extrusionOk="0">
                  <a:moveTo>
                    <a:pt x="0" y="3736"/>
                  </a:moveTo>
                  <a:cubicBezTo>
                    <a:pt x="3581" y="1301"/>
                    <a:pt x="7812" y="-1"/>
                    <a:pt x="12143" y="0"/>
                  </a:cubicBezTo>
                  <a:cubicBezTo>
                    <a:pt x="16232" y="0"/>
                    <a:pt x="20237" y="1160"/>
                    <a:pt x="23693" y="3347"/>
                  </a:cubicBezTo>
                  <a:lnTo>
                    <a:pt x="12143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7653" name="Oval 21"/>
            <p:cNvSpPr>
              <a:spLocks noChangeArrowheads="1"/>
            </p:cNvSpPr>
            <p:nvPr/>
          </p:nvSpPr>
          <p:spPr bwMode="auto">
            <a:xfrm>
              <a:off x="4347" y="1185"/>
              <a:ext cx="604" cy="138"/>
            </a:xfrm>
            <a:prstGeom prst="ellips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97664" name="Object 32"/>
            <p:cNvGraphicFramePr>
              <a:graphicFrameLocks noChangeAspect="1"/>
            </p:cNvGraphicFramePr>
            <p:nvPr/>
          </p:nvGraphicFramePr>
          <p:xfrm>
            <a:off x="5357" y="924"/>
            <a:ext cx="628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31640" imgH="406080" progId="Equation.DSMT4">
                    <p:embed/>
                  </p:oleObj>
                </mc:Choice>
                <mc:Fallback>
                  <p:oleObj name="Equation" r:id="rId20" imgW="4316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7" y="924"/>
                          <a:ext cx="628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7665" name="Arc 33"/>
            <p:cNvSpPr>
              <a:spLocks/>
            </p:cNvSpPr>
            <p:nvPr/>
          </p:nvSpPr>
          <p:spPr bwMode="auto">
            <a:xfrm rot="10661128">
              <a:off x="4967" y="797"/>
              <a:ext cx="284" cy="23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8678"/>
                <a:gd name="T1" fmla="*/ 0 h 21600"/>
                <a:gd name="T2" fmla="*/ 18678 w 18678"/>
                <a:gd name="T3" fmla="*/ 10751 h 21600"/>
                <a:gd name="T4" fmla="*/ 0 w 1867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78" h="21600" fill="none" extrusionOk="0">
                  <a:moveTo>
                    <a:pt x="0" y="0"/>
                  </a:moveTo>
                  <a:cubicBezTo>
                    <a:pt x="7696" y="0"/>
                    <a:pt x="14812" y="4095"/>
                    <a:pt x="18677" y="10751"/>
                  </a:cubicBezTo>
                </a:path>
                <a:path w="18678" h="21600" stroke="0" extrusionOk="0">
                  <a:moveTo>
                    <a:pt x="0" y="0"/>
                  </a:moveTo>
                  <a:cubicBezTo>
                    <a:pt x="7696" y="0"/>
                    <a:pt x="14812" y="4095"/>
                    <a:pt x="18677" y="107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97668" name="Object 36"/>
            <p:cNvGraphicFramePr>
              <a:graphicFrameLocks noChangeAspect="1"/>
            </p:cNvGraphicFramePr>
            <p:nvPr/>
          </p:nvGraphicFramePr>
          <p:xfrm>
            <a:off x="3779" y="392"/>
            <a:ext cx="493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55320" imgH="164880" progId="Equation.DSMT4">
                    <p:embed/>
                  </p:oleObj>
                </mc:Choice>
                <mc:Fallback>
                  <p:oleObj name="Equation" r:id="rId22" imgW="3553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" y="392"/>
                          <a:ext cx="493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669" name="Object 37"/>
            <p:cNvGraphicFramePr>
              <a:graphicFrameLocks noChangeAspect="1"/>
            </p:cNvGraphicFramePr>
            <p:nvPr/>
          </p:nvGraphicFramePr>
          <p:xfrm>
            <a:off x="4088" y="1207"/>
            <a:ext cx="474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42720" imgH="164880" progId="Equation.DSMT4">
                    <p:embed/>
                  </p:oleObj>
                </mc:Choice>
                <mc:Fallback>
                  <p:oleObj name="Equation" r:id="rId24" imgW="3427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8" y="1207"/>
                          <a:ext cx="474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7684" name="Group 52"/>
            <p:cNvGrpSpPr>
              <a:grpSpLocks/>
            </p:cNvGrpSpPr>
            <p:nvPr/>
          </p:nvGrpSpPr>
          <p:grpSpPr bwMode="auto">
            <a:xfrm>
              <a:off x="3779" y="110"/>
              <a:ext cx="1749" cy="1914"/>
              <a:chOff x="3779" y="110"/>
              <a:chExt cx="1749" cy="1914"/>
            </a:xfrm>
          </p:grpSpPr>
          <p:grpSp>
            <p:nvGrpSpPr>
              <p:cNvPr id="197642" name="Group 10"/>
              <p:cNvGrpSpPr>
                <a:grpSpLocks/>
              </p:cNvGrpSpPr>
              <p:nvPr/>
            </p:nvGrpSpPr>
            <p:grpSpPr bwMode="auto">
              <a:xfrm>
                <a:off x="3779" y="110"/>
                <a:ext cx="1749" cy="1777"/>
                <a:chOff x="3560" y="1062"/>
                <a:chExt cx="1749" cy="1777"/>
              </a:xfrm>
            </p:grpSpPr>
            <p:sp>
              <p:nvSpPr>
                <p:cNvPr id="197643" name="Line 11"/>
                <p:cNvSpPr>
                  <a:spLocks noChangeShapeType="1"/>
                </p:cNvSpPr>
                <p:nvPr/>
              </p:nvSpPr>
              <p:spPr bwMode="auto">
                <a:xfrm>
                  <a:off x="4422" y="1162"/>
                  <a:ext cx="0" cy="131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arrow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644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3560" y="2477"/>
                  <a:ext cx="1723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arrow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64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968" y="2478"/>
                  <a:ext cx="454" cy="36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arrow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97646" name="Object 14"/>
                <p:cNvGraphicFramePr>
                  <a:graphicFrameLocks noChangeAspect="1"/>
                </p:cNvGraphicFramePr>
                <p:nvPr/>
              </p:nvGraphicFramePr>
              <p:xfrm>
                <a:off x="4195" y="1062"/>
                <a:ext cx="176" cy="19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6" imgW="114120" imgH="139680" progId="Equation.DSMT4">
                        <p:embed/>
                      </p:oleObj>
                    </mc:Choice>
                    <mc:Fallback>
                      <p:oleObj name="Equation" r:id="rId26" imgW="11412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95" y="1062"/>
                              <a:ext cx="176" cy="19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 algn="ctr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7647" name="Object 15"/>
                <p:cNvGraphicFramePr>
                  <a:graphicFrameLocks noChangeAspect="1"/>
                </p:cNvGraphicFramePr>
                <p:nvPr/>
              </p:nvGraphicFramePr>
              <p:xfrm>
                <a:off x="5094" y="2525"/>
                <a:ext cx="215" cy="23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8" imgW="139680" imgH="164880" progId="Equation.DSMT4">
                        <p:embed/>
                      </p:oleObj>
                    </mc:Choice>
                    <mc:Fallback>
                      <p:oleObj name="Equation" r:id="rId28" imgW="13968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94" y="2525"/>
                              <a:ext cx="215" cy="23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 algn="ctr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97683" name="Object 51"/>
              <p:cNvGraphicFramePr>
                <a:graphicFrameLocks noChangeAspect="1"/>
              </p:cNvGraphicFramePr>
              <p:nvPr/>
            </p:nvGraphicFramePr>
            <p:xfrm>
              <a:off x="4286" y="1797"/>
              <a:ext cx="204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139680" imgH="139680" progId="Equation.DSMT4">
                      <p:embed/>
                    </p:oleObj>
                  </mc:Choice>
                  <mc:Fallback>
                    <p:oleObj name="Equation" r:id="rId30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6" y="1797"/>
                            <a:ext cx="204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132835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9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6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46AF8DE1-6D76-4B0A-AC18-58A85CDF71D9}" type="slidenum">
              <a:rPr lang="en-US" altLang="zh-CN" sz="1400"/>
              <a:pPr>
                <a:spcBef>
                  <a:spcPct val="50000"/>
                </a:spcBef>
                <a:buFontTx/>
                <a:buNone/>
              </a:pPr>
              <a:t>18</a:t>
            </a:fld>
            <a:endParaRPr lang="en-US" altLang="zh-CN" sz="1400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6003635" y="276734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</a:endParaRPr>
          </a:p>
        </p:txBody>
      </p:sp>
      <p:graphicFrame>
        <p:nvGraphicFramePr>
          <p:cNvPr id="1843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449588"/>
              </p:ext>
            </p:extLst>
          </p:nvPr>
        </p:nvGraphicFramePr>
        <p:xfrm>
          <a:off x="3109120" y="349174"/>
          <a:ext cx="30257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380880" progId="Equation.DSMT4">
                  <p:embed/>
                </p:oleObj>
              </mc:Choice>
              <mc:Fallback>
                <p:oleObj name="Equation" r:id="rId2" imgW="1269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120" y="349174"/>
                        <a:ext cx="302577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5219700" y="3792538"/>
            <a:ext cx="2222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>
                <a:latin typeface="Arial" panose="020B0604020202020204" pitchFamily="34" charset="0"/>
                <a:ea typeface="新宋体" panose="02010609030101010101" pitchFamily="49" charset="-122"/>
              </a:rPr>
              <a:t> </a:t>
            </a:r>
            <a:endParaRPr lang="en-US" altLang="zh-CN" sz="2400">
              <a:ea typeface="新宋体" panose="02010609030101010101" pitchFamily="49" charset="-122"/>
            </a:endParaRPr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1468122" y="398691"/>
            <a:ext cx="2436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kumimoji="0" lang="en-US" altLang="zh-CN" sz="2800" b="1" dirty="0">
                <a:solidFill>
                  <a:srgbClr val="FF0000"/>
                </a:solidFill>
                <a:ea typeface="新宋体" panose="0201060903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800" b="1" dirty="0">
                <a:latin typeface="Arial" panose="020B0604020202020204" pitchFamily="34" charset="0"/>
              </a:rPr>
              <a:t> 计算</a:t>
            </a:r>
          </a:p>
        </p:txBody>
      </p:sp>
      <p:sp>
        <p:nvSpPr>
          <p:cNvPr id="18439" name="Text Box 6"/>
          <p:cNvSpPr txBox="1">
            <a:spLocks noChangeArrowheads="1"/>
          </p:cNvSpPr>
          <p:nvPr/>
        </p:nvSpPr>
        <p:spPr bwMode="auto">
          <a:xfrm>
            <a:off x="6188366" y="408196"/>
            <a:ext cx="170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latin typeface="Arial" panose="020B0604020202020204" pitchFamily="34" charset="0"/>
              </a:rPr>
              <a:t>其中</a:t>
            </a:r>
          </a:p>
        </p:txBody>
      </p:sp>
      <p:graphicFrame>
        <p:nvGraphicFramePr>
          <p:cNvPr id="184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165688"/>
              </p:ext>
            </p:extLst>
          </p:nvPr>
        </p:nvGraphicFramePr>
        <p:xfrm>
          <a:off x="1645605" y="1138231"/>
          <a:ext cx="6995158" cy="107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7760" imgH="469800" progId="Equation.DSMT4">
                  <p:embed/>
                </p:oleObj>
              </mc:Choice>
              <mc:Fallback>
                <p:oleObj name="Equation" r:id="rId4" imgW="30477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605" y="1138231"/>
                        <a:ext cx="6995158" cy="107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26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692970"/>
              </p:ext>
            </p:extLst>
          </p:nvPr>
        </p:nvGraphicFramePr>
        <p:xfrm>
          <a:off x="2224088" y="2454275"/>
          <a:ext cx="260826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590393" imgH="475937" progId="Word.Document.8">
                  <p:embed/>
                </p:oleObj>
              </mc:Choice>
              <mc:Fallback>
                <p:oleObj name="Document" r:id="rId6" imgW="2590393" imgH="4759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088" y="2454275"/>
                        <a:ext cx="260826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9217023" y="4629150"/>
            <a:ext cx="943447" cy="719138"/>
            <a:chOff x="4417" y="2914"/>
            <a:chExt cx="765" cy="382"/>
          </a:xfrm>
        </p:grpSpPr>
        <p:graphicFrame>
          <p:nvGraphicFramePr>
            <p:cNvPr id="1849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0407930"/>
                </p:ext>
              </p:extLst>
            </p:nvPr>
          </p:nvGraphicFramePr>
          <p:xfrm>
            <a:off x="4851" y="3045"/>
            <a:ext cx="331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3800" imgH="228600" progId="Equation.DSMT4">
                    <p:embed/>
                  </p:oleObj>
                </mc:Choice>
                <mc:Fallback>
                  <p:oleObj name="Equation" r:id="rId8" imgW="2538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1" y="3045"/>
                          <a:ext cx="331" cy="251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6" name="Line 12"/>
            <p:cNvSpPr>
              <a:spLocks noChangeShapeType="1"/>
            </p:cNvSpPr>
            <p:nvPr/>
          </p:nvSpPr>
          <p:spPr bwMode="auto">
            <a:xfrm flipH="1" flipV="1">
              <a:off x="4417" y="2914"/>
              <a:ext cx="434" cy="1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85088" y="2078039"/>
            <a:ext cx="2789237" cy="3101975"/>
            <a:chOff x="7685088" y="2078039"/>
            <a:chExt cx="2789237" cy="3101975"/>
          </a:xfrm>
        </p:grpSpPr>
        <p:graphicFrame>
          <p:nvGraphicFramePr>
            <p:cNvPr id="1844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8662441"/>
                </p:ext>
              </p:extLst>
            </p:nvPr>
          </p:nvGraphicFramePr>
          <p:xfrm>
            <a:off x="7685088" y="4849813"/>
            <a:ext cx="3143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39680" progId="Equation.DSMT4">
                    <p:embed/>
                  </p:oleObj>
                </mc:Choice>
                <mc:Fallback>
                  <p:oleObj name="Equation" r:id="rId10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5088" y="4849813"/>
                          <a:ext cx="31432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7820025" y="2078039"/>
              <a:ext cx="2654300" cy="3101975"/>
              <a:chOff x="3630" y="1299"/>
              <a:chExt cx="1672" cy="1954"/>
            </a:xfrm>
          </p:grpSpPr>
          <p:sp>
            <p:nvSpPr>
              <p:cNvPr id="18469" name="Line 14"/>
              <p:cNvSpPr>
                <a:spLocks noChangeShapeType="1"/>
              </p:cNvSpPr>
              <p:nvPr/>
            </p:nvSpPr>
            <p:spPr bwMode="auto">
              <a:xfrm flipH="1">
                <a:off x="3714" y="2814"/>
                <a:ext cx="539" cy="4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8470" name="Group 15"/>
              <p:cNvGrpSpPr>
                <a:grpSpLocks/>
              </p:cNvGrpSpPr>
              <p:nvPr/>
            </p:nvGrpSpPr>
            <p:grpSpPr bwMode="auto">
              <a:xfrm>
                <a:off x="3630" y="1299"/>
                <a:ext cx="1672" cy="1836"/>
                <a:chOff x="3634" y="1307"/>
                <a:chExt cx="1672" cy="1836"/>
              </a:xfrm>
            </p:grpSpPr>
            <p:sp>
              <p:nvSpPr>
                <p:cNvPr id="18471" name="Oval 16"/>
                <p:cNvSpPr>
                  <a:spLocks noChangeArrowheads="1"/>
                </p:cNvSpPr>
                <p:nvPr/>
              </p:nvSpPr>
              <p:spPr bwMode="auto">
                <a:xfrm>
                  <a:off x="3634" y="1715"/>
                  <a:ext cx="1238" cy="338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8472" name="Oval 17"/>
                <p:cNvSpPr>
                  <a:spLocks noChangeArrowheads="1"/>
                </p:cNvSpPr>
                <p:nvPr/>
              </p:nvSpPr>
              <p:spPr bwMode="auto">
                <a:xfrm>
                  <a:off x="3634" y="2645"/>
                  <a:ext cx="1238" cy="33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8473" name="Line 18"/>
                <p:cNvSpPr>
                  <a:spLocks noChangeShapeType="1"/>
                </p:cNvSpPr>
                <p:nvPr/>
              </p:nvSpPr>
              <p:spPr bwMode="auto">
                <a:xfrm>
                  <a:off x="4286" y="2814"/>
                  <a:ext cx="9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74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253" y="1307"/>
                  <a:ext cx="0" cy="150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75" name="Line 20"/>
                <p:cNvSpPr>
                  <a:spLocks noChangeShapeType="1"/>
                </p:cNvSpPr>
                <p:nvPr/>
              </p:nvSpPr>
              <p:spPr bwMode="auto">
                <a:xfrm>
                  <a:off x="3634" y="1881"/>
                  <a:ext cx="619" cy="93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76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4253" y="1902"/>
                  <a:ext cx="619" cy="912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77" name="Line 22"/>
                <p:cNvSpPr>
                  <a:spLocks noChangeShapeType="1"/>
                </p:cNvSpPr>
                <p:nvPr/>
              </p:nvSpPr>
              <p:spPr bwMode="auto">
                <a:xfrm>
                  <a:off x="4018" y="2053"/>
                  <a:ext cx="235" cy="761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78" name="Arc 23"/>
                <p:cNvSpPr>
                  <a:spLocks/>
                </p:cNvSpPr>
                <p:nvPr/>
              </p:nvSpPr>
              <p:spPr bwMode="auto">
                <a:xfrm flipH="1" flipV="1">
                  <a:off x="4018" y="1902"/>
                  <a:ext cx="854" cy="151"/>
                </a:xfrm>
                <a:custGeom>
                  <a:avLst/>
                  <a:gdLst>
                    <a:gd name="T0" fmla="*/ 0 w 35429"/>
                    <a:gd name="T1" fmla="*/ 1 h 26524"/>
                    <a:gd name="T2" fmla="*/ 21 w 35429"/>
                    <a:gd name="T3" fmla="*/ 0 h 26524"/>
                    <a:gd name="T4" fmla="*/ 13 w 35429"/>
                    <a:gd name="T5" fmla="*/ 1 h 26524"/>
                    <a:gd name="T6" fmla="*/ 0 60000 65536"/>
                    <a:gd name="T7" fmla="*/ 0 60000 65536"/>
                    <a:gd name="T8" fmla="*/ 0 60000 65536"/>
                    <a:gd name="T9" fmla="*/ 0 w 35429"/>
                    <a:gd name="T10" fmla="*/ 0 h 26524"/>
                    <a:gd name="T11" fmla="*/ 35429 w 35429"/>
                    <a:gd name="T12" fmla="*/ 26524 h 265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5429" h="26524" fill="none" extrusionOk="0">
                      <a:moveTo>
                        <a:pt x="568" y="26524"/>
                      </a:moveTo>
                      <a:cubicBezTo>
                        <a:pt x="190" y="24909"/>
                        <a:pt x="0" y="2325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6653" y="-1"/>
                        <a:pt x="31547" y="1771"/>
                        <a:pt x="35429" y="5007"/>
                      </a:cubicBezTo>
                    </a:path>
                    <a:path w="35429" h="26524" stroke="0" extrusionOk="0">
                      <a:moveTo>
                        <a:pt x="568" y="26524"/>
                      </a:moveTo>
                      <a:cubicBezTo>
                        <a:pt x="190" y="24909"/>
                        <a:pt x="0" y="2325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6653" y="-1"/>
                        <a:pt x="31547" y="1771"/>
                        <a:pt x="35429" y="5007"/>
                      </a:cubicBezTo>
                      <a:lnTo>
                        <a:pt x="21600" y="21600"/>
                      </a:lnTo>
                      <a:lnTo>
                        <a:pt x="568" y="26524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479" name="Line 24"/>
                <p:cNvSpPr>
                  <a:spLocks noChangeShapeType="1"/>
                </p:cNvSpPr>
                <p:nvPr/>
              </p:nvSpPr>
              <p:spPr bwMode="auto">
                <a:xfrm>
                  <a:off x="4253" y="1819"/>
                  <a:ext cx="0" cy="995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80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4007" y="1894"/>
                  <a:ext cx="215" cy="158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81" name="Line 26"/>
                <p:cNvSpPr>
                  <a:spLocks noChangeShapeType="1"/>
                </p:cNvSpPr>
                <p:nvPr/>
              </p:nvSpPr>
              <p:spPr bwMode="auto">
                <a:xfrm>
                  <a:off x="4223" y="1883"/>
                  <a:ext cx="637" cy="17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82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4253" y="1307"/>
                  <a:ext cx="0" cy="51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83" name="Line 28"/>
                <p:cNvSpPr>
                  <a:spLocks noChangeShapeType="1"/>
                </p:cNvSpPr>
                <p:nvPr/>
              </p:nvSpPr>
              <p:spPr bwMode="auto">
                <a:xfrm>
                  <a:off x="4253" y="2814"/>
                  <a:ext cx="164" cy="1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84" name="Line 29"/>
                <p:cNvSpPr>
                  <a:spLocks noChangeShapeType="1"/>
                </p:cNvSpPr>
                <p:nvPr/>
              </p:nvSpPr>
              <p:spPr bwMode="auto">
                <a:xfrm>
                  <a:off x="4417" y="2814"/>
                  <a:ext cx="189" cy="1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85" name="Line 30"/>
                <p:cNvSpPr>
                  <a:spLocks noChangeShapeType="1"/>
                </p:cNvSpPr>
                <p:nvPr/>
              </p:nvSpPr>
              <p:spPr bwMode="auto">
                <a:xfrm>
                  <a:off x="4610" y="2814"/>
                  <a:ext cx="97" cy="1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86" name="Line 31"/>
                <p:cNvSpPr>
                  <a:spLocks noChangeShapeType="1"/>
                </p:cNvSpPr>
                <p:nvPr/>
              </p:nvSpPr>
              <p:spPr bwMode="auto">
                <a:xfrm>
                  <a:off x="4151" y="2861"/>
                  <a:ext cx="135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87" name="Arc 32"/>
                <p:cNvSpPr>
                  <a:spLocks/>
                </p:cNvSpPr>
                <p:nvPr/>
              </p:nvSpPr>
              <p:spPr bwMode="auto">
                <a:xfrm flipH="1" flipV="1">
                  <a:off x="4069" y="2825"/>
                  <a:ext cx="782" cy="172"/>
                </a:xfrm>
                <a:custGeom>
                  <a:avLst/>
                  <a:gdLst>
                    <a:gd name="T0" fmla="*/ 0 w 35429"/>
                    <a:gd name="T1" fmla="*/ 1 h 26524"/>
                    <a:gd name="T2" fmla="*/ 17 w 35429"/>
                    <a:gd name="T3" fmla="*/ 0 h 26524"/>
                    <a:gd name="T4" fmla="*/ 11 w 35429"/>
                    <a:gd name="T5" fmla="*/ 1 h 26524"/>
                    <a:gd name="T6" fmla="*/ 0 60000 65536"/>
                    <a:gd name="T7" fmla="*/ 0 60000 65536"/>
                    <a:gd name="T8" fmla="*/ 0 60000 65536"/>
                    <a:gd name="T9" fmla="*/ 0 w 35429"/>
                    <a:gd name="T10" fmla="*/ 0 h 26524"/>
                    <a:gd name="T11" fmla="*/ 35429 w 35429"/>
                    <a:gd name="T12" fmla="*/ 26524 h 265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5429" h="26524" fill="none" extrusionOk="0">
                      <a:moveTo>
                        <a:pt x="568" y="26524"/>
                      </a:moveTo>
                      <a:cubicBezTo>
                        <a:pt x="190" y="24909"/>
                        <a:pt x="0" y="2325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6653" y="-1"/>
                        <a:pt x="31547" y="1771"/>
                        <a:pt x="35429" y="5007"/>
                      </a:cubicBezTo>
                    </a:path>
                    <a:path w="35429" h="26524" stroke="0" extrusionOk="0">
                      <a:moveTo>
                        <a:pt x="568" y="26524"/>
                      </a:moveTo>
                      <a:cubicBezTo>
                        <a:pt x="190" y="24909"/>
                        <a:pt x="0" y="2325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6653" y="-1"/>
                        <a:pt x="31547" y="1771"/>
                        <a:pt x="35429" y="5007"/>
                      </a:cubicBezTo>
                      <a:lnTo>
                        <a:pt x="21600" y="21600"/>
                      </a:lnTo>
                      <a:lnTo>
                        <a:pt x="568" y="26524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488" name="Line 33"/>
                <p:cNvSpPr>
                  <a:spLocks noChangeShapeType="1"/>
                </p:cNvSpPr>
                <p:nvPr/>
              </p:nvSpPr>
              <p:spPr bwMode="auto">
                <a:xfrm>
                  <a:off x="4294" y="2795"/>
                  <a:ext cx="605" cy="7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89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4047" y="2816"/>
                  <a:ext cx="215" cy="15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90" name="Line 35"/>
                <p:cNvSpPr>
                  <a:spLocks noChangeShapeType="1"/>
                </p:cNvSpPr>
                <p:nvPr/>
              </p:nvSpPr>
              <p:spPr bwMode="auto">
                <a:xfrm>
                  <a:off x="4860" y="1902"/>
                  <a:ext cx="0" cy="95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491" name="Line 36"/>
                <p:cNvSpPr>
                  <a:spLocks noChangeShapeType="1"/>
                </p:cNvSpPr>
                <p:nvPr/>
              </p:nvSpPr>
              <p:spPr bwMode="auto">
                <a:xfrm>
                  <a:off x="4038" y="2052"/>
                  <a:ext cx="0" cy="95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8492" name="Object 3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91629823"/>
                    </p:ext>
                  </p:extLst>
                </p:nvPr>
              </p:nvGraphicFramePr>
              <p:xfrm>
                <a:off x="5092" y="2876"/>
                <a:ext cx="214" cy="2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2" imgW="139680" imgH="164880" progId="Equation.DSMT4">
                        <p:embed/>
                      </p:oleObj>
                    </mc:Choice>
                    <mc:Fallback>
                      <p:oleObj name="Equation" r:id="rId12" imgW="13968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92" y="2876"/>
                              <a:ext cx="214" cy="2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493" name="Object 3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92771660"/>
                    </p:ext>
                  </p:extLst>
                </p:nvPr>
              </p:nvGraphicFramePr>
              <p:xfrm>
                <a:off x="4330" y="1328"/>
                <a:ext cx="174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4" imgW="114120" imgH="139680" progId="Equation.DSMT4">
                        <p:embed/>
                      </p:oleObj>
                    </mc:Choice>
                    <mc:Fallback>
                      <p:oleObj name="Equation" r:id="rId14" imgW="11412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30" y="1328"/>
                              <a:ext cx="174" cy="2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494" name="Object 3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20836838"/>
                    </p:ext>
                  </p:extLst>
                </p:nvPr>
              </p:nvGraphicFramePr>
              <p:xfrm>
                <a:off x="4899" y="2568"/>
                <a:ext cx="193" cy="22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6" imgW="126720" imgH="139680" progId="Equation.DSMT4">
                        <p:embed/>
                      </p:oleObj>
                    </mc:Choice>
                    <mc:Fallback>
                      <p:oleObj name="Equation" r:id="rId16" imgW="12672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99" y="2568"/>
                              <a:ext cx="193" cy="22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00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9021764" y="2127251"/>
            <a:ext cx="1347787" cy="989013"/>
            <a:chOff x="4417" y="1338"/>
            <a:chExt cx="849" cy="623"/>
          </a:xfrm>
        </p:grpSpPr>
        <p:graphicFrame>
          <p:nvGraphicFramePr>
            <p:cNvPr id="18467" name="Object 41"/>
            <p:cNvGraphicFramePr>
              <a:graphicFrameLocks noChangeAspect="1"/>
            </p:cNvGraphicFramePr>
            <p:nvPr/>
          </p:nvGraphicFramePr>
          <p:xfrm>
            <a:off x="4723" y="1338"/>
            <a:ext cx="543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55446" imgH="139639" progId="Equation.DSMT4">
                    <p:embed/>
                  </p:oleObj>
                </mc:Choice>
                <mc:Fallback>
                  <p:oleObj name="Equation" r:id="rId18" imgW="355446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3" y="1338"/>
                          <a:ext cx="543" cy="22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8" name="Line 42"/>
            <p:cNvSpPr>
              <a:spLocks noChangeShapeType="1"/>
            </p:cNvSpPr>
            <p:nvPr/>
          </p:nvSpPr>
          <p:spPr bwMode="auto">
            <a:xfrm flipH="1">
              <a:off x="4417" y="1543"/>
              <a:ext cx="306" cy="41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1690201" y="3167339"/>
            <a:ext cx="6546325" cy="681062"/>
            <a:chOff x="364" y="2579"/>
            <a:chExt cx="4173" cy="459"/>
          </a:xfrm>
        </p:grpSpPr>
        <p:sp>
          <p:nvSpPr>
            <p:cNvPr id="18461" name="Line 44"/>
            <p:cNvSpPr>
              <a:spLocks noChangeShapeType="1"/>
            </p:cNvSpPr>
            <p:nvPr/>
          </p:nvSpPr>
          <p:spPr bwMode="auto">
            <a:xfrm>
              <a:off x="2257" y="2808"/>
              <a:ext cx="3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8462" name="Group 45"/>
            <p:cNvGrpSpPr>
              <a:grpSpLocks/>
            </p:cNvGrpSpPr>
            <p:nvPr/>
          </p:nvGrpSpPr>
          <p:grpSpPr bwMode="auto">
            <a:xfrm>
              <a:off x="364" y="2579"/>
              <a:ext cx="4173" cy="459"/>
              <a:chOff x="364" y="2560"/>
              <a:chExt cx="4173" cy="459"/>
            </a:xfrm>
          </p:grpSpPr>
          <p:graphicFrame>
            <p:nvGraphicFramePr>
              <p:cNvPr id="18463" name="Object 4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30930349"/>
                  </p:ext>
                </p:extLst>
              </p:nvPr>
            </p:nvGraphicFramePr>
            <p:xfrm>
              <a:off x="364" y="2560"/>
              <a:ext cx="1833" cy="4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914400" imgH="228600" progId="Equation.DSMT4">
                      <p:embed/>
                    </p:oleObj>
                  </mc:Choice>
                  <mc:Fallback>
                    <p:oleObj name="Equation" r:id="rId20" imgW="9144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" y="2560"/>
                            <a:ext cx="1833" cy="4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8464" name="Group 47"/>
              <p:cNvGrpSpPr>
                <a:grpSpLocks/>
              </p:cNvGrpSpPr>
              <p:nvPr/>
            </p:nvGrpSpPr>
            <p:grpSpPr bwMode="auto">
              <a:xfrm>
                <a:off x="2736" y="2654"/>
                <a:ext cx="1801" cy="293"/>
                <a:chOff x="2671" y="2510"/>
                <a:chExt cx="1801" cy="293"/>
              </a:xfrm>
            </p:grpSpPr>
            <p:graphicFrame>
              <p:nvGraphicFramePr>
                <p:cNvPr id="18465" name="Object 4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12508278"/>
                    </p:ext>
                  </p:extLst>
                </p:nvPr>
              </p:nvGraphicFramePr>
              <p:xfrm>
                <a:off x="2671" y="2510"/>
                <a:ext cx="678" cy="29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2" imgW="380880" imgH="164880" progId="Equation.DSMT4">
                        <p:embed/>
                      </p:oleObj>
                    </mc:Choice>
                    <mc:Fallback>
                      <p:oleObj name="Equation" r:id="rId22" imgW="38088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71" y="2510"/>
                              <a:ext cx="678" cy="293"/>
                            </a:xfrm>
                            <a:prstGeom prst="rect">
                              <a:avLst/>
                            </a:prstGeom>
                            <a:solidFill>
                              <a:srgbClr val="FFFF00"/>
                            </a:solidFill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466" name="Line 49"/>
                <p:cNvSpPr>
                  <a:spLocks noChangeShapeType="1"/>
                </p:cNvSpPr>
                <p:nvPr/>
              </p:nvSpPr>
              <p:spPr bwMode="auto">
                <a:xfrm>
                  <a:off x="3486" y="2675"/>
                  <a:ext cx="986" cy="13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9" name="Group 50"/>
          <p:cNvGrpSpPr>
            <a:grpSpLocks/>
          </p:cNvGrpSpPr>
          <p:nvPr/>
        </p:nvGrpSpPr>
        <p:grpSpPr bwMode="auto">
          <a:xfrm>
            <a:off x="8937626" y="2452688"/>
            <a:ext cx="168275" cy="2201862"/>
            <a:chOff x="5566" y="2691"/>
            <a:chExt cx="106" cy="1387"/>
          </a:xfrm>
        </p:grpSpPr>
        <p:sp>
          <p:nvSpPr>
            <p:cNvPr id="18455" name="Line 51"/>
            <p:cNvSpPr>
              <a:spLocks noChangeShapeType="1"/>
            </p:cNvSpPr>
            <p:nvPr/>
          </p:nvSpPr>
          <p:spPr bwMode="auto">
            <a:xfrm flipV="1">
              <a:off x="5620" y="2691"/>
              <a:ext cx="0" cy="131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6" name="Line 52"/>
            <p:cNvSpPr>
              <a:spLocks noChangeShapeType="1"/>
            </p:cNvSpPr>
            <p:nvPr/>
          </p:nvSpPr>
          <p:spPr bwMode="auto">
            <a:xfrm flipV="1">
              <a:off x="5620" y="3537"/>
              <a:ext cx="0" cy="52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7" name="Line 53"/>
            <p:cNvSpPr>
              <a:spLocks noChangeShapeType="1"/>
            </p:cNvSpPr>
            <p:nvPr/>
          </p:nvSpPr>
          <p:spPr bwMode="auto">
            <a:xfrm>
              <a:off x="5620" y="2711"/>
              <a:ext cx="0" cy="39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8" name="Oval 54"/>
            <p:cNvSpPr>
              <a:spLocks noChangeArrowheads="1"/>
            </p:cNvSpPr>
            <p:nvPr/>
          </p:nvSpPr>
          <p:spPr bwMode="auto">
            <a:xfrm flipV="1">
              <a:off x="5583" y="4004"/>
              <a:ext cx="89" cy="7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</a:endParaRPr>
            </a:p>
          </p:txBody>
        </p:sp>
        <p:sp>
          <p:nvSpPr>
            <p:cNvPr id="18459" name="Oval 55"/>
            <p:cNvSpPr>
              <a:spLocks noChangeArrowheads="1"/>
            </p:cNvSpPr>
            <p:nvPr/>
          </p:nvSpPr>
          <p:spPr bwMode="auto">
            <a:xfrm flipV="1">
              <a:off x="5575" y="3067"/>
              <a:ext cx="89" cy="7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</a:endParaRPr>
            </a:p>
          </p:txBody>
        </p:sp>
        <p:sp>
          <p:nvSpPr>
            <p:cNvPr id="18460" name="Oval 56"/>
            <p:cNvSpPr>
              <a:spLocks noChangeArrowheads="1"/>
            </p:cNvSpPr>
            <p:nvPr/>
          </p:nvSpPr>
          <p:spPr bwMode="auto">
            <a:xfrm flipV="1">
              <a:off x="5566" y="3537"/>
              <a:ext cx="89" cy="7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88274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318067"/>
              </p:ext>
            </p:extLst>
          </p:nvPr>
        </p:nvGraphicFramePr>
        <p:xfrm>
          <a:off x="1725614" y="4046539"/>
          <a:ext cx="3649542" cy="615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25400" imgH="253800" progId="Equation.DSMT4">
                  <p:embed/>
                </p:oleObj>
              </mc:Choice>
              <mc:Fallback>
                <p:oleObj name="Equation" r:id="rId24" imgW="16254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4" y="4046539"/>
                        <a:ext cx="3649542" cy="615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58"/>
          <p:cNvGrpSpPr>
            <a:grpSpLocks/>
          </p:cNvGrpSpPr>
          <p:nvPr/>
        </p:nvGrpSpPr>
        <p:grpSpPr bwMode="auto">
          <a:xfrm>
            <a:off x="3904458" y="4604045"/>
            <a:ext cx="2284413" cy="1168400"/>
            <a:chOff x="2961" y="3269"/>
            <a:chExt cx="1439" cy="736"/>
          </a:xfrm>
        </p:grpSpPr>
        <p:graphicFrame>
          <p:nvGraphicFramePr>
            <p:cNvPr id="18450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1294248"/>
                </p:ext>
              </p:extLst>
            </p:nvPr>
          </p:nvGraphicFramePr>
          <p:xfrm>
            <a:off x="2961" y="3418"/>
            <a:ext cx="1363" cy="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244520" imgH="406080" progId="Equation.DSMT4">
                    <p:embed/>
                  </p:oleObj>
                </mc:Choice>
                <mc:Fallback>
                  <p:oleObj name="Equation" r:id="rId26" imgW="124452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1" y="3418"/>
                          <a:ext cx="1363" cy="58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1" name="Line 60"/>
            <p:cNvSpPr>
              <a:spLocks noChangeShapeType="1"/>
            </p:cNvSpPr>
            <p:nvPr/>
          </p:nvSpPr>
          <p:spPr bwMode="auto">
            <a:xfrm>
              <a:off x="3413" y="3269"/>
              <a:ext cx="37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2" name="Line 61"/>
            <p:cNvSpPr>
              <a:spLocks noChangeShapeType="1"/>
            </p:cNvSpPr>
            <p:nvPr/>
          </p:nvSpPr>
          <p:spPr bwMode="auto">
            <a:xfrm>
              <a:off x="2961" y="3998"/>
              <a:ext cx="1439" cy="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3" name="Line 62"/>
            <p:cNvSpPr>
              <a:spLocks noChangeShapeType="1"/>
            </p:cNvSpPr>
            <p:nvPr/>
          </p:nvSpPr>
          <p:spPr bwMode="auto">
            <a:xfrm flipH="1">
              <a:off x="3589" y="3275"/>
              <a:ext cx="2" cy="27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64" name="Text Box 16"/>
          <p:cNvSpPr txBox="1">
            <a:spLocks noChangeArrowheads="1"/>
          </p:cNvSpPr>
          <p:nvPr/>
        </p:nvSpPr>
        <p:spPr bwMode="auto">
          <a:xfrm>
            <a:off x="1574781" y="2423723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42927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8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3F8A2D6E-D1C2-45CF-A78B-426291097E6C}" type="slidenum">
              <a:rPr lang="en-US" altLang="zh-CN" sz="1400"/>
              <a:pPr>
                <a:spcBef>
                  <a:spcPct val="50000"/>
                </a:spcBef>
                <a:buFontTx/>
                <a:buNone/>
              </a:pPr>
              <a:t>19</a:t>
            </a:fld>
            <a:endParaRPr lang="en-US" altLang="zh-CN" sz="1400"/>
          </a:p>
        </p:txBody>
      </p:sp>
      <p:graphicFrame>
        <p:nvGraphicFramePr>
          <p:cNvPr id="8837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152647"/>
              </p:ext>
            </p:extLst>
          </p:nvPr>
        </p:nvGraphicFramePr>
        <p:xfrm>
          <a:off x="2576513" y="2792413"/>
          <a:ext cx="3736977" cy="1080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380880" progId="Equation.DSMT4">
                  <p:embed/>
                </p:oleObj>
              </mc:Choice>
              <mc:Fallback>
                <p:oleObj name="Equation" r:id="rId2" imgW="1320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513" y="2792413"/>
                        <a:ext cx="3736977" cy="10800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37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975993"/>
              </p:ext>
            </p:extLst>
          </p:nvPr>
        </p:nvGraphicFramePr>
        <p:xfrm>
          <a:off x="2573339" y="3929064"/>
          <a:ext cx="3033134" cy="106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600" imgH="406080" progId="Equation.DSMT4">
                  <p:embed/>
                </p:oleObj>
              </mc:Choice>
              <mc:Fallback>
                <p:oleObj name="Equation" r:id="rId4" imgW="1155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9" y="3929064"/>
                        <a:ext cx="3033134" cy="106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642696" y="5002694"/>
            <a:ext cx="4423005" cy="1121630"/>
            <a:chOff x="597" y="2529"/>
            <a:chExt cx="2716" cy="738"/>
          </a:xfrm>
        </p:grpSpPr>
        <p:graphicFrame>
          <p:nvGraphicFramePr>
            <p:cNvPr id="1946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9204212"/>
                </p:ext>
              </p:extLst>
            </p:nvPr>
          </p:nvGraphicFramePr>
          <p:xfrm>
            <a:off x="597" y="2529"/>
            <a:ext cx="1806" cy="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28520" imgH="419040" progId="Equation.DSMT4">
                    <p:embed/>
                  </p:oleObj>
                </mc:Choice>
                <mc:Fallback>
                  <p:oleObj name="Equation" r:id="rId6" imgW="102852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" y="2529"/>
                          <a:ext cx="1806" cy="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7318837"/>
                </p:ext>
              </p:extLst>
            </p:nvPr>
          </p:nvGraphicFramePr>
          <p:xfrm>
            <a:off x="2389" y="2561"/>
            <a:ext cx="924" cy="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45760" imgH="406080" progId="Equation.DSMT4">
                    <p:embed/>
                  </p:oleObj>
                </mc:Choice>
                <mc:Fallback>
                  <p:oleObj name="Equation" r:id="rId8" imgW="54576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9" y="2561"/>
                          <a:ext cx="924" cy="6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6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603301"/>
              </p:ext>
            </p:extLst>
          </p:nvPr>
        </p:nvGraphicFramePr>
        <p:xfrm>
          <a:off x="1933575" y="517349"/>
          <a:ext cx="6473825" cy="1147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0" imgH="406080" progId="Equation.DSMT4">
                  <p:embed/>
                </p:oleObj>
              </mc:Choice>
              <mc:Fallback>
                <p:oleObj name="Equation" r:id="rId10" imgW="2286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517349"/>
                        <a:ext cx="6473825" cy="1147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37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251743"/>
              </p:ext>
            </p:extLst>
          </p:nvPr>
        </p:nvGraphicFramePr>
        <p:xfrm>
          <a:off x="2216732" y="1749060"/>
          <a:ext cx="34925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9720" imgH="380880" progId="Equation.DSMT4">
                  <p:embed/>
                </p:oleObj>
              </mc:Choice>
              <mc:Fallback>
                <p:oleObj name="Equation" r:id="rId12" imgW="1269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732" y="1749060"/>
                        <a:ext cx="349250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632202" y="2447528"/>
            <a:ext cx="2057400" cy="1284288"/>
            <a:chOff x="1476" y="1582"/>
            <a:chExt cx="1296" cy="809"/>
          </a:xfrm>
        </p:grpSpPr>
        <p:sp>
          <p:nvSpPr>
            <p:cNvPr id="19465" name="Line 10"/>
            <p:cNvSpPr>
              <a:spLocks noChangeShapeType="1"/>
            </p:cNvSpPr>
            <p:nvPr/>
          </p:nvSpPr>
          <p:spPr bwMode="auto">
            <a:xfrm>
              <a:off x="1476" y="1582"/>
              <a:ext cx="8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66" name="Line 11"/>
            <p:cNvSpPr>
              <a:spLocks noChangeShapeType="1"/>
            </p:cNvSpPr>
            <p:nvPr/>
          </p:nvSpPr>
          <p:spPr bwMode="auto">
            <a:xfrm>
              <a:off x="2601" y="2389"/>
              <a:ext cx="171" cy="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8610600" y="5002694"/>
            <a:ext cx="1433406" cy="52322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截面法</a:t>
            </a:r>
            <a:r>
              <a:rPr lang="en-US" altLang="zh-CN" sz="2800" b="1" dirty="0"/>
              <a:t>?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8215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61EDB03-9AD6-494D-B28C-D8738A4A8FEA}" type="slidenum">
              <a:rPr lang="en-US" altLang="zh-CN" sz="1400">
                <a:solidFill>
                  <a:schemeClr val="tx1"/>
                </a:solidFill>
              </a:rPr>
              <a:pPr/>
              <a:t>20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028810" y="2351881"/>
            <a:ext cx="1690688" cy="598488"/>
            <a:chOff x="3954" y="1488"/>
            <a:chExt cx="1065" cy="377"/>
          </a:xfrm>
        </p:grpSpPr>
        <p:grpSp>
          <p:nvGrpSpPr>
            <p:cNvPr id="23597" name="Group 3"/>
            <p:cNvGrpSpPr>
              <a:grpSpLocks/>
            </p:cNvGrpSpPr>
            <p:nvPr/>
          </p:nvGrpSpPr>
          <p:grpSpPr bwMode="auto">
            <a:xfrm>
              <a:off x="4456" y="1681"/>
              <a:ext cx="563" cy="95"/>
              <a:chOff x="4257" y="1442"/>
              <a:chExt cx="982" cy="190"/>
            </a:xfrm>
          </p:grpSpPr>
          <p:sp>
            <p:nvSpPr>
              <p:cNvPr id="23599" name="Arc 4"/>
              <p:cNvSpPr>
                <a:spLocks/>
              </p:cNvSpPr>
              <p:nvPr/>
            </p:nvSpPr>
            <p:spPr bwMode="auto">
              <a:xfrm>
                <a:off x="4273" y="1442"/>
                <a:ext cx="948" cy="95"/>
              </a:xfrm>
              <a:custGeom>
                <a:avLst/>
                <a:gdLst>
                  <a:gd name="T0" fmla="*/ 0 w 43192"/>
                  <a:gd name="T1" fmla="*/ 92 h 21600"/>
                  <a:gd name="T2" fmla="*/ 948 w 43192"/>
                  <a:gd name="T3" fmla="*/ 95 h 21600"/>
                  <a:gd name="T4" fmla="*/ 474 w 43192"/>
                  <a:gd name="T5" fmla="*/ 95 h 21600"/>
                  <a:gd name="T6" fmla="*/ 0 60000 65536"/>
                  <a:gd name="T7" fmla="*/ 0 60000 65536"/>
                  <a:gd name="T8" fmla="*/ 0 60000 65536"/>
                  <a:gd name="T9" fmla="*/ 0 w 43192"/>
                  <a:gd name="T10" fmla="*/ 0 h 21600"/>
                  <a:gd name="T11" fmla="*/ 43192 w 4319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2" h="21600" fill="none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600" name="Arc 5"/>
              <p:cNvSpPr>
                <a:spLocks/>
              </p:cNvSpPr>
              <p:nvPr/>
            </p:nvSpPr>
            <p:spPr bwMode="auto">
              <a:xfrm>
                <a:off x="4257" y="1560"/>
                <a:ext cx="982" cy="72"/>
              </a:xfrm>
              <a:custGeom>
                <a:avLst/>
                <a:gdLst>
                  <a:gd name="T0" fmla="*/ 948 w 43195"/>
                  <a:gd name="T1" fmla="*/ 2 h 21600"/>
                  <a:gd name="T2" fmla="*/ 0 w 43195"/>
                  <a:gd name="T3" fmla="*/ 0 h 21600"/>
                  <a:gd name="T4" fmla="*/ 474 w 4319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5"/>
                  <a:gd name="T10" fmla="*/ 0 h 21600"/>
                  <a:gd name="T11" fmla="*/ 43195 w 431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5" h="21600" fill="none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195" h="21600" stroke="0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357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0571168"/>
                </p:ext>
              </p:extLst>
            </p:nvPr>
          </p:nvGraphicFramePr>
          <p:xfrm>
            <a:off x="3954" y="1488"/>
            <a:ext cx="298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440" imgH="241200" progId="Equation.DSMT4">
                    <p:embed/>
                  </p:oleObj>
                </mc:Choice>
                <mc:Fallback>
                  <p:oleObj name="Equation" r:id="rId2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4" y="1488"/>
                          <a:ext cx="298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8" name="Line 7"/>
            <p:cNvSpPr>
              <a:spLocks noChangeShapeType="1"/>
            </p:cNvSpPr>
            <p:nvPr/>
          </p:nvSpPr>
          <p:spPr bwMode="auto">
            <a:xfrm>
              <a:off x="4272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8207379" y="1371601"/>
            <a:ext cx="1504950" cy="836613"/>
            <a:chOff x="4073" y="864"/>
            <a:chExt cx="948" cy="527"/>
          </a:xfrm>
        </p:grpSpPr>
        <p:grpSp>
          <p:nvGrpSpPr>
            <p:cNvPr id="23593" name="Group 9"/>
            <p:cNvGrpSpPr>
              <a:grpSpLocks/>
            </p:cNvGrpSpPr>
            <p:nvPr/>
          </p:nvGrpSpPr>
          <p:grpSpPr bwMode="auto">
            <a:xfrm>
              <a:off x="4477" y="1296"/>
              <a:ext cx="544" cy="95"/>
              <a:chOff x="4272" y="1442"/>
              <a:chExt cx="949" cy="190"/>
            </a:xfrm>
          </p:grpSpPr>
          <p:sp>
            <p:nvSpPr>
              <p:cNvPr id="23595" name="Arc 10"/>
              <p:cNvSpPr>
                <a:spLocks/>
              </p:cNvSpPr>
              <p:nvPr/>
            </p:nvSpPr>
            <p:spPr bwMode="auto">
              <a:xfrm>
                <a:off x="4273" y="1442"/>
                <a:ext cx="948" cy="95"/>
              </a:xfrm>
              <a:custGeom>
                <a:avLst/>
                <a:gdLst>
                  <a:gd name="T0" fmla="*/ 0 w 43192"/>
                  <a:gd name="T1" fmla="*/ 92 h 21600"/>
                  <a:gd name="T2" fmla="*/ 948 w 43192"/>
                  <a:gd name="T3" fmla="*/ 95 h 21600"/>
                  <a:gd name="T4" fmla="*/ 474 w 43192"/>
                  <a:gd name="T5" fmla="*/ 95 h 21600"/>
                  <a:gd name="T6" fmla="*/ 0 60000 65536"/>
                  <a:gd name="T7" fmla="*/ 0 60000 65536"/>
                  <a:gd name="T8" fmla="*/ 0 60000 65536"/>
                  <a:gd name="T9" fmla="*/ 0 w 43192"/>
                  <a:gd name="T10" fmla="*/ 0 h 21600"/>
                  <a:gd name="T11" fmla="*/ 43192 w 4319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2" h="21600" fill="none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FFCC66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596" name="Arc 11"/>
              <p:cNvSpPr>
                <a:spLocks/>
              </p:cNvSpPr>
              <p:nvPr/>
            </p:nvSpPr>
            <p:spPr bwMode="auto">
              <a:xfrm>
                <a:off x="4272" y="1537"/>
                <a:ext cx="948" cy="95"/>
              </a:xfrm>
              <a:custGeom>
                <a:avLst/>
                <a:gdLst>
                  <a:gd name="T0" fmla="*/ 948 w 43195"/>
                  <a:gd name="T1" fmla="*/ 2 h 21600"/>
                  <a:gd name="T2" fmla="*/ 0 w 43195"/>
                  <a:gd name="T3" fmla="*/ 0 h 21600"/>
                  <a:gd name="T4" fmla="*/ 474 w 4319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5"/>
                  <a:gd name="T10" fmla="*/ 0 h 21600"/>
                  <a:gd name="T11" fmla="*/ 43195 w 431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5" h="21600" fill="none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195" h="21600" stroke="0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357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4446888"/>
                </p:ext>
              </p:extLst>
            </p:nvPr>
          </p:nvGraphicFramePr>
          <p:xfrm>
            <a:off x="4073" y="864"/>
            <a:ext cx="39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3040" imgH="241200" progId="Equation.DSMT4">
                    <p:embed/>
                  </p:oleObj>
                </mc:Choice>
                <mc:Fallback>
                  <p:oleObj name="Equation" r:id="rId4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864"/>
                          <a:ext cx="39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4" name="Line 13"/>
            <p:cNvSpPr>
              <a:spLocks noChangeShapeType="1"/>
            </p:cNvSpPr>
            <p:nvPr/>
          </p:nvSpPr>
          <p:spPr bwMode="auto">
            <a:xfrm>
              <a:off x="4416" y="1200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75" name="Rectangle 14"/>
          <p:cNvSpPr>
            <a:spLocks noChangeArrowheads="1"/>
          </p:cNvSpPr>
          <p:nvPr/>
        </p:nvSpPr>
        <p:spPr bwMode="auto">
          <a:xfrm>
            <a:off x="1891189" y="409973"/>
            <a:ext cx="251364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计算积分</a:t>
            </a:r>
            <a:endParaRPr lang="zh-CN" altLang="en-US" b="1" dirty="0">
              <a:latin typeface="+mn-ea"/>
              <a:ea typeface="+mn-ea"/>
            </a:endParaRPr>
          </a:p>
        </p:txBody>
      </p:sp>
      <p:graphicFrame>
        <p:nvGraphicFramePr>
          <p:cNvPr id="8888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0828"/>
              </p:ext>
            </p:extLst>
          </p:nvPr>
        </p:nvGraphicFramePr>
        <p:xfrm>
          <a:off x="1790700" y="1129367"/>
          <a:ext cx="22637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22280" imgH="419040" progId="Equation.DSMT4">
                  <p:embed/>
                </p:oleObj>
              </mc:Choice>
              <mc:Fallback>
                <p:oleObj name="Equation" r:id="rId6" imgW="2222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1129367"/>
                        <a:ext cx="226377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88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986869"/>
              </p:ext>
            </p:extLst>
          </p:nvPr>
        </p:nvGraphicFramePr>
        <p:xfrm>
          <a:off x="4154357" y="1119188"/>
          <a:ext cx="30321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46240" imgH="419040" progId="Equation.DSMT4">
                  <p:embed/>
                </p:oleObj>
              </mc:Choice>
              <mc:Fallback>
                <p:oleObj name="Equation" r:id="rId8" imgW="2946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357" y="1119188"/>
                        <a:ext cx="30321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522636"/>
              </p:ext>
            </p:extLst>
          </p:nvPr>
        </p:nvGraphicFramePr>
        <p:xfrm>
          <a:off x="4404836" y="414537"/>
          <a:ext cx="2425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25680" imgH="596880" progId="Equation.DSMT4">
                  <p:embed/>
                </p:oleObj>
              </mc:Choice>
              <mc:Fallback>
                <p:oleObj name="Equation" r:id="rId10" imgW="242568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4836" y="414537"/>
                        <a:ext cx="24257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8850" name="Text Box 18"/>
          <p:cNvSpPr txBox="1">
            <a:spLocks noChangeArrowheads="1"/>
          </p:cNvSpPr>
          <p:nvPr/>
        </p:nvSpPr>
        <p:spPr bwMode="auto">
          <a:xfrm>
            <a:off x="6835779" y="40997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是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两个球 </a:t>
            </a:r>
          </a:p>
        </p:txBody>
      </p:sp>
      <p:sp>
        <p:nvSpPr>
          <p:cNvPr id="888851" name="Text Box 19"/>
          <p:cNvSpPr txBox="1">
            <a:spLocks noChangeArrowheads="1"/>
          </p:cNvSpPr>
          <p:nvPr/>
        </p:nvSpPr>
        <p:spPr bwMode="auto">
          <a:xfrm>
            <a:off x="1790700" y="1676401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R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&gt; 0 )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的公共部分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88852" name="Text Box 20"/>
          <p:cNvSpPr txBox="1">
            <a:spLocks noChangeArrowheads="1"/>
          </p:cNvSpPr>
          <p:nvPr/>
        </p:nvSpPr>
        <p:spPr bwMode="auto">
          <a:xfrm>
            <a:off x="2095500" y="2300288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提示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由于被积函数缺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 y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888853" name="Text Box 21"/>
          <p:cNvSpPr txBox="1">
            <a:spLocks noChangeArrowheads="1"/>
          </p:cNvSpPr>
          <p:nvPr/>
        </p:nvSpPr>
        <p:spPr bwMode="auto">
          <a:xfrm>
            <a:off x="1700213" y="3824288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原式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</a:p>
        </p:txBody>
      </p:sp>
      <p:graphicFrame>
        <p:nvGraphicFramePr>
          <p:cNvPr id="888854" name="Object 22"/>
          <p:cNvGraphicFramePr>
            <a:graphicFrameLocks noChangeAspect="1"/>
          </p:cNvGraphicFramePr>
          <p:nvPr/>
        </p:nvGraphicFramePr>
        <p:xfrm>
          <a:off x="4295775" y="3644901"/>
          <a:ext cx="19431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60160" imgH="609480" progId="Equation.DSMT4">
                  <p:embed/>
                </p:oleObj>
              </mc:Choice>
              <mc:Fallback>
                <p:oleObj name="Equation" r:id="rId12" imgW="146016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3644901"/>
                        <a:ext cx="19431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8855" name="Object 23"/>
          <p:cNvGraphicFramePr>
            <a:graphicFrameLocks noChangeAspect="1"/>
          </p:cNvGraphicFramePr>
          <p:nvPr/>
        </p:nvGraphicFramePr>
        <p:xfrm>
          <a:off x="2424113" y="4508500"/>
          <a:ext cx="42465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38200" imgH="672840" progId="Equation.DSMT4">
                  <p:embed/>
                </p:oleObj>
              </mc:Choice>
              <mc:Fallback>
                <p:oleObj name="Equation" r:id="rId14" imgW="323820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508500"/>
                        <a:ext cx="424656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8856" name="Text Box 24"/>
          <p:cNvSpPr txBox="1">
            <a:spLocks noChangeArrowheads="1"/>
          </p:cNvSpPr>
          <p:nvPr/>
        </p:nvSpPr>
        <p:spPr bwMode="auto">
          <a:xfrm>
            <a:off x="1790700" y="2895601"/>
            <a:ext cx="525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利用“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先二后一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” 计算方便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.</a:t>
            </a:r>
            <a:endParaRPr lang="en-US" altLang="zh-CN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888857" name="Object 25"/>
          <p:cNvGraphicFramePr>
            <a:graphicFrameLocks noChangeAspect="1"/>
          </p:cNvGraphicFramePr>
          <p:nvPr/>
        </p:nvGraphicFramePr>
        <p:xfrm>
          <a:off x="2855914" y="3632200"/>
          <a:ext cx="137318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55600" imgH="672840" progId="Equation.DSMT4">
                  <p:embed/>
                </p:oleObj>
              </mc:Choice>
              <mc:Fallback>
                <p:oleObj name="Equation" r:id="rId16" imgW="115560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3632200"/>
                        <a:ext cx="137318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8858" name="Object 26"/>
          <p:cNvGraphicFramePr>
            <a:graphicFrameLocks noChangeAspect="1"/>
          </p:cNvGraphicFramePr>
          <p:nvPr/>
        </p:nvGraphicFramePr>
        <p:xfrm>
          <a:off x="8256589" y="3598864"/>
          <a:ext cx="180022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88760" imgH="698400" progId="Equation.DSMT4">
                  <p:embed/>
                </p:oleObj>
              </mc:Choice>
              <mc:Fallback>
                <p:oleObj name="Equation" r:id="rId18" imgW="16887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9" y="3598864"/>
                        <a:ext cx="180022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8859" name="Object 27"/>
          <p:cNvGraphicFramePr>
            <a:graphicFrameLocks noChangeAspect="1"/>
          </p:cNvGraphicFramePr>
          <p:nvPr/>
        </p:nvGraphicFramePr>
        <p:xfrm>
          <a:off x="6383339" y="3500438"/>
          <a:ext cx="18002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85720" imgH="799920" progId="Equation.DSMT4">
                  <p:embed/>
                </p:oleObj>
              </mc:Choice>
              <mc:Fallback>
                <p:oleObj name="Equation" r:id="rId20" imgW="148572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3500438"/>
                        <a:ext cx="180022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8860" name="Object 28"/>
          <p:cNvGraphicFramePr>
            <a:graphicFrameLocks noChangeAspect="1"/>
          </p:cNvGraphicFramePr>
          <p:nvPr/>
        </p:nvGraphicFramePr>
        <p:xfrm>
          <a:off x="6672263" y="4549776"/>
          <a:ext cx="381635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441600" imgH="799920" progId="Equation.DSMT4">
                  <p:embed/>
                </p:oleObj>
              </mc:Choice>
              <mc:Fallback>
                <p:oleObj name="Equation" r:id="rId22" imgW="344160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4549776"/>
                        <a:ext cx="381635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8861" name="Object 29"/>
          <p:cNvGraphicFramePr>
            <a:graphicFrameLocks noChangeAspect="1"/>
          </p:cNvGraphicFramePr>
          <p:nvPr/>
        </p:nvGraphicFramePr>
        <p:xfrm>
          <a:off x="2711450" y="5516563"/>
          <a:ext cx="154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49080" imgH="838080" progId="Equation.DSMT4">
                  <p:embed/>
                </p:oleObj>
              </mc:Choice>
              <mc:Fallback>
                <p:oleObj name="Equation" r:id="rId24" imgW="154908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516563"/>
                        <a:ext cx="1549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8523288" y="1447800"/>
            <a:ext cx="1801812" cy="1981200"/>
            <a:chOff x="4272" y="1200"/>
            <a:chExt cx="1135" cy="1248"/>
          </a:xfrm>
        </p:grpSpPr>
        <p:grpSp>
          <p:nvGrpSpPr>
            <p:cNvPr id="23582" name="Group 31"/>
            <p:cNvGrpSpPr>
              <a:grpSpLocks/>
            </p:cNvGrpSpPr>
            <p:nvPr/>
          </p:nvGrpSpPr>
          <p:grpSpPr bwMode="auto">
            <a:xfrm>
              <a:off x="4272" y="1200"/>
              <a:ext cx="1135" cy="1248"/>
              <a:chOff x="4272" y="1277"/>
              <a:chExt cx="1135" cy="1248"/>
            </a:xfrm>
          </p:grpSpPr>
          <p:sp>
            <p:nvSpPr>
              <p:cNvPr id="23584" name="Arc 32"/>
              <p:cNvSpPr>
                <a:spLocks/>
              </p:cNvSpPr>
              <p:nvPr/>
            </p:nvSpPr>
            <p:spPr bwMode="auto">
              <a:xfrm>
                <a:off x="4276" y="1613"/>
                <a:ext cx="956" cy="576"/>
              </a:xfrm>
              <a:custGeom>
                <a:avLst/>
                <a:gdLst>
                  <a:gd name="T0" fmla="*/ 956 w 37642"/>
                  <a:gd name="T1" fmla="*/ 283 h 21600"/>
                  <a:gd name="T2" fmla="*/ 0 w 37642"/>
                  <a:gd name="T3" fmla="*/ 283 h 21600"/>
                  <a:gd name="T4" fmla="*/ 478 w 3764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7642"/>
                  <a:gd name="T10" fmla="*/ 0 h 21600"/>
                  <a:gd name="T11" fmla="*/ 37642 w 3764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642" h="21600" fill="none" extrusionOk="0">
                    <a:moveTo>
                      <a:pt x="37642" y="10595"/>
                    </a:moveTo>
                    <a:cubicBezTo>
                      <a:pt x="33815" y="17393"/>
                      <a:pt x="26620" y="21599"/>
                      <a:pt x="18819" y="21600"/>
                    </a:cubicBezTo>
                    <a:cubicBezTo>
                      <a:pt x="11020" y="21600"/>
                      <a:pt x="3827" y="17396"/>
                      <a:pt x="-1" y="10602"/>
                    </a:cubicBezTo>
                  </a:path>
                  <a:path w="37642" h="21600" stroke="0" extrusionOk="0">
                    <a:moveTo>
                      <a:pt x="37642" y="10595"/>
                    </a:moveTo>
                    <a:cubicBezTo>
                      <a:pt x="33815" y="17393"/>
                      <a:pt x="26620" y="21599"/>
                      <a:pt x="18819" y="21600"/>
                    </a:cubicBezTo>
                    <a:cubicBezTo>
                      <a:pt x="11020" y="21600"/>
                      <a:pt x="3827" y="17396"/>
                      <a:pt x="-1" y="10602"/>
                    </a:cubicBezTo>
                    <a:lnTo>
                      <a:pt x="18819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585" name="Arc 33"/>
              <p:cNvSpPr>
                <a:spLocks/>
              </p:cNvSpPr>
              <p:nvPr/>
            </p:nvSpPr>
            <p:spPr bwMode="auto">
              <a:xfrm>
                <a:off x="4272" y="1613"/>
                <a:ext cx="956" cy="576"/>
              </a:xfrm>
              <a:custGeom>
                <a:avLst/>
                <a:gdLst>
                  <a:gd name="T0" fmla="*/ 0 w 37272"/>
                  <a:gd name="T1" fmla="*/ 282 h 21600"/>
                  <a:gd name="T2" fmla="*/ 956 w 37272"/>
                  <a:gd name="T3" fmla="*/ 287 h 21600"/>
                  <a:gd name="T4" fmla="*/ 477 w 37272"/>
                  <a:gd name="T5" fmla="*/ 576 h 21600"/>
                  <a:gd name="T6" fmla="*/ 0 60000 65536"/>
                  <a:gd name="T7" fmla="*/ 0 60000 65536"/>
                  <a:gd name="T8" fmla="*/ 0 60000 65536"/>
                  <a:gd name="T9" fmla="*/ 0 w 37272"/>
                  <a:gd name="T10" fmla="*/ 0 h 21600"/>
                  <a:gd name="T11" fmla="*/ 37272 w 372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272" h="21600" fill="none" extrusionOk="0">
                    <a:moveTo>
                      <a:pt x="0" y="10584"/>
                    </a:moveTo>
                    <a:cubicBezTo>
                      <a:pt x="3890" y="4022"/>
                      <a:pt x="10952" y="-1"/>
                      <a:pt x="18580" y="0"/>
                    </a:cubicBezTo>
                    <a:cubicBezTo>
                      <a:pt x="26286" y="0"/>
                      <a:pt x="33409" y="4106"/>
                      <a:pt x="37271" y="10775"/>
                    </a:cubicBezTo>
                  </a:path>
                  <a:path w="37272" h="21600" stroke="0" extrusionOk="0">
                    <a:moveTo>
                      <a:pt x="0" y="10584"/>
                    </a:moveTo>
                    <a:cubicBezTo>
                      <a:pt x="3890" y="4022"/>
                      <a:pt x="10952" y="-1"/>
                      <a:pt x="18580" y="0"/>
                    </a:cubicBezTo>
                    <a:cubicBezTo>
                      <a:pt x="26286" y="0"/>
                      <a:pt x="33409" y="4106"/>
                      <a:pt x="37271" y="10775"/>
                    </a:cubicBezTo>
                    <a:lnTo>
                      <a:pt x="1858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graphicFrame>
            <p:nvGraphicFramePr>
              <p:cNvPr id="23565" name="Object 34"/>
              <p:cNvGraphicFramePr>
                <a:graphicFrameLocks noChangeAspect="1"/>
              </p:cNvGraphicFramePr>
              <p:nvPr/>
            </p:nvGraphicFramePr>
            <p:xfrm>
              <a:off x="4800" y="1411"/>
              <a:ext cx="159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279360" imgH="304560" progId="Equation.3">
                      <p:embed/>
                    </p:oleObj>
                  </mc:Choice>
                  <mc:Fallback>
                    <p:oleObj name="Equation" r:id="rId26" imgW="27936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1411"/>
                            <a:ext cx="159" cy="1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6" name="Line 35"/>
              <p:cNvSpPr>
                <a:spLocks noChangeShapeType="1"/>
              </p:cNvSpPr>
              <p:nvPr/>
            </p:nvSpPr>
            <p:spPr bwMode="auto">
              <a:xfrm flipH="1">
                <a:off x="4488" y="2171"/>
                <a:ext cx="27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7" name="Line 36"/>
              <p:cNvSpPr>
                <a:spLocks noChangeShapeType="1"/>
              </p:cNvSpPr>
              <p:nvPr/>
            </p:nvSpPr>
            <p:spPr bwMode="auto">
              <a:xfrm>
                <a:off x="4273" y="2189"/>
                <a:ext cx="11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8" name="Line 37"/>
              <p:cNvSpPr>
                <a:spLocks noChangeShapeType="1"/>
              </p:cNvSpPr>
              <p:nvPr/>
            </p:nvSpPr>
            <p:spPr bwMode="auto">
              <a:xfrm flipV="1">
                <a:off x="4761" y="1277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6" name="Object 38"/>
              <p:cNvGraphicFramePr>
                <a:graphicFrameLocks noChangeAspect="1"/>
              </p:cNvGraphicFramePr>
              <p:nvPr/>
            </p:nvGraphicFramePr>
            <p:xfrm>
              <a:off x="4588" y="1318"/>
              <a:ext cx="123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215640" imgH="215640" progId="Equation.3">
                      <p:embed/>
                    </p:oleObj>
                  </mc:Choice>
                  <mc:Fallback>
                    <p:oleObj name="Equation" r:id="rId28" imgW="21564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8" y="1318"/>
                            <a:ext cx="123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7" name="Object 39"/>
              <p:cNvGraphicFramePr>
                <a:graphicFrameLocks noChangeAspect="1"/>
              </p:cNvGraphicFramePr>
              <p:nvPr/>
            </p:nvGraphicFramePr>
            <p:xfrm>
              <a:off x="5232" y="2259"/>
              <a:ext cx="137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241200" imgH="317160" progId="Equation.3">
                      <p:embed/>
                    </p:oleObj>
                  </mc:Choice>
                  <mc:Fallback>
                    <p:oleObj name="Equation" r:id="rId30" imgW="241200" imgH="3171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2" y="2259"/>
                            <a:ext cx="137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8" name="Object 40"/>
              <p:cNvGraphicFramePr>
                <a:graphicFrameLocks noChangeAspect="1"/>
              </p:cNvGraphicFramePr>
              <p:nvPr/>
            </p:nvGraphicFramePr>
            <p:xfrm>
              <a:off x="4598" y="2389"/>
              <a:ext cx="129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228600" imgH="241200" progId="Equation.3">
                      <p:embed/>
                    </p:oleObj>
                  </mc:Choice>
                  <mc:Fallback>
                    <p:oleObj name="Equation" r:id="rId32" imgW="22860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8" y="2389"/>
                            <a:ext cx="129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9" name="Object 41"/>
              <p:cNvGraphicFramePr>
                <a:graphicFrameLocks noChangeAspect="1"/>
              </p:cNvGraphicFramePr>
              <p:nvPr/>
            </p:nvGraphicFramePr>
            <p:xfrm>
              <a:off x="4752" y="2225"/>
              <a:ext cx="122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4" imgW="215640" imgH="241200" progId="Equation.3">
                      <p:embed/>
                    </p:oleObj>
                  </mc:Choice>
                  <mc:Fallback>
                    <p:oleObj name="Equation" r:id="rId34" imgW="21564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2225"/>
                            <a:ext cx="122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9" name="Line 42"/>
              <p:cNvSpPr>
                <a:spLocks noChangeShapeType="1"/>
              </p:cNvSpPr>
              <p:nvPr/>
            </p:nvSpPr>
            <p:spPr bwMode="auto">
              <a:xfrm flipV="1">
                <a:off x="4761" y="1613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0" name="Oval 43"/>
              <p:cNvSpPr>
                <a:spLocks noChangeArrowheads="1"/>
              </p:cNvSpPr>
              <p:nvPr/>
            </p:nvSpPr>
            <p:spPr bwMode="auto">
              <a:xfrm>
                <a:off x="4738" y="1879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591" name="Arc 44"/>
              <p:cNvSpPr>
                <a:spLocks/>
              </p:cNvSpPr>
              <p:nvPr/>
            </p:nvSpPr>
            <p:spPr bwMode="auto">
              <a:xfrm>
                <a:off x="4273" y="1807"/>
                <a:ext cx="948" cy="95"/>
              </a:xfrm>
              <a:custGeom>
                <a:avLst/>
                <a:gdLst>
                  <a:gd name="T0" fmla="*/ 0 w 43192"/>
                  <a:gd name="T1" fmla="*/ 92 h 21600"/>
                  <a:gd name="T2" fmla="*/ 948 w 43192"/>
                  <a:gd name="T3" fmla="*/ 95 h 21600"/>
                  <a:gd name="T4" fmla="*/ 474 w 43192"/>
                  <a:gd name="T5" fmla="*/ 95 h 21600"/>
                  <a:gd name="T6" fmla="*/ 0 60000 65536"/>
                  <a:gd name="T7" fmla="*/ 0 60000 65536"/>
                  <a:gd name="T8" fmla="*/ 0 60000 65536"/>
                  <a:gd name="T9" fmla="*/ 0 w 43192"/>
                  <a:gd name="T10" fmla="*/ 0 h 21600"/>
                  <a:gd name="T11" fmla="*/ 43192 w 4319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2" h="21600" fill="none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592" name="Arc 45"/>
              <p:cNvSpPr>
                <a:spLocks/>
              </p:cNvSpPr>
              <p:nvPr/>
            </p:nvSpPr>
            <p:spPr bwMode="auto">
              <a:xfrm>
                <a:off x="4272" y="1902"/>
                <a:ext cx="948" cy="95"/>
              </a:xfrm>
              <a:custGeom>
                <a:avLst/>
                <a:gdLst>
                  <a:gd name="T0" fmla="*/ 948 w 43195"/>
                  <a:gd name="T1" fmla="*/ 2 h 21600"/>
                  <a:gd name="T2" fmla="*/ 0 w 43195"/>
                  <a:gd name="T3" fmla="*/ 0 h 21600"/>
                  <a:gd name="T4" fmla="*/ 474 w 4319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5"/>
                  <a:gd name="T10" fmla="*/ 0 h 21600"/>
                  <a:gd name="T11" fmla="*/ 43195 w 431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5" h="21600" fill="none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195" h="21600" stroke="0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3564" name="Object 46"/>
            <p:cNvGraphicFramePr>
              <a:graphicFrameLocks noChangeAspect="1"/>
            </p:cNvGraphicFramePr>
            <p:nvPr/>
          </p:nvGraphicFramePr>
          <p:xfrm>
            <a:off x="5184" y="1296"/>
            <a:ext cx="160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253800" imgH="558720" progId="Equation.3">
                    <p:embed/>
                  </p:oleObj>
                </mc:Choice>
                <mc:Fallback>
                  <p:oleObj name="Equation" r:id="rId36" imgW="253800" imgH="558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296"/>
                          <a:ext cx="160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3" name="Freeform 47"/>
            <p:cNvSpPr>
              <a:spLocks/>
            </p:cNvSpPr>
            <p:nvPr/>
          </p:nvSpPr>
          <p:spPr bwMode="auto">
            <a:xfrm>
              <a:off x="4800" y="1584"/>
              <a:ext cx="384" cy="240"/>
            </a:xfrm>
            <a:custGeom>
              <a:avLst/>
              <a:gdLst>
                <a:gd name="T0" fmla="*/ 0 w 336"/>
                <a:gd name="T1" fmla="*/ 240 h 240"/>
                <a:gd name="T2" fmla="*/ 192 w 336"/>
                <a:gd name="T3" fmla="*/ 192 h 240"/>
                <a:gd name="T4" fmla="*/ 336 w 336"/>
                <a:gd name="T5" fmla="*/ 0 h 240"/>
                <a:gd name="T6" fmla="*/ 0 60000 65536"/>
                <a:gd name="T7" fmla="*/ 0 60000 65536"/>
                <a:gd name="T8" fmla="*/ 0 60000 65536"/>
                <a:gd name="T9" fmla="*/ 0 w 336"/>
                <a:gd name="T10" fmla="*/ 0 h 240"/>
                <a:gd name="T11" fmla="*/ 336 w 336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240">
                  <a:moveTo>
                    <a:pt x="0" y="240"/>
                  </a:moveTo>
                  <a:cubicBezTo>
                    <a:pt x="68" y="236"/>
                    <a:pt x="136" y="232"/>
                    <a:pt x="192" y="192"/>
                  </a:cubicBezTo>
                  <a:cubicBezTo>
                    <a:pt x="248" y="152"/>
                    <a:pt x="292" y="76"/>
                    <a:pt x="336" y="0"/>
                  </a:cubicBezTo>
                </a:path>
              </a:pathLst>
            </a:cu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745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8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8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8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8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8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8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8852" grpId="0" autoUpdateAnimBg="0"/>
      <p:bldP spid="888853" grpId="0" autoUpdateAnimBg="0"/>
      <p:bldP spid="88885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9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743201"/>
            <a:ext cx="2209800" cy="209867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0995" name="Text Box 3"/>
          <p:cNvSpPr txBox="1">
            <a:spLocks noChangeArrowheads="1"/>
          </p:cNvSpPr>
          <p:nvPr/>
        </p:nvSpPr>
        <p:spPr bwMode="auto">
          <a:xfrm>
            <a:off x="2438400" y="2895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40996" name="Object 4"/>
          <p:cNvGraphicFramePr>
            <a:graphicFrameLocks noChangeAspect="1"/>
          </p:cNvGraphicFramePr>
          <p:nvPr/>
        </p:nvGraphicFramePr>
        <p:xfrm>
          <a:off x="3276600" y="2819400"/>
          <a:ext cx="25860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09800" imgH="520700" progId="Equation.3">
                  <p:embed/>
                </p:oleObj>
              </mc:Choice>
              <mc:Fallback>
                <p:oleObj name="公式" r:id="rId4" imgW="22098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819400"/>
                        <a:ext cx="25860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0997" name="Object 5"/>
          <p:cNvGraphicFramePr>
            <a:graphicFrameLocks noChangeAspect="1"/>
          </p:cNvGraphicFramePr>
          <p:nvPr/>
        </p:nvGraphicFramePr>
        <p:xfrm>
          <a:off x="2479676" y="3581401"/>
          <a:ext cx="533241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559300" imgH="469900" progId="Equation.3">
                  <p:embed/>
                </p:oleObj>
              </mc:Choice>
              <mc:Fallback>
                <p:oleObj name="公式" r:id="rId6" imgW="4559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6" y="3581401"/>
                        <a:ext cx="5332413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0998" name="Line 6"/>
          <p:cNvSpPr>
            <a:spLocks noChangeShapeType="1"/>
          </p:cNvSpPr>
          <p:nvPr/>
        </p:nvSpPr>
        <p:spPr bwMode="auto">
          <a:xfrm>
            <a:off x="5486400" y="4156075"/>
            <a:ext cx="1371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34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073849"/>
              </p:ext>
            </p:extLst>
          </p:nvPr>
        </p:nvGraphicFramePr>
        <p:xfrm>
          <a:off x="2286000" y="823121"/>
          <a:ext cx="7324725" cy="171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7398626" imgH="1735515" progId="Word.Document.8">
                  <p:embed/>
                </p:oleObj>
              </mc:Choice>
              <mc:Fallback>
                <p:oleObj name="Document" r:id="rId8" imgW="7398626" imgH="17355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823121"/>
                        <a:ext cx="7324725" cy="171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00" name="Object 8"/>
          <p:cNvGraphicFramePr>
            <a:graphicFrameLocks noChangeAspect="1"/>
          </p:cNvGraphicFramePr>
          <p:nvPr/>
        </p:nvGraphicFramePr>
        <p:xfrm>
          <a:off x="2463800" y="4457700"/>
          <a:ext cx="5994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5486400" imgH="485775" progId="Word.Document.8">
                  <p:embed/>
                </p:oleObj>
              </mc:Choice>
              <mc:Fallback>
                <p:oleObj name="文档" r:id="rId10" imgW="5486400" imgH="4857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4457700"/>
                        <a:ext cx="5994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01" name="Object 9"/>
          <p:cNvGraphicFramePr>
            <a:graphicFrameLocks noChangeAspect="1"/>
          </p:cNvGraphicFramePr>
          <p:nvPr/>
        </p:nvGraphicFramePr>
        <p:xfrm>
          <a:off x="2286000" y="5308600"/>
          <a:ext cx="3822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2" imgW="3819525" imgH="466725" progId="Word.Document.8">
                  <p:embed/>
                </p:oleObj>
              </mc:Choice>
              <mc:Fallback>
                <p:oleObj name="文档" r:id="rId12" imgW="3819525" imgH="4667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308600"/>
                        <a:ext cx="3822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183350"/>
              </p:ext>
            </p:extLst>
          </p:nvPr>
        </p:nvGraphicFramePr>
        <p:xfrm>
          <a:off x="5716588" y="5256213"/>
          <a:ext cx="497840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3867408" imgH="800309" progId="Word.Document.8">
                  <p:embed/>
                </p:oleObj>
              </mc:Choice>
              <mc:Fallback>
                <p:oleObj name="Document" r:id="rId14" imgW="3867408" imgH="8003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6588" y="5256213"/>
                        <a:ext cx="4978400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286000" y="823121"/>
            <a:ext cx="8808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7</a:t>
            </a:r>
            <a:endParaRPr lang="zh-CN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989344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 autoUpdateAnimBg="0"/>
      <p:bldP spid="34099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2"/>
          <p:cNvGraphicFramePr>
            <a:graphicFrameLocks noChangeAspect="1"/>
          </p:cNvGraphicFramePr>
          <p:nvPr/>
        </p:nvGraphicFramePr>
        <p:xfrm>
          <a:off x="2235200" y="1066800"/>
          <a:ext cx="6070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065367" imgH="464092" progId="Word.Document.8">
                  <p:embed/>
                </p:oleObj>
              </mc:Choice>
              <mc:Fallback>
                <p:oleObj name="文档" r:id="rId2" imgW="6065367" imgH="4640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1066800"/>
                        <a:ext cx="6070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19" name="Object 3"/>
          <p:cNvGraphicFramePr>
            <a:graphicFrameLocks noChangeAspect="1"/>
          </p:cNvGraphicFramePr>
          <p:nvPr/>
        </p:nvGraphicFramePr>
        <p:xfrm>
          <a:off x="2376488" y="1993900"/>
          <a:ext cx="3924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3924300" imgH="542925" progId="Word.Document.8">
                  <p:embed/>
                </p:oleObj>
              </mc:Choice>
              <mc:Fallback>
                <p:oleObj name="文档" r:id="rId4" imgW="3924300" imgH="5429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1993900"/>
                        <a:ext cx="39243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944729"/>
              </p:ext>
            </p:extLst>
          </p:nvPr>
        </p:nvGraphicFramePr>
        <p:xfrm>
          <a:off x="5798185" y="1846216"/>
          <a:ext cx="2387872" cy="862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080" imgH="380880" progId="Equation.DSMT4">
                  <p:embed/>
                </p:oleObj>
              </mc:Choice>
              <mc:Fallback>
                <p:oleObj name="Equation" r:id="rId6" imgW="1054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8185" y="1846216"/>
                        <a:ext cx="2387872" cy="862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038879"/>
              </p:ext>
            </p:extLst>
          </p:nvPr>
        </p:nvGraphicFramePr>
        <p:xfrm>
          <a:off x="2474913" y="3067050"/>
          <a:ext cx="7075487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486809" imgH="800309" progId="Word.Document.8">
                  <p:embed/>
                </p:oleObj>
              </mc:Choice>
              <mc:Fallback>
                <p:oleObj name="Document" r:id="rId8" imgW="5486809" imgH="8003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3067050"/>
                        <a:ext cx="7075487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2" name="Object 6"/>
          <p:cNvGraphicFramePr>
            <a:graphicFrameLocks noChangeAspect="1"/>
          </p:cNvGraphicFramePr>
          <p:nvPr/>
        </p:nvGraphicFramePr>
        <p:xfrm>
          <a:off x="2438400" y="4140200"/>
          <a:ext cx="5943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5486400" imgH="800100" progId="Word.Document.8">
                  <p:embed/>
                </p:oleObj>
              </mc:Choice>
              <mc:Fallback>
                <p:oleObj name="文档" r:id="rId10" imgW="5486400" imgH="8001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140200"/>
                        <a:ext cx="59436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3" name="Object 7"/>
          <p:cNvGraphicFramePr>
            <a:graphicFrameLocks noChangeAspect="1"/>
          </p:cNvGraphicFramePr>
          <p:nvPr/>
        </p:nvGraphicFramePr>
        <p:xfrm>
          <a:off x="2841625" y="5083104"/>
          <a:ext cx="3837190" cy="857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01720" imgH="380880" progId="Equation.DSMT4">
                  <p:embed/>
                </p:oleObj>
              </mc:Choice>
              <mc:Fallback>
                <p:oleObj name="Equation" r:id="rId12" imgW="1701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5083104"/>
                        <a:ext cx="3837190" cy="857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432132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489374"/>
              </p:ext>
            </p:extLst>
          </p:nvPr>
        </p:nvGraphicFramePr>
        <p:xfrm>
          <a:off x="2269945" y="1128714"/>
          <a:ext cx="30241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914777" imgH="458656" progId="Word.Document.8">
                  <p:embed/>
                </p:oleObj>
              </mc:Choice>
              <mc:Fallback>
                <p:oleObj name="Document" r:id="rId2" imgW="2914777" imgH="4586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9945" y="1128714"/>
                        <a:ext cx="302418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863521"/>
              </p:ext>
            </p:extLst>
          </p:nvPr>
        </p:nvGraphicFramePr>
        <p:xfrm>
          <a:off x="2451100" y="1910919"/>
          <a:ext cx="164782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0200" imgH="368300" progId="Equation.3">
                  <p:embed/>
                </p:oleObj>
              </mc:Choice>
              <mc:Fallback>
                <p:oleObj name="公式" r:id="rId4" imgW="16002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1910919"/>
                        <a:ext cx="1647825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015932"/>
              </p:ext>
            </p:extLst>
          </p:nvPr>
        </p:nvGraphicFramePr>
        <p:xfrm>
          <a:off x="4531230" y="1957389"/>
          <a:ext cx="13747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33500" imgH="368300" progId="Equation.3">
                  <p:embed/>
                </p:oleObj>
              </mc:Choice>
              <mc:Fallback>
                <p:oleObj name="公式" r:id="rId6" imgW="13335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1230" y="1957389"/>
                        <a:ext cx="13747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176631"/>
              </p:ext>
            </p:extLst>
          </p:nvPr>
        </p:nvGraphicFramePr>
        <p:xfrm>
          <a:off x="6338310" y="1857737"/>
          <a:ext cx="24733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00300" imgH="469900" progId="Equation.3">
                  <p:embed/>
                </p:oleObj>
              </mc:Choice>
              <mc:Fallback>
                <p:oleObj name="公式" r:id="rId8" imgW="2400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310" y="1857737"/>
                        <a:ext cx="24733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870797"/>
              </p:ext>
            </p:extLst>
          </p:nvPr>
        </p:nvGraphicFramePr>
        <p:xfrm>
          <a:off x="4636367" y="2643188"/>
          <a:ext cx="16351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89100" imgH="469900" progId="Equation.3">
                  <p:embed/>
                </p:oleObj>
              </mc:Choice>
              <mc:Fallback>
                <p:oleObj name="公式" r:id="rId10" imgW="16891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6367" y="2643188"/>
                        <a:ext cx="16351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65056"/>
              </p:ext>
            </p:extLst>
          </p:nvPr>
        </p:nvGraphicFramePr>
        <p:xfrm>
          <a:off x="2269945" y="2674939"/>
          <a:ext cx="2628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2" imgW="2638425" imgH="561975" progId="Word.Document.8">
                  <p:embed/>
                </p:oleObj>
              </mc:Choice>
              <mc:Fallback>
                <p:oleObj name="文档" r:id="rId12" imgW="2638425" imgH="5619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9945" y="2674939"/>
                        <a:ext cx="26289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862855"/>
              </p:ext>
            </p:extLst>
          </p:nvPr>
        </p:nvGraphicFramePr>
        <p:xfrm>
          <a:off x="2269945" y="3251505"/>
          <a:ext cx="5172869" cy="915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82600" imgH="368280" progId="Equation.DSMT4">
                  <p:embed/>
                </p:oleObj>
              </mc:Choice>
              <mc:Fallback>
                <p:oleObj name="Equation" r:id="rId14" imgW="20826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9945" y="3251505"/>
                        <a:ext cx="5172869" cy="915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522285"/>
              </p:ext>
            </p:extLst>
          </p:nvPr>
        </p:nvGraphicFramePr>
        <p:xfrm>
          <a:off x="2269945" y="4321480"/>
          <a:ext cx="2512458" cy="9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30040" imgH="406080" progId="Equation.DSMT4">
                  <p:embed/>
                </p:oleObj>
              </mc:Choice>
              <mc:Fallback>
                <p:oleObj name="Equation" r:id="rId16" imgW="1130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9945" y="4321480"/>
                        <a:ext cx="2512458" cy="906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59134" y="532014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815259"/>
              </p:ext>
            </p:extLst>
          </p:nvPr>
        </p:nvGraphicFramePr>
        <p:xfrm>
          <a:off x="1761945" y="5320146"/>
          <a:ext cx="9764068" cy="932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987720" imgH="380880" progId="Equation.DSMT4">
                  <p:embed/>
                </p:oleObj>
              </mc:Choice>
              <mc:Fallback>
                <p:oleObj name="Equation" r:id="rId18" imgW="3987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761945" y="5320146"/>
                        <a:ext cx="9764068" cy="932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354244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4CB1-E9D4-4843-882A-873FDAB8221C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202754" name="Rectangle 2"/>
          <p:cNvSpPr>
            <a:spLocks noChangeArrowheads="1"/>
          </p:cNvSpPr>
          <p:nvPr/>
        </p:nvSpPr>
        <p:spPr bwMode="black">
          <a:xfrm>
            <a:off x="1981200" y="501650"/>
            <a:ext cx="8001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证明曲面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+1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上任一点的切平面与曲面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所围立体的体积为定值。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black">
          <a:xfrm>
            <a:off x="1981200" y="1492250"/>
            <a:ext cx="8077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证明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2800" b="1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kumimoji="1" lang="en-US" altLang="zh-CN" sz="2800" b="1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是曲面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+1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上任意取</a:t>
            </a:r>
          </a:p>
          <a:p>
            <a:r>
              <a:rPr kumimoji="1" lang="zh-CN" altLang="en-US" sz="2800" b="1" dirty="0">
                <a:latin typeface="Times New Roman" panose="02020603050405020304" pitchFamily="18" charset="0"/>
              </a:rPr>
              <a:t>            定的一点，</a:t>
            </a:r>
          </a:p>
        </p:txBody>
      </p:sp>
      <p:graphicFrame>
        <p:nvGraphicFramePr>
          <p:cNvPr id="202756" name="Object 4"/>
          <p:cNvGraphicFramePr>
            <a:graphicFrameLocks noChangeAspect="1"/>
          </p:cNvGraphicFramePr>
          <p:nvPr/>
        </p:nvGraphicFramePr>
        <p:xfrm>
          <a:off x="4267201" y="2971801"/>
          <a:ext cx="569436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228600" progId="Equation.DSMT4">
                  <p:embed/>
                </p:oleObj>
              </mc:Choice>
              <mc:Fallback>
                <p:oleObj name="Equation" r:id="rId2" imgW="2476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267201" y="2971801"/>
                        <a:ext cx="5694363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7" name="Rectangle 5"/>
          <p:cNvSpPr>
            <a:spLocks noChangeArrowheads="1"/>
          </p:cNvSpPr>
          <p:nvPr/>
        </p:nvSpPr>
        <p:spPr bwMode="black">
          <a:xfrm>
            <a:off x="2133600" y="3505201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</a:rPr>
              <a:t>整理得 </a:t>
            </a:r>
          </a:p>
        </p:txBody>
      </p:sp>
      <p:graphicFrame>
        <p:nvGraphicFramePr>
          <p:cNvPr id="2027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671821"/>
              </p:ext>
            </p:extLst>
          </p:nvPr>
        </p:nvGraphicFramePr>
        <p:xfrm>
          <a:off x="4249738" y="3505200"/>
          <a:ext cx="4700587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440" imgH="241200" progId="Equation.DSMT4">
                  <p:embed/>
                </p:oleObj>
              </mc:Choice>
              <mc:Fallback>
                <p:oleObj name="Equation" r:id="rId4" imgW="2044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249738" y="3505200"/>
                        <a:ext cx="4700587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9" name="Object 7"/>
          <p:cNvGraphicFramePr>
            <a:graphicFrameLocks noChangeAspect="1"/>
          </p:cNvGraphicFramePr>
          <p:nvPr/>
        </p:nvGraphicFramePr>
        <p:xfrm>
          <a:off x="7239001" y="2446338"/>
          <a:ext cx="248126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280" imgH="228600" progId="Equation.DSMT4">
                  <p:embed/>
                </p:oleObj>
              </mc:Choice>
              <mc:Fallback>
                <p:oleObj name="Equation" r:id="rId6" imgW="1079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239001" y="2446338"/>
                        <a:ext cx="2481263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60" name="Rectangle 8"/>
          <p:cNvSpPr>
            <a:spLocks noChangeArrowheads="1"/>
          </p:cNvSpPr>
          <p:nvPr/>
        </p:nvSpPr>
        <p:spPr bwMode="black">
          <a:xfrm>
            <a:off x="2362200" y="2446338"/>
            <a:ext cx="579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</a:rPr>
              <a:t>该曲面在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="1" baseline="-30000"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点的法向量可取</a:t>
            </a:r>
          </a:p>
        </p:txBody>
      </p:sp>
      <p:sp>
        <p:nvSpPr>
          <p:cNvPr id="202761" name="Rectangle 9"/>
          <p:cNvSpPr>
            <a:spLocks noChangeArrowheads="1"/>
          </p:cNvSpPr>
          <p:nvPr/>
        </p:nvSpPr>
        <p:spPr bwMode="black">
          <a:xfrm>
            <a:off x="2133600" y="4191000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切平面与曲面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+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的交线在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xoy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平面上的投影曲线方程为</a:t>
            </a:r>
          </a:p>
        </p:txBody>
      </p:sp>
      <p:graphicFrame>
        <p:nvGraphicFramePr>
          <p:cNvPr id="2027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196851"/>
              </p:ext>
            </p:extLst>
          </p:nvPr>
        </p:nvGraphicFramePr>
        <p:xfrm>
          <a:off x="3321050" y="5181600"/>
          <a:ext cx="5313363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11200" imgH="495000" progId="Equation.DSMT4">
                  <p:embed/>
                </p:oleObj>
              </mc:Choice>
              <mc:Fallback>
                <p:oleObj name="Equation" r:id="rId8" imgW="23112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321050" y="5181600"/>
                        <a:ext cx="5313363" cy="1138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63" name="Text Box 11"/>
          <p:cNvSpPr txBox="1">
            <a:spLocks noChangeArrowheads="1"/>
          </p:cNvSpPr>
          <p:nvPr/>
        </p:nvSpPr>
        <p:spPr bwMode="auto">
          <a:xfrm>
            <a:off x="2117726" y="2981326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</a:rPr>
              <a:t>切平面方程：</a:t>
            </a:r>
          </a:p>
        </p:txBody>
      </p:sp>
    </p:spTree>
    <p:extLst>
      <p:ext uri="{BB962C8B-B14F-4D97-AF65-F5344CB8AC3E}">
        <p14:creationId xmlns:p14="http://schemas.microsoft.com/office/powerpoint/2010/main" val="22486246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autoUpdateAnimBg="0"/>
      <p:bldP spid="202755" grpId="0" autoUpdateAnimBg="0"/>
      <p:bldP spid="202757" grpId="0" autoUpdateAnimBg="0"/>
      <p:bldP spid="202760" grpId="0" autoUpdateAnimBg="0"/>
      <p:bldP spid="202761" grpId="0" autoUpdateAnimBg="0"/>
      <p:bldP spid="20276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6E6B-80D3-4993-8401-9245B313090A}" type="slidenum">
              <a:rPr lang="en-US" altLang="zh-CN"/>
              <a:pPr/>
              <a:t>25</a:t>
            </a:fld>
            <a:endParaRPr lang="en-US" altLang="zh-CN"/>
          </a:p>
        </p:txBody>
      </p:sp>
      <p:graphicFrame>
        <p:nvGraphicFramePr>
          <p:cNvPr id="203778" name="Object 2"/>
          <p:cNvGraphicFramePr>
            <a:graphicFrameLocks noChangeAspect="1"/>
          </p:cNvGraphicFramePr>
          <p:nvPr/>
        </p:nvGraphicFramePr>
        <p:xfrm>
          <a:off x="2590800" y="533401"/>
          <a:ext cx="49911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95600" imgH="520560" progId="Equation.DSMT4">
                  <p:embed/>
                </p:oleObj>
              </mc:Choice>
              <mc:Fallback>
                <p:oleObj name="Equation" r:id="rId2" imgW="52956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90800" y="533401"/>
                        <a:ext cx="4991100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79" name="Object 3"/>
          <p:cNvGraphicFramePr>
            <a:graphicFrameLocks noChangeAspect="1"/>
          </p:cNvGraphicFramePr>
          <p:nvPr/>
        </p:nvGraphicFramePr>
        <p:xfrm>
          <a:off x="2690814" y="1219200"/>
          <a:ext cx="23637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380880" progId="Equation.DSMT4">
                  <p:embed/>
                </p:oleObj>
              </mc:Choice>
              <mc:Fallback>
                <p:oleObj name="Equation" r:id="rId4" imgW="965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90814" y="1219200"/>
                        <a:ext cx="2363787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0" name="Object 4"/>
          <p:cNvGraphicFramePr>
            <a:graphicFrameLocks noChangeAspect="1"/>
          </p:cNvGraphicFramePr>
          <p:nvPr/>
        </p:nvGraphicFramePr>
        <p:xfrm>
          <a:off x="2919414" y="3124201"/>
          <a:ext cx="5691187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23800" imgH="419040" progId="Equation.3">
                  <p:embed/>
                </p:oleObj>
              </mc:Choice>
              <mc:Fallback>
                <p:oleObj name="公式" r:id="rId6" imgW="23238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19414" y="3124201"/>
                        <a:ext cx="5691187" cy="1027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1" name="Object 5"/>
          <p:cNvGraphicFramePr>
            <a:graphicFrameLocks noChangeAspect="1"/>
          </p:cNvGraphicFramePr>
          <p:nvPr/>
        </p:nvGraphicFramePr>
        <p:xfrm>
          <a:off x="2919413" y="4038601"/>
          <a:ext cx="3700462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11280" imgH="393480" progId="Equation.3">
                  <p:embed/>
                </p:oleObj>
              </mc:Choice>
              <mc:Fallback>
                <p:oleObj name="公式" r:id="rId8" imgW="1511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19413" y="4038601"/>
                        <a:ext cx="3700462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2" name="Object 6"/>
          <p:cNvGraphicFramePr>
            <a:graphicFrameLocks noChangeAspect="1"/>
          </p:cNvGraphicFramePr>
          <p:nvPr/>
        </p:nvGraphicFramePr>
        <p:xfrm>
          <a:off x="2919413" y="5056189"/>
          <a:ext cx="298450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18960" imgH="330120" progId="Equation.3">
                  <p:embed/>
                </p:oleObj>
              </mc:Choice>
              <mc:Fallback>
                <p:oleObj name="公式" r:id="rId10" imgW="12189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19413" y="5056189"/>
                        <a:ext cx="2984500" cy="80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20790"/>
              </p:ext>
            </p:extLst>
          </p:nvPr>
        </p:nvGraphicFramePr>
        <p:xfrm>
          <a:off x="2981325" y="1981200"/>
          <a:ext cx="429260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52480" imgH="469800" progId="Equation.DSMT4">
                  <p:embed/>
                </p:oleObj>
              </mc:Choice>
              <mc:Fallback>
                <p:oleObj name="Equation" r:id="rId12" imgW="1752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81325" y="1981200"/>
                        <a:ext cx="4292600" cy="1150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445757"/>
              </p:ext>
            </p:extLst>
          </p:nvPr>
        </p:nvGraphicFramePr>
        <p:xfrm>
          <a:off x="6026831" y="4962526"/>
          <a:ext cx="83820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2720" imgH="406080" progId="Equation.DSMT4">
                  <p:embed/>
                </p:oleObj>
              </mc:Choice>
              <mc:Fallback>
                <p:oleObj name="Equation" r:id="rId14" imgW="342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26831" y="4962526"/>
                        <a:ext cx="838200" cy="995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4393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B29EF-B7F1-41A1-987B-3F1B46B2644B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212994" name="Arc 2"/>
          <p:cNvSpPr>
            <a:spLocks noChangeAspect="1"/>
          </p:cNvSpPr>
          <p:nvPr/>
        </p:nvSpPr>
        <p:spPr bwMode="black">
          <a:xfrm>
            <a:off x="7392989" y="809625"/>
            <a:ext cx="1944687" cy="1752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1723 w 43200"/>
              <a:gd name="T1" fmla="*/ 43200 h 43200"/>
              <a:gd name="T2" fmla="*/ 23443 w 43200"/>
              <a:gd name="T3" fmla="*/ 43121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722" y="43199"/>
                </a:moveTo>
                <a:cubicBezTo>
                  <a:pt x="21681" y="43199"/>
                  <a:pt x="2164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2814"/>
                  <a:pt x="34617" y="42164"/>
                  <a:pt x="23443" y="43121"/>
                </a:cubicBezTo>
              </a:path>
              <a:path w="43200" h="43200" stroke="0" extrusionOk="0">
                <a:moveTo>
                  <a:pt x="21722" y="43199"/>
                </a:moveTo>
                <a:cubicBezTo>
                  <a:pt x="21681" y="43199"/>
                  <a:pt x="2164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2814"/>
                  <a:pt x="34617" y="42164"/>
                  <a:pt x="23443" y="43121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2995" name="Arc 3"/>
          <p:cNvSpPr>
            <a:spLocks noChangeAspect="1"/>
          </p:cNvSpPr>
          <p:nvPr/>
        </p:nvSpPr>
        <p:spPr bwMode="black">
          <a:xfrm flipV="1">
            <a:off x="7391401" y="1668463"/>
            <a:ext cx="1946275" cy="1751012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40261 w 43200"/>
              <a:gd name="T1" fmla="*/ 32478 h 43200"/>
              <a:gd name="T2" fmla="*/ 40538 w 43200"/>
              <a:gd name="T3" fmla="*/ 31987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40260" y="32477"/>
                </a:moveTo>
                <a:cubicBezTo>
                  <a:pt x="36390" y="39117"/>
                  <a:pt x="29284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5231"/>
                  <a:pt x="42284" y="28803"/>
                  <a:pt x="40538" y="31987"/>
                </a:cubicBezTo>
              </a:path>
              <a:path w="43200" h="43200" stroke="0" extrusionOk="0">
                <a:moveTo>
                  <a:pt x="40260" y="32477"/>
                </a:moveTo>
                <a:cubicBezTo>
                  <a:pt x="36390" y="39117"/>
                  <a:pt x="29284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5231"/>
                  <a:pt x="42284" y="28803"/>
                  <a:pt x="40538" y="31987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 cap="rnd">
            <a:solidFill>
              <a:srgbClr val="00FF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2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21817"/>
              </p:ext>
            </p:extLst>
          </p:nvPr>
        </p:nvGraphicFramePr>
        <p:xfrm>
          <a:off x="7405688" y="2181225"/>
          <a:ext cx="5619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60" imgH="469800" progId="Equation.DSMT4">
                  <p:embed/>
                </p:oleObj>
              </mc:Choice>
              <mc:Fallback>
                <p:oleObj name="Equation" r:id="rId2" imgW="2793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05688" y="2181225"/>
                        <a:ext cx="561975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2997" name="Group 5"/>
          <p:cNvGrpSpPr>
            <a:grpSpLocks/>
          </p:cNvGrpSpPr>
          <p:nvPr/>
        </p:nvGrpSpPr>
        <p:grpSpPr bwMode="auto">
          <a:xfrm>
            <a:off x="7486651" y="1643064"/>
            <a:ext cx="1725613" cy="915987"/>
            <a:chOff x="3517" y="1665"/>
            <a:chExt cx="1087" cy="577"/>
          </a:xfrm>
        </p:grpSpPr>
        <p:sp>
          <p:nvSpPr>
            <p:cNvPr id="212998" name="Arc 6" descr="宽上对角线"/>
            <p:cNvSpPr>
              <a:spLocks noChangeAspect="1"/>
            </p:cNvSpPr>
            <p:nvPr/>
          </p:nvSpPr>
          <p:spPr bwMode="black">
            <a:xfrm>
              <a:off x="3517" y="1691"/>
              <a:ext cx="1087" cy="551"/>
            </a:xfrm>
            <a:custGeom>
              <a:avLst/>
              <a:gdLst>
                <a:gd name="G0" fmla="+- 19438 0 0"/>
                <a:gd name="G1" fmla="+- 0 0 0"/>
                <a:gd name="G2" fmla="+- 21600 0 0"/>
                <a:gd name="T0" fmla="*/ 38250 w 38250"/>
                <a:gd name="T1" fmla="*/ 10614 h 21600"/>
                <a:gd name="T2" fmla="*/ 0 w 38250"/>
                <a:gd name="T3" fmla="*/ 9420 h 21600"/>
                <a:gd name="T4" fmla="*/ 19438 w 3825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50" h="21600" fill="none" extrusionOk="0">
                  <a:moveTo>
                    <a:pt x="38250" y="10614"/>
                  </a:moveTo>
                  <a:cubicBezTo>
                    <a:pt x="34420" y="17401"/>
                    <a:pt x="27231" y="21599"/>
                    <a:pt x="19438" y="21600"/>
                  </a:cubicBezTo>
                  <a:cubicBezTo>
                    <a:pt x="11160" y="21600"/>
                    <a:pt x="3610" y="16869"/>
                    <a:pt x="0" y="9419"/>
                  </a:cubicBezTo>
                </a:path>
                <a:path w="38250" h="21600" stroke="0" extrusionOk="0">
                  <a:moveTo>
                    <a:pt x="38250" y="10614"/>
                  </a:moveTo>
                  <a:cubicBezTo>
                    <a:pt x="34420" y="17401"/>
                    <a:pt x="27231" y="21599"/>
                    <a:pt x="19438" y="21600"/>
                  </a:cubicBezTo>
                  <a:cubicBezTo>
                    <a:pt x="11160" y="21600"/>
                    <a:pt x="3610" y="16869"/>
                    <a:pt x="0" y="9419"/>
                  </a:cubicBezTo>
                  <a:lnTo>
                    <a:pt x="19438" y="0"/>
                  </a:lnTo>
                  <a:close/>
                </a:path>
              </a:pathLst>
            </a:cu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999" name="Arc 7" descr="宽上对角线"/>
            <p:cNvSpPr>
              <a:spLocks noChangeAspect="1"/>
            </p:cNvSpPr>
            <p:nvPr/>
          </p:nvSpPr>
          <p:spPr bwMode="black">
            <a:xfrm flipV="1">
              <a:off x="3534" y="1665"/>
              <a:ext cx="1066" cy="553"/>
            </a:xfrm>
            <a:custGeom>
              <a:avLst/>
              <a:gdLst>
                <a:gd name="G0" fmla="+- 18801 0 0"/>
                <a:gd name="G1" fmla="+- 0 0 0"/>
                <a:gd name="G2" fmla="+- 21600 0 0"/>
                <a:gd name="T0" fmla="*/ 37606 w 37606"/>
                <a:gd name="T1" fmla="*/ 10627 h 21600"/>
                <a:gd name="T2" fmla="*/ 0 w 37606"/>
                <a:gd name="T3" fmla="*/ 10634 h 21600"/>
                <a:gd name="T4" fmla="*/ 18801 w 37606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606" h="21600" fill="none" extrusionOk="0">
                  <a:moveTo>
                    <a:pt x="37605" y="10626"/>
                  </a:moveTo>
                  <a:cubicBezTo>
                    <a:pt x="33774" y="17407"/>
                    <a:pt x="26589" y="21599"/>
                    <a:pt x="18801" y="21600"/>
                  </a:cubicBezTo>
                  <a:cubicBezTo>
                    <a:pt x="11015" y="21600"/>
                    <a:pt x="3832" y="17410"/>
                    <a:pt x="-1" y="10634"/>
                  </a:cubicBezTo>
                </a:path>
                <a:path w="37606" h="21600" stroke="0" extrusionOk="0">
                  <a:moveTo>
                    <a:pt x="37605" y="10626"/>
                  </a:moveTo>
                  <a:cubicBezTo>
                    <a:pt x="33774" y="17407"/>
                    <a:pt x="26589" y="21599"/>
                    <a:pt x="18801" y="21600"/>
                  </a:cubicBezTo>
                  <a:cubicBezTo>
                    <a:pt x="11015" y="21600"/>
                    <a:pt x="3832" y="17410"/>
                    <a:pt x="-1" y="10634"/>
                  </a:cubicBezTo>
                  <a:lnTo>
                    <a:pt x="18801" y="0"/>
                  </a:lnTo>
                  <a:close/>
                </a:path>
              </a:pathLst>
            </a:cu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000" name="Oval 8"/>
            <p:cNvSpPr>
              <a:spLocks noChangeArrowheads="1"/>
            </p:cNvSpPr>
            <p:nvPr/>
          </p:nvSpPr>
          <p:spPr bwMode="auto">
            <a:xfrm>
              <a:off x="3552" y="1824"/>
              <a:ext cx="1050" cy="231"/>
            </a:xfrm>
            <a:prstGeom prst="ellipse">
              <a:avLst/>
            </a:prstGeom>
            <a:solidFill>
              <a:srgbClr val="FFFFCC"/>
            </a:solidFill>
            <a:ln w="2857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30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606928"/>
              </p:ext>
            </p:extLst>
          </p:nvPr>
        </p:nvGraphicFramePr>
        <p:xfrm>
          <a:off x="7961711" y="1740619"/>
          <a:ext cx="488157" cy="650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9360" imgH="393480" progId="Equation.3">
                  <p:embed/>
                </p:oleObj>
              </mc:Choice>
              <mc:Fallback>
                <p:oleObj name="公式" r:id="rId4" imgW="279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961711" y="1740619"/>
                        <a:ext cx="488157" cy="650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3002" name="Group 10"/>
          <p:cNvGrpSpPr>
            <a:grpSpLocks/>
          </p:cNvGrpSpPr>
          <p:nvPr/>
        </p:nvGrpSpPr>
        <p:grpSpPr bwMode="auto">
          <a:xfrm>
            <a:off x="7456489" y="333376"/>
            <a:ext cx="2562225" cy="3255963"/>
            <a:chOff x="3880" y="468"/>
            <a:chExt cx="1614" cy="2051"/>
          </a:xfrm>
        </p:grpSpPr>
        <p:sp>
          <p:nvSpPr>
            <p:cNvPr id="213003" name="Line 11"/>
            <p:cNvSpPr>
              <a:spLocks noChangeAspect="1" noChangeShapeType="1"/>
            </p:cNvSpPr>
            <p:nvPr/>
          </p:nvSpPr>
          <p:spPr bwMode="black">
            <a:xfrm flipH="1">
              <a:off x="4043" y="1858"/>
              <a:ext cx="423" cy="4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3004" name="Group 12"/>
            <p:cNvGrpSpPr>
              <a:grpSpLocks/>
            </p:cNvGrpSpPr>
            <p:nvPr/>
          </p:nvGrpSpPr>
          <p:grpSpPr bwMode="auto">
            <a:xfrm>
              <a:off x="3880" y="468"/>
              <a:ext cx="1614" cy="2051"/>
              <a:chOff x="3498" y="840"/>
              <a:chExt cx="1614" cy="2051"/>
            </a:xfrm>
          </p:grpSpPr>
          <p:sp>
            <p:nvSpPr>
              <p:cNvPr id="213005" name="Line 13"/>
              <p:cNvSpPr>
                <a:spLocks noChangeAspect="1" noChangeShapeType="1"/>
              </p:cNvSpPr>
              <p:nvPr/>
            </p:nvSpPr>
            <p:spPr bwMode="black">
              <a:xfrm>
                <a:off x="4067" y="2244"/>
                <a:ext cx="100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006" name="Rectangle 14"/>
              <p:cNvSpPr>
                <a:spLocks noChangeAspect="1" noChangeArrowheads="1"/>
              </p:cNvSpPr>
              <p:nvPr/>
            </p:nvSpPr>
            <p:spPr bwMode="black">
              <a:xfrm>
                <a:off x="4900" y="2207"/>
                <a:ext cx="212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700" b="1" i="1"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213007" name="Line 15"/>
              <p:cNvSpPr>
                <a:spLocks noChangeAspect="1" noChangeShapeType="1"/>
              </p:cNvSpPr>
              <p:nvPr/>
            </p:nvSpPr>
            <p:spPr bwMode="black">
              <a:xfrm flipV="1">
                <a:off x="4067" y="1016"/>
                <a:ext cx="0" cy="1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008" name="Rectangle 16"/>
              <p:cNvSpPr>
                <a:spLocks noChangeAspect="1" noChangeArrowheads="1"/>
              </p:cNvSpPr>
              <p:nvPr/>
            </p:nvSpPr>
            <p:spPr bwMode="black">
              <a:xfrm>
                <a:off x="3498" y="2574"/>
                <a:ext cx="224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700" b="1" i="1"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213009" name="Rectangle 17"/>
              <p:cNvSpPr>
                <a:spLocks noChangeAspect="1" noChangeArrowheads="1"/>
              </p:cNvSpPr>
              <p:nvPr/>
            </p:nvSpPr>
            <p:spPr bwMode="black">
              <a:xfrm>
                <a:off x="3865" y="840"/>
                <a:ext cx="200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700" b="1" i="1">
                    <a:latin typeface="Times New Roman" panose="02020603050405020304" pitchFamily="18" charset="0"/>
                  </a:rPr>
                  <a:t>z</a:t>
                </a:r>
              </a:p>
            </p:txBody>
          </p:sp>
          <p:sp>
            <p:nvSpPr>
              <p:cNvPr id="213010" name="Rectangle 18"/>
              <p:cNvSpPr>
                <a:spLocks noChangeAspect="1" noChangeArrowheads="1"/>
              </p:cNvSpPr>
              <p:nvPr/>
            </p:nvSpPr>
            <p:spPr bwMode="black">
              <a:xfrm>
                <a:off x="4022" y="2207"/>
                <a:ext cx="224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700" b="1" i="1">
                    <a:latin typeface="Times New Roman" panose="02020603050405020304" pitchFamily="18" charset="0"/>
                  </a:rPr>
                  <a:t>o</a:t>
                </a:r>
              </a:p>
            </p:txBody>
          </p:sp>
        </p:grpSp>
      </p:grpSp>
      <p:grpSp>
        <p:nvGrpSpPr>
          <p:cNvPr id="213011" name="Group 19"/>
          <p:cNvGrpSpPr>
            <a:grpSpLocks/>
          </p:cNvGrpSpPr>
          <p:nvPr/>
        </p:nvGrpSpPr>
        <p:grpSpPr bwMode="auto">
          <a:xfrm>
            <a:off x="8393113" y="1590676"/>
            <a:ext cx="596900" cy="1069975"/>
            <a:chOff x="4068" y="1632"/>
            <a:chExt cx="376" cy="674"/>
          </a:xfrm>
        </p:grpSpPr>
        <p:sp>
          <p:nvSpPr>
            <p:cNvPr id="213012" name="Arc 20"/>
            <p:cNvSpPr>
              <a:spLocks noChangeAspect="1"/>
            </p:cNvSpPr>
            <p:nvPr/>
          </p:nvSpPr>
          <p:spPr bwMode="black">
            <a:xfrm>
              <a:off x="4068" y="2098"/>
              <a:ext cx="108" cy="20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6804"/>
                <a:gd name="T1" fmla="*/ 0 h 21600"/>
                <a:gd name="T2" fmla="*/ 16804 w 16804"/>
                <a:gd name="T3" fmla="*/ 8028 h 21600"/>
                <a:gd name="T4" fmla="*/ 0 w 1680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804" h="21600" fill="none" extrusionOk="0">
                  <a:moveTo>
                    <a:pt x="0" y="0"/>
                  </a:moveTo>
                  <a:cubicBezTo>
                    <a:pt x="6526" y="0"/>
                    <a:pt x="12703" y="2950"/>
                    <a:pt x="16803" y="8028"/>
                  </a:cubicBezTo>
                </a:path>
                <a:path w="16804" h="21600" stroke="0" extrusionOk="0">
                  <a:moveTo>
                    <a:pt x="0" y="0"/>
                  </a:moveTo>
                  <a:cubicBezTo>
                    <a:pt x="6526" y="0"/>
                    <a:pt x="12703" y="2950"/>
                    <a:pt x="16803" y="8028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3013" name="Object 21"/>
            <p:cNvGraphicFramePr>
              <a:graphicFrameLocks noChangeAspect="1"/>
            </p:cNvGraphicFramePr>
            <p:nvPr/>
          </p:nvGraphicFramePr>
          <p:xfrm>
            <a:off x="4170" y="1632"/>
            <a:ext cx="274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5640" imgH="406080" progId="Equation.DSMT4">
                    <p:embed/>
                  </p:oleObj>
                </mc:Choice>
                <mc:Fallback>
                  <p:oleObj name="Equation" r:id="rId6" imgW="2156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170" y="1632"/>
                          <a:ext cx="274" cy="5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14" name="Line 22"/>
          <p:cNvSpPr>
            <a:spLocks noChangeShapeType="1"/>
          </p:cNvSpPr>
          <p:nvPr/>
        </p:nvSpPr>
        <p:spPr bwMode="auto">
          <a:xfrm flipV="1">
            <a:off x="8380413" y="625475"/>
            <a:ext cx="762000" cy="1905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15" name="Line 23"/>
          <p:cNvSpPr>
            <a:spLocks noChangeShapeType="1"/>
          </p:cNvSpPr>
          <p:nvPr/>
        </p:nvSpPr>
        <p:spPr bwMode="auto">
          <a:xfrm flipV="1">
            <a:off x="8383588" y="2079625"/>
            <a:ext cx="1676400" cy="482600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16" name="Line 24"/>
          <p:cNvSpPr>
            <a:spLocks noChangeAspect="1" noChangeShapeType="1"/>
          </p:cNvSpPr>
          <p:nvPr/>
        </p:nvSpPr>
        <p:spPr bwMode="black">
          <a:xfrm flipV="1">
            <a:off x="8361363" y="1817689"/>
            <a:ext cx="1427162" cy="712787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3017" name="Object 25"/>
          <p:cNvGraphicFramePr>
            <a:graphicFrameLocks noChangeAspect="1"/>
          </p:cNvGraphicFramePr>
          <p:nvPr/>
        </p:nvGraphicFramePr>
        <p:xfrm>
          <a:off x="7618414" y="981076"/>
          <a:ext cx="43338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469800" progId="Equation.DSMT4">
                  <p:embed/>
                </p:oleObj>
              </mc:Choice>
              <mc:Fallback>
                <p:oleObj name="Equation" r:id="rId8" imgW="2156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18414" y="981076"/>
                        <a:ext cx="433387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8" name="Object 26"/>
          <p:cNvGraphicFramePr>
            <a:graphicFrameLocks noChangeAspect="1"/>
          </p:cNvGraphicFramePr>
          <p:nvPr/>
        </p:nvGraphicFramePr>
        <p:xfrm>
          <a:off x="7948613" y="1411289"/>
          <a:ext cx="50800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3800" imgH="164880" progId="Equation.3">
                  <p:embed/>
                </p:oleObj>
              </mc:Choice>
              <mc:Fallback>
                <p:oleObj name="公式" r:id="rId10" imgW="25380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948613" y="1411289"/>
                        <a:ext cx="508000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55773"/>
              </p:ext>
            </p:extLst>
          </p:nvPr>
        </p:nvGraphicFramePr>
        <p:xfrm>
          <a:off x="2613028" y="2561321"/>
          <a:ext cx="39909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63560" imgH="215640" progId="Equation.DSMT4">
                  <p:embed/>
                </p:oleObj>
              </mc:Choice>
              <mc:Fallback>
                <p:oleObj name="Equation" r:id="rId12" imgW="1663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13028" y="2561321"/>
                        <a:ext cx="3990975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2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205201"/>
              </p:ext>
            </p:extLst>
          </p:nvPr>
        </p:nvGraphicFramePr>
        <p:xfrm>
          <a:off x="2355079" y="3075671"/>
          <a:ext cx="2933700" cy="199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838080" progId="Equation.DSMT4">
                  <p:embed/>
                </p:oleObj>
              </mc:Choice>
              <mc:Fallback>
                <p:oleObj name="Equation" r:id="rId14" imgW="12315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55079" y="3075671"/>
                        <a:ext cx="2933700" cy="199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21" name="Object 29"/>
          <p:cNvGraphicFramePr>
            <a:graphicFrameLocks noChangeAspect="1"/>
          </p:cNvGraphicFramePr>
          <p:nvPr/>
        </p:nvGraphicFramePr>
        <p:xfrm>
          <a:off x="2208214" y="1268414"/>
          <a:ext cx="460057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17360" imgH="482400" progId="Equation.DSMT4">
                  <p:embed/>
                </p:oleObj>
              </mc:Choice>
              <mc:Fallback>
                <p:oleObj name="Equation" r:id="rId16" imgW="1917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08214" y="1268414"/>
                        <a:ext cx="4600575" cy="115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103162"/>
              </p:ext>
            </p:extLst>
          </p:nvPr>
        </p:nvGraphicFramePr>
        <p:xfrm>
          <a:off x="2884488" y="424966"/>
          <a:ext cx="32591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58640" imgH="380880" progId="Equation.DSMT4">
                  <p:embed/>
                </p:oleObj>
              </mc:Choice>
              <mc:Fallback>
                <p:oleObj name="Equation" r:id="rId18" imgW="13586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84488" y="424966"/>
                        <a:ext cx="325913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23" name="Object 31"/>
          <p:cNvGraphicFramePr>
            <a:graphicFrameLocks noChangeAspect="1"/>
          </p:cNvGraphicFramePr>
          <p:nvPr/>
        </p:nvGraphicFramePr>
        <p:xfrm>
          <a:off x="2743201" y="4724401"/>
          <a:ext cx="560387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260440" imgH="393480" progId="Equation.3">
                  <p:embed/>
                </p:oleObj>
              </mc:Choice>
              <mc:Fallback>
                <p:oleObj name="公式" r:id="rId20" imgW="22604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43201" y="4724401"/>
                        <a:ext cx="5603875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24" name="Object 32"/>
          <p:cNvGraphicFramePr>
            <a:graphicFrameLocks noChangeAspect="1"/>
          </p:cNvGraphicFramePr>
          <p:nvPr/>
        </p:nvGraphicFramePr>
        <p:xfrm>
          <a:off x="2743200" y="5516563"/>
          <a:ext cx="680085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743200" imgH="393480" progId="Equation.3">
                  <p:embed/>
                </p:oleObj>
              </mc:Choice>
              <mc:Fallback>
                <p:oleObj name="公式" r:id="rId22" imgW="2743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43200" y="5516563"/>
                        <a:ext cx="6800850" cy="976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69531" y="256288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54787" y="52328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98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nimBg="1"/>
      <p:bldP spid="212995" grpId="0" animBg="1"/>
      <p:bldP spid="213014" grpId="0" animBg="1"/>
      <p:bldP spid="213015" grpId="0" animBg="1"/>
      <p:bldP spid="2130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AC377-47D8-4B48-88D2-5D25A1C31165}" type="slidenum">
              <a:rPr lang="en-US" altLang="zh-CN"/>
              <a:pPr/>
              <a:t>27</a:t>
            </a:fld>
            <a:endParaRPr lang="en-US" altLang="zh-CN"/>
          </a:p>
        </p:txBody>
      </p:sp>
      <p:graphicFrame>
        <p:nvGraphicFramePr>
          <p:cNvPr id="214018" name="Object 2"/>
          <p:cNvGraphicFramePr>
            <a:graphicFrameLocks noChangeAspect="1"/>
          </p:cNvGraphicFramePr>
          <p:nvPr/>
        </p:nvGraphicFramePr>
        <p:xfrm>
          <a:off x="2070101" y="682625"/>
          <a:ext cx="33686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640" imgH="215640" progId="Equation.DSMT4">
                  <p:embed/>
                </p:oleObj>
              </mc:Choice>
              <mc:Fallback>
                <p:oleObj name="Equation" r:id="rId2" imgW="1358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70101" y="682625"/>
                        <a:ext cx="336867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19" name="Object 3"/>
          <p:cNvGraphicFramePr>
            <a:graphicFrameLocks noChangeAspect="1"/>
          </p:cNvGraphicFramePr>
          <p:nvPr/>
        </p:nvGraphicFramePr>
        <p:xfrm>
          <a:off x="2479675" y="3259138"/>
          <a:ext cx="5667375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380880" progId="Equation.DSMT4">
                  <p:embed/>
                </p:oleObj>
              </mc:Choice>
              <mc:Fallback>
                <p:oleObj name="Equation" r:id="rId4" imgW="22860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79675" y="3259138"/>
                        <a:ext cx="5667375" cy="944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2607047"/>
              </p:ext>
            </p:extLst>
          </p:nvPr>
        </p:nvGraphicFramePr>
        <p:xfrm>
          <a:off x="2514600" y="5213350"/>
          <a:ext cx="166846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06080" progId="Equation.DSMT4">
                  <p:embed/>
                </p:oleObj>
              </mc:Choice>
              <mc:Fallback>
                <p:oleObj name="Equation" r:id="rId6" imgW="672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14600" y="5213350"/>
                        <a:ext cx="1668463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111984"/>
              </p:ext>
            </p:extLst>
          </p:nvPr>
        </p:nvGraphicFramePr>
        <p:xfrm>
          <a:off x="2319338" y="1366838"/>
          <a:ext cx="14795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880" imgH="380880" progId="Equation.DSMT4">
                  <p:embed/>
                </p:oleObj>
              </mc:Choice>
              <mc:Fallback>
                <p:oleObj name="Equation" r:id="rId8" imgW="596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19338" y="1366838"/>
                        <a:ext cx="1479550" cy="944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2" name="Object 6"/>
          <p:cNvGraphicFramePr>
            <a:graphicFrameLocks noChangeAspect="1"/>
          </p:cNvGraphicFramePr>
          <p:nvPr/>
        </p:nvGraphicFramePr>
        <p:xfrm>
          <a:off x="2927350" y="4079875"/>
          <a:ext cx="617061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89040" imgH="457200" progId="Equation.DSMT4">
                  <p:embed/>
                </p:oleObj>
              </mc:Choice>
              <mc:Fallback>
                <p:oleObj name="Equation" r:id="rId10" imgW="24890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27350" y="4079875"/>
                        <a:ext cx="6170613" cy="1133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657954"/>
              </p:ext>
            </p:extLst>
          </p:nvPr>
        </p:nvGraphicFramePr>
        <p:xfrm>
          <a:off x="2370138" y="2357438"/>
          <a:ext cx="34639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0" imgH="406080" progId="Equation.DSMT4">
                  <p:embed/>
                </p:oleObj>
              </mc:Choice>
              <mc:Fallback>
                <p:oleObj name="Equation" r:id="rId12" imgW="1396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70138" y="2357438"/>
                        <a:ext cx="3463925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4024" name="Group 8"/>
          <p:cNvGrpSpPr>
            <a:grpSpLocks/>
          </p:cNvGrpSpPr>
          <p:nvPr/>
        </p:nvGrpSpPr>
        <p:grpSpPr bwMode="auto">
          <a:xfrm>
            <a:off x="7596188" y="217488"/>
            <a:ext cx="2627312" cy="3255962"/>
            <a:chOff x="3825" y="137"/>
            <a:chExt cx="1655" cy="2051"/>
          </a:xfrm>
        </p:grpSpPr>
        <p:sp>
          <p:nvSpPr>
            <p:cNvPr id="214025" name="Arc 9"/>
            <p:cNvSpPr>
              <a:spLocks noChangeAspect="1"/>
            </p:cNvSpPr>
            <p:nvPr/>
          </p:nvSpPr>
          <p:spPr bwMode="black">
            <a:xfrm>
              <a:off x="3826" y="437"/>
              <a:ext cx="1225" cy="110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723 w 43200"/>
                <a:gd name="T1" fmla="*/ 43200 h 43200"/>
                <a:gd name="T2" fmla="*/ 23443 w 43200"/>
                <a:gd name="T3" fmla="*/ 43121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722" y="43199"/>
                  </a:moveTo>
                  <a:cubicBezTo>
                    <a:pt x="21681" y="43199"/>
                    <a:pt x="21640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814"/>
                    <a:pt x="34617" y="42164"/>
                    <a:pt x="23443" y="43121"/>
                  </a:cubicBezTo>
                </a:path>
                <a:path w="43200" h="43200" stroke="0" extrusionOk="0">
                  <a:moveTo>
                    <a:pt x="21722" y="43199"/>
                  </a:moveTo>
                  <a:cubicBezTo>
                    <a:pt x="21681" y="43199"/>
                    <a:pt x="21640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814"/>
                    <a:pt x="34617" y="42164"/>
                    <a:pt x="23443" y="4312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 cap="rnd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26" name="Arc 10"/>
            <p:cNvSpPr>
              <a:spLocks noChangeAspect="1"/>
            </p:cNvSpPr>
            <p:nvPr/>
          </p:nvSpPr>
          <p:spPr bwMode="black">
            <a:xfrm flipV="1">
              <a:off x="3825" y="978"/>
              <a:ext cx="1226" cy="110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40261 w 43200"/>
                <a:gd name="T1" fmla="*/ 32478 h 43200"/>
                <a:gd name="T2" fmla="*/ 40538 w 43200"/>
                <a:gd name="T3" fmla="*/ 31987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40260" y="32477"/>
                  </a:moveTo>
                  <a:cubicBezTo>
                    <a:pt x="36390" y="39117"/>
                    <a:pt x="29284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231"/>
                    <a:pt x="42284" y="28803"/>
                    <a:pt x="40538" y="31987"/>
                  </a:cubicBezTo>
                </a:path>
                <a:path w="43200" h="43200" stroke="0" extrusionOk="0">
                  <a:moveTo>
                    <a:pt x="40260" y="32477"/>
                  </a:moveTo>
                  <a:cubicBezTo>
                    <a:pt x="36390" y="39117"/>
                    <a:pt x="29284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231"/>
                    <a:pt x="42284" y="28803"/>
                    <a:pt x="40538" y="31987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 cap="rnd">
              <a:solidFill>
                <a:srgbClr val="00FF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4027" name="Object 11"/>
            <p:cNvGraphicFramePr>
              <a:graphicFrameLocks noChangeAspect="1"/>
            </p:cNvGraphicFramePr>
            <p:nvPr/>
          </p:nvGraphicFramePr>
          <p:xfrm>
            <a:off x="3826" y="1301"/>
            <a:ext cx="371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91960" imgH="469800" progId="Equation.3">
                    <p:embed/>
                  </p:oleObj>
                </mc:Choice>
                <mc:Fallback>
                  <p:oleObj name="公式" r:id="rId14" imgW="291960" imgH="469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826" y="1301"/>
                          <a:ext cx="371" cy="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4028" name="Group 12"/>
            <p:cNvGrpSpPr>
              <a:grpSpLocks/>
            </p:cNvGrpSpPr>
            <p:nvPr/>
          </p:nvGrpSpPr>
          <p:grpSpPr bwMode="auto">
            <a:xfrm>
              <a:off x="3885" y="962"/>
              <a:ext cx="1087" cy="577"/>
              <a:chOff x="3517" y="1665"/>
              <a:chExt cx="1087" cy="577"/>
            </a:xfrm>
          </p:grpSpPr>
          <p:sp>
            <p:nvSpPr>
              <p:cNvPr id="214029" name="Arc 13" descr="宽上对角线"/>
              <p:cNvSpPr>
                <a:spLocks noChangeAspect="1"/>
              </p:cNvSpPr>
              <p:nvPr/>
            </p:nvSpPr>
            <p:spPr bwMode="black">
              <a:xfrm>
                <a:off x="3517" y="1691"/>
                <a:ext cx="1087" cy="551"/>
              </a:xfrm>
              <a:custGeom>
                <a:avLst/>
                <a:gdLst>
                  <a:gd name="G0" fmla="+- 19438 0 0"/>
                  <a:gd name="G1" fmla="+- 0 0 0"/>
                  <a:gd name="G2" fmla="+- 21600 0 0"/>
                  <a:gd name="T0" fmla="*/ 38250 w 38250"/>
                  <a:gd name="T1" fmla="*/ 10614 h 21600"/>
                  <a:gd name="T2" fmla="*/ 0 w 38250"/>
                  <a:gd name="T3" fmla="*/ 9420 h 21600"/>
                  <a:gd name="T4" fmla="*/ 19438 w 3825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250" h="21600" fill="none" extrusionOk="0">
                    <a:moveTo>
                      <a:pt x="38250" y="10614"/>
                    </a:moveTo>
                    <a:cubicBezTo>
                      <a:pt x="34420" y="17401"/>
                      <a:pt x="27231" y="21599"/>
                      <a:pt x="19438" y="21600"/>
                    </a:cubicBezTo>
                    <a:cubicBezTo>
                      <a:pt x="11160" y="21600"/>
                      <a:pt x="3610" y="16869"/>
                      <a:pt x="0" y="9419"/>
                    </a:cubicBezTo>
                  </a:path>
                  <a:path w="38250" h="21600" stroke="0" extrusionOk="0">
                    <a:moveTo>
                      <a:pt x="38250" y="10614"/>
                    </a:moveTo>
                    <a:cubicBezTo>
                      <a:pt x="34420" y="17401"/>
                      <a:pt x="27231" y="21599"/>
                      <a:pt x="19438" y="21600"/>
                    </a:cubicBezTo>
                    <a:cubicBezTo>
                      <a:pt x="11160" y="21600"/>
                      <a:pt x="3610" y="16869"/>
                      <a:pt x="0" y="9419"/>
                    </a:cubicBezTo>
                    <a:lnTo>
                      <a:pt x="19438" y="0"/>
                    </a:lnTo>
                    <a:close/>
                  </a:path>
                </a:pathLst>
              </a:custGeom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 w="381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4030" name="Arc 14" descr="宽上对角线"/>
              <p:cNvSpPr>
                <a:spLocks noChangeAspect="1"/>
              </p:cNvSpPr>
              <p:nvPr/>
            </p:nvSpPr>
            <p:spPr bwMode="black">
              <a:xfrm flipV="1">
                <a:off x="3534" y="1665"/>
                <a:ext cx="1066" cy="553"/>
              </a:xfrm>
              <a:custGeom>
                <a:avLst/>
                <a:gdLst>
                  <a:gd name="G0" fmla="+- 18801 0 0"/>
                  <a:gd name="G1" fmla="+- 0 0 0"/>
                  <a:gd name="G2" fmla="+- 21600 0 0"/>
                  <a:gd name="T0" fmla="*/ 37606 w 37606"/>
                  <a:gd name="T1" fmla="*/ 10627 h 21600"/>
                  <a:gd name="T2" fmla="*/ 0 w 37606"/>
                  <a:gd name="T3" fmla="*/ 10634 h 21600"/>
                  <a:gd name="T4" fmla="*/ 18801 w 37606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606" h="21600" fill="none" extrusionOk="0">
                    <a:moveTo>
                      <a:pt x="37605" y="10626"/>
                    </a:moveTo>
                    <a:cubicBezTo>
                      <a:pt x="33774" y="17407"/>
                      <a:pt x="26589" y="21599"/>
                      <a:pt x="18801" y="21600"/>
                    </a:cubicBezTo>
                    <a:cubicBezTo>
                      <a:pt x="11015" y="21600"/>
                      <a:pt x="3832" y="17410"/>
                      <a:pt x="-1" y="10634"/>
                    </a:cubicBezTo>
                  </a:path>
                  <a:path w="37606" h="21600" stroke="0" extrusionOk="0">
                    <a:moveTo>
                      <a:pt x="37605" y="10626"/>
                    </a:moveTo>
                    <a:cubicBezTo>
                      <a:pt x="33774" y="17407"/>
                      <a:pt x="26589" y="21599"/>
                      <a:pt x="18801" y="21600"/>
                    </a:cubicBezTo>
                    <a:cubicBezTo>
                      <a:pt x="11015" y="21600"/>
                      <a:pt x="3832" y="17410"/>
                      <a:pt x="-1" y="10634"/>
                    </a:cubicBezTo>
                    <a:lnTo>
                      <a:pt x="18801" y="0"/>
                    </a:lnTo>
                    <a:close/>
                  </a:path>
                </a:pathLst>
              </a:custGeom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 w="381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4031" name="Oval 15" descr="深色上对角线"/>
              <p:cNvSpPr>
                <a:spLocks noChangeArrowheads="1"/>
              </p:cNvSpPr>
              <p:nvPr/>
            </p:nvSpPr>
            <p:spPr bwMode="auto">
              <a:xfrm>
                <a:off x="3552" y="1824"/>
                <a:ext cx="1050" cy="231"/>
              </a:xfrm>
              <a:prstGeom prst="ellipse">
                <a:avLst/>
              </a:prstGeom>
              <a:pattFill prst="dkUpDiag">
                <a:fgClr>
                  <a:srgbClr val="CCFFCC"/>
                </a:fgClr>
                <a:bgClr>
                  <a:srgbClr val="FFFFFF"/>
                </a:bgClr>
              </a:pattFill>
              <a:ln w="2857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14032" name="Object 16"/>
            <p:cNvGraphicFramePr>
              <a:graphicFrameLocks noChangeAspect="1"/>
            </p:cNvGraphicFramePr>
            <p:nvPr/>
          </p:nvGraphicFramePr>
          <p:xfrm>
            <a:off x="4121" y="977"/>
            <a:ext cx="375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79360" imgH="393480" progId="Equation.3">
                    <p:embed/>
                  </p:oleObj>
                </mc:Choice>
                <mc:Fallback>
                  <p:oleObj name="公式" r:id="rId16" imgW="2793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121" y="977"/>
                          <a:ext cx="375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4033" name="Group 17"/>
            <p:cNvGrpSpPr>
              <a:grpSpLocks/>
            </p:cNvGrpSpPr>
            <p:nvPr/>
          </p:nvGrpSpPr>
          <p:grpSpPr bwMode="auto">
            <a:xfrm>
              <a:off x="3866" y="137"/>
              <a:ext cx="1614" cy="2051"/>
              <a:chOff x="3880" y="468"/>
              <a:chExt cx="1614" cy="2051"/>
            </a:xfrm>
          </p:grpSpPr>
          <p:sp>
            <p:nvSpPr>
              <p:cNvPr id="214034" name="Line 18"/>
              <p:cNvSpPr>
                <a:spLocks noChangeAspect="1" noChangeShapeType="1"/>
              </p:cNvSpPr>
              <p:nvPr/>
            </p:nvSpPr>
            <p:spPr bwMode="black">
              <a:xfrm flipH="1">
                <a:off x="4043" y="1858"/>
                <a:ext cx="423" cy="4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14035" name="Group 19"/>
              <p:cNvGrpSpPr>
                <a:grpSpLocks/>
              </p:cNvGrpSpPr>
              <p:nvPr/>
            </p:nvGrpSpPr>
            <p:grpSpPr bwMode="auto">
              <a:xfrm>
                <a:off x="3880" y="468"/>
                <a:ext cx="1614" cy="2051"/>
                <a:chOff x="3498" y="840"/>
                <a:chExt cx="1614" cy="2051"/>
              </a:xfrm>
            </p:grpSpPr>
            <p:sp>
              <p:nvSpPr>
                <p:cNvPr id="214036" name="Line 20"/>
                <p:cNvSpPr>
                  <a:spLocks noChangeAspect="1" noChangeShapeType="1"/>
                </p:cNvSpPr>
                <p:nvPr/>
              </p:nvSpPr>
              <p:spPr bwMode="black">
                <a:xfrm>
                  <a:off x="4067" y="2244"/>
                  <a:ext cx="100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037" name="Rectangle 21"/>
                <p:cNvSpPr>
                  <a:spLocks noChangeAspect="1" noChangeArrowheads="1"/>
                </p:cNvSpPr>
                <p:nvPr/>
              </p:nvSpPr>
              <p:spPr bwMode="black">
                <a:xfrm>
                  <a:off x="4900" y="2207"/>
                  <a:ext cx="212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y</a:t>
                  </a:r>
                </a:p>
              </p:txBody>
            </p:sp>
            <p:sp>
              <p:nvSpPr>
                <p:cNvPr id="214038" name="Line 22"/>
                <p:cNvSpPr>
                  <a:spLocks noChangeAspect="1" noChangeShapeType="1"/>
                </p:cNvSpPr>
                <p:nvPr/>
              </p:nvSpPr>
              <p:spPr bwMode="black">
                <a:xfrm flipV="1">
                  <a:off x="4067" y="1016"/>
                  <a:ext cx="0" cy="12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039" name="Rectangle 23"/>
                <p:cNvSpPr>
                  <a:spLocks noChangeAspect="1" noChangeArrowheads="1"/>
                </p:cNvSpPr>
                <p:nvPr/>
              </p:nvSpPr>
              <p:spPr bwMode="black">
                <a:xfrm>
                  <a:off x="3498" y="2574"/>
                  <a:ext cx="224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214040" name="Rectangle 24"/>
                <p:cNvSpPr>
                  <a:spLocks noChangeAspect="1" noChangeArrowheads="1"/>
                </p:cNvSpPr>
                <p:nvPr/>
              </p:nvSpPr>
              <p:spPr bwMode="black">
                <a:xfrm>
                  <a:off x="3865" y="840"/>
                  <a:ext cx="200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z</a:t>
                  </a:r>
                </a:p>
              </p:txBody>
            </p:sp>
            <p:sp>
              <p:nvSpPr>
                <p:cNvPr id="214041" name="Rectangle 25"/>
                <p:cNvSpPr>
                  <a:spLocks noChangeAspect="1" noChangeArrowheads="1"/>
                </p:cNvSpPr>
                <p:nvPr/>
              </p:nvSpPr>
              <p:spPr bwMode="black">
                <a:xfrm>
                  <a:off x="4022" y="2207"/>
                  <a:ext cx="224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o</a:t>
                  </a:r>
                </a:p>
              </p:txBody>
            </p:sp>
          </p:grpSp>
        </p:grpSp>
        <p:grpSp>
          <p:nvGrpSpPr>
            <p:cNvPr id="214042" name="Group 26"/>
            <p:cNvGrpSpPr>
              <a:grpSpLocks/>
            </p:cNvGrpSpPr>
            <p:nvPr/>
          </p:nvGrpSpPr>
          <p:grpSpPr bwMode="auto">
            <a:xfrm>
              <a:off x="4456" y="929"/>
              <a:ext cx="376" cy="674"/>
              <a:chOff x="4068" y="1632"/>
              <a:chExt cx="376" cy="674"/>
            </a:xfrm>
          </p:grpSpPr>
          <p:sp>
            <p:nvSpPr>
              <p:cNvPr id="214043" name="Arc 27"/>
              <p:cNvSpPr>
                <a:spLocks noChangeAspect="1"/>
              </p:cNvSpPr>
              <p:nvPr/>
            </p:nvSpPr>
            <p:spPr bwMode="black">
              <a:xfrm>
                <a:off x="4068" y="2098"/>
                <a:ext cx="108" cy="20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6804"/>
                  <a:gd name="T1" fmla="*/ 0 h 21600"/>
                  <a:gd name="T2" fmla="*/ 16804 w 16804"/>
                  <a:gd name="T3" fmla="*/ 8028 h 21600"/>
                  <a:gd name="T4" fmla="*/ 0 w 1680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804" h="21600" fill="none" extrusionOk="0">
                    <a:moveTo>
                      <a:pt x="0" y="0"/>
                    </a:moveTo>
                    <a:cubicBezTo>
                      <a:pt x="6526" y="0"/>
                      <a:pt x="12703" y="2950"/>
                      <a:pt x="16803" y="8028"/>
                    </a:cubicBezTo>
                  </a:path>
                  <a:path w="16804" h="21600" stroke="0" extrusionOk="0">
                    <a:moveTo>
                      <a:pt x="0" y="0"/>
                    </a:moveTo>
                    <a:cubicBezTo>
                      <a:pt x="6526" y="0"/>
                      <a:pt x="12703" y="2950"/>
                      <a:pt x="16803" y="8028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4044" name="Object 28"/>
              <p:cNvGraphicFramePr>
                <a:graphicFrameLocks noChangeAspect="1"/>
              </p:cNvGraphicFramePr>
              <p:nvPr/>
            </p:nvGraphicFramePr>
            <p:xfrm>
              <a:off x="4170" y="1632"/>
              <a:ext cx="274" cy="5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15640" imgH="406080" progId="Equation.DSMT4">
                      <p:embed/>
                    </p:oleObj>
                  </mc:Choice>
                  <mc:Fallback>
                    <p:oleObj name="Equation" r:id="rId18" imgW="215640" imgH="4060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4170" y="1632"/>
                            <a:ext cx="274" cy="5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4045" name="Line 29"/>
            <p:cNvSpPr>
              <a:spLocks noChangeAspect="1" noChangeShapeType="1"/>
            </p:cNvSpPr>
            <p:nvPr/>
          </p:nvSpPr>
          <p:spPr bwMode="black">
            <a:xfrm flipV="1">
              <a:off x="4436" y="1072"/>
              <a:ext cx="899" cy="449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4046" name="Object 30"/>
            <p:cNvGraphicFramePr>
              <a:graphicFrameLocks noChangeAspect="1"/>
            </p:cNvGraphicFramePr>
            <p:nvPr/>
          </p:nvGraphicFramePr>
          <p:xfrm>
            <a:off x="3968" y="545"/>
            <a:ext cx="273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15640" imgH="469800" progId="Equation.DSMT4">
                    <p:embed/>
                  </p:oleObj>
                </mc:Choice>
                <mc:Fallback>
                  <p:oleObj name="Equation" r:id="rId20" imgW="21564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968" y="545"/>
                          <a:ext cx="273" cy="6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4047" name="Object 31"/>
            <p:cNvGraphicFramePr>
              <a:graphicFrameLocks noChangeAspect="1"/>
            </p:cNvGraphicFramePr>
            <p:nvPr/>
          </p:nvGraphicFramePr>
          <p:xfrm>
            <a:off x="4176" y="816"/>
            <a:ext cx="32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53800" imgH="164880" progId="Equation.3">
                    <p:embed/>
                  </p:oleObj>
                </mc:Choice>
                <mc:Fallback>
                  <p:oleObj name="公式" r:id="rId22" imgW="25380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176" y="816"/>
                          <a:ext cx="32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4048" name="Line 32"/>
          <p:cNvSpPr>
            <a:spLocks noChangeShapeType="1"/>
          </p:cNvSpPr>
          <p:nvPr/>
        </p:nvSpPr>
        <p:spPr bwMode="auto">
          <a:xfrm flipV="1">
            <a:off x="8585200" y="509588"/>
            <a:ext cx="762000" cy="1905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4049" name="Line 33"/>
          <p:cNvSpPr>
            <a:spLocks noChangeShapeType="1"/>
          </p:cNvSpPr>
          <p:nvPr/>
        </p:nvSpPr>
        <p:spPr bwMode="auto">
          <a:xfrm flipV="1">
            <a:off x="8588375" y="1963738"/>
            <a:ext cx="1676400" cy="482600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37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48" grpId="0" animBg="1"/>
      <p:bldP spid="21404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33CE-A777-4DED-B198-548860E0BA30}" type="slidenum">
              <a:rPr lang="en-US" altLang="zh-CN"/>
              <a:pPr/>
              <a:t>28</a:t>
            </a:fld>
            <a:endParaRPr lang="en-US" altLang="zh-CN"/>
          </a:p>
        </p:txBody>
      </p:sp>
      <p:grpSp>
        <p:nvGrpSpPr>
          <p:cNvPr id="215042" name="Group 2"/>
          <p:cNvGrpSpPr>
            <a:grpSpLocks/>
          </p:cNvGrpSpPr>
          <p:nvPr/>
        </p:nvGrpSpPr>
        <p:grpSpPr bwMode="auto">
          <a:xfrm>
            <a:off x="7696201" y="1"/>
            <a:ext cx="2627313" cy="3255963"/>
            <a:chOff x="3888" y="0"/>
            <a:chExt cx="1655" cy="2051"/>
          </a:xfrm>
        </p:grpSpPr>
        <p:sp>
          <p:nvSpPr>
            <p:cNvPr id="215043" name="Arc 3"/>
            <p:cNvSpPr>
              <a:spLocks noChangeAspect="1"/>
            </p:cNvSpPr>
            <p:nvPr/>
          </p:nvSpPr>
          <p:spPr bwMode="black">
            <a:xfrm>
              <a:off x="3889" y="300"/>
              <a:ext cx="1225" cy="110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723 w 43200"/>
                <a:gd name="T1" fmla="*/ 43200 h 43200"/>
                <a:gd name="T2" fmla="*/ 23443 w 43200"/>
                <a:gd name="T3" fmla="*/ 43121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722" y="43199"/>
                  </a:moveTo>
                  <a:cubicBezTo>
                    <a:pt x="21681" y="43199"/>
                    <a:pt x="21640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814"/>
                    <a:pt x="34617" y="42164"/>
                    <a:pt x="23443" y="43121"/>
                  </a:cubicBezTo>
                </a:path>
                <a:path w="43200" h="43200" stroke="0" extrusionOk="0">
                  <a:moveTo>
                    <a:pt x="21722" y="43199"/>
                  </a:moveTo>
                  <a:cubicBezTo>
                    <a:pt x="21681" y="43199"/>
                    <a:pt x="21640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814"/>
                    <a:pt x="34617" y="42164"/>
                    <a:pt x="23443" y="4312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 cap="rnd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44" name="Arc 4"/>
            <p:cNvSpPr>
              <a:spLocks noChangeAspect="1"/>
            </p:cNvSpPr>
            <p:nvPr/>
          </p:nvSpPr>
          <p:spPr bwMode="black">
            <a:xfrm flipV="1">
              <a:off x="3888" y="841"/>
              <a:ext cx="1226" cy="110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40261 w 43200"/>
                <a:gd name="T1" fmla="*/ 32478 h 43200"/>
                <a:gd name="T2" fmla="*/ 40538 w 43200"/>
                <a:gd name="T3" fmla="*/ 31987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40260" y="32477"/>
                  </a:moveTo>
                  <a:cubicBezTo>
                    <a:pt x="36390" y="39117"/>
                    <a:pt x="29284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231"/>
                    <a:pt x="42284" y="28803"/>
                    <a:pt x="40538" y="31987"/>
                  </a:cubicBezTo>
                </a:path>
                <a:path w="43200" h="43200" stroke="0" extrusionOk="0">
                  <a:moveTo>
                    <a:pt x="40260" y="32477"/>
                  </a:moveTo>
                  <a:cubicBezTo>
                    <a:pt x="36390" y="39117"/>
                    <a:pt x="29284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231"/>
                    <a:pt x="42284" y="28803"/>
                    <a:pt x="40538" y="31987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 cap="rnd">
              <a:solidFill>
                <a:srgbClr val="00FF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045" name="Object 5"/>
            <p:cNvGraphicFramePr>
              <a:graphicFrameLocks noChangeAspect="1"/>
            </p:cNvGraphicFramePr>
            <p:nvPr/>
          </p:nvGraphicFramePr>
          <p:xfrm>
            <a:off x="3897" y="1164"/>
            <a:ext cx="355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9360" imgH="469800" progId="Equation.DSMT4">
                    <p:embed/>
                  </p:oleObj>
                </mc:Choice>
                <mc:Fallback>
                  <p:oleObj name="Equation" r:id="rId2" imgW="27936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897" y="1164"/>
                          <a:ext cx="355" cy="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046" name="Arc 6" descr="宽上对角线"/>
            <p:cNvSpPr>
              <a:spLocks noChangeAspect="1"/>
            </p:cNvSpPr>
            <p:nvPr/>
          </p:nvSpPr>
          <p:spPr bwMode="black">
            <a:xfrm>
              <a:off x="3948" y="851"/>
              <a:ext cx="1087" cy="551"/>
            </a:xfrm>
            <a:custGeom>
              <a:avLst/>
              <a:gdLst>
                <a:gd name="G0" fmla="+- 19438 0 0"/>
                <a:gd name="G1" fmla="+- 0 0 0"/>
                <a:gd name="G2" fmla="+- 21600 0 0"/>
                <a:gd name="T0" fmla="*/ 38250 w 38250"/>
                <a:gd name="T1" fmla="*/ 10614 h 21600"/>
                <a:gd name="T2" fmla="*/ 0 w 38250"/>
                <a:gd name="T3" fmla="*/ 9420 h 21600"/>
                <a:gd name="T4" fmla="*/ 19438 w 3825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50" h="21600" fill="none" extrusionOk="0">
                  <a:moveTo>
                    <a:pt x="38250" y="10614"/>
                  </a:moveTo>
                  <a:cubicBezTo>
                    <a:pt x="34420" y="17401"/>
                    <a:pt x="27231" y="21599"/>
                    <a:pt x="19438" y="21600"/>
                  </a:cubicBezTo>
                  <a:cubicBezTo>
                    <a:pt x="11160" y="21600"/>
                    <a:pt x="3610" y="16869"/>
                    <a:pt x="0" y="9419"/>
                  </a:cubicBezTo>
                </a:path>
                <a:path w="38250" h="21600" stroke="0" extrusionOk="0">
                  <a:moveTo>
                    <a:pt x="38250" y="10614"/>
                  </a:moveTo>
                  <a:cubicBezTo>
                    <a:pt x="34420" y="17401"/>
                    <a:pt x="27231" y="21599"/>
                    <a:pt x="19438" y="21600"/>
                  </a:cubicBezTo>
                  <a:cubicBezTo>
                    <a:pt x="11160" y="21600"/>
                    <a:pt x="3610" y="16869"/>
                    <a:pt x="0" y="9419"/>
                  </a:cubicBezTo>
                  <a:lnTo>
                    <a:pt x="19438" y="0"/>
                  </a:lnTo>
                  <a:close/>
                </a:path>
              </a:pathLst>
            </a:cu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47" name="Arc 7" descr="宽上对角线"/>
            <p:cNvSpPr>
              <a:spLocks noChangeAspect="1"/>
            </p:cNvSpPr>
            <p:nvPr/>
          </p:nvSpPr>
          <p:spPr bwMode="black">
            <a:xfrm flipV="1">
              <a:off x="3965" y="825"/>
              <a:ext cx="1066" cy="553"/>
            </a:xfrm>
            <a:custGeom>
              <a:avLst/>
              <a:gdLst>
                <a:gd name="G0" fmla="+- 18801 0 0"/>
                <a:gd name="G1" fmla="+- 0 0 0"/>
                <a:gd name="G2" fmla="+- 21600 0 0"/>
                <a:gd name="T0" fmla="*/ 37606 w 37606"/>
                <a:gd name="T1" fmla="*/ 10627 h 21600"/>
                <a:gd name="T2" fmla="*/ 0 w 37606"/>
                <a:gd name="T3" fmla="*/ 10634 h 21600"/>
                <a:gd name="T4" fmla="*/ 18801 w 37606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606" h="21600" fill="none" extrusionOk="0">
                  <a:moveTo>
                    <a:pt x="37605" y="10626"/>
                  </a:moveTo>
                  <a:cubicBezTo>
                    <a:pt x="33774" y="17407"/>
                    <a:pt x="26589" y="21599"/>
                    <a:pt x="18801" y="21600"/>
                  </a:cubicBezTo>
                  <a:cubicBezTo>
                    <a:pt x="11015" y="21600"/>
                    <a:pt x="3832" y="17410"/>
                    <a:pt x="-1" y="10634"/>
                  </a:cubicBezTo>
                </a:path>
                <a:path w="37606" h="21600" stroke="0" extrusionOk="0">
                  <a:moveTo>
                    <a:pt x="37605" y="10626"/>
                  </a:moveTo>
                  <a:cubicBezTo>
                    <a:pt x="33774" y="17407"/>
                    <a:pt x="26589" y="21599"/>
                    <a:pt x="18801" y="21600"/>
                  </a:cubicBezTo>
                  <a:cubicBezTo>
                    <a:pt x="11015" y="21600"/>
                    <a:pt x="3832" y="17410"/>
                    <a:pt x="-1" y="10634"/>
                  </a:cubicBezTo>
                  <a:lnTo>
                    <a:pt x="18801" y="0"/>
                  </a:lnTo>
                  <a:close/>
                </a:path>
              </a:pathLst>
            </a:cu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48" name="Oval 8" descr="小网格"/>
            <p:cNvSpPr>
              <a:spLocks noChangeArrowheads="1"/>
            </p:cNvSpPr>
            <p:nvPr/>
          </p:nvSpPr>
          <p:spPr bwMode="auto">
            <a:xfrm>
              <a:off x="3983" y="984"/>
              <a:ext cx="1050" cy="231"/>
            </a:xfrm>
            <a:prstGeom prst="ellipse">
              <a:avLst/>
            </a:prstGeom>
            <a:pattFill prst="smGrid">
              <a:fgClr>
                <a:schemeClr val="hlink"/>
              </a:fgClr>
              <a:bgClr>
                <a:srgbClr val="FFFFFF"/>
              </a:bgClr>
            </a:pattFill>
            <a:ln w="2857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049" name="Object 9"/>
            <p:cNvGraphicFramePr>
              <a:graphicFrameLocks noChangeAspect="1"/>
            </p:cNvGraphicFramePr>
            <p:nvPr/>
          </p:nvGraphicFramePr>
          <p:xfrm>
            <a:off x="4184" y="840"/>
            <a:ext cx="375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79360" imgH="393480" progId="Equation.3">
                    <p:embed/>
                  </p:oleObj>
                </mc:Choice>
                <mc:Fallback>
                  <p:oleObj name="公式" r:id="rId4" imgW="2793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184" y="840"/>
                          <a:ext cx="375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050" name="Group 10"/>
            <p:cNvGrpSpPr>
              <a:grpSpLocks/>
            </p:cNvGrpSpPr>
            <p:nvPr/>
          </p:nvGrpSpPr>
          <p:grpSpPr bwMode="auto">
            <a:xfrm>
              <a:off x="3929" y="0"/>
              <a:ext cx="1614" cy="2051"/>
              <a:chOff x="3880" y="468"/>
              <a:chExt cx="1614" cy="2051"/>
            </a:xfrm>
          </p:grpSpPr>
          <p:sp>
            <p:nvSpPr>
              <p:cNvPr id="215051" name="Line 11"/>
              <p:cNvSpPr>
                <a:spLocks noChangeAspect="1" noChangeShapeType="1"/>
              </p:cNvSpPr>
              <p:nvPr/>
            </p:nvSpPr>
            <p:spPr bwMode="black">
              <a:xfrm flipH="1">
                <a:off x="4043" y="1858"/>
                <a:ext cx="423" cy="4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15052" name="Group 12"/>
              <p:cNvGrpSpPr>
                <a:grpSpLocks/>
              </p:cNvGrpSpPr>
              <p:nvPr/>
            </p:nvGrpSpPr>
            <p:grpSpPr bwMode="auto">
              <a:xfrm>
                <a:off x="3880" y="468"/>
                <a:ext cx="1614" cy="2051"/>
                <a:chOff x="3498" y="840"/>
                <a:chExt cx="1614" cy="2051"/>
              </a:xfrm>
            </p:grpSpPr>
            <p:sp>
              <p:nvSpPr>
                <p:cNvPr id="215053" name="Line 13"/>
                <p:cNvSpPr>
                  <a:spLocks noChangeAspect="1" noChangeShapeType="1"/>
                </p:cNvSpPr>
                <p:nvPr/>
              </p:nvSpPr>
              <p:spPr bwMode="black">
                <a:xfrm>
                  <a:off x="4067" y="2244"/>
                  <a:ext cx="100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054" name="Rectangle 14"/>
                <p:cNvSpPr>
                  <a:spLocks noChangeAspect="1" noChangeArrowheads="1"/>
                </p:cNvSpPr>
                <p:nvPr/>
              </p:nvSpPr>
              <p:spPr bwMode="black">
                <a:xfrm>
                  <a:off x="4900" y="2207"/>
                  <a:ext cx="212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y</a:t>
                  </a:r>
                </a:p>
              </p:txBody>
            </p:sp>
            <p:sp>
              <p:nvSpPr>
                <p:cNvPr id="215055" name="Line 15"/>
                <p:cNvSpPr>
                  <a:spLocks noChangeAspect="1" noChangeShapeType="1"/>
                </p:cNvSpPr>
                <p:nvPr/>
              </p:nvSpPr>
              <p:spPr bwMode="black">
                <a:xfrm flipV="1">
                  <a:off x="4067" y="1016"/>
                  <a:ext cx="0" cy="12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056" name="Rectangle 16"/>
                <p:cNvSpPr>
                  <a:spLocks noChangeAspect="1" noChangeArrowheads="1"/>
                </p:cNvSpPr>
                <p:nvPr/>
              </p:nvSpPr>
              <p:spPr bwMode="black">
                <a:xfrm>
                  <a:off x="3498" y="2574"/>
                  <a:ext cx="224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215057" name="Rectangle 17"/>
                <p:cNvSpPr>
                  <a:spLocks noChangeAspect="1" noChangeArrowheads="1"/>
                </p:cNvSpPr>
                <p:nvPr/>
              </p:nvSpPr>
              <p:spPr bwMode="black">
                <a:xfrm>
                  <a:off x="3865" y="840"/>
                  <a:ext cx="200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z</a:t>
                  </a:r>
                </a:p>
              </p:txBody>
            </p:sp>
            <p:sp>
              <p:nvSpPr>
                <p:cNvPr id="215058" name="Rectangle 18"/>
                <p:cNvSpPr>
                  <a:spLocks noChangeAspect="1" noChangeArrowheads="1"/>
                </p:cNvSpPr>
                <p:nvPr/>
              </p:nvSpPr>
              <p:spPr bwMode="black">
                <a:xfrm>
                  <a:off x="4022" y="2207"/>
                  <a:ext cx="224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o</a:t>
                  </a:r>
                </a:p>
              </p:txBody>
            </p:sp>
          </p:grpSp>
        </p:grpSp>
        <p:graphicFrame>
          <p:nvGraphicFramePr>
            <p:cNvPr id="215059" name="Object 19"/>
            <p:cNvGraphicFramePr>
              <a:graphicFrameLocks noChangeAspect="1"/>
            </p:cNvGraphicFramePr>
            <p:nvPr/>
          </p:nvGraphicFramePr>
          <p:xfrm>
            <a:off x="4031" y="408"/>
            <a:ext cx="273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5640" imgH="469800" progId="Equation.DSMT4">
                    <p:embed/>
                  </p:oleObj>
                </mc:Choice>
                <mc:Fallback>
                  <p:oleObj name="Equation" r:id="rId6" imgW="21564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031" y="408"/>
                          <a:ext cx="273" cy="6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60" name="Object 20"/>
            <p:cNvGraphicFramePr>
              <a:graphicFrameLocks noChangeAspect="1"/>
            </p:cNvGraphicFramePr>
            <p:nvPr/>
          </p:nvGraphicFramePr>
          <p:xfrm>
            <a:off x="4239" y="679"/>
            <a:ext cx="32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53800" imgH="164880" progId="Equation.3">
                    <p:embed/>
                  </p:oleObj>
                </mc:Choice>
                <mc:Fallback>
                  <p:oleObj name="公式" r:id="rId8" imgW="25380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239" y="679"/>
                          <a:ext cx="32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61" name="Oval 21" descr="小网格"/>
          <p:cNvSpPr>
            <a:spLocks noChangeAspect="1" noChangeArrowheads="1"/>
          </p:cNvSpPr>
          <p:nvPr/>
        </p:nvSpPr>
        <p:spPr bwMode="invGray">
          <a:xfrm>
            <a:off x="7896225" y="4541838"/>
            <a:ext cx="1282700" cy="1282700"/>
          </a:xfrm>
          <a:prstGeom prst="ellipse">
            <a:avLst/>
          </a:prstGeom>
          <a:pattFill prst="smGrid">
            <a:fgClr>
              <a:srgbClr val="FFFFCC"/>
            </a:fgClr>
            <a:bgClr>
              <a:schemeClr val="hlink"/>
            </a:bgClr>
          </a:pattFill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062" name="Group 22"/>
          <p:cNvGrpSpPr>
            <a:grpSpLocks noChangeAspect="1"/>
          </p:cNvGrpSpPr>
          <p:nvPr/>
        </p:nvGrpSpPr>
        <p:grpSpPr bwMode="auto">
          <a:xfrm>
            <a:off x="7608888" y="4038600"/>
            <a:ext cx="2470150" cy="1944688"/>
            <a:chOff x="3840" y="2544"/>
            <a:chExt cx="1768" cy="1392"/>
          </a:xfrm>
        </p:grpSpPr>
        <p:sp>
          <p:nvSpPr>
            <p:cNvPr id="215063" name="Line 23"/>
            <p:cNvSpPr>
              <a:spLocks noChangeAspect="1" noChangeShapeType="1"/>
            </p:cNvSpPr>
            <p:nvPr/>
          </p:nvSpPr>
          <p:spPr bwMode="invGray">
            <a:xfrm>
              <a:off x="3840" y="3388"/>
              <a:ext cx="158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64" name="Line 24"/>
            <p:cNvSpPr>
              <a:spLocks noChangeAspect="1" noChangeShapeType="1"/>
            </p:cNvSpPr>
            <p:nvPr/>
          </p:nvSpPr>
          <p:spPr bwMode="invGray">
            <a:xfrm flipV="1">
              <a:off x="4521" y="2544"/>
              <a:ext cx="0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065" name="Object 25"/>
            <p:cNvGraphicFramePr>
              <a:graphicFrameLocks noChangeAspect="1"/>
            </p:cNvGraphicFramePr>
            <p:nvPr/>
          </p:nvGraphicFramePr>
          <p:xfrm>
            <a:off x="4981" y="3388"/>
            <a:ext cx="392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93480" imgH="431640" progId="Equation.3">
                    <p:embed/>
                  </p:oleObj>
                </mc:Choice>
                <mc:Fallback>
                  <p:oleObj name="公式" r:id="rId10" imgW="3934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4981" y="3388"/>
                          <a:ext cx="392" cy="4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66" name="Object 26"/>
            <p:cNvGraphicFramePr>
              <a:graphicFrameLocks noChangeAspect="1"/>
            </p:cNvGraphicFramePr>
            <p:nvPr/>
          </p:nvGraphicFramePr>
          <p:xfrm>
            <a:off x="4285" y="2544"/>
            <a:ext cx="184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9680" imgH="164880" progId="Equation.3">
                    <p:embed/>
                  </p:oleObj>
                </mc:Choice>
                <mc:Fallback>
                  <p:oleObj name="公式" r:id="rId12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4285" y="2544"/>
                          <a:ext cx="184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67" name="Object 27"/>
            <p:cNvGraphicFramePr>
              <a:graphicFrameLocks noChangeAspect="1"/>
            </p:cNvGraphicFramePr>
            <p:nvPr/>
          </p:nvGraphicFramePr>
          <p:xfrm>
            <a:off x="5426" y="3427"/>
            <a:ext cx="182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39680" imgH="139680" progId="Equation.3">
                    <p:embed/>
                  </p:oleObj>
                </mc:Choice>
                <mc:Fallback>
                  <p:oleObj name="公式" r:id="rId14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5426" y="3427"/>
                          <a:ext cx="182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68" name="Object 28"/>
            <p:cNvGraphicFramePr>
              <a:graphicFrameLocks noChangeAspect="1"/>
            </p:cNvGraphicFramePr>
            <p:nvPr/>
          </p:nvGraphicFramePr>
          <p:xfrm>
            <a:off x="4285" y="3369"/>
            <a:ext cx="24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26720" imgH="139680" progId="Equation.3">
                    <p:embed/>
                  </p:oleObj>
                </mc:Choice>
                <mc:Fallback>
                  <p:oleObj name="公式" r:id="rId16" imgW="1267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4285" y="3369"/>
                          <a:ext cx="247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69" name="Line 29"/>
          <p:cNvSpPr>
            <a:spLocks noChangeShapeType="1"/>
          </p:cNvSpPr>
          <p:nvPr/>
        </p:nvSpPr>
        <p:spPr bwMode="auto">
          <a:xfrm flipH="1" flipV="1">
            <a:off x="8991600" y="685800"/>
            <a:ext cx="0" cy="2209800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5070" name="Object 30"/>
          <p:cNvGraphicFramePr>
            <a:graphicFrameLocks noChangeAspect="1"/>
          </p:cNvGraphicFramePr>
          <p:nvPr/>
        </p:nvGraphicFramePr>
        <p:xfrm>
          <a:off x="8616951" y="4581526"/>
          <a:ext cx="5302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00" imgH="241200" progId="Equation.DSMT4">
                  <p:embed/>
                </p:oleObj>
              </mc:Choice>
              <mc:Fallback>
                <p:oleObj name="Equation" r:id="rId18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8616951" y="4581526"/>
                        <a:ext cx="5302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1" name="Object 31"/>
          <p:cNvGraphicFramePr>
            <a:graphicFrameLocks noChangeAspect="1"/>
          </p:cNvGraphicFramePr>
          <p:nvPr/>
        </p:nvGraphicFramePr>
        <p:xfrm>
          <a:off x="7332663" y="5721350"/>
          <a:ext cx="2668587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9720" imgH="406080" progId="Equation.DSMT4">
                  <p:embed/>
                </p:oleObj>
              </mc:Choice>
              <mc:Fallback>
                <p:oleObj name="Equation" r:id="rId20" imgW="1269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7332663" y="5721350"/>
                        <a:ext cx="2668587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2" name="Rectangle 32"/>
          <p:cNvSpPr>
            <a:spLocks noChangeArrowheads="1"/>
          </p:cNvSpPr>
          <p:nvPr/>
        </p:nvSpPr>
        <p:spPr bwMode="auto">
          <a:xfrm>
            <a:off x="1905000" y="461963"/>
            <a:ext cx="472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解法二   </a:t>
            </a:r>
            <a:r>
              <a:rPr kumimoji="1" lang="zh-CN" altLang="en-US" sz="2800" b="1">
                <a:latin typeface="宋体" panose="02010600030101010101" pitchFamily="2" charset="-122"/>
              </a:rPr>
              <a:t>用柱面坐标系</a:t>
            </a:r>
          </a:p>
        </p:txBody>
      </p:sp>
      <p:graphicFrame>
        <p:nvGraphicFramePr>
          <p:cNvPr id="21507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195673"/>
              </p:ext>
            </p:extLst>
          </p:nvPr>
        </p:nvGraphicFramePr>
        <p:xfrm>
          <a:off x="2055813" y="1116013"/>
          <a:ext cx="1474580" cy="941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96880" imgH="380880" progId="Equation.DSMT4">
                  <p:embed/>
                </p:oleObj>
              </mc:Choice>
              <mc:Fallback>
                <p:oleObj name="Equation" r:id="rId22" imgW="596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55813" y="1116013"/>
                        <a:ext cx="1474580" cy="9413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4" name="Object 34"/>
          <p:cNvGraphicFramePr>
            <a:graphicFrameLocks noChangeAspect="1"/>
          </p:cNvGraphicFramePr>
          <p:nvPr/>
        </p:nvGraphicFramePr>
        <p:xfrm>
          <a:off x="1924050" y="2997201"/>
          <a:ext cx="75565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047760" imgH="444240" progId="Equation.3">
                  <p:embed/>
                </p:oleObj>
              </mc:Choice>
              <mc:Fallback>
                <p:oleObj name="公式" r:id="rId24" imgW="30477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24050" y="2997201"/>
                        <a:ext cx="7556500" cy="1101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473339"/>
              </p:ext>
            </p:extLst>
          </p:nvPr>
        </p:nvGraphicFramePr>
        <p:xfrm>
          <a:off x="1862138" y="5038725"/>
          <a:ext cx="166846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72840" imgH="406080" progId="Equation.DSMT4">
                  <p:embed/>
                </p:oleObj>
              </mc:Choice>
              <mc:Fallback>
                <p:oleObj name="Equation" r:id="rId26" imgW="672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862138" y="5038725"/>
                        <a:ext cx="1668462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6" name="Object 36"/>
          <p:cNvGraphicFramePr>
            <a:graphicFrameLocks noChangeAspect="1"/>
          </p:cNvGraphicFramePr>
          <p:nvPr/>
        </p:nvGraphicFramePr>
        <p:xfrm>
          <a:off x="1955800" y="1844675"/>
          <a:ext cx="46275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866600" imgH="406080" progId="Equation.DSMT4">
                  <p:embed/>
                </p:oleObj>
              </mc:Choice>
              <mc:Fallback>
                <p:oleObj name="Equation" r:id="rId28" imgW="1866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55800" y="1844675"/>
                        <a:ext cx="4627563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7" name="Object 37"/>
          <p:cNvGraphicFramePr>
            <a:graphicFrameLocks noChangeAspect="1"/>
          </p:cNvGraphicFramePr>
          <p:nvPr/>
        </p:nvGraphicFramePr>
        <p:xfrm>
          <a:off x="1981200" y="4292600"/>
          <a:ext cx="44704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803240" imgH="215640" progId="Equation.3">
                  <p:embed/>
                </p:oleObj>
              </mc:Choice>
              <mc:Fallback>
                <p:oleObj name="公式" r:id="rId30" imgW="1803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81200" y="4292600"/>
                        <a:ext cx="4470400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075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1" grpId="0" animBg="1"/>
      <p:bldP spid="21506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9E5EB-BE0E-4E00-982D-15EBDFC3D256}" type="slidenum">
              <a:rPr lang="en-US" altLang="zh-CN"/>
              <a:pPr/>
              <a:t>29</a:t>
            </a:fld>
            <a:endParaRPr lang="en-US" altLang="zh-CN"/>
          </a:p>
        </p:txBody>
      </p:sp>
      <p:grpSp>
        <p:nvGrpSpPr>
          <p:cNvPr id="216066" name="Group 2"/>
          <p:cNvGrpSpPr>
            <a:grpSpLocks noChangeAspect="1"/>
          </p:cNvGrpSpPr>
          <p:nvPr/>
        </p:nvGrpSpPr>
        <p:grpSpPr bwMode="auto">
          <a:xfrm>
            <a:off x="7478714" y="1155700"/>
            <a:ext cx="1862137" cy="965200"/>
            <a:chOff x="710" y="816"/>
            <a:chExt cx="1066" cy="553"/>
          </a:xfrm>
        </p:grpSpPr>
        <p:sp>
          <p:nvSpPr>
            <p:cNvPr id="216067" name="Arc 3"/>
            <p:cNvSpPr>
              <a:spLocks noChangeAspect="1"/>
            </p:cNvSpPr>
            <p:nvPr/>
          </p:nvSpPr>
          <p:spPr bwMode="black">
            <a:xfrm flipV="1">
              <a:off x="710" y="816"/>
              <a:ext cx="1066" cy="553"/>
            </a:xfrm>
            <a:custGeom>
              <a:avLst/>
              <a:gdLst>
                <a:gd name="G0" fmla="+- 18801 0 0"/>
                <a:gd name="G1" fmla="+- 0 0 0"/>
                <a:gd name="G2" fmla="+- 21600 0 0"/>
                <a:gd name="T0" fmla="*/ 37606 w 37606"/>
                <a:gd name="T1" fmla="*/ 10627 h 21600"/>
                <a:gd name="T2" fmla="*/ 0 w 37606"/>
                <a:gd name="T3" fmla="*/ 10634 h 21600"/>
                <a:gd name="T4" fmla="*/ 18801 w 37606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606" h="21600" fill="none" extrusionOk="0">
                  <a:moveTo>
                    <a:pt x="37605" y="10626"/>
                  </a:moveTo>
                  <a:cubicBezTo>
                    <a:pt x="33774" y="17407"/>
                    <a:pt x="26589" y="21599"/>
                    <a:pt x="18801" y="21600"/>
                  </a:cubicBezTo>
                  <a:cubicBezTo>
                    <a:pt x="11015" y="21600"/>
                    <a:pt x="3832" y="17410"/>
                    <a:pt x="-1" y="10634"/>
                  </a:cubicBezTo>
                </a:path>
                <a:path w="37606" h="21600" stroke="0" extrusionOk="0">
                  <a:moveTo>
                    <a:pt x="37605" y="10626"/>
                  </a:moveTo>
                  <a:cubicBezTo>
                    <a:pt x="33774" y="17407"/>
                    <a:pt x="26589" y="21599"/>
                    <a:pt x="18801" y="21600"/>
                  </a:cubicBezTo>
                  <a:cubicBezTo>
                    <a:pt x="11015" y="21600"/>
                    <a:pt x="3832" y="17410"/>
                    <a:pt x="-1" y="10634"/>
                  </a:cubicBezTo>
                  <a:lnTo>
                    <a:pt x="18801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6068" name="Oval 4"/>
            <p:cNvSpPr>
              <a:spLocks noChangeAspect="1" noChangeArrowheads="1"/>
            </p:cNvSpPr>
            <p:nvPr/>
          </p:nvSpPr>
          <p:spPr bwMode="auto">
            <a:xfrm>
              <a:off x="719" y="1056"/>
              <a:ext cx="1050" cy="7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6069" name="Object 5"/>
          <p:cNvGraphicFramePr>
            <a:graphicFrameLocks noChangeAspect="1"/>
          </p:cNvGraphicFramePr>
          <p:nvPr/>
        </p:nvGraphicFramePr>
        <p:xfrm>
          <a:off x="7400925" y="828675"/>
          <a:ext cx="476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40" imgH="228600" progId="Equation.DSMT4">
                  <p:embed/>
                </p:oleObj>
              </mc:Choice>
              <mc:Fallback>
                <p:oleObj name="Equation" r:id="rId2" imgW="215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00925" y="828675"/>
                        <a:ext cx="47625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0" name="Oval 6" descr="深色下对角线"/>
          <p:cNvSpPr>
            <a:spLocks noChangeAspect="1" noChangeArrowheads="1"/>
          </p:cNvSpPr>
          <p:nvPr/>
        </p:nvSpPr>
        <p:spPr bwMode="auto">
          <a:xfrm>
            <a:off x="7664451" y="1322388"/>
            <a:ext cx="1471613" cy="203200"/>
          </a:xfrm>
          <a:prstGeom prst="ellipse">
            <a:avLst/>
          </a:prstGeom>
          <a:pattFill prst="dkDnDiag">
            <a:fgClr>
              <a:schemeClr val="accent1"/>
            </a:fgClr>
            <a:bgClr>
              <a:srgbClr val="FFFFFF"/>
            </a:bgClr>
          </a:pattFill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6071" name="Object 7"/>
          <p:cNvGraphicFramePr>
            <a:graphicFrameLocks noChangeAspect="1"/>
          </p:cNvGraphicFramePr>
          <p:nvPr/>
        </p:nvGraphicFramePr>
        <p:xfrm>
          <a:off x="9134475" y="887413"/>
          <a:ext cx="5746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228600" progId="Equation.DSMT4">
                  <p:embed/>
                </p:oleObj>
              </mc:Choice>
              <mc:Fallback>
                <p:oleObj name="Equation" r:id="rId4" imgW="24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9134475" y="887413"/>
                        <a:ext cx="5746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6072" name="Group 8"/>
          <p:cNvGrpSpPr>
            <a:grpSpLocks noChangeAspect="1"/>
          </p:cNvGrpSpPr>
          <p:nvPr/>
        </p:nvGrpSpPr>
        <p:grpSpPr bwMode="auto">
          <a:xfrm>
            <a:off x="7400926" y="233364"/>
            <a:ext cx="2529045" cy="2769075"/>
            <a:chOff x="665" y="288"/>
            <a:chExt cx="1449" cy="1586"/>
          </a:xfrm>
        </p:grpSpPr>
        <p:sp>
          <p:nvSpPr>
            <p:cNvPr id="216073" name="Line 9"/>
            <p:cNvSpPr>
              <a:spLocks noChangeAspect="1" noChangeShapeType="1"/>
            </p:cNvSpPr>
            <p:nvPr/>
          </p:nvSpPr>
          <p:spPr bwMode="black">
            <a:xfrm flipH="1">
              <a:off x="914" y="1390"/>
              <a:ext cx="337" cy="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074" name="Line 10"/>
            <p:cNvSpPr>
              <a:spLocks noChangeAspect="1" noChangeShapeType="1"/>
            </p:cNvSpPr>
            <p:nvPr/>
          </p:nvSpPr>
          <p:spPr bwMode="black">
            <a:xfrm>
              <a:off x="1234" y="1404"/>
              <a:ext cx="73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075" name="Rectangle 11"/>
            <p:cNvSpPr>
              <a:spLocks noChangeAspect="1" noChangeArrowheads="1"/>
            </p:cNvSpPr>
            <p:nvPr/>
          </p:nvSpPr>
          <p:spPr bwMode="black">
            <a:xfrm>
              <a:off x="1920" y="1344"/>
              <a:ext cx="19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7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16076" name="Line 12"/>
            <p:cNvSpPr>
              <a:spLocks noChangeAspect="1" noChangeShapeType="1"/>
            </p:cNvSpPr>
            <p:nvPr/>
          </p:nvSpPr>
          <p:spPr bwMode="black">
            <a:xfrm flipV="1">
              <a:off x="1234" y="432"/>
              <a:ext cx="0" cy="9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077" name="Rectangle 13"/>
            <p:cNvSpPr>
              <a:spLocks noChangeAspect="1" noChangeArrowheads="1"/>
            </p:cNvSpPr>
            <p:nvPr/>
          </p:nvSpPr>
          <p:spPr bwMode="black">
            <a:xfrm>
              <a:off x="665" y="1583"/>
              <a:ext cx="2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7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16078" name="Rectangle 14"/>
            <p:cNvSpPr>
              <a:spLocks noChangeAspect="1" noChangeArrowheads="1"/>
            </p:cNvSpPr>
            <p:nvPr/>
          </p:nvSpPr>
          <p:spPr bwMode="black">
            <a:xfrm>
              <a:off x="1008" y="288"/>
              <a:ext cx="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7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16079" name="Rectangle 15"/>
            <p:cNvSpPr>
              <a:spLocks noChangeAspect="1" noChangeArrowheads="1"/>
            </p:cNvSpPr>
            <p:nvPr/>
          </p:nvSpPr>
          <p:spPr bwMode="black">
            <a:xfrm>
              <a:off x="960" y="1248"/>
              <a:ext cx="2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700" b="1" i="1">
                  <a:latin typeface="Times New Roman" panose="02020603050405020304" pitchFamily="18" charset="0"/>
                </a:rPr>
                <a:t>o</a:t>
              </a:r>
            </a:p>
          </p:txBody>
        </p:sp>
      </p:grpSp>
      <p:grpSp>
        <p:nvGrpSpPr>
          <p:cNvPr id="216080" name="Group 16"/>
          <p:cNvGrpSpPr>
            <a:grpSpLocks noChangeAspect="1"/>
          </p:cNvGrpSpPr>
          <p:nvPr/>
        </p:nvGrpSpPr>
        <p:grpSpPr bwMode="auto">
          <a:xfrm flipV="1">
            <a:off x="7667625" y="4217988"/>
            <a:ext cx="1862138" cy="965200"/>
            <a:chOff x="710" y="816"/>
            <a:chExt cx="1066" cy="553"/>
          </a:xfrm>
        </p:grpSpPr>
        <p:sp>
          <p:nvSpPr>
            <p:cNvPr id="216081" name="Arc 17"/>
            <p:cNvSpPr>
              <a:spLocks noChangeAspect="1"/>
            </p:cNvSpPr>
            <p:nvPr/>
          </p:nvSpPr>
          <p:spPr bwMode="black">
            <a:xfrm flipV="1">
              <a:off x="710" y="816"/>
              <a:ext cx="1066" cy="553"/>
            </a:xfrm>
            <a:custGeom>
              <a:avLst/>
              <a:gdLst>
                <a:gd name="G0" fmla="+- 18801 0 0"/>
                <a:gd name="G1" fmla="+- 0 0 0"/>
                <a:gd name="G2" fmla="+- 21600 0 0"/>
                <a:gd name="T0" fmla="*/ 37606 w 37606"/>
                <a:gd name="T1" fmla="*/ 10627 h 21600"/>
                <a:gd name="T2" fmla="*/ 0 w 37606"/>
                <a:gd name="T3" fmla="*/ 10634 h 21600"/>
                <a:gd name="T4" fmla="*/ 18801 w 37606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606" h="21600" fill="none" extrusionOk="0">
                  <a:moveTo>
                    <a:pt x="37605" y="10626"/>
                  </a:moveTo>
                  <a:cubicBezTo>
                    <a:pt x="33774" y="17407"/>
                    <a:pt x="26589" y="21599"/>
                    <a:pt x="18801" y="21600"/>
                  </a:cubicBezTo>
                  <a:cubicBezTo>
                    <a:pt x="11015" y="21600"/>
                    <a:pt x="3832" y="17410"/>
                    <a:pt x="-1" y="10634"/>
                  </a:cubicBezTo>
                </a:path>
                <a:path w="37606" h="21600" stroke="0" extrusionOk="0">
                  <a:moveTo>
                    <a:pt x="37605" y="10626"/>
                  </a:moveTo>
                  <a:cubicBezTo>
                    <a:pt x="33774" y="17407"/>
                    <a:pt x="26589" y="21599"/>
                    <a:pt x="18801" y="21600"/>
                  </a:cubicBezTo>
                  <a:cubicBezTo>
                    <a:pt x="11015" y="21600"/>
                    <a:pt x="3832" y="17410"/>
                    <a:pt x="-1" y="10634"/>
                  </a:cubicBezTo>
                  <a:lnTo>
                    <a:pt x="18801" y="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6082" name="Oval 18"/>
            <p:cNvSpPr>
              <a:spLocks noChangeAspect="1" noChangeArrowheads="1"/>
            </p:cNvSpPr>
            <p:nvPr/>
          </p:nvSpPr>
          <p:spPr bwMode="auto">
            <a:xfrm>
              <a:off x="719" y="1056"/>
              <a:ext cx="1050" cy="77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6083" name="Object 19"/>
          <p:cNvGraphicFramePr>
            <a:graphicFrameLocks noChangeAspect="1"/>
          </p:cNvGraphicFramePr>
          <p:nvPr/>
        </p:nvGraphicFramePr>
        <p:xfrm>
          <a:off x="7489825" y="4851400"/>
          <a:ext cx="482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228600" progId="Equation.DSMT4">
                  <p:embed/>
                </p:oleObj>
              </mc:Choice>
              <mc:Fallback>
                <p:oleObj name="Equation" r:id="rId6" imgW="215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89825" y="4851400"/>
                        <a:ext cx="482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84" name="Oval 20" descr="深色下对角线"/>
          <p:cNvSpPr>
            <a:spLocks noChangeAspect="1" noChangeArrowheads="1"/>
          </p:cNvSpPr>
          <p:nvPr/>
        </p:nvSpPr>
        <p:spPr bwMode="auto">
          <a:xfrm flipV="1">
            <a:off x="7897814" y="4848225"/>
            <a:ext cx="1330325" cy="184150"/>
          </a:xfrm>
          <a:prstGeom prst="ellipse">
            <a:avLst/>
          </a:prstGeom>
          <a:pattFill prst="dkDnDiag">
            <a:fgClr>
              <a:schemeClr val="accent1"/>
            </a:fgClr>
            <a:bgClr>
              <a:srgbClr val="FFFFFF"/>
            </a:bgClr>
          </a:pattFill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6085" name="Object 21"/>
          <p:cNvGraphicFramePr>
            <a:graphicFrameLocks noChangeAspect="1"/>
          </p:cNvGraphicFramePr>
          <p:nvPr/>
        </p:nvGraphicFramePr>
        <p:xfrm>
          <a:off x="9564688" y="4513264"/>
          <a:ext cx="6032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00" imgH="228600" progId="Equation.DSMT4">
                  <p:embed/>
                </p:oleObj>
              </mc:Choice>
              <mc:Fallback>
                <p:oleObj name="Equation" r:id="rId8" imgW="25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9564688" y="4513264"/>
                        <a:ext cx="6032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6086" name="Group 22"/>
          <p:cNvGrpSpPr>
            <a:grpSpLocks noChangeAspect="1"/>
          </p:cNvGrpSpPr>
          <p:nvPr/>
        </p:nvGrpSpPr>
        <p:grpSpPr bwMode="auto">
          <a:xfrm>
            <a:off x="7589839" y="3255964"/>
            <a:ext cx="2529045" cy="2770663"/>
            <a:chOff x="665" y="288"/>
            <a:chExt cx="1449" cy="1587"/>
          </a:xfrm>
        </p:grpSpPr>
        <p:sp>
          <p:nvSpPr>
            <p:cNvPr id="216087" name="Line 23"/>
            <p:cNvSpPr>
              <a:spLocks noChangeAspect="1" noChangeShapeType="1"/>
            </p:cNvSpPr>
            <p:nvPr/>
          </p:nvSpPr>
          <p:spPr bwMode="black">
            <a:xfrm flipH="1">
              <a:off x="914" y="1390"/>
              <a:ext cx="337" cy="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088" name="Line 24"/>
            <p:cNvSpPr>
              <a:spLocks noChangeAspect="1" noChangeShapeType="1"/>
            </p:cNvSpPr>
            <p:nvPr/>
          </p:nvSpPr>
          <p:spPr bwMode="black">
            <a:xfrm>
              <a:off x="1234" y="1404"/>
              <a:ext cx="73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089" name="Rectangle 25"/>
            <p:cNvSpPr>
              <a:spLocks noChangeAspect="1" noChangeArrowheads="1"/>
            </p:cNvSpPr>
            <p:nvPr/>
          </p:nvSpPr>
          <p:spPr bwMode="black">
            <a:xfrm>
              <a:off x="1920" y="1345"/>
              <a:ext cx="19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7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16090" name="Line 26"/>
            <p:cNvSpPr>
              <a:spLocks noChangeAspect="1" noChangeShapeType="1"/>
            </p:cNvSpPr>
            <p:nvPr/>
          </p:nvSpPr>
          <p:spPr bwMode="black">
            <a:xfrm flipV="1">
              <a:off x="1234" y="432"/>
              <a:ext cx="0" cy="9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091" name="Rectangle 27"/>
            <p:cNvSpPr>
              <a:spLocks noChangeAspect="1" noChangeArrowheads="1"/>
            </p:cNvSpPr>
            <p:nvPr/>
          </p:nvSpPr>
          <p:spPr bwMode="black">
            <a:xfrm>
              <a:off x="665" y="1584"/>
              <a:ext cx="2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7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16092" name="Rectangle 28"/>
            <p:cNvSpPr>
              <a:spLocks noChangeAspect="1" noChangeArrowheads="1"/>
            </p:cNvSpPr>
            <p:nvPr/>
          </p:nvSpPr>
          <p:spPr bwMode="black">
            <a:xfrm>
              <a:off x="1008" y="288"/>
              <a:ext cx="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7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16093" name="Rectangle 29"/>
            <p:cNvSpPr>
              <a:spLocks noChangeAspect="1" noChangeArrowheads="1"/>
            </p:cNvSpPr>
            <p:nvPr/>
          </p:nvSpPr>
          <p:spPr bwMode="black">
            <a:xfrm>
              <a:off x="960" y="1248"/>
              <a:ext cx="2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700" b="1" i="1">
                  <a:latin typeface="Times New Roman" panose="02020603050405020304" pitchFamily="18" charset="0"/>
                </a:rPr>
                <a:t>o</a:t>
              </a:r>
            </a:p>
          </p:txBody>
        </p:sp>
      </p:grpSp>
      <p:graphicFrame>
        <p:nvGraphicFramePr>
          <p:cNvPr id="216094" name="Object 30"/>
          <p:cNvGraphicFramePr>
            <a:graphicFrameLocks noChangeAspect="1"/>
          </p:cNvGraphicFramePr>
          <p:nvPr/>
        </p:nvGraphicFramePr>
        <p:xfrm>
          <a:off x="7848600" y="1203326"/>
          <a:ext cx="6540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9360" imgH="393480" progId="Equation.3">
                  <p:embed/>
                </p:oleObj>
              </mc:Choice>
              <mc:Fallback>
                <p:oleObj name="公式" r:id="rId10" imgW="279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848600" y="1203326"/>
                        <a:ext cx="6540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95" name="Object 31"/>
          <p:cNvGraphicFramePr>
            <a:graphicFrameLocks noChangeAspect="1"/>
          </p:cNvGraphicFramePr>
          <p:nvPr/>
        </p:nvGraphicFramePr>
        <p:xfrm>
          <a:off x="8054975" y="4262439"/>
          <a:ext cx="65563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9360" imgH="393480" progId="Equation.3">
                  <p:embed/>
                </p:oleObj>
              </mc:Choice>
              <mc:Fallback>
                <p:oleObj name="公式" r:id="rId12" imgW="279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054975" y="4262439"/>
                        <a:ext cx="655638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9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795625"/>
              </p:ext>
            </p:extLst>
          </p:nvPr>
        </p:nvGraphicFramePr>
        <p:xfrm>
          <a:off x="2157413" y="550863"/>
          <a:ext cx="4881562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68480" imgH="215640" progId="Equation.DSMT4">
                  <p:embed/>
                </p:oleObj>
              </mc:Choice>
              <mc:Fallback>
                <p:oleObj name="Equation" r:id="rId14" imgW="1968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57413" y="550863"/>
                        <a:ext cx="4881562" cy="534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97" name="Object 33"/>
          <p:cNvGraphicFramePr>
            <a:graphicFrameLocks noChangeAspect="1"/>
          </p:cNvGraphicFramePr>
          <p:nvPr/>
        </p:nvGraphicFramePr>
        <p:xfrm>
          <a:off x="7177088" y="2921000"/>
          <a:ext cx="3225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36480" imgH="241200" progId="Equation.DSMT4">
                  <p:embed/>
                </p:oleObj>
              </mc:Choice>
              <mc:Fallback>
                <p:oleObj name="Equation" r:id="rId16" imgW="1536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7177088" y="2921000"/>
                        <a:ext cx="3225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98" name="Object 34"/>
          <p:cNvGraphicFramePr>
            <a:graphicFrameLocks noChangeAspect="1"/>
          </p:cNvGraphicFramePr>
          <p:nvPr/>
        </p:nvGraphicFramePr>
        <p:xfrm>
          <a:off x="6929438" y="5945188"/>
          <a:ext cx="33845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12800" imgH="241200" progId="Equation.DSMT4">
                  <p:embed/>
                </p:oleObj>
              </mc:Choice>
              <mc:Fallback>
                <p:oleObj name="Equation" r:id="rId18" imgW="1612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6929438" y="5945188"/>
                        <a:ext cx="33845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9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916875"/>
              </p:ext>
            </p:extLst>
          </p:nvPr>
        </p:nvGraphicFramePr>
        <p:xfrm>
          <a:off x="2112963" y="1328738"/>
          <a:ext cx="14795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96880" imgH="380880" progId="Equation.DSMT4">
                  <p:embed/>
                </p:oleObj>
              </mc:Choice>
              <mc:Fallback>
                <p:oleObj name="Equation" r:id="rId20" imgW="596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12963" y="1328738"/>
                        <a:ext cx="1479550" cy="944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00" name="Object 36"/>
          <p:cNvGraphicFramePr>
            <a:graphicFrameLocks noChangeAspect="1"/>
          </p:cNvGraphicFramePr>
          <p:nvPr/>
        </p:nvGraphicFramePr>
        <p:xfrm>
          <a:off x="2135189" y="2319339"/>
          <a:ext cx="26130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054080" imgH="431640" progId="Equation.3">
                  <p:embed/>
                </p:oleObj>
              </mc:Choice>
              <mc:Fallback>
                <p:oleObj name="公式" r:id="rId22" imgW="1054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35189" y="2319339"/>
                        <a:ext cx="2613025" cy="1069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01" name="Object 37"/>
          <p:cNvGraphicFramePr>
            <a:graphicFrameLocks noChangeAspect="1"/>
          </p:cNvGraphicFramePr>
          <p:nvPr/>
        </p:nvGraphicFramePr>
        <p:xfrm>
          <a:off x="2135188" y="3381376"/>
          <a:ext cx="3148012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69720" imgH="393480" progId="Equation.DSMT4">
                  <p:embed/>
                </p:oleObj>
              </mc:Choice>
              <mc:Fallback>
                <p:oleObj name="Equation" r:id="rId24" imgW="12697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35188" y="3381376"/>
                        <a:ext cx="3148012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0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79419"/>
              </p:ext>
            </p:extLst>
          </p:nvPr>
        </p:nvGraphicFramePr>
        <p:xfrm>
          <a:off x="3500438" y="1328738"/>
          <a:ext cx="34639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96800" imgH="406080" progId="Equation.DSMT4">
                  <p:embed/>
                </p:oleObj>
              </mc:Choice>
              <mc:Fallback>
                <p:oleObj name="Equation" r:id="rId26" imgW="1396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500438" y="1328738"/>
                        <a:ext cx="3463925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0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222784"/>
              </p:ext>
            </p:extLst>
          </p:nvPr>
        </p:nvGraphicFramePr>
        <p:xfrm>
          <a:off x="2135188" y="5173663"/>
          <a:ext cx="166846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72840" imgH="406080" progId="Equation.DSMT4">
                  <p:embed/>
                </p:oleObj>
              </mc:Choice>
              <mc:Fallback>
                <p:oleObj name="Equation" r:id="rId28" imgW="672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35188" y="5173663"/>
                        <a:ext cx="1668462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04" name="Object 40"/>
          <p:cNvGraphicFramePr>
            <a:graphicFrameLocks noChangeAspect="1"/>
          </p:cNvGraphicFramePr>
          <p:nvPr/>
        </p:nvGraphicFramePr>
        <p:xfrm>
          <a:off x="2722563" y="4159250"/>
          <a:ext cx="3306762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33440" imgH="380880" progId="Equation.DSMT4">
                  <p:embed/>
                </p:oleObj>
              </mc:Choice>
              <mc:Fallback>
                <p:oleObj name="Equation" r:id="rId30" imgW="1333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22563" y="4159250"/>
                        <a:ext cx="3306762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05" name="Object 41"/>
          <p:cNvGraphicFramePr>
            <a:graphicFrameLocks noChangeAspect="1"/>
          </p:cNvGraphicFramePr>
          <p:nvPr/>
        </p:nvGraphicFramePr>
        <p:xfrm>
          <a:off x="4673600" y="2166939"/>
          <a:ext cx="2611438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079280" imgH="495000" progId="Equation.3">
                  <p:embed/>
                </p:oleObj>
              </mc:Choice>
              <mc:Fallback>
                <p:oleObj name="公式" r:id="rId32" imgW="107928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673600" y="2166939"/>
                        <a:ext cx="2611438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28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1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1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0" grpId="0" animBg="1"/>
      <p:bldP spid="21608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A12B-582D-4744-AABF-F61563F11B7D}" type="slidenum">
              <a:rPr lang="en-US" altLang="zh-CN"/>
              <a:pPr/>
              <a:t>30</a:t>
            </a:fld>
            <a:endParaRPr lang="en-US" altLang="zh-CN"/>
          </a:p>
        </p:txBody>
      </p:sp>
      <p:graphicFrame>
        <p:nvGraphicFramePr>
          <p:cNvPr id="2048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936759"/>
              </p:ext>
            </p:extLst>
          </p:nvPr>
        </p:nvGraphicFramePr>
        <p:xfrm>
          <a:off x="3019982" y="574087"/>
          <a:ext cx="8318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444240" progId="Equation.DSMT4">
                  <p:embed/>
                </p:oleObj>
              </mc:Choice>
              <mc:Fallback>
                <p:oleObj name="Equation" r:id="rId2" imgW="876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982" y="574087"/>
                        <a:ext cx="8318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03" name="Text Box 3"/>
          <p:cNvSpPr txBox="1">
            <a:spLocks noChangeArrowheads="1"/>
          </p:cNvSpPr>
          <p:nvPr/>
        </p:nvSpPr>
        <p:spPr bwMode="auto">
          <a:xfrm>
            <a:off x="2057400" y="1841501"/>
            <a:ext cx="349866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  <a:r>
              <a:rPr kumimoji="1" lang="zh-CN" altLang="en-US" sz="2800" b="1" dirty="0">
                <a:solidFill>
                  <a:srgbClr val="FF33CC"/>
                </a:solidFill>
                <a:latin typeface="宋体" panose="02010600030101010101" pitchFamily="2" charset="-122"/>
              </a:rPr>
              <a:t>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改变积分次序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372204"/>
              </p:ext>
            </p:extLst>
          </p:nvPr>
        </p:nvGraphicFramePr>
        <p:xfrm>
          <a:off x="2263775" y="2451100"/>
          <a:ext cx="26336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330120" progId="Equation.DSMT4">
                  <p:embed/>
                </p:oleObj>
              </mc:Choice>
              <mc:Fallback>
                <p:oleObj name="Equation" r:id="rId4" imgW="1054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5" y="2451100"/>
                        <a:ext cx="26336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937222"/>
              </p:ext>
            </p:extLst>
          </p:nvPr>
        </p:nvGraphicFramePr>
        <p:xfrm>
          <a:off x="2899730" y="3276599"/>
          <a:ext cx="28559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330120" progId="Equation.DSMT4">
                  <p:embed/>
                </p:oleObj>
              </mc:Choice>
              <mc:Fallback>
                <p:oleObj name="Equation" r:id="rId6" imgW="1143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9730" y="3276599"/>
                        <a:ext cx="28559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771978"/>
              </p:ext>
            </p:extLst>
          </p:nvPr>
        </p:nvGraphicFramePr>
        <p:xfrm>
          <a:off x="2249488" y="4114800"/>
          <a:ext cx="3746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98320" imgH="330120" progId="Equation.3">
                  <p:embed/>
                </p:oleObj>
              </mc:Choice>
              <mc:Fallback>
                <p:oleObj name="公式" r:id="rId8" imgW="149832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4114800"/>
                        <a:ext cx="3746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7" name="Object 7"/>
          <p:cNvGraphicFramePr>
            <a:graphicFrameLocks noChangeAspect="1"/>
          </p:cNvGraphicFramePr>
          <p:nvPr/>
        </p:nvGraphicFramePr>
        <p:xfrm>
          <a:off x="2571751" y="5181600"/>
          <a:ext cx="36814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73120" imgH="330120" progId="Equation.3">
                  <p:embed/>
                </p:oleObj>
              </mc:Choice>
              <mc:Fallback>
                <p:oleObj name="公式" r:id="rId10" imgW="147312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1" y="5181600"/>
                        <a:ext cx="36814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08" name="Line 8"/>
          <p:cNvSpPr>
            <a:spLocks noChangeAspect="1" noChangeShapeType="1"/>
          </p:cNvSpPr>
          <p:nvPr/>
        </p:nvSpPr>
        <p:spPr bwMode="auto">
          <a:xfrm>
            <a:off x="2972356" y="6007100"/>
            <a:ext cx="302363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789488"/>
              </p:ext>
            </p:extLst>
          </p:nvPr>
        </p:nvGraphicFramePr>
        <p:xfrm>
          <a:off x="6188075" y="5105400"/>
          <a:ext cx="3490913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0" imgH="406080" progId="Equation.DSMT4">
                  <p:embed/>
                </p:oleObj>
              </mc:Choice>
              <mc:Fallback>
                <p:oleObj name="Equation" r:id="rId12" imgW="1396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075" y="5105400"/>
                        <a:ext cx="3490913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645741"/>
              </p:ext>
            </p:extLst>
          </p:nvPr>
        </p:nvGraphicFramePr>
        <p:xfrm>
          <a:off x="5997575" y="4133850"/>
          <a:ext cx="36814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120" imgH="330120" progId="Equation.DSMT4">
                  <p:embed/>
                </p:oleObj>
              </mc:Choice>
              <mc:Fallback>
                <p:oleObj name="Equation" r:id="rId14" imgW="1473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4133850"/>
                        <a:ext cx="36814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11" name="Group 11"/>
          <p:cNvGrpSpPr>
            <a:grpSpLocks/>
          </p:cNvGrpSpPr>
          <p:nvPr/>
        </p:nvGrpSpPr>
        <p:grpSpPr bwMode="auto">
          <a:xfrm>
            <a:off x="8077201" y="1676400"/>
            <a:ext cx="2333625" cy="2209800"/>
            <a:chOff x="4272" y="1344"/>
            <a:chExt cx="1470" cy="1392"/>
          </a:xfrm>
        </p:grpSpPr>
        <p:sp>
          <p:nvSpPr>
            <p:cNvPr id="204812" name="Line 12"/>
            <p:cNvSpPr>
              <a:spLocks noChangeShapeType="1"/>
            </p:cNvSpPr>
            <p:nvPr/>
          </p:nvSpPr>
          <p:spPr bwMode="auto">
            <a:xfrm>
              <a:off x="4272" y="2352"/>
              <a:ext cx="13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13" name="Line 13"/>
            <p:cNvSpPr>
              <a:spLocks noChangeShapeType="1"/>
            </p:cNvSpPr>
            <p:nvPr/>
          </p:nvSpPr>
          <p:spPr bwMode="auto">
            <a:xfrm flipV="1">
              <a:off x="4512" y="1392"/>
              <a:ext cx="0" cy="1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4814" name="Object 14"/>
            <p:cNvGraphicFramePr>
              <a:graphicFrameLocks noChangeAspect="1"/>
            </p:cNvGraphicFramePr>
            <p:nvPr/>
          </p:nvGraphicFramePr>
          <p:xfrm>
            <a:off x="5566" y="2400"/>
            <a:ext cx="176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26720" imgH="139680" progId="Equation.3">
                    <p:embed/>
                  </p:oleObj>
                </mc:Choice>
                <mc:Fallback>
                  <p:oleObj name="公式" r:id="rId16" imgW="1267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6" y="2400"/>
                          <a:ext cx="176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15" name="Object 15"/>
            <p:cNvGraphicFramePr>
              <a:graphicFrameLocks noChangeAspect="1"/>
            </p:cNvGraphicFramePr>
            <p:nvPr/>
          </p:nvGraphicFramePr>
          <p:xfrm>
            <a:off x="4329" y="1344"/>
            <a:ext cx="140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01520" imgH="164880" progId="Equation.3">
                    <p:embed/>
                  </p:oleObj>
                </mc:Choice>
                <mc:Fallback>
                  <p:oleObj name="公式" r:id="rId18" imgW="1015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9" y="1344"/>
                          <a:ext cx="140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816" name="Group 16"/>
          <p:cNvGrpSpPr>
            <a:grpSpLocks/>
          </p:cNvGrpSpPr>
          <p:nvPr/>
        </p:nvGrpSpPr>
        <p:grpSpPr bwMode="auto">
          <a:xfrm>
            <a:off x="8458200" y="1676400"/>
            <a:ext cx="1576388" cy="1981200"/>
            <a:chOff x="4512" y="1344"/>
            <a:chExt cx="993" cy="1248"/>
          </a:xfrm>
        </p:grpSpPr>
        <p:sp>
          <p:nvSpPr>
            <p:cNvPr id="204817" name="AutoShape 17"/>
            <p:cNvSpPr>
              <a:spLocks noChangeAspect="1" noChangeArrowheads="1"/>
            </p:cNvSpPr>
            <p:nvPr/>
          </p:nvSpPr>
          <p:spPr bwMode="auto">
            <a:xfrm rot="5400000" flipH="1" flipV="1">
              <a:off x="4512" y="1604"/>
              <a:ext cx="748" cy="748"/>
            </a:xfrm>
            <a:prstGeom prst="rtTriangle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hlink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481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5753193"/>
                </p:ext>
              </p:extLst>
            </p:nvPr>
          </p:nvGraphicFramePr>
          <p:xfrm>
            <a:off x="5027" y="1344"/>
            <a:ext cx="478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42720" imgH="164880" progId="Equation.DSMT4">
                    <p:embed/>
                  </p:oleObj>
                </mc:Choice>
                <mc:Fallback>
                  <p:oleObj name="Equation" r:id="rId20" imgW="3427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7" y="1344"/>
                          <a:ext cx="478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19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6332346"/>
                </p:ext>
              </p:extLst>
            </p:nvPr>
          </p:nvGraphicFramePr>
          <p:xfrm>
            <a:off x="5194" y="2397"/>
            <a:ext cx="176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6720" imgH="139680" progId="Equation.DSMT4">
                    <p:embed/>
                  </p:oleObj>
                </mc:Choice>
                <mc:Fallback>
                  <p:oleObj name="Equation" r:id="rId22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4" y="2397"/>
                          <a:ext cx="176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20" name="Line 20"/>
          <p:cNvSpPr>
            <a:spLocks noChangeShapeType="1"/>
          </p:cNvSpPr>
          <p:nvPr/>
        </p:nvSpPr>
        <p:spPr bwMode="auto">
          <a:xfrm flipV="1">
            <a:off x="8991600" y="1828800"/>
            <a:ext cx="0" cy="1828800"/>
          </a:xfrm>
          <a:prstGeom prst="line">
            <a:avLst/>
          </a:prstGeom>
          <a:noFill/>
          <a:ln w="38100">
            <a:solidFill>
              <a:srgbClr val="FF66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21" name="Line 21"/>
          <p:cNvSpPr>
            <a:spLocks noChangeShapeType="1"/>
          </p:cNvSpPr>
          <p:nvPr/>
        </p:nvSpPr>
        <p:spPr bwMode="auto">
          <a:xfrm>
            <a:off x="8077200" y="2743200"/>
            <a:ext cx="1981200" cy="0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22" name="Object 22"/>
          <p:cNvGraphicFramePr>
            <a:graphicFrameLocks noChangeAspect="1"/>
          </p:cNvGraphicFramePr>
          <p:nvPr/>
        </p:nvGraphicFramePr>
        <p:xfrm>
          <a:off x="4843463" y="2451100"/>
          <a:ext cx="2501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002960" imgH="330120" progId="Equation.3">
                  <p:embed/>
                </p:oleObj>
              </mc:Choice>
              <mc:Fallback>
                <p:oleObj name="公式" r:id="rId24" imgW="10029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3463" y="2451100"/>
                        <a:ext cx="25019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23" name="Line 23"/>
          <p:cNvSpPr>
            <a:spLocks noChangeAspect="1" noChangeShapeType="1"/>
          </p:cNvSpPr>
          <p:nvPr/>
        </p:nvSpPr>
        <p:spPr bwMode="auto">
          <a:xfrm>
            <a:off x="5163435" y="3276600"/>
            <a:ext cx="217945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24" name="Object 24"/>
          <p:cNvGraphicFramePr>
            <a:graphicFrameLocks noChangeAspect="1"/>
          </p:cNvGraphicFramePr>
          <p:nvPr/>
        </p:nvGraphicFramePr>
        <p:xfrm>
          <a:off x="2520951" y="985838"/>
          <a:ext cx="66008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41320" imgH="342720" progId="Equation.DSMT4">
                  <p:embed/>
                </p:oleObj>
              </mc:Choice>
              <mc:Fallback>
                <p:oleObj name="Equation" r:id="rId26" imgW="26413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1" y="985838"/>
                        <a:ext cx="6600825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69545" y="48353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77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0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autoUpdateAnimBg="0"/>
      <p:bldP spid="204808" grpId="0" animBg="1"/>
      <p:bldP spid="204820" grpId="0" animBg="1"/>
      <p:bldP spid="204821" grpId="0" animBg="1"/>
      <p:bldP spid="2048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FFFDF-4154-4903-A48D-64936CC7E728}" type="slidenum">
              <a:rPr lang="en-US" altLang="zh-CN"/>
              <a:pPr/>
              <a:t>31</a:t>
            </a:fld>
            <a:endParaRPr lang="en-US" altLang="zh-CN"/>
          </a:p>
        </p:txBody>
      </p:sp>
      <p:graphicFrame>
        <p:nvGraphicFramePr>
          <p:cNvPr id="2058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541228"/>
              </p:ext>
            </p:extLst>
          </p:nvPr>
        </p:nvGraphicFramePr>
        <p:xfrm>
          <a:off x="2848769" y="361154"/>
          <a:ext cx="472757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320" imgH="330120" progId="Equation.DSMT4">
                  <p:embed/>
                </p:oleObj>
              </mc:Choice>
              <mc:Fallback>
                <p:oleObj name="Equation" r:id="rId2" imgW="1930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48769" y="361154"/>
                        <a:ext cx="4727575" cy="80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28" name="Object 4"/>
          <p:cNvGraphicFramePr>
            <a:graphicFrameLocks noChangeAspect="1"/>
          </p:cNvGraphicFramePr>
          <p:nvPr/>
        </p:nvGraphicFramePr>
        <p:xfrm>
          <a:off x="3314701" y="4678364"/>
          <a:ext cx="5599113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86000" imgH="330120" progId="Equation.3">
                  <p:embed/>
                </p:oleObj>
              </mc:Choice>
              <mc:Fallback>
                <p:oleObj name="公式" r:id="rId4" imgW="228600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314701" y="4678364"/>
                        <a:ext cx="5599113" cy="80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721776"/>
              </p:ext>
            </p:extLst>
          </p:nvPr>
        </p:nvGraphicFramePr>
        <p:xfrm>
          <a:off x="3268663" y="5562600"/>
          <a:ext cx="5754687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49360" imgH="330120" progId="Equation.DSMT4">
                  <p:embed/>
                </p:oleObj>
              </mc:Choice>
              <mc:Fallback>
                <p:oleObj name="Equation" r:id="rId6" imgW="2349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268663" y="5562600"/>
                        <a:ext cx="5754687" cy="808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514901"/>
              </p:ext>
            </p:extLst>
          </p:nvPr>
        </p:nvGraphicFramePr>
        <p:xfrm>
          <a:off x="5663520" y="1852276"/>
          <a:ext cx="272097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69920" imgH="736560" progId="Equation.DSMT4">
                  <p:embed/>
                </p:oleObj>
              </mc:Choice>
              <mc:Fallback>
                <p:oleObj name="Equation" r:id="rId8" imgW="286992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663520" y="1852276"/>
                        <a:ext cx="2720975" cy="696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1" name="Object 7"/>
          <p:cNvGraphicFramePr>
            <a:graphicFrameLocks noChangeAspect="1"/>
          </p:cNvGraphicFramePr>
          <p:nvPr/>
        </p:nvGraphicFramePr>
        <p:xfrm>
          <a:off x="3048001" y="2689226"/>
          <a:ext cx="43291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59040" imgH="457200" progId="Equation.DSMT4">
                  <p:embed/>
                </p:oleObj>
              </mc:Choice>
              <mc:Fallback>
                <p:oleObj name="Equation" r:id="rId10" imgW="45590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048001" y="2689226"/>
                        <a:ext cx="4329113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389920"/>
              </p:ext>
            </p:extLst>
          </p:nvPr>
        </p:nvGraphicFramePr>
        <p:xfrm>
          <a:off x="3141663" y="3222625"/>
          <a:ext cx="34607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44640" imgH="457200" progId="Equation.DSMT4">
                  <p:embed/>
                </p:oleObj>
              </mc:Choice>
              <mc:Fallback>
                <p:oleObj name="Equation" r:id="rId12" imgW="3644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141663" y="3222625"/>
                        <a:ext cx="3460750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3" name="Object 9"/>
          <p:cNvGraphicFramePr>
            <a:graphicFrameLocks noChangeAspect="1"/>
          </p:cNvGraphicFramePr>
          <p:nvPr/>
        </p:nvGraphicFramePr>
        <p:xfrm>
          <a:off x="2819401" y="1031876"/>
          <a:ext cx="550386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47840" imgH="419040" progId="Equation.3">
                  <p:embed/>
                </p:oleObj>
              </mc:Choice>
              <mc:Fallback>
                <p:oleObj name="公式" r:id="rId14" imgW="22478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19401" y="1031876"/>
                        <a:ext cx="5503863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4" name="Object 10"/>
          <p:cNvGraphicFramePr>
            <a:graphicFrameLocks noChangeAspect="1"/>
          </p:cNvGraphicFramePr>
          <p:nvPr/>
        </p:nvGraphicFramePr>
        <p:xfrm>
          <a:off x="2743201" y="3763964"/>
          <a:ext cx="4602163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79560" imgH="330120" progId="Equation.DSMT4">
                  <p:embed/>
                </p:oleObj>
              </mc:Choice>
              <mc:Fallback>
                <p:oleObj name="Equation" r:id="rId16" imgW="18795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43201" y="3763964"/>
                        <a:ext cx="4602163" cy="80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000546" y="2005012"/>
            <a:ext cx="91222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  <a:endParaRPr kumimoji="1"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16590" y="476252"/>
            <a:ext cx="884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3559" y="1932317"/>
            <a:ext cx="2589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原函数降重法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44381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云形标注 3"/>
          <p:cNvSpPr/>
          <p:nvPr/>
        </p:nvSpPr>
        <p:spPr>
          <a:xfrm>
            <a:off x="7088777" y="5788416"/>
            <a:ext cx="4998720" cy="612648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A884-A5A3-451C-BC7E-5F8DFFE952EA}" type="slidenum">
              <a:rPr lang="en-US" altLang="zh-CN"/>
              <a:pPr/>
              <a:t>32</a:t>
            </a:fld>
            <a:endParaRPr lang="en-US" altLang="zh-CN"/>
          </a:p>
        </p:txBody>
      </p:sp>
      <p:graphicFrame>
        <p:nvGraphicFramePr>
          <p:cNvPr id="206850" name="Object 2"/>
          <p:cNvGraphicFramePr>
            <a:graphicFrameLocks noChangeAspect="1"/>
          </p:cNvGraphicFramePr>
          <p:nvPr/>
        </p:nvGraphicFramePr>
        <p:xfrm>
          <a:off x="2133601" y="1927225"/>
          <a:ext cx="5484813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86000" imgH="482400" progId="Equation.3">
                  <p:embed/>
                </p:oleObj>
              </mc:Choice>
              <mc:Fallback>
                <p:oleObj name="公式" r:id="rId2" imgW="22860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33601" y="1927225"/>
                        <a:ext cx="5484813" cy="115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092841"/>
              </p:ext>
            </p:extLst>
          </p:nvPr>
        </p:nvGraphicFramePr>
        <p:xfrm>
          <a:off x="2087563" y="2959100"/>
          <a:ext cx="7038975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640" imgH="482400" progId="Equation.DSMT4">
                  <p:embed/>
                </p:oleObj>
              </mc:Choice>
              <mc:Fallback>
                <p:oleObj name="Equation" r:id="rId4" imgW="29336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87563" y="2959100"/>
                        <a:ext cx="7038975" cy="115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763334"/>
              </p:ext>
            </p:extLst>
          </p:nvPr>
        </p:nvGraphicFramePr>
        <p:xfrm>
          <a:off x="1954213" y="3933824"/>
          <a:ext cx="396081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406080" progId="Equation.DSMT4">
                  <p:embed/>
                </p:oleObj>
              </mc:Choice>
              <mc:Fallback>
                <p:oleObj name="Equation" r:id="rId6" imgW="165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54213" y="3933824"/>
                        <a:ext cx="3960813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868409"/>
              </p:ext>
            </p:extLst>
          </p:nvPr>
        </p:nvGraphicFramePr>
        <p:xfrm>
          <a:off x="1954213" y="4824413"/>
          <a:ext cx="4903788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4440" imgH="406080" progId="Equation.DSMT4">
                  <p:embed/>
                </p:oleObj>
              </mc:Choice>
              <mc:Fallback>
                <p:oleObj name="Equation" r:id="rId8" imgW="2044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54213" y="4824413"/>
                        <a:ext cx="4903788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253499"/>
              </p:ext>
            </p:extLst>
          </p:nvPr>
        </p:nvGraphicFramePr>
        <p:xfrm>
          <a:off x="4667250" y="5732463"/>
          <a:ext cx="100488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19040" progId="Equation.DSMT4">
                  <p:embed/>
                </p:oleObj>
              </mc:Choice>
              <mc:Fallback>
                <p:oleObj name="Equation" r:id="rId10" imgW="4190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667250" y="5732463"/>
                        <a:ext cx="1004888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333751"/>
              </p:ext>
            </p:extLst>
          </p:nvPr>
        </p:nvGraphicFramePr>
        <p:xfrm>
          <a:off x="1954213" y="5687969"/>
          <a:ext cx="2620963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91880" imgH="406080" progId="Equation.DSMT4">
                  <p:embed/>
                </p:oleObj>
              </mc:Choice>
              <mc:Fallback>
                <p:oleObj name="Equation" r:id="rId12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54213" y="5687969"/>
                        <a:ext cx="2620963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6" name="Object 8"/>
          <p:cNvGraphicFramePr>
            <a:graphicFrameLocks noChangeAspect="1"/>
          </p:cNvGraphicFramePr>
          <p:nvPr/>
        </p:nvGraphicFramePr>
        <p:xfrm>
          <a:off x="2133600" y="427038"/>
          <a:ext cx="451008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79560" imgH="330120" progId="Equation.DSMT4">
                  <p:embed/>
                </p:oleObj>
              </mc:Choice>
              <mc:Fallback>
                <p:oleObj name="Equation" r:id="rId14" imgW="18795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33600" y="427038"/>
                        <a:ext cx="4510088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410485"/>
              </p:ext>
            </p:extLst>
          </p:nvPr>
        </p:nvGraphicFramePr>
        <p:xfrm>
          <a:off x="2087563" y="1189038"/>
          <a:ext cx="563721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49360" imgH="330120" progId="Equation.DSMT4">
                  <p:embed/>
                </p:oleObj>
              </mc:Choice>
              <mc:Fallback>
                <p:oleObj name="Equation" r:id="rId16" imgW="2349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87563" y="1189038"/>
                        <a:ext cx="5637212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726614" y="5833130"/>
            <a:ext cx="4511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例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能否</a:t>
            </a:r>
            <a:r>
              <a:rPr lang="zh-CN" altLang="en-US" sz="2800" b="1" dirty="0"/>
              <a:t>用此方法试一下！</a:t>
            </a:r>
          </a:p>
        </p:txBody>
      </p:sp>
    </p:spTree>
    <p:extLst>
      <p:ext uri="{BB962C8B-B14F-4D97-AF65-F5344CB8AC3E}">
        <p14:creationId xmlns:p14="http://schemas.microsoft.com/office/powerpoint/2010/main" val="14476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6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395" name="Object 3"/>
          <p:cNvGraphicFramePr>
            <a:graphicFrameLocks noChangeAspect="1"/>
          </p:cNvGraphicFramePr>
          <p:nvPr/>
        </p:nvGraphicFramePr>
        <p:xfrm>
          <a:off x="2971800" y="776288"/>
          <a:ext cx="6629400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11880" imgH="1511280" progId="Equation.3">
                  <p:embed/>
                </p:oleObj>
              </mc:Choice>
              <mc:Fallback>
                <p:oleObj name="Equation" r:id="rId2" imgW="6311880" imgH="1511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776288"/>
                        <a:ext cx="6629400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6" name="Object 4"/>
          <p:cNvGraphicFramePr>
            <a:graphicFrameLocks noChangeAspect="1"/>
          </p:cNvGraphicFramePr>
          <p:nvPr/>
        </p:nvGraphicFramePr>
        <p:xfrm>
          <a:off x="2865438" y="2514600"/>
          <a:ext cx="40687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71720" imgH="469800" progId="Equation.3">
                  <p:embed/>
                </p:oleObj>
              </mc:Choice>
              <mc:Fallback>
                <p:oleObj name="Equation" r:id="rId4" imgW="37717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438" y="2514600"/>
                        <a:ext cx="40687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7" name="Text Box 5"/>
          <p:cNvSpPr txBox="1">
            <a:spLocks noChangeArrowheads="1"/>
          </p:cNvSpPr>
          <p:nvPr/>
        </p:nvSpPr>
        <p:spPr bwMode="auto">
          <a:xfrm>
            <a:off x="1946276" y="3223419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解</a:t>
            </a:r>
          </a:p>
        </p:txBody>
      </p:sp>
      <p:graphicFrame>
        <p:nvGraphicFramePr>
          <p:cNvPr id="187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074672"/>
              </p:ext>
            </p:extLst>
          </p:nvPr>
        </p:nvGraphicFramePr>
        <p:xfrm>
          <a:off x="2633528" y="3242469"/>
          <a:ext cx="456882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27400" imgH="812520" progId="Equation.3">
                  <p:embed/>
                </p:oleObj>
              </mc:Choice>
              <mc:Fallback>
                <p:oleObj name="Equation" r:id="rId6" imgW="41274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528" y="3242469"/>
                        <a:ext cx="4568825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411324"/>
              </p:ext>
            </p:extLst>
          </p:nvPr>
        </p:nvGraphicFramePr>
        <p:xfrm>
          <a:off x="3006499" y="4165600"/>
          <a:ext cx="4660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16320" imgH="736560" progId="Equation.3">
                  <p:embed/>
                </p:oleObj>
              </mc:Choice>
              <mc:Fallback>
                <p:oleObj name="Equation" r:id="rId8" imgW="421632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499" y="4165600"/>
                        <a:ext cx="46609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3" name="Object 11"/>
          <p:cNvGraphicFramePr>
            <a:graphicFrameLocks noChangeAspect="1"/>
          </p:cNvGraphicFramePr>
          <p:nvPr/>
        </p:nvGraphicFramePr>
        <p:xfrm>
          <a:off x="2962276" y="4983164"/>
          <a:ext cx="27527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87520" imgH="698400" progId="Equation.3">
                  <p:embed/>
                </p:oleObj>
              </mc:Choice>
              <mc:Fallback>
                <p:oleObj name="Equation" r:id="rId10" imgW="238752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276" y="4983164"/>
                        <a:ext cx="275272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57801"/>
              </p:ext>
            </p:extLst>
          </p:nvPr>
        </p:nvGraphicFramePr>
        <p:xfrm>
          <a:off x="5861050" y="4724401"/>
          <a:ext cx="196850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4724401"/>
                        <a:ext cx="196850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814945"/>
              </p:ext>
            </p:extLst>
          </p:nvPr>
        </p:nvGraphicFramePr>
        <p:xfrm>
          <a:off x="5937250" y="4237038"/>
          <a:ext cx="15875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1520" imgH="164880" progId="Equation.DSMT4">
                  <p:embed/>
                </p:oleObj>
              </mc:Choice>
              <mc:Fallback>
                <p:oleObj name="Equation" r:id="rId14" imgW="1015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4237038"/>
                        <a:ext cx="158750" cy="25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053083"/>
              </p:ext>
            </p:extLst>
          </p:nvPr>
        </p:nvGraphicFramePr>
        <p:xfrm>
          <a:off x="4343401" y="4198938"/>
          <a:ext cx="238125" cy="22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139680" progId="Equation.DSMT4">
                  <p:embed/>
                </p:oleObj>
              </mc:Choice>
              <mc:Fallback>
                <p:oleObj name="Equation" r:id="rId16" imgW="1522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1" y="4198938"/>
                        <a:ext cx="238125" cy="22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677897"/>
              </p:ext>
            </p:extLst>
          </p:nvPr>
        </p:nvGraphicFramePr>
        <p:xfrm>
          <a:off x="4267200" y="4751388"/>
          <a:ext cx="19685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DSMT4">
                  <p:embed/>
                </p:oleObj>
              </mc:Choice>
              <mc:Fallback>
                <p:oleObj name="Equation" r:id="rId18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751388"/>
                        <a:ext cx="196850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878096"/>
              </p:ext>
            </p:extLst>
          </p:nvPr>
        </p:nvGraphicFramePr>
        <p:xfrm>
          <a:off x="3429000" y="4751388"/>
          <a:ext cx="19685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DSMT4">
                  <p:embed/>
                </p:oleObj>
              </mc:Choice>
              <mc:Fallback>
                <p:oleObj name="Equation" r:id="rId20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751388"/>
                        <a:ext cx="196850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286117"/>
              </p:ext>
            </p:extLst>
          </p:nvPr>
        </p:nvGraphicFramePr>
        <p:xfrm>
          <a:off x="3505201" y="4217988"/>
          <a:ext cx="360363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8600" imgH="177480" progId="Equation.DSMT4">
                  <p:embed/>
                </p:oleObj>
              </mc:Choice>
              <mc:Fallback>
                <p:oleObj name="Equation" r:id="rId22" imgW="2286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4217988"/>
                        <a:ext cx="360363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7410" name="Group 18"/>
          <p:cNvGrpSpPr>
            <a:grpSpLocks/>
          </p:cNvGrpSpPr>
          <p:nvPr/>
        </p:nvGrpSpPr>
        <p:grpSpPr bwMode="auto">
          <a:xfrm>
            <a:off x="8001000" y="2743200"/>
            <a:ext cx="2286000" cy="2438400"/>
            <a:chOff x="3264" y="2640"/>
            <a:chExt cx="1440" cy="1536"/>
          </a:xfrm>
        </p:grpSpPr>
        <p:pic>
          <p:nvPicPr>
            <p:cNvPr id="187411" name="Picture 19" descr="lc-9-4-13(1)"/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2736"/>
              <a:ext cx="1440" cy="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7412" name="Group 20"/>
            <p:cNvGrpSpPr>
              <a:grpSpLocks/>
            </p:cNvGrpSpPr>
            <p:nvPr/>
          </p:nvGrpSpPr>
          <p:grpSpPr bwMode="auto">
            <a:xfrm>
              <a:off x="3456" y="2640"/>
              <a:ext cx="1248" cy="1376"/>
              <a:chOff x="3456" y="2640"/>
              <a:chExt cx="1248" cy="1376"/>
            </a:xfrm>
          </p:grpSpPr>
          <p:grpSp>
            <p:nvGrpSpPr>
              <p:cNvPr id="187413" name="Group 21"/>
              <p:cNvGrpSpPr>
                <a:grpSpLocks/>
              </p:cNvGrpSpPr>
              <p:nvPr/>
            </p:nvGrpSpPr>
            <p:grpSpPr bwMode="auto">
              <a:xfrm>
                <a:off x="3456" y="2640"/>
                <a:ext cx="1248" cy="1376"/>
                <a:chOff x="576" y="1440"/>
                <a:chExt cx="1248" cy="1376"/>
              </a:xfrm>
            </p:grpSpPr>
            <p:graphicFrame>
              <p:nvGraphicFramePr>
                <p:cNvPr id="187414" name="Object 22"/>
                <p:cNvGraphicFramePr>
                  <a:graphicFrameLocks noChangeAspect="1"/>
                </p:cNvGraphicFramePr>
                <p:nvPr/>
              </p:nvGraphicFramePr>
              <p:xfrm>
                <a:off x="672" y="2640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5" imgW="139680" imgH="139680" progId="Equation.3">
                        <p:embed/>
                      </p:oleObj>
                    </mc:Choice>
                    <mc:Fallback>
                      <p:oleObj name="Equation" r:id="rId25" imgW="13968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2" y="2640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7415" name="Object 23"/>
                <p:cNvGraphicFramePr>
                  <a:graphicFrameLocks noChangeAspect="1"/>
                </p:cNvGraphicFramePr>
                <p:nvPr/>
              </p:nvGraphicFramePr>
              <p:xfrm>
                <a:off x="1603" y="2416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7" imgW="139680" imgH="164880" progId="Equation.3">
                        <p:embed/>
                      </p:oleObj>
                    </mc:Choice>
                    <mc:Fallback>
                      <p:oleObj name="Equation" r:id="rId27" imgW="13968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03" y="2416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7416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1104" y="1968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417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1104" y="1488"/>
                  <a:ext cx="0" cy="5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87418" name="Object 26"/>
                <p:cNvGraphicFramePr>
                  <a:graphicFrameLocks noChangeAspect="1"/>
                </p:cNvGraphicFramePr>
                <p:nvPr/>
              </p:nvGraphicFramePr>
              <p:xfrm>
                <a:off x="912" y="1440"/>
                <a:ext cx="142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9" imgW="114120" imgH="139680" progId="Equation.3">
                        <p:embed/>
                      </p:oleObj>
                    </mc:Choice>
                    <mc:Fallback>
                      <p:oleObj name="Equation" r:id="rId29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12" y="1440"/>
                              <a:ext cx="142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7419" name="Object 27"/>
                <p:cNvGraphicFramePr>
                  <a:graphicFrameLocks noChangeAspect="1"/>
                </p:cNvGraphicFramePr>
                <p:nvPr/>
              </p:nvGraphicFramePr>
              <p:xfrm>
                <a:off x="1056" y="2368"/>
                <a:ext cx="163" cy="17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1" imgW="164880" imgH="177480" progId="Equation.3">
                        <p:embed/>
                      </p:oleObj>
                    </mc:Choice>
                    <mc:Fallback>
                      <p:oleObj name="Equation" r:id="rId31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56" y="2368"/>
                              <a:ext cx="163" cy="17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7420" name="Line 28"/>
                <p:cNvSpPr>
                  <a:spLocks noChangeShapeType="1"/>
                </p:cNvSpPr>
                <p:nvPr/>
              </p:nvSpPr>
              <p:spPr bwMode="auto">
                <a:xfrm>
                  <a:off x="1104" y="2352"/>
                  <a:ext cx="41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421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768" y="2352"/>
                  <a:ext cx="336" cy="2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422" name="Line 30"/>
                <p:cNvSpPr>
                  <a:spLocks noChangeShapeType="1"/>
                </p:cNvSpPr>
                <p:nvPr/>
              </p:nvSpPr>
              <p:spPr bwMode="auto">
                <a:xfrm>
                  <a:off x="1488" y="235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423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576" y="2576"/>
                  <a:ext cx="192" cy="1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87424" name="Object 32"/>
              <p:cNvGraphicFramePr>
                <a:graphicFrameLocks noChangeAspect="1"/>
              </p:cNvGraphicFramePr>
              <p:nvPr/>
            </p:nvGraphicFramePr>
            <p:xfrm>
              <a:off x="4002" y="2988"/>
              <a:ext cx="75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164880" imgH="279360" progId="Equation.3">
                      <p:embed/>
                    </p:oleObj>
                  </mc:Choice>
                  <mc:Fallback>
                    <p:oleObj name="Equation" r:id="rId33" imgW="164880" imgH="2793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02" y="2988"/>
                            <a:ext cx="75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7425" name="Object 33"/>
              <p:cNvGraphicFramePr>
                <a:graphicFrameLocks noChangeAspect="1"/>
              </p:cNvGraphicFramePr>
              <p:nvPr/>
            </p:nvGraphicFramePr>
            <p:xfrm>
              <a:off x="3504" y="3666"/>
              <a:ext cx="75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5" imgW="164880" imgH="279360" progId="Equation.3">
                      <p:embed/>
                    </p:oleObj>
                  </mc:Choice>
                  <mc:Fallback>
                    <p:oleObj name="Equation" r:id="rId35" imgW="164880" imgH="2793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3666"/>
                            <a:ext cx="75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7426" name="Object 34"/>
              <p:cNvGraphicFramePr>
                <a:graphicFrameLocks noChangeAspect="1"/>
              </p:cNvGraphicFramePr>
              <p:nvPr/>
            </p:nvGraphicFramePr>
            <p:xfrm>
              <a:off x="4416" y="3570"/>
              <a:ext cx="75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164880" imgH="279360" progId="Equation.3">
                      <p:embed/>
                    </p:oleObj>
                  </mc:Choice>
                  <mc:Fallback>
                    <p:oleObj name="Equation" r:id="rId37" imgW="164880" imgH="2793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3570"/>
                            <a:ext cx="75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7427" name="Text Box 35"/>
          <p:cNvSpPr txBox="1">
            <a:spLocks noChangeArrowheads="1"/>
          </p:cNvSpPr>
          <p:nvPr/>
        </p:nvSpPr>
        <p:spPr bwMode="auto">
          <a:xfrm>
            <a:off x="1866900" y="73183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49723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7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7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Oval 2"/>
          <p:cNvSpPr>
            <a:spLocks noChangeArrowheads="1"/>
          </p:cNvSpPr>
          <p:nvPr/>
        </p:nvSpPr>
        <p:spPr bwMode="auto">
          <a:xfrm>
            <a:off x="5650202" y="3050382"/>
            <a:ext cx="1588798" cy="559973"/>
          </a:xfrm>
          <a:prstGeom prst="ellipse">
            <a:avLst/>
          </a:prstGeom>
          <a:solidFill>
            <a:srgbClr val="33CCCC"/>
          </a:solidFill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8419" name="Object 3"/>
          <p:cNvGraphicFramePr>
            <a:graphicFrameLocks noChangeAspect="1"/>
          </p:cNvGraphicFramePr>
          <p:nvPr/>
        </p:nvGraphicFramePr>
        <p:xfrm>
          <a:off x="2819400" y="639383"/>
          <a:ext cx="5410200" cy="1082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444240" progId="Equation.DSMT4">
                  <p:embed/>
                </p:oleObj>
              </mc:Choice>
              <mc:Fallback>
                <p:oleObj name="Equation" r:id="rId2" imgW="2209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639383"/>
                        <a:ext cx="5410200" cy="1082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2819400" y="1531430"/>
          <a:ext cx="3329486" cy="1267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507960" progId="Equation.DSMT4">
                  <p:embed/>
                </p:oleObj>
              </mc:Choice>
              <mc:Fallback>
                <p:oleObj name="Equation" r:id="rId4" imgW="13334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31430"/>
                        <a:ext cx="3329486" cy="1267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2819400" y="2842732"/>
          <a:ext cx="23764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419040" progId="Equation.DSMT4">
                  <p:embed/>
                </p:oleObj>
              </mc:Choice>
              <mc:Fallback>
                <p:oleObj name="Equation" r:id="rId6" imgW="1002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842732"/>
                        <a:ext cx="23764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2" name="Object 6"/>
          <p:cNvGraphicFramePr>
            <a:graphicFrameLocks noChangeAspect="1"/>
          </p:cNvGraphicFramePr>
          <p:nvPr/>
        </p:nvGraphicFramePr>
        <p:xfrm>
          <a:off x="2805113" y="3876675"/>
          <a:ext cx="3078162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9720" imgH="406080" progId="Equation.DSMT4">
                  <p:embed/>
                </p:oleObj>
              </mc:Choice>
              <mc:Fallback>
                <p:oleObj name="Equation" r:id="rId8" imgW="1269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3876675"/>
                        <a:ext cx="3078162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3" name="Object 7"/>
          <p:cNvGraphicFramePr>
            <a:graphicFrameLocks noChangeAspect="1"/>
          </p:cNvGraphicFramePr>
          <p:nvPr/>
        </p:nvGraphicFramePr>
        <p:xfrm>
          <a:off x="5867400" y="4112864"/>
          <a:ext cx="1371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45760" imgH="203040" progId="Equation.3">
                  <p:embed/>
                </p:oleObj>
              </mc:Choice>
              <mc:Fallback>
                <p:oleObj name="公式" r:id="rId10" imgW="545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112864"/>
                        <a:ext cx="1371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4" name="Object 8"/>
          <p:cNvGraphicFramePr>
            <a:graphicFrameLocks noChangeAspect="1"/>
          </p:cNvGraphicFramePr>
          <p:nvPr/>
        </p:nvGraphicFramePr>
        <p:xfrm>
          <a:off x="6383135" y="1851026"/>
          <a:ext cx="620712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4560" imgH="444240" progId="Equation.DSMT4">
                  <p:embed/>
                </p:oleObj>
              </mc:Choice>
              <mc:Fallback>
                <p:oleObj name="Equation" r:id="rId12" imgW="304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135" y="1851026"/>
                        <a:ext cx="620712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1" name="Object 15"/>
          <p:cNvGraphicFramePr>
            <a:graphicFrameLocks noChangeAspect="1"/>
          </p:cNvGraphicFramePr>
          <p:nvPr/>
        </p:nvGraphicFramePr>
        <p:xfrm>
          <a:off x="5735638" y="3077162"/>
          <a:ext cx="1370013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1320" imgH="203040" progId="Equation.DSMT4">
                  <p:embed/>
                </p:oleObj>
              </mc:Choice>
              <mc:Fallback>
                <p:oleObj name="Equation" r:id="rId14" imgW="571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3077162"/>
                        <a:ext cx="1370013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02302" y="495465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2841171" y="4713446"/>
          <a:ext cx="6491171" cy="105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43200" imgH="444240" progId="Equation.DSMT4">
                  <p:embed/>
                </p:oleObj>
              </mc:Choice>
              <mc:Fallback>
                <p:oleObj name="Equation" r:id="rId16" imgW="2743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171" y="4713446"/>
                        <a:ext cx="6491171" cy="105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952249"/>
              </p:ext>
            </p:extLst>
          </p:nvPr>
        </p:nvGraphicFramePr>
        <p:xfrm>
          <a:off x="2873273" y="5681441"/>
          <a:ext cx="5724730" cy="555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49360" imgH="228600" progId="Equation.DSMT4">
                  <p:embed/>
                </p:oleObj>
              </mc:Choice>
              <mc:Fallback>
                <p:oleObj name="Equation" r:id="rId18" imgW="234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273" y="5681441"/>
                        <a:ext cx="5724730" cy="555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7684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 animBg="1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671" name="Group 15"/>
          <p:cNvGrpSpPr>
            <a:grpSpLocks/>
          </p:cNvGrpSpPr>
          <p:nvPr/>
        </p:nvGrpSpPr>
        <p:grpSpPr bwMode="auto">
          <a:xfrm>
            <a:off x="1478973" y="262732"/>
            <a:ext cx="7994651" cy="1697039"/>
            <a:chOff x="472" y="164"/>
            <a:chExt cx="5036" cy="1069"/>
          </a:xfrm>
        </p:grpSpPr>
        <p:sp>
          <p:nvSpPr>
            <p:cNvPr id="198660" name="Text Box 4"/>
            <p:cNvSpPr txBox="1">
              <a:spLocks noChangeArrowheads="1"/>
            </p:cNvSpPr>
            <p:nvPr/>
          </p:nvSpPr>
          <p:spPr bwMode="auto">
            <a:xfrm>
              <a:off x="476" y="164"/>
              <a:ext cx="63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200" b="1" dirty="0">
                  <a:solidFill>
                    <a:srgbClr val="FF0000"/>
                  </a:solidFill>
                </a:rPr>
                <a:t>例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661" name="Text Box 5"/>
            <p:cNvSpPr txBox="1">
              <a:spLocks noChangeArrowheads="1"/>
            </p:cNvSpPr>
            <p:nvPr/>
          </p:nvSpPr>
          <p:spPr bwMode="auto">
            <a:xfrm>
              <a:off x="1148" y="195"/>
              <a:ext cx="43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求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[ 0 , +  ) </a:t>
              </a:r>
              <a:r>
                <a:rPr lang="zh-CN" altLang="en-US" sz="2800" b="1" dirty="0"/>
                <a:t>上的连续函数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zh-CN" sz="2800" b="1" dirty="0"/>
                <a:t>, </a:t>
              </a:r>
              <a:r>
                <a:rPr lang="zh-CN" altLang="en-US" sz="2800" b="1" dirty="0"/>
                <a:t>使它满足</a:t>
              </a:r>
              <a:endParaRPr lang="zh-CN" altLang="el-GR" sz="2800" b="1" dirty="0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866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428781"/>
                </p:ext>
              </p:extLst>
            </p:nvPr>
          </p:nvGraphicFramePr>
          <p:xfrm>
            <a:off x="472" y="532"/>
            <a:ext cx="4070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641320" imgH="431640" progId="Equation.DSMT4">
                    <p:embed/>
                  </p:oleObj>
                </mc:Choice>
                <mc:Fallback>
                  <p:oleObj name="Equation" r:id="rId2" imgW="26413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" y="532"/>
                          <a:ext cx="4070" cy="7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8665" name="Text Box 9"/>
          <p:cNvSpPr txBox="1">
            <a:spLocks noChangeArrowheads="1"/>
          </p:cNvSpPr>
          <p:nvPr/>
        </p:nvSpPr>
        <p:spPr bwMode="auto">
          <a:xfrm>
            <a:off x="1935453" y="1968278"/>
            <a:ext cx="5413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98666" name="Object 10"/>
          <p:cNvGraphicFramePr>
            <a:graphicFrameLocks noChangeAspect="1"/>
          </p:cNvGraphicFramePr>
          <p:nvPr/>
        </p:nvGraphicFramePr>
        <p:xfrm>
          <a:off x="2835494" y="1800310"/>
          <a:ext cx="5561012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3040" imgH="380880" progId="Equation.DSMT4">
                  <p:embed/>
                </p:oleObj>
              </mc:Choice>
              <mc:Fallback>
                <p:oleObj name="Equation" r:id="rId4" imgW="2273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494" y="1800310"/>
                        <a:ext cx="5561012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7" name="Object 11"/>
          <p:cNvGraphicFramePr>
            <a:graphicFrameLocks noChangeAspect="1"/>
          </p:cNvGraphicFramePr>
          <p:nvPr/>
        </p:nvGraphicFramePr>
        <p:xfrm>
          <a:off x="3248859" y="2739233"/>
          <a:ext cx="5506351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200" imgH="190440" progId="Equation.DSMT4">
                  <p:embed/>
                </p:oleObj>
              </mc:Choice>
              <mc:Fallback>
                <p:oleObj name="Equation" r:id="rId6" imgW="20952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859" y="2739233"/>
                        <a:ext cx="5506351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8" name="Object 12"/>
          <p:cNvGraphicFramePr>
            <a:graphicFrameLocks noChangeAspect="1"/>
          </p:cNvGraphicFramePr>
          <p:nvPr/>
        </p:nvGraphicFramePr>
        <p:xfrm>
          <a:off x="2835494" y="3206835"/>
          <a:ext cx="5919716" cy="826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0" imgH="330120" progId="Equation.DSMT4">
                  <p:embed/>
                </p:oleObj>
              </mc:Choice>
              <mc:Fallback>
                <p:oleObj name="Equation" r:id="rId8" imgW="2286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494" y="3206835"/>
                        <a:ext cx="5919716" cy="826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9" name="Object 13"/>
          <p:cNvGraphicFramePr>
            <a:graphicFrameLocks noChangeAspect="1"/>
          </p:cNvGraphicFramePr>
          <p:nvPr/>
        </p:nvGraphicFramePr>
        <p:xfrm>
          <a:off x="2835493" y="4054560"/>
          <a:ext cx="5250501" cy="842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93680" imgH="330120" progId="Equation.DSMT4">
                  <p:embed/>
                </p:oleObj>
              </mc:Choice>
              <mc:Fallback>
                <p:oleObj name="Equation" r:id="rId10" imgW="1993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493" y="4054560"/>
                        <a:ext cx="5250501" cy="842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70" name="Object 14"/>
          <p:cNvGraphicFramePr>
            <a:graphicFrameLocks noChangeAspect="1"/>
          </p:cNvGraphicFramePr>
          <p:nvPr/>
        </p:nvGraphicFramePr>
        <p:xfrm>
          <a:off x="2835493" y="4896845"/>
          <a:ext cx="5117812" cy="801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44440" imgH="330120" progId="Equation.DSMT4">
                  <p:embed/>
                </p:oleObj>
              </mc:Choice>
              <mc:Fallback>
                <p:oleObj name="Equation" r:id="rId12" imgW="2044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493" y="4896845"/>
                        <a:ext cx="5117812" cy="801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2835784" y="5691673"/>
          <a:ext cx="364331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71600" imgH="330120" progId="Equation.DSMT4">
                  <p:embed/>
                </p:oleObj>
              </mc:Choice>
              <mc:Fallback>
                <p:oleObj name="Equation" r:id="rId14" imgW="1371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784" y="5691673"/>
                        <a:ext cx="364331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925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689" name="Group 9"/>
          <p:cNvGrpSpPr>
            <a:grpSpLocks/>
          </p:cNvGrpSpPr>
          <p:nvPr/>
        </p:nvGrpSpPr>
        <p:grpSpPr bwMode="auto">
          <a:xfrm>
            <a:off x="1075316" y="397967"/>
            <a:ext cx="5087938" cy="850899"/>
            <a:chOff x="884" y="720"/>
            <a:chExt cx="3205" cy="536"/>
          </a:xfrm>
        </p:grpSpPr>
        <p:sp>
          <p:nvSpPr>
            <p:cNvPr id="199685" name="Text Box 5"/>
            <p:cNvSpPr txBox="1">
              <a:spLocks noChangeArrowheads="1"/>
            </p:cNvSpPr>
            <p:nvPr/>
          </p:nvSpPr>
          <p:spPr bwMode="auto">
            <a:xfrm>
              <a:off x="884" y="845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即</a:t>
              </a:r>
            </a:p>
          </p:txBody>
        </p:sp>
        <p:graphicFrame>
          <p:nvGraphicFramePr>
            <p:cNvPr id="199686" name="Object 6"/>
            <p:cNvGraphicFramePr>
              <a:graphicFrameLocks noChangeAspect="1"/>
            </p:cNvGraphicFramePr>
            <p:nvPr/>
          </p:nvGraphicFramePr>
          <p:xfrm>
            <a:off x="1264" y="720"/>
            <a:ext cx="2825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88760" imgH="330120" progId="Equation.DSMT4">
                    <p:embed/>
                  </p:oleObj>
                </mc:Choice>
                <mc:Fallback>
                  <p:oleObj name="Equation" r:id="rId2" imgW="168876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4" y="720"/>
                          <a:ext cx="2825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9698" name="Group 18"/>
          <p:cNvGrpSpPr>
            <a:grpSpLocks/>
          </p:cNvGrpSpPr>
          <p:nvPr/>
        </p:nvGrpSpPr>
        <p:grpSpPr bwMode="auto">
          <a:xfrm>
            <a:off x="1087657" y="1257600"/>
            <a:ext cx="5460999" cy="1050925"/>
            <a:chOff x="567" y="1706"/>
            <a:chExt cx="3440" cy="662"/>
          </a:xfrm>
        </p:grpSpPr>
        <p:sp>
          <p:nvSpPr>
            <p:cNvPr id="199687" name="Text Box 7"/>
            <p:cNvSpPr txBox="1">
              <a:spLocks noChangeArrowheads="1"/>
            </p:cNvSpPr>
            <p:nvPr/>
          </p:nvSpPr>
          <p:spPr bwMode="auto">
            <a:xfrm>
              <a:off x="567" y="1706"/>
              <a:ext cx="169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两边对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b="1" dirty="0"/>
                <a:t>  </a:t>
              </a:r>
              <a:r>
                <a:rPr lang="zh-CN" altLang="en-US" sz="2800" b="1" dirty="0"/>
                <a:t>求导有</a:t>
              </a:r>
            </a:p>
          </p:txBody>
        </p:sp>
        <p:graphicFrame>
          <p:nvGraphicFramePr>
            <p:cNvPr id="199688" name="Object 8"/>
            <p:cNvGraphicFramePr>
              <a:graphicFrameLocks noChangeAspect="1"/>
            </p:cNvGraphicFramePr>
            <p:nvPr/>
          </p:nvGraphicFramePr>
          <p:xfrm>
            <a:off x="1522" y="1998"/>
            <a:ext cx="2485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485720" imgH="228600" progId="Equation.DSMT4">
                    <p:embed/>
                  </p:oleObj>
                </mc:Choice>
                <mc:Fallback>
                  <p:oleObj name="Equation" r:id="rId4" imgW="14857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2" y="1998"/>
                          <a:ext cx="2485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9691" name="Text Box 11"/>
          <p:cNvSpPr txBox="1">
            <a:spLocks noChangeArrowheads="1"/>
          </p:cNvSpPr>
          <p:nvPr/>
        </p:nvSpPr>
        <p:spPr bwMode="auto">
          <a:xfrm>
            <a:off x="1075316" y="2396299"/>
            <a:ext cx="64011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/>
              <a:t>又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(0) = 0 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故知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满足以下初值问题</a:t>
            </a:r>
          </a:p>
        </p:txBody>
      </p:sp>
      <p:grpSp>
        <p:nvGrpSpPr>
          <p:cNvPr id="199696" name="Group 16"/>
          <p:cNvGrpSpPr>
            <a:grpSpLocks/>
          </p:cNvGrpSpPr>
          <p:nvPr/>
        </p:nvGrpSpPr>
        <p:grpSpPr bwMode="auto">
          <a:xfrm>
            <a:off x="2248110" y="2997070"/>
            <a:ext cx="3868738" cy="1139826"/>
            <a:chOff x="1495" y="2327"/>
            <a:chExt cx="2437" cy="718"/>
          </a:xfrm>
        </p:grpSpPr>
        <p:graphicFrame>
          <p:nvGraphicFramePr>
            <p:cNvPr id="199692" name="Object 12"/>
            <p:cNvGraphicFramePr>
              <a:graphicFrameLocks noChangeAspect="1"/>
            </p:cNvGraphicFramePr>
            <p:nvPr/>
          </p:nvGraphicFramePr>
          <p:xfrm>
            <a:off x="1672" y="2327"/>
            <a:ext cx="2260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98320" imgH="228600" progId="Equation.DSMT4">
                    <p:embed/>
                  </p:oleObj>
                </mc:Choice>
                <mc:Fallback>
                  <p:oleObj name="Equation" r:id="rId6" imgW="1498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2" y="2327"/>
                          <a:ext cx="2260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9693" name="Object 13"/>
            <p:cNvGraphicFramePr>
              <a:graphicFrameLocks noChangeAspect="1"/>
            </p:cNvGraphicFramePr>
            <p:nvPr/>
          </p:nvGraphicFramePr>
          <p:xfrm>
            <a:off x="1626" y="2719"/>
            <a:ext cx="87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71320" imgH="203040" progId="Equation.DSMT4">
                    <p:embed/>
                  </p:oleObj>
                </mc:Choice>
                <mc:Fallback>
                  <p:oleObj name="Equation" r:id="rId8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6" y="2719"/>
                          <a:ext cx="876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9694" name="AutoShape 14"/>
            <p:cNvSpPr>
              <a:spLocks/>
            </p:cNvSpPr>
            <p:nvPr/>
          </p:nvSpPr>
          <p:spPr bwMode="auto">
            <a:xfrm>
              <a:off x="1495" y="2382"/>
              <a:ext cx="115" cy="663"/>
            </a:xfrm>
            <a:prstGeom prst="leftBrace">
              <a:avLst>
                <a:gd name="adj1" fmla="val 27015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99697" name="Text Box 17"/>
          <p:cNvSpPr txBox="1">
            <a:spLocks noChangeArrowheads="1"/>
          </p:cNvSpPr>
          <p:nvPr/>
        </p:nvSpPr>
        <p:spPr bwMode="auto">
          <a:xfrm>
            <a:off x="6534153" y="3103205"/>
            <a:ext cx="31133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可分离变量方程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5" name="Group 11"/>
          <p:cNvGrpSpPr>
            <a:grpSpLocks/>
          </p:cNvGrpSpPr>
          <p:nvPr/>
        </p:nvGrpSpPr>
        <p:grpSpPr bwMode="auto">
          <a:xfrm>
            <a:off x="1045949" y="4141500"/>
            <a:ext cx="4006850" cy="1111250"/>
            <a:chOff x="1095" y="-9"/>
            <a:chExt cx="2524" cy="700"/>
          </a:xfrm>
        </p:grpSpPr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1095" y="213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由于</a:t>
              </a:r>
            </a:p>
          </p:txBody>
        </p:sp>
        <p:graphicFrame>
          <p:nvGraphicFramePr>
            <p:cNvPr id="17" name="Object 5"/>
            <p:cNvGraphicFramePr>
              <a:graphicFrameLocks noChangeAspect="1"/>
            </p:cNvGraphicFramePr>
            <p:nvPr/>
          </p:nvGraphicFramePr>
          <p:xfrm>
            <a:off x="1602" y="-9"/>
            <a:ext cx="2017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06360" imgH="431640" progId="Equation.DSMT4">
                    <p:embed/>
                  </p:oleObj>
                </mc:Choice>
                <mc:Fallback>
                  <p:oleObj name="Equation" r:id="rId10" imgW="12063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2" y="-9"/>
                          <a:ext cx="2017" cy="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968919"/>
              </p:ext>
            </p:extLst>
          </p:nvPr>
        </p:nvGraphicFramePr>
        <p:xfrm>
          <a:off x="5157575" y="4178015"/>
          <a:ext cx="4656985" cy="948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81080" imgH="406080" progId="Equation.DSMT4">
                  <p:embed/>
                </p:oleObj>
              </mc:Choice>
              <mc:Fallback>
                <p:oleObj name="Equation" r:id="rId12" imgW="1981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575" y="4178015"/>
                        <a:ext cx="4656985" cy="948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/>
          <p:cNvGraphicFramePr>
            <a:graphicFrameLocks noChangeAspect="1"/>
          </p:cNvGraphicFramePr>
          <p:nvPr/>
        </p:nvGraphicFramePr>
        <p:xfrm>
          <a:off x="1235075" y="5399088"/>
          <a:ext cx="3741738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09400" imgH="253800" progId="Equation.DSMT4">
                  <p:embed/>
                </p:oleObj>
              </mc:Choice>
              <mc:Fallback>
                <p:oleObj name="Equation" r:id="rId14" imgW="14094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5399088"/>
                        <a:ext cx="3741738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2"/>
          <p:cNvGrpSpPr>
            <a:grpSpLocks/>
          </p:cNvGrpSpPr>
          <p:nvPr/>
        </p:nvGrpSpPr>
        <p:grpSpPr bwMode="auto">
          <a:xfrm>
            <a:off x="4976813" y="5430831"/>
            <a:ext cx="3403601" cy="523875"/>
            <a:chOff x="1247" y="2840"/>
            <a:chExt cx="2144" cy="330"/>
          </a:xfrm>
        </p:grpSpPr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1247" y="2840"/>
              <a:ext cx="112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由</a:t>
              </a:r>
              <a:r>
                <a:rPr lang="zh-CN" altLang="en-US" sz="2800" dirty="0"/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(0)</a:t>
              </a:r>
              <a:r>
                <a:rPr lang="en-US" altLang="zh-CN" sz="2800" dirty="0"/>
                <a:t> =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graphicFrame>
          <p:nvGraphicFramePr>
            <p:cNvPr id="22" name="Object 9"/>
            <p:cNvGraphicFramePr>
              <a:graphicFrameLocks noChangeAspect="1"/>
            </p:cNvGraphicFramePr>
            <p:nvPr/>
          </p:nvGraphicFramePr>
          <p:xfrm>
            <a:off x="2436" y="2840"/>
            <a:ext cx="95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71320" imgH="177480" progId="Equation.DSMT4">
                    <p:embed/>
                  </p:oleObj>
                </mc:Choice>
                <mc:Fallback>
                  <p:oleObj name="Equation" r:id="rId16" imgW="571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6" y="2840"/>
                          <a:ext cx="955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677844"/>
              </p:ext>
            </p:extLst>
          </p:nvPr>
        </p:nvGraphicFramePr>
        <p:xfrm>
          <a:off x="8485189" y="5017800"/>
          <a:ext cx="3404929" cy="1097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33440" imgH="444240" progId="Equation.DSMT4">
                  <p:embed/>
                </p:oleObj>
              </mc:Choice>
              <mc:Fallback>
                <p:oleObj name="Equation" r:id="rId18" imgW="1333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189" y="5017800"/>
                        <a:ext cx="3404929" cy="1097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138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9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9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93071" y="587875"/>
            <a:ext cx="1805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  </a:t>
            </a:r>
            <a:r>
              <a:rPr lang="zh-CN" altLang="en-US" sz="2800" b="1" dirty="0"/>
              <a:t>计算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675773"/>
              </p:ext>
            </p:extLst>
          </p:nvPr>
        </p:nvGraphicFramePr>
        <p:xfrm>
          <a:off x="2985924" y="471900"/>
          <a:ext cx="4231409" cy="846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760" imgH="380880" progId="Equation.DSMT4">
                  <p:embed/>
                </p:oleObj>
              </mc:Choice>
              <mc:Fallback>
                <p:oleObj name="Equation" r:id="rId2" imgW="1904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85924" y="471900"/>
                        <a:ext cx="4231409" cy="846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186307" y="543277"/>
            <a:ext cx="2635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其中</a:t>
            </a:r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2800" b="1" dirty="0"/>
              <a:t>是由曲面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30267"/>
              </p:ext>
            </p:extLst>
          </p:nvPr>
        </p:nvGraphicFramePr>
        <p:xfrm>
          <a:off x="1141269" y="1059648"/>
          <a:ext cx="5896840" cy="95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640" imgH="406080" progId="Equation.DSMT4">
                  <p:embed/>
                </p:oleObj>
              </mc:Choice>
              <mc:Fallback>
                <p:oleObj name="Equation" r:id="rId4" imgW="2501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1269" y="1059648"/>
                        <a:ext cx="5896840" cy="95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038109" y="1276969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所围成的立体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048905" y="202595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473161"/>
              </p:ext>
            </p:extLst>
          </p:nvPr>
        </p:nvGraphicFramePr>
        <p:xfrm>
          <a:off x="1579659" y="1990706"/>
          <a:ext cx="44037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90640" imgH="241200" progId="Equation.DSMT4">
                  <p:embed/>
                </p:oleObj>
              </mc:Choice>
              <mc:Fallback>
                <p:oleObj name="Equation" r:id="rId6" imgW="17906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79659" y="1990706"/>
                        <a:ext cx="4403725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983384" y="2104093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即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888033"/>
              </p:ext>
            </p:extLst>
          </p:nvPr>
        </p:nvGraphicFramePr>
        <p:xfrm>
          <a:off x="6451696" y="1990706"/>
          <a:ext cx="393541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0200" imgH="241200" progId="Equation.DSMT4">
                  <p:embed/>
                </p:oleObj>
              </mc:Choice>
              <mc:Fallback>
                <p:oleObj name="Equation" r:id="rId8" imgW="1600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51696" y="1990706"/>
                        <a:ext cx="3935413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048905" y="2591457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我们有，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173489"/>
              </p:ext>
            </p:extLst>
          </p:nvPr>
        </p:nvGraphicFramePr>
        <p:xfrm>
          <a:off x="2548083" y="2564536"/>
          <a:ext cx="2956342" cy="1705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0480" imgH="761760" progId="Equation.DSMT4">
                  <p:embed/>
                </p:oleObj>
              </mc:Choice>
              <mc:Fallback>
                <p:oleObj name="Equation" r:id="rId10" imgW="132048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48083" y="2564536"/>
                        <a:ext cx="2956342" cy="1705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983756" y="4192296"/>
            <a:ext cx="2635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且知</a:t>
            </a:r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2800" b="1" dirty="0"/>
              <a:t>对应区域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579121"/>
              </p:ext>
            </p:extLst>
          </p:nvPr>
        </p:nvGraphicFramePr>
        <p:xfrm>
          <a:off x="3619414" y="4096224"/>
          <a:ext cx="5721913" cy="544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00120" imgH="228600" progId="Equation.DSMT4">
                  <p:embed/>
                </p:oleObj>
              </mc:Choice>
              <mc:Fallback>
                <p:oleObj name="Equation" r:id="rId12" imgW="2400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19414" y="4096224"/>
                        <a:ext cx="5721913" cy="544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20942" y="4837102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512351"/>
              </p:ext>
            </p:extLst>
          </p:nvPr>
        </p:nvGraphicFramePr>
        <p:xfrm>
          <a:off x="1955800" y="4691063"/>
          <a:ext cx="5951538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50880" imgH="419040" progId="Equation.DSMT4">
                  <p:embed/>
                </p:oleObj>
              </mc:Choice>
              <mc:Fallback>
                <p:oleObj name="Equation" r:id="rId14" imgW="2450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55800" y="4691063"/>
                        <a:ext cx="5951538" cy="1017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277289"/>
              </p:ext>
            </p:extLst>
          </p:nvPr>
        </p:nvGraphicFramePr>
        <p:xfrm>
          <a:off x="2600325" y="5600700"/>
          <a:ext cx="4659313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17360" imgH="419040" progId="Equation.DSMT4">
                  <p:embed/>
                </p:oleObj>
              </mc:Choice>
              <mc:Fallback>
                <p:oleObj name="Equation" r:id="rId16" imgW="1917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600325" y="5600700"/>
                        <a:ext cx="4659313" cy="1017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408585"/>
              </p:ext>
            </p:extLst>
          </p:nvPr>
        </p:nvGraphicFramePr>
        <p:xfrm>
          <a:off x="7398948" y="5484632"/>
          <a:ext cx="1512454" cy="679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22080" imgH="279360" progId="Equation.DSMT4">
                  <p:embed/>
                </p:oleObj>
              </mc:Choice>
              <mc:Fallback>
                <p:oleObj name="Equation" r:id="rId18" imgW="6220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398948" y="5484632"/>
                        <a:ext cx="1512454" cy="679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895183"/>
              </p:ext>
            </p:extLst>
          </p:nvPr>
        </p:nvGraphicFramePr>
        <p:xfrm>
          <a:off x="8911402" y="5824162"/>
          <a:ext cx="354900" cy="414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2280" imgH="177480" progId="Equation.DSMT4">
                  <p:embed/>
                </p:oleObj>
              </mc:Choice>
              <mc:Fallback>
                <p:oleObj name="Equation" r:id="rId20" imgW="152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911402" y="5824162"/>
                        <a:ext cx="354900" cy="4148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186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2371</TotalTime>
  <Words>885</Words>
  <Application>Microsoft Office PowerPoint</Application>
  <PresentationFormat>宽屏</PresentationFormat>
  <Paragraphs>163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楷体_GB2312</vt:lpstr>
      <vt:lpstr>新宋体</vt:lpstr>
      <vt:lpstr>黑体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Document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皓喆 陆</cp:lastModifiedBy>
  <cp:revision>82</cp:revision>
  <dcterms:created xsi:type="dcterms:W3CDTF">2020-02-22T13:05:21Z</dcterms:created>
  <dcterms:modified xsi:type="dcterms:W3CDTF">2024-04-13T05:59:54Z</dcterms:modified>
</cp:coreProperties>
</file>