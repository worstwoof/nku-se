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61" r:id="rId2"/>
    <p:sldId id="262" r:id="rId3"/>
    <p:sldId id="295" r:id="rId4"/>
    <p:sldId id="296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2" r:id="rId13"/>
    <p:sldId id="273" r:id="rId14"/>
    <p:sldId id="274" r:id="rId15"/>
    <p:sldId id="275" r:id="rId16"/>
    <p:sldId id="289" r:id="rId17"/>
    <p:sldId id="290" r:id="rId18"/>
    <p:sldId id="276" r:id="rId19"/>
    <p:sldId id="277" r:id="rId20"/>
    <p:sldId id="291" r:id="rId21"/>
    <p:sldId id="292" r:id="rId22"/>
    <p:sldId id="278" r:id="rId23"/>
    <p:sldId id="293" r:id="rId24"/>
    <p:sldId id="288" r:id="rId25"/>
    <p:sldId id="280" r:id="rId26"/>
    <p:sldId id="294" r:id="rId27"/>
    <p:sldId id="281" r:id="rId28"/>
    <p:sldId id="282" r:id="rId29"/>
    <p:sldId id="287" r:id="rId30"/>
    <p:sldId id="283" r:id="rId31"/>
    <p:sldId id="284" r:id="rId32"/>
    <p:sldId id="285" r:id="rId33"/>
    <p:sldId id="286" r:id="rId34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0A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浅色样式 2 - 强调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7" autoAdjust="0"/>
    <p:restoredTop sz="94238" autoAdjust="0"/>
  </p:normalViewPr>
  <p:slideViewPr>
    <p:cSldViewPr>
      <p:cViewPr varScale="1">
        <p:scale>
          <a:sx n="114" d="100"/>
          <a:sy n="114" d="100"/>
        </p:scale>
        <p:origin x="-228" y="-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206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6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wmf"/><Relationship Id="rId3" Type="http://schemas.openxmlformats.org/officeDocument/2006/relationships/image" Target="../media/image3.e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2" Type="http://schemas.openxmlformats.org/officeDocument/2006/relationships/image" Target="../media/image2.emf"/><Relationship Id="rId1" Type="http://schemas.openxmlformats.org/officeDocument/2006/relationships/image" Target="../media/image1.e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5" Type="http://schemas.openxmlformats.org/officeDocument/2006/relationships/image" Target="../media/image1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wmf"/><Relationship Id="rId14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image" Target="../media/image18.emf"/><Relationship Id="rId7" Type="http://schemas.openxmlformats.org/officeDocument/2006/relationships/image" Target="../media/image22.emf"/><Relationship Id="rId2" Type="http://schemas.openxmlformats.org/officeDocument/2006/relationships/image" Target="../media/image17.emf"/><Relationship Id="rId1" Type="http://schemas.openxmlformats.org/officeDocument/2006/relationships/image" Target="../media/image16.emf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Relationship Id="rId9" Type="http://schemas.openxmlformats.org/officeDocument/2006/relationships/image" Target="../media/image24.e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image" Target="../media/image27.emf"/><Relationship Id="rId7" Type="http://schemas.openxmlformats.org/officeDocument/2006/relationships/image" Target="../media/image31.emf"/><Relationship Id="rId2" Type="http://schemas.openxmlformats.org/officeDocument/2006/relationships/image" Target="../media/image26.emf"/><Relationship Id="rId1" Type="http://schemas.openxmlformats.org/officeDocument/2006/relationships/image" Target="../media/image25.emf"/><Relationship Id="rId6" Type="http://schemas.openxmlformats.org/officeDocument/2006/relationships/image" Target="../media/image30.emf"/><Relationship Id="rId5" Type="http://schemas.openxmlformats.org/officeDocument/2006/relationships/image" Target="../media/image29.emf"/><Relationship Id="rId4" Type="http://schemas.openxmlformats.org/officeDocument/2006/relationships/image" Target="../media/image28.emf"/><Relationship Id="rId9" Type="http://schemas.openxmlformats.org/officeDocument/2006/relationships/image" Target="../media/image33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image" Target="../media/image34.emf"/><Relationship Id="rId4" Type="http://schemas.openxmlformats.org/officeDocument/2006/relationships/image" Target="../media/image3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image" Target="../media/image39.e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13" Type="http://schemas.openxmlformats.org/officeDocument/2006/relationships/image" Target="../media/image53.emf"/><Relationship Id="rId18" Type="http://schemas.openxmlformats.org/officeDocument/2006/relationships/image" Target="../media/image58.emf"/><Relationship Id="rId3" Type="http://schemas.openxmlformats.org/officeDocument/2006/relationships/image" Target="../media/image43.emf"/><Relationship Id="rId7" Type="http://schemas.openxmlformats.org/officeDocument/2006/relationships/image" Target="../media/image47.emf"/><Relationship Id="rId12" Type="http://schemas.openxmlformats.org/officeDocument/2006/relationships/image" Target="../media/image52.emf"/><Relationship Id="rId17" Type="http://schemas.openxmlformats.org/officeDocument/2006/relationships/image" Target="../media/image57.emf"/><Relationship Id="rId2" Type="http://schemas.openxmlformats.org/officeDocument/2006/relationships/image" Target="../media/image42.emf"/><Relationship Id="rId16" Type="http://schemas.openxmlformats.org/officeDocument/2006/relationships/image" Target="../media/image56.emf"/><Relationship Id="rId20" Type="http://schemas.openxmlformats.org/officeDocument/2006/relationships/image" Target="../media/image60.emf"/><Relationship Id="rId1" Type="http://schemas.openxmlformats.org/officeDocument/2006/relationships/image" Target="../media/image41.emf"/><Relationship Id="rId6" Type="http://schemas.openxmlformats.org/officeDocument/2006/relationships/image" Target="../media/image46.emf"/><Relationship Id="rId11" Type="http://schemas.openxmlformats.org/officeDocument/2006/relationships/image" Target="../media/image51.emf"/><Relationship Id="rId5" Type="http://schemas.openxmlformats.org/officeDocument/2006/relationships/image" Target="../media/image45.emf"/><Relationship Id="rId15" Type="http://schemas.openxmlformats.org/officeDocument/2006/relationships/image" Target="../media/image55.emf"/><Relationship Id="rId10" Type="http://schemas.openxmlformats.org/officeDocument/2006/relationships/image" Target="../media/image50.emf"/><Relationship Id="rId19" Type="http://schemas.openxmlformats.org/officeDocument/2006/relationships/image" Target="../media/image59.emf"/><Relationship Id="rId4" Type="http://schemas.openxmlformats.org/officeDocument/2006/relationships/image" Target="../media/image44.emf"/><Relationship Id="rId9" Type="http://schemas.openxmlformats.org/officeDocument/2006/relationships/image" Target="../media/image49.emf"/><Relationship Id="rId14" Type="http://schemas.openxmlformats.org/officeDocument/2006/relationships/image" Target="../media/image54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image" Target="../media/image62.emf"/><Relationship Id="rId1" Type="http://schemas.openxmlformats.org/officeDocument/2006/relationships/image" Target="../media/image61.emf"/><Relationship Id="rId5" Type="http://schemas.openxmlformats.org/officeDocument/2006/relationships/image" Target="../media/image65.emf"/><Relationship Id="rId4" Type="http://schemas.openxmlformats.org/officeDocument/2006/relationships/image" Target="../media/image64.e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3.emf"/><Relationship Id="rId3" Type="http://schemas.openxmlformats.org/officeDocument/2006/relationships/image" Target="../media/image68.emf"/><Relationship Id="rId7" Type="http://schemas.openxmlformats.org/officeDocument/2006/relationships/image" Target="../media/image72.emf"/><Relationship Id="rId12" Type="http://schemas.openxmlformats.org/officeDocument/2006/relationships/image" Target="../media/image77.emf"/><Relationship Id="rId2" Type="http://schemas.openxmlformats.org/officeDocument/2006/relationships/image" Target="../media/image67.emf"/><Relationship Id="rId1" Type="http://schemas.openxmlformats.org/officeDocument/2006/relationships/image" Target="../media/image66.emf"/><Relationship Id="rId6" Type="http://schemas.openxmlformats.org/officeDocument/2006/relationships/image" Target="../media/image71.emf"/><Relationship Id="rId11" Type="http://schemas.openxmlformats.org/officeDocument/2006/relationships/image" Target="../media/image76.emf"/><Relationship Id="rId5" Type="http://schemas.openxmlformats.org/officeDocument/2006/relationships/image" Target="../media/image70.emf"/><Relationship Id="rId10" Type="http://schemas.openxmlformats.org/officeDocument/2006/relationships/image" Target="../media/image75.emf"/><Relationship Id="rId4" Type="http://schemas.openxmlformats.org/officeDocument/2006/relationships/image" Target="../media/image69.emf"/><Relationship Id="rId9" Type="http://schemas.openxmlformats.org/officeDocument/2006/relationships/image" Target="../media/image74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0.emf"/><Relationship Id="rId7" Type="http://schemas.openxmlformats.org/officeDocument/2006/relationships/image" Target="../media/image84.emf"/><Relationship Id="rId2" Type="http://schemas.openxmlformats.org/officeDocument/2006/relationships/image" Target="../media/image79.emf"/><Relationship Id="rId1" Type="http://schemas.openxmlformats.org/officeDocument/2006/relationships/image" Target="../media/image78.emf"/><Relationship Id="rId6" Type="http://schemas.openxmlformats.org/officeDocument/2006/relationships/image" Target="../media/image83.emf"/><Relationship Id="rId5" Type="http://schemas.openxmlformats.org/officeDocument/2006/relationships/image" Target="../media/image82.emf"/><Relationship Id="rId4" Type="http://schemas.openxmlformats.org/officeDocument/2006/relationships/image" Target="../media/image81.e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92.emf"/><Relationship Id="rId13" Type="http://schemas.openxmlformats.org/officeDocument/2006/relationships/image" Target="../media/image97.png"/><Relationship Id="rId3" Type="http://schemas.openxmlformats.org/officeDocument/2006/relationships/image" Target="../media/image87.emf"/><Relationship Id="rId7" Type="http://schemas.openxmlformats.org/officeDocument/2006/relationships/image" Target="../media/image91.emf"/><Relationship Id="rId12" Type="http://schemas.openxmlformats.org/officeDocument/2006/relationships/image" Target="../media/image96.emf"/><Relationship Id="rId17" Type="http://schemas.openxmlformats.org/officeDocument/2006/relationships/image" Target="../media/image101.emf"/><Relationship Id="rId2" Type="http://schemas.openxmlformats.org/officeDocument/2006/relationships/image" Target="../media/image86.emf"/><Relationship Id="rId16" Type="http://schemas.openxmlformats.org/officeDocument/2006/relationships/image" Target="../media/image100.emf"/><Relationship Id="rId1" Type="http://schemas.openxmlformats.org/officeDocument/2006/relationships/image" Target="../media/image85.emf"/><Relationship Id="rId6" Type="http://schemas.openxmlformats.org/officeDocument/2006/relationships/image" Target="../media/image90.png"/><Relationship Id="rId11" Type="http://schemas.openxmlformats.org/officeDocument/2006/relationships/image" Target="../media/image95.emf"/><Relationship Id="rId5" Type="http://schemas.openxmlformats.org/officeDocument/2006/relationships/image" Target="../media/image89.emf"/><Relationship Id="rId15" Type="http://schemas.openxmlformats.org/officeDocument/2006/relationships/image" Target="../media/image99.emf"/><Relationship Id="rId10" Type="http://schemas.openxmlformats.org/officeDocument/2006/relationships/image" Target="../media/image94.emf"/><Relationship Id="rId4" Type="http://schemas.openxmlformats.org/officeDocument/2006/relationships/image" Target="../media/image88.emf"/><Relationship Id="rId9" Type="http://schemas.openxmlformats.org/officeDocument/2006/relationships/image" Target="../media/image93.emf"/><Relationship Id="rId14" Type="http://schemas.openxmlformats.org/officeDocument/2006/relationships/image" Target="../media/image98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wmf"/><Relationship Id="rId7" Type="http://schemas.openxmlformats.org/officeDocument/2006/relationships/image" Target="../media/image108.wmf"/><Relationship Id="rId2" Type="http://schemas.openxmlformats.org/officeDocument/2006/relationships/image" Target="../media/image103.emf"/><Relationship Id="rId1" Type="http://schemas.openxmlformats.org/officeDocument/2006/relationships/image" Target="../media/image102.emf"/><Relationship Id="rId6" Type="http://schemas.openxmlformats.org/officeDocument/2006/relationships/image" Target="../media/image107.emf"/><Relationship Id="rId5" Type="http://schemas.openxmlformats.org/officeDocument/2006/relationships/image" Target="../media/image106.emf"/><Relationship Id="rId4" Type="http://schemas.openxmlformats.org/officeDocument/2006/relationships/image" Target="../media/image105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3" Type="http://schemas.openxmlformats.org/officeDocument/2006/relationships/image" Target="../media/image111.wmf"/><Relationship Id="rId7" Type="http://schemas.openxmlformats.org/officeDocument/2006/relationships/image" Target="../media/image115.wmf"/><Relationship Id="rId2" Type="http://schemas.openxmlformats.org/officeDocument/2006/relationships/image" Target="../media/image110.wmf"/><Relationship Id="rId1" Type="http://schemas.openxmlformats.org/officeDocument/2006/relationships/image" Target="../media/image109.wmf"/><Relationship Id="rId6" Type="http://schemas.openxmlformats.org/officeDocument/2006/relationships/image" Target="../media/image114.wmf"/><Relationship Id="rId5" Type="http://schemas.openxmlformats.org/officeDocument/2006/relationships/image" Target="../media/image113.wmf"/><Relationship Id="rId4" Type="http://schemas.openxmlformats.org/officeDocument/2006/relationships/image" Target="../media/image112.wmf"/><Relationship Id="rId9" Type="http://schemas.openxmlformats.org/officeDocument/2006/relationships/image" Target="../media/image117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wmf"/><Relationship Id="rId3" Type="http://schemas.openxmlformats.org/officeDocument/2006/relationships/image" Target="../media/image120.wmf"/><Relationship Id="rId7" Type="http://schemas.openxmlformats.org/officeDocument/2006/relationships/image" Target="../media/image124.wmf"/><Relationship Id="rId2" Type="http://schemas.openxmlformats.org/officeDocument/2006/relationships/image" Target="../media/image119.wmf"/><Relationship Id="rId1" Type="http://schemas.openxmlformats.org/officeDocument/2006/relationships/image" Target="../media/image118.wmf"/><Relationship Id="rId6" Type="http://schemas.openxmlformats.org/officeDocument/2006/relationships/image" Target="../media/image123.wmf"/><Relationship Id="rId5" Type="http://schemas.openxmlformats.org/officeDocument/2006/relationships/image" Target="../media/image122.wmf"/><Relationship Id="rId4" Type="http://schemas.openxmlformats.org/officeDocument/2006/relationships/image" Target="../media/image121.wmf"/><Relationship Id="rId9" Type="http://schemas.openxmlformats.org/officeDocument/2006/relationships/image" Target="../media/image126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emf"/><Relationship Id="rId13" Type="http://schemas.openxmlformats.org/officeDocument/2006/relationships/image" Target="../media/image139.emf"/><Relationship Id="rId3" Type="http://schemas.openxmlformats.org/officeDocument/2006/relationships/image" Target="../media/image129.emf"/><Relationship Id="rId7" Type="http://schemas.openxmlformats.org/officeDocument/2006/relationships/image" Target="../media/image133.emf"/><Relationship Id="rId12" Type="http://schemas.openxmlformats.org/officeDocument/2006/relationships/image" Target="../media/image138.emf"/><Relationship Id="rId2" Type="http://schemas.openxmlformats.org/officeDocument/2006/relationships/image" Target="../media/image128.emf"/><Relationship Id="rId1" Type="http://schemas.openxmlformats.org/officeDocument/2006/relationships/image" Target="../media/image127.emf"/><Relationship Id="rId6" Type="http://schemas.openxmlformats.org/officeDocument/2006/relationships/image" Target="../media/image132.emf"/><Relationship Id="rId11" Type="http://schemas.openxmlformats.org/officeDocument/2006/relationships/image" Target="../media/image137.emf"/><Relationship Id="rId5" Type="http://schemas.openxmlformats.org/officeDocument/2006/relationships/image" Target="../media/image131.emf"/><Relationship Id="rId10" Type="http://schemas.openxmlformats.org/officeDocument/2006/relationships/image" Target="../media/image136.emf"/><Relationship Id="rId4" Type="http://schemas.openxmlformats.org/officeDocument/2006/relationships/image" Target="../media/image130.emf"/><Relationship Id="rId9" Type="http://schemas.openxmlformats.org/officeDocument/2006/relationships/image" Target="../media/image135.e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emf"/><Relationship Id="rId13" Type="http://schemas.openxmlformats.org/officeDocument/2006/relationships/image" Target="../media/image152.emf"/><Relationship Id="rId3" Type="http://schemas.openxmlformats.org/officeDocument/2006/relationships/image" Target="../media/image142.emf"/><Relationship Id="rId7" Type="http://schemas.openxmlformats.org/officeDocument/2006/relationships/image" Target="../media/image146.emf"/><Relationship Id="rId12" Type="http://schemas.openxmlformats.org/officeDocument/2006/relationships/image" Target="../media/image151.emf"/><Relationship Id="rId2" Type="http://schemas.openxmlformats.org/officeDocument/2006/relationships/image" Target="../media/image141.emf"/><Relationship Id="rId1" Type="http://schemas.openxmlformats.org/officeDocument/2006/relationships/image" Target="../media/image140.emf"/><Relationship Id="rId6" Type="http://schemas.openxmlformats.org/officeDocument/2006/relationships/image" Target="../media/image145.emf"/><Relationship Id="rId11" Type="http://schemas.openxmlformats.org/officeDocument/2006/relationships/image" Target="../media/image150.emf"/><Relationship Id="rId5" Type="http://schemas.openxmlformats.org/officeDocument/2006/relationships/image" Target="../media/image144.emf"/><Relationship Id="rId10" Type="http://schemas.openxmlformats.org/officeDocument/2006/relationships/image" Target="../media/image149.emf"/><Relationship Id="rId4" Type="http://schemas.openxmlformats.org/officeDocument/2006/relationships/image" Target="../media/image143.emf"/><Relationship Id="rId9" Type="http://schemas.openxmlformats.org/officeDocument/2006/relationships/image" Target="../media/image148.emf"/><Relationship Id="rId14" Type="http://schemas.openxmlformats.org/officeDocument/2006/relationships/image" Target="../media/image153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wmf"/><Relationship Id="rId7" Type="http://schemas.openxmlformats.org/officeDocument/2006/relationships/image" Target="../media/image160.wmf"/><Relationship Id="rId2" Type="http://schemas.openxmlformats.org/officeDocument/2006/relationships/image" Target="../media/image155.wmf"/><Relationship Id="rId1" Type="http://schemas.openxmlformats.org/officeDocument/2006/relationships/image" Target="../media/image154.wmf"/><Relationship Id="rId6" Type="http://schemas.openxmlformats.org/officeDocument/2006/relationships/image" Target="../media/image159.wmf"/><Relationship Id="rId5" Type="http://schemas.openxmlformats.org/officeDocument/2006/relationships/image" Target="../media/image158.wmf"/><Relationship Id="rId4" Type="http://schemas.openxmlformats.org/officeDocument/2006/relationships/image" Target="../media/image157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emf"/><Relationship Id="rId3" Type="http://schemas.openxmlformats.org/officeDocument/2006/relationships/image" Target="../media/image163.emf"/><Relationship Id="rId7" Type="http://schemas.openxmlformats.org/officeDocument/2006/relationships/image" Target="../media/image167.emf"/><Relationship Id="rId2" Type="http://schemas.openxmlformats.org/officeDocument/2006/relationships/image" Target="../media/image162.emf"/><Relationship Id="rId1" Type="http://schemas.openxmlformats.org/officeDocument/2006/relationships/image" Target="../media/image161.emf"/><Relationship Id="rId6" Type="http://schemas.openxmlformats.org/officeDocument/2006/relationships/image" Target="../media/image166.emf"/><Relationship Id="rId11" Type="http://schemas.openxmlformats.org/officeDocument/2006/relationships/image" Target="../media/image171.emf"/><Relationship Id="rId5" Type="http://schemas.openxmlformats.org/officeDocument/2006/relationships/image" Target="../media/image165.emf"/><Relationship Id="rId10" Type="http://schemas.openxmlformats.org/officeDocument/2006/relationships/image" Target="../media/image170.wmf"/><Relationship Id="rId4" Type="http://schemas.openxmlformats.org/officeDocument/2006/relationships/image" Target="../media/image164.emf"/><Relationship Id="rId9" Type="http://schemas.openxmlformats.org/officeDocument/2006/relationships/image" Target="../media/image169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emf"/><Relationship Id="rId2" Type="http://schemas.openxmlformats.org/officeDocument/2006/relationships/image" Target="../media/image173.emf"/><Relationship Id="rId1" Type="http://schemas.openxmlformats.org/officeDocument/2006/relationships/image" Target="../media/image172.emf"/><Relationship Id="rId6" Type="http://schemas.openxmlformats.org/officeDocument/2006/relationships/image" Target="../media/image177.emf"/><Relationship Id="rId5" Type="http://schemas.openxmlformats.org/officeDocument/2006/relationships/image" Target="../media/image176.emf"/><Relationship Id="rId4" Type="http://schemas.openxmlformats.org/officeDocument/2006/relationships/image" Target="../media/image175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emf"/><Relationship Id="rId2" Type="http://schemas.openxmlformats.org/officeDocument/2006/relationships/image" Target="../media/image180.wmf"/><Relationship Id="rId1" Type="http://schemas.openxmlformats.org/officeDocument/2006/relationships/image" Target="../media/image179.wmf"/><Relationship Id="rId5" Type="http://schemas.openxmlformats.org/officeDocument/2006/relationships/image" Target="../media/image182.wmf"/><Relationship Id="rId4" Type="http://schemas.openxmlformats.org/officeDocument/2006/relationships/image" Target="../media/image181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wmf"/><Relationship Id="rId3" Type="http://schemas.openxmlformats.org/officeDocument/2006/relationships/image" Target="../media/image185.wmf"/><Relationship Id="rId7" Type="http://schemas.openxmlformats.org/officeDocument/2006/relationships/image" Target="../media/image189.wmf"/><Relationship Id="rId2" Type="http://schemas.openxmlformats.org/officeDocument/2006/relationships/image" Target="../media/image184.wmf"/><Relationship Id="rId1" Type="http://schemas.openxmlformats.org/officeDocument/2006/relationships/image" Target="../media/image183.wmf"/><Relationship Id="rId6" Type="http://schemas.openxmlformats.org/officeDocument/2006/relationships/image" Target="../media/image188.wmf"/><Relationship Id="rId11" Type="http://schemas.openxmlformats.org/officeDocument/2006/relationships/image" Target="../media/image193.wmf"/><Relationship Id="rId5" Type="http://schemas.openxmlformats.org/officeDocument/2006/relationships/image" Target="../media/image187.wmf"/><Relationship Id="rId10" Type="http://schemas.openxmlformats.org/officeDocument/2006/relationships/image" Target="../media/image192.wmf"/><Relationship Id="rId4" Type="http://schemas.openxmlformats.org/officeDocument/2006/relationships/image" Target="../media/image186.wmf"/><Relationship Id="rId9" Type="http://schemas.openxmlformats.org/officeDocument/2006/relationships/image" Target="../media/image191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1.emf"/><Relationship Id="rId3" Type="http://schemas.openxmlformats.org/officeDocument/2006/relationships/image" Target="../media/image196.emf"/><Relationship Id="rId7" Type="http://schemas.openxmlformats.org/officeDocument/2006/relationships/image" Target="../media/image200.emf"/><Relationship Id="rId2" Type="http://schemas.openxmlformats.org/officeDocument/2006/relationships/image" Target="../media/image195.emf"/><Relationship Id="rId1" Type="http://schemas.openxmlformats.org/officeDocument/2006/relationships/image" Target="../media/image194.emf"/><Relationship Id="rId6" Type="http://schemas.openxmlformats.org/officeDocument/2006/relationships/image" Target="../media/image199.emf"/><Relationship Id="rId5" Type="http://schemas.openxmlformats.org/officeDocument/2006/relationships/image" Target="../media/image198.emf"/><Relationship Id="rId4" Type="http://schemas.openxmlformats.org/officeDocument/2006/relationships/image" Target="../media/image197.e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wmf"/><Relationship Id="rId3" Type="http://schemas.openxmlformats.org/officeDocument/2006/relationships/image" Target="../media/image204.wmf"/><Relationship Id="rId7" Type="http://schemas.openxmlformats.org/officeDocument/2006/relationships/image" Target="../media/image208.wmf"/><Relationship Id="rId2" Type="http://schemas.openxmlformats.org/officeDocument/2006/relationships/image" Target="../media/image203.wmf"/><Relationship Id="rId1" Type="http://schemas.openxmlformats.org/officeDocument/2006/relationships/image" Target="../media/image202.wmf"/><Relationship Id="rId6" Type="http://schemas.openxmlformats.org/officeDocument/2006/relationships/image" Target="../media/image207.wmf"/><Relationship Id="rId5" Type="http://schemas.openxmlformats.org/officeDocument/2006/relationships/image" Target="../media/image206.wmf"/><Relationship Id="rId10" Type="http://schemas.openxmlformats.org/officeDocument/2006/relationships/image" Target="../media/image211.wmf"/><Relationship Id="rId4" Type="http://schemas.openxmlformats.org/officeDocument/2006/relationships/image" Target="../media/image205.wmf"/><Relationship Id="rId9" Type="http://schemas.openxmlformats.org/officeDocument/2006/relationships/image" Target="../media/image210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emf"/><Relationship Id="rId2" Type="http://schemas.openxmlformats.org/officeDocument/2006/relationships/image" Target="../media/image213.emf"/><Relationship Id="rId1" Type="http://schemas.openxmlformats.org/officeDocument/2006/relationships/image" Target="../media/image212.wmf"/><Relationship Id="rId5" Type="http://schemas.openxmlformats.org/officeDocument/2006/relationships/image" Target="../media/image216.emf"/><Relationship Id="rId4" Type="http://schemas.openxmlformats.org/officeDocument/2006/relationships/image" Target="../media/image215.e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9.emf"/><Relationship Id="rId2" Type="http://schemas.openxmlformats.org/officeDocument/2006/relationships/image" Target="../media/image218.emf"/><Relationship Id="rId1" Type="http://schemas.openxmlformats.org/officeDocument/2006/relationships/image" Target="../media/image217.e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wmf"/><Relationship Id="rId2" Type="http://schemas.openxmlformats.org/officeDocument/2006/relationships/image" Target="../media/image221.wmf"/><Relationship Id="rId1" Type="http://schemas.openxmlformats.org/officeDocument/2006/relationships/image" Target="../media/image220.wmf"/><Relationship Id="rId6" Type="http://schemas.openxmlformats.org/officeDocument/2006/relationships/image" Target="../media/image225.wmf"/><Relationship Id="rId5" Type="http://schemas.openxmlformats.org/officeDocument/2006/relationships/image" Target="../media/image224.wmf"/><Relationship Id="rId4" Type="http://schemas.openxmlformats.org/officeDocument/2006/relationships/image" Target="../media/image223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wmf"/><Relationship Id="rId3" Type="http://schemas.openxmlformats.org/officeDocument/2006/relationships/image" Target="../media/image228.emf"/><Relationship Id="rId7" Type="http://schemas.openxmlformats.org/officeDocument/2006/relationships/image" Target="../media/image232.wmf"/><Relationship Id="rId2" Type="http://schemas.openxmlformats.org/officeDocument/2006/relationships/image" Target="../media/image227.wmf"/><Relationship Id="rId1" Type="http://schemas.openxmlformats.org/officeDocument/2006/relationships/image" Target="../media/image226.emf"/><Relationship Id="rId6" Type="http://schemas.openxmlformats.org/officeDocument/2006/relationships/image" Target="../media/image231.emf"/><Relationship Id="rId5" Type="http://schemas.openxmlformats.org/officeDocument/2006/relationships/image" Target="../media/image230.emf"/><Relationship Id="rId4" Type="http://schemas.openxmlformats.org/officeDocument/2006/relationships/image" Target="../media/image229.emf"/><Relationship Id="rId9" Type="http://schemas.openxmlformats.org/officeDocument/2006/relationships/image" Target="../media/image234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2.emf"/><Relationship Id="rId13" Type="http://schemas.openxmlformats.org/officeDocument/2006/relationships/image" Target="../media/image247.emf"/><Relationship Id="rId3" Type="http://schemas.openxmlformats.org/officeDocument/2006/relationships/image" Target="../media/image237.emf"/><Relationship Id="rId7" Type="http://schemas.openxmlformats.org/officeDocument/2006/relationships/image" Target="../media/image241.emf"/><Relationship Id="rId12" Type="http://schemas.openxmlformats.org/officeDocument/2006/relationships/image" Target="../media/image246.emf"/><Relationship Id="rId2" Type="http://schemas.openxmlformats.org/officeDocument/2006/relationships/image" Target="../media/image236.emf"/><Relationship Id="rId1" Type="http://schemas.openxmlformats.org/officeDocument/2006/relationships/image" Target="../media/image235.emf"/><Relationship Id="rId6" Type="http://schemas.openxmlformats.org/officeDocument/2006/relationships/image" Target="../media/image240.emf"/><Relationship Id="rId11" Type="http://schemas.openxmlformats.org/officeDocument/2006/relationships/image" Target="../media/image245.emf"/><Relationship Id="rId5" Type="http://schemas.openxmlformats.org/officeDocument/2006/relationships/image" Target="../media/image239.emf"/><Relationship Id="rId10" Type="http://schemas.openxmlformats.org/officeDocument/2006/relationships/image" Target="../media/image244.emf"/><Relationship Id="rId4" Type="http://schemas.openxmlformats.org/officeDocument/2006/relationships/image" Target="../media/image238.emf"/><Relationship Id="rId9" Type="http://schemas.openxmlformats.org/officeDocument/2006/relationships/image" Target="../media/image243.emf"/><Relationship Id="rId14" Type="http://schemas.openxmlformats.org/officeDocument/2006/relationships/image" Target="../media/image248.e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emf"/><Relationship Id="rId7" Type="http://schemas.openxmlformats.org/officeDocument/2006/relationships/image" Target="../media/image255.emf"/><Relationship Id="rId2" Type="http://schemas.openxmlformats.org/officeDocument/2006/relationships/image" Target="../media/image250.emf"/><Relationship Id="rId1" Type="http://schemas.openxmlformats.org/officeDocument/2006/relationships/image" Target="../media/image249.emf"/><Relationship Id="rId6" Type="http://schemas.openxmlformats.org/officeDocument/2006/relationships/image" Target="../media/image254.emf"/><Relationship Id="rId5" Type="http://schemas.openxmlformats.org/officeDocument/2006/relationships/image" Target="../media/image253.emf"/><Relationship Id="rId4" Type="http://schemas.openxmlformats.org/officeDocument/2006/relationships/image" Target="../media/image252.e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8.wmf"/><Relationship Id="rId7" Type="http://schemas.openxmlformats.org/officeDocument/2006/relationships/image" Target="../media/image262.wmf"/><Relationship Id="rId2" Type="http://schemas.openxmlformats.org/officeDocument/2006/relationships/image" Target="../media/image257.wmf"/><Relationship Id="rId1" Type="http://schemas.openxmlformats.org/officeDocument/2006/relationships/image" Target="../media/image256.wmf"/><Relationship Id="rId6" Type="http://schemas.openxmlformats.org/officeDocument/2006/relationships/image" Target="../media/image261.wmf"/><Relationship Id="rId5" Type="http://schemas.openxmlformats.org/officeDocument/2006/relationships/image" Target="../media/image260.wmf"/><Relationship Id="rId4" Type="http://schemas.openxmlformats.org/officeDocument/2006/relationships/image" Target="../media/image25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="" xmlns:a16="http://schemas.microsoft.com/office/drawing/2014/main" id="{8235AF77-A18C-44A2-9887-BA6837F1F8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="" xmlns:a16="http://schemas.microsoft.com/office/drawing/2014/main" id="{906F8879-FA83-46F1-812C-B351FEB30C6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9B71D-1A20-4120-9CE9-BFA7C6A041E6}" type="datetimeFigureOut">
              <a:rPr lang="zh-CN" altLang="en-US" smtClean="0"/>
              <a:t>2023/2/13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="" xmlns:a16="http://schemas.microsoft.com/office/drawing/2014/main" id="{743EA16B-B790-4A8F-BAFF-8C48811E818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="" xmlns:a16="http://schemas.microsoft.com/office/drawing/2014/main" id="{7B0E1DF2-7039-41CB-9779-BF80C8DA71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0DB9D-6B41-4D78-B091-AADE897B35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350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="" xmlns:a16="http://schemas.microsoft.com/office/drawing/2014/main" id="{C5F9DC52-4B07-4CFC-87D5-490AC862F5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="" xmlns:a16="http://schemas.microsoft.com/office/drawing/2014/main" id="{34031DDA-4355-4854-8C5C-C2AC2978D35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BA5888E0-7D9B-4110-B86E-D837CC8393A8}" type="datetimeFigureOut">
              <a:rPr lang="zh-CN" altLang="en-US"/>
              <a:pPr>
                <a:defRPr/>
              </a:pPr>
              <a:t>2023/2/13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="" xmlns:a16="http://schemas.microsoft.com/office/drawing/2014/main" id="{362A9837-FF55-4611-8E76-055748A93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="" xmlns:a16="http://schemas.microsoft.com/office/drawing/2014/main" id="{B51D619C-3C9F-4618-AFB2-907B7021A0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="" xmlns:a16="http://schemas.microsoft.com/office/drawing/2014/main" id="{B31C88CE-468D-4237-9B49-B2395263C3F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="" xmlns:a16="http://schemas.microsoft.com/office/drawing/2014/main" id="{8A2225A2-C182-4197-9D89-D94D329198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3E0C2EFB-E6F0-4526-A71E-3BEE9C081B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232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89D9AC9-2E24-4C24-BECA-3BA6F0FA1BD3}" type="slidenum">
              <a:rPr lang="en-US" altLang="zh-CN" sz="1200"/>
              <a:pPr eaLnBrk="1" hangingPunct="1"/>
              <a:t>10</a:t>
            </a:fld>
            <a:endParaRPr lang="en-US" altLang="zh-CN" sz="1200"/>
          </a:p>
        </p:txBody>
      </p:sp>
      <p:sp>
        <p:nvSpPr>
          <p:cNvPr id="350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502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 w="571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 smtClean="0"/>
              <a:t>例如</a:t>
            </a:r>
          </a:p>
        </p:txBody>
      </p:sp>
    </p:spTree>
    <p:extLst>
      <p:ext uri="{BB962C8B-B14F-4D97-AF65-F5344CB8AC3E}">
        <p14:creationId xmlns:p14="http://schemas.microsoft.com/office/powerpoint/2010/main" val="9420519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B779463-E96E-4F8B-A092-50CA81B5D998}" type="slidenum">
              <a:rPr lang="en-US" altLang="zh-CN" sz="1200"/>
              <a:pPr eaLnBrk="1" hangingPunct="1"/>
              <a:t>11</a:t>
            </a:fld>
            <a:endParaRPr lang="en-US" altLang="zh-CN" sz="1200"/>
          </a:p>
        </p:txBody>
      </p:sp>
      <p:sp>
        <p:nvSpPr>
          <p:cNvPr id="351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512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 w="5715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 smtClean="0"/>
              <a:t>例如</a:t>
            </a:r>
          </a:p>
        </p:txBody>
      </p:sp>
    </p:spTree>
    <p:extLst>
      <p:ext uri="{BB962C8B-B14F-4D97-AF65-F5344CB8AC3E}">
        <p14:creationId xmlns:p14="http://schemas.microsoft.com/office/powerpoint/2010/main" val="470907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679509" y="4077072"/>
            <a:ext cx="8534400" cy="6229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C01C6A41-90A8-4EB9-8C2B-1723944C0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845C3B-12B8-44A0-8F52-0F6EF65AD41E}" type="datetimeFigureOut">
              <a:rPr lang="zh-CN" altLang="en-US"/>
              <a:pPr>
                <a:defRPr/>
              </a:pPr>
              <a:t>2023/2/13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853C8C8E-1B6A-40F4-967D-EA7CEF96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A1B00CDE-2600-49A6-8D88-57F034EF8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F8BE23-9125-4FCC-9C73-BD04F861CF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3872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9509" y="255569"/>
            <a:ext cx="9422837" cy="1143000"/>
          </a:xfrm>
        </p:spPr>
        <p:txBody>
          <a:bodyPr/>
          <a:lstStyle>
            <a:lvl1pPr algn="r">
              <a:defRPr sz="3200" b="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67" y="1403652"/>
            <a:ext cx="9601067" cy="4608512"/>
          </a:xfrm>
        </p:spPr>
        <p:txBody>
          <a:bodyPr/>
          <a:lstStyle>
            <a:lvl1pPr>
              <a:defRPr sz="20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 sz="2000"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 sz="2000"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 sz="2000"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DDC941AA-1ED0-47DF-A392-EB5BA09870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6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CD22F5-A067-4F1D-9696-0D3DAD59E1FE}" type="datetimeFigureOut">
              <a:rPr lang="zh-CN" altLang="en-US"/>
              <a:pPr>
                <a:defRPr/>
              </a:pPr>
              <a:t>2023/2/13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B2C16850-0787-4BA6-8B93-4879708DC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12299" y="6481752"/>
            <a:ext cx="386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6F464477-EFEA-449A-8B4F-EF7109AF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84299" y="6481752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DF241AFB-9D3F-4C35-906A-8E91BE352314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76542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1228ECEA-04CA-4B21-AFB4-9A8C4543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CCDB1-F5E8-418A-A2C7-83965C4D6368}" type="datetimeFigureOut">
              <a:rPr lang="zh-CN" altLang="en-US"/>
              <a:pPr>
                <a:defRPr/>
              </a:pPr>
              <a:t>2023/2/13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FB54874D-11CB-4CF1-9596-B4E872E3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9922F02F-58AC-46A9-A73D-43486DC6F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8E686A-6D74-4894-BF7D-7F6AFA86EB6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214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="" xmlns:a16="http://schemas.microsoft.com/office/drawing/2014/main" id="{46847E57-A096-49E6-A2EF-E7EA8C2B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92DE1-FD72-4770-9694-E5AE515EAF4B}" type="datetimeFigureOut">
              <a:rPr lang="zh-CN" altLang="en-US"/>
              <a:pPr>
                <a:defRPr/>
              </a:pPr>
              <a:t>2023/2/13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="" xmlns:a16="http://schemas.microsoft.com/office/drawing/2014/main" id="{632BB91C-E4B0-4A76-A6B2-45ECDDABB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="" xmlns:a16="http://schemas.microsoft.com/office/drawing/2014/main" id="{F624A061-66EC-4D77-90B7-FB0F65A2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9B45CD-C86B-48D4-829F-F0E1BCAACD9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75928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="" xmlns:a16="http://schemas.microsoft.com/office/drawing/2014/main" id="{63275422-D8EF-4BAE-9CAF-14D514E1A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A1612-B0FE-4D56-B49C-D574DB53E80D}" type="datetimeFigureOut">
              <a:rPr lang="zh-CN" altLang="en-US"/>
              <a:pPr>
                <a:defRPr/>
              </a:pPr>
              <a:t>2023/2/13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="" xmlns:a16="http://schemas.microsoft.com/office/drawing/2014/main" id="{65A91C3E-A2DD-4326-8D3C-ACB03C5A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="" xmlns:a16="http://schemas.microsoft.com/office/drawing/2014/main" id="{A4120A65-DE4C-46BF-9E2E-93AA9EF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F5F6-6DAB-47EB-B335-FB1D716CB78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0942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="" xmlns:a16="http://schemas.microsoft.com/office/drawing/2014/main" id="{2611C3E3-61F8-4E46-9A1B-C756B9458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47D166-22B7-43BF-88F6-B15BC8903EDD}" type="datetimeFigureOut">
              <a:rPr lang="zh-CN" altLang="en-US"/>
              <a:pPr>
                <a:defRPr/>
              </a:pPr>
              <a:t>2023/2/13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="" xmlns:a16="http://schemas.microsoft.com/office/drawing/2014/main" id="{5BCF57CF-0598-438E-8A5D-EB1085F7F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="" xmlns:a16="http://schemas.microsoft.com/office/drawing/2014/main" id="{6784F4FC-7E57-4D41-95ED-DE546C1D1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187150-5C3E-4439-B216-5F65A4C7C30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437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="" xmlns:a16="http://schemas.microsoft.com/office/drawing/2014/main" id="{D650A1EE-2A09-45A9-A90D-1144FEDD0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DF86F0-0B1E-4EF6-96EB-165C1041BE10}" type="datetimeFigureOut">
              <a:rPr lang="zh-CN" altLang="en-US"/>
              <a:pPr>
                <a:defRPr/>
              </a:pPr>
              <a:t>2023/2/13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="" xmlns:a16="http://schemas.microsoft.com/office/drawing/2014/main" id="{56F56139-E9D8-452A-AFCD-9F64CECF9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="" xmlns:a16="http://schemas.microsoft.com/office/drawing/2014/main" id="{A52E69B4-70FF-4B93-ACD9-39CB35DA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DD63B-992A-4963-B4FF-3D8E2E9E157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1166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="" xmlns:a16="http://schemas.microsoft.com/office/drawing/2014/main" id="{39CBEA3F-5ADC-4C9C-A7B1-7FB6BA591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207046-A6C2-4564-973D-5B55C77B7634}" type="datetimeFigureOut">
              <a:rPr lang="zh-CN" altLang="en-US"/>
              <a:pPr>
                <a:defRPr/>
              </a:pPr>
              <a:t>2023/2/13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="" xmlns:a16="http://schemas.microsoft.com/office/drawing/2014/main" id="{5E3A7A82-C3EA-4E48-ADF2-C9F0F4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="" xmlns:a16="http://schemas.microsoft.com/office/drawing/2014/main" id="{B8977483-C766-4A38-B965-E3487DBB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7B350A-96DE-4831-A299-8751279B269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36191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="" xmlns:a16="http://schemas.microsoft.com/office/drawing/2014/main" id="{CA563FC7-0B6C-423B-B295-147E40F18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AC7F67-FFBA-4598-A363-5A1E3E73D1E5}" type="datetimeFigureOut">
              <a:rPr lang="zh-CN" altLang="en-US"/>
              <a:pPr>
                <a:defRPr/>
              </a:pPr>
              <a:t>2023/2/13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="" xmlns:a16="http://schemas.microsoft.com/office/drawing/2014/main" id="{A5076843-BAB1-4854-A445-A0137A16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="" xmlns:a16="http://schemas.microsoft.com/office/drawing/2014/main" id="{91EF6D50-E79D-49FA-B76A-6BA66596A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8F5F28-11E1-4F09-953A-DB09D1BF250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8039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D3BDD4BC-D884-4375-89CE-7EEF4EC53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EC063F-A2BC-463C-8CAF-B19EA2F9C491}" type="datetimeFigureOut">
              <a:rPr lang="zh-CN" altLang="en-US"/>
              <a:pPr>
                <a:defRPr/>
              </a:pPr>
              <a:t>2023/2/13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7E74256A-0E7D-4754-A912-FD07C6E29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4B7BAAEC-0BA9-41DF-8EBD-836A6ACE6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21D670-47FF-458F-87A7-4A231FD216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475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950080B1-3975-480E-95BC-F6D48504C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C66B24-CA97-439F-AA6D-C5F31D508A43}" type="datetimeFigureOut">
              <a:rPr lang="zh-CN" altLang="en-US"/>
              <a:pPr>
                <a:defRPr/>
              </a:pPr>
              <a:t>2023/2/13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30ABF498-AFF6-428E-A696-509856D70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1541D49B-DC10-4DDF-98D3-3D985A27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DF25B-788C-4C3E-95C0-95CF9C7F284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795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>
              <a:lumMod val="95000"/>
            </a:schemeClr>
          </a:fgClr>
          <a:bgClr>
            <a:schemeClr val="accent6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="" xmlns:a16="http://schemas.microsoft.com/office/drawing/2014/main" id="{C7EC5E42-6E5D-407E-9066-783F041463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1424" y="273844"/>
            <a:ext cx="1026484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="" xmlns:a16="http://schemas.microsoft.com/office/drawing/2014/main" id="{9D24FB56-6E7A-4776-AD9A-1053A7134CA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95467" y="1438518"/>
            <a:ext cx="9697077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="" xmlns:a16="http://schemas.microsoft.com/office/drawing/2014/main" id="{0544D87F-9B01-43C0-BA99-2ADBDACEAF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2484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8EFB23F-41D9-4BBE-8B93-E6BE8754B72C}" type="datetimeFigureOut">
              <a:rPr lang="zh-CN" altLang="en-US"/>
              <a:pPr>
                <a:defRPr/>
              </a:pPr>
              <a:t>2023/2/13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="" xmlns:a16="http://schemas.microsoft.com/office/drawing/2014/main" id="{1DA00A20-4C62-4617-A875-61759F786C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8484" y="6492876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="" xmlns:a16="http://schemas.microsoft.com/office/drawing/2014/main" id="{0A342A9B-B8D3-4025-AFBA-96BF91BF6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40484" y="6492876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F25E571C-9FBD-4713-AA8D-FC2F4955C76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bg2">
              <a:lumMod val="10000"/>
            </a:schemeClr>
          </a:solidFill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26" Type="http://schemas.openxmlformats.org/officeDocument/2006/relationships/image" Target="../media/image12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.wmf"/><Relationship Id="rId20" Type="http://schemas.openxmlformats.org/officeDocument/2006/relationships/image" Target="../media/image9.wmf"/><Relationship Id="rId29" Type="http://schemas.openxmlformats.org/officeDocument/2006/relationships/oleObject" Target="../embeddings/oleObject14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1.wmf"/><Relationship Id="rId32" Type="http://schemas.openxmlformats.org/officeDocument/2006/relationships/image" Target="../media/image15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3.wmf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31" Type="http://schemas.openxmlformats.org/officeDocument/2006/relationships/oleObject" Target="../embeddings/oleObject15.bin"/><Relationship Id="rId4" Type="http://schemas.openxmlformats.org/officeDocument/2006/relationships/image" Target="../media/image1.e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image" Target="../media/image10.wmf"/><Relationship Id="rId27" Type="http://schemas.openxmlformats.org/officeDocument/2006/relationships/oleObject" Target="../embeddings/oleObject13.bin"/><Relationship Id="rId30" Type="http://schemas.openxmlformats.org/officeDocument/2006/relationships/image" Target="../media/image14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13" Type="http://schemas.openxmlformats.org/officeDocument/2006/relationships/oleObject" Target="../embeddings/oleObject21.bin"/><Relationship Id="rId18" Type="http://schemas.openxmlformats.org/officeDocument/2006/relationships/image" Target="../media/image23.e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0.emf"/><Relationship Id="rId17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.emf"/><Relationship Id="rId20" Type="http://schemas.openxmlformats.org/officeDocument/2006/relationships/image" Target="../media/image24.e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7.e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5" Type="http://schemas.openxmlformats.org/officeDocument/2006/relationships/oleObject" Target="../embeddings/oleObject22.bin"/><Relationship Id="rId10" Type="http://schemas.openxmlformats.org/officeDocument/2006/relationships/image" Target="../media/image19.emf"/><Relationship Id="rId19" Type="http://schemas.openxmlformats.org/officeDocument/2006/relationships/oleObject" Target="../embeddings/oleObject24.bin"/><Relationship Id="rId4" Type="http://schemas.openxmlformats.org/officeDocument/2006/relationships/image" Target="../media/image16.e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21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emf"/><Relationship Id="rId13" Type="http://schemas.openxmlformats.org/officeDocument/2006/relationships/oleObject" Target="../embeddings/oleObject30.bin"/><Relationship Id="rId18" Type="http://schemas.openxmlformats.org/officeDocument/2006/relationships/image" Target="../media/image32.e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29.emf"/><Relationship Id="rId17" Type="http://schemas.openxmlformats.org/officeDocument/2006/relationships/oleObject" Target="../embeddings/oleObject3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.emf"/><Relationship Id="rId20" Type="http://schemas.openxmlformats.org/officeDocument/2006/relationships/image" Target="../media/image33.e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26.e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1.bin"/><Relationship Id="rId10" Type="http://schemas.openxmlformats.org/officeDocument/2006/relationships/image" Target="../media/image28.emf"/><Relationship Id="rId19" Type="http://schemas.openxmlformats.org/officeDocument/2006/relationships/oleObject" Target="../embeddings/oleObject33.bin"/><Relationship Id="rId4" Type="http://schemas.openxmlformats.org/officeDocument/2006/relationships/image" Target="../media/image25.e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30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5.emf"/><Relationship Id="rId5" Type="http://schemas.openxmlformats.org/officeDocument/2006/relationships/oleObject" Target="../embeddings/oleObject35.bin"/><Relationship Id="rId10" Type="http://schemas.openxmlformats.org/officeDocument/2006/relationships/image" Target="../media/image37.emf"/><Relationship Id="rId4" Type="http://schemas.openxmlformats.org/officeDocument/2006/relationships/image" Target="../media/image34.emf"/><Relationship Id="rId9" Type="http://schemas.openxmlformats.org/officeDocument/2006/relationships/oleObject" Target="../embeddings/oleObject37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38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0.e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39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5.emf"/><Relationship Id="rId18" Type="http://schemas.openxmlformats.org/officeDocument/2006/relationships/oleObject" Target="../embeddings/oleObject48.bin"/><Relationship Id="rId26" Type="http://schemas.openxmlformats.org/officeDocument/2006/relationships/oleObject" Target="../embeddings/oleObject52.bin"/><Relationship Id="rId39" Type="http://schemas.openxmlformats.org/officeDocument/2006/relationships/image" Target="../media/image58.emf"/><Relationship Id="rId21" Type="http://schemas.openxmlformats.org/officeDocument/2006/relationships/image" Target="../media/image49.emf"/><Relationship Id="rId34" Type="http://schemas.openxmlformats.org/officeDocument/2006/relationships/oleObject" Target="../embeddings/oleObject56.bin"/><Relationship Id="rId42" Type="http://schemas.openxmlformats.org/officeDocument/2006/relationships/oleObject" Target="../embeddings/oleObject60.bin"/><Relationship Id="rId7" Type="http://schemas.openxmlformats.org/officeDocument/2006/relationships/image" Target="../media/image42.e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7.bin"/><Relationship Id="rId20" Type="http://schemas.openxmlformats.org/officeDocument/2006/relationships/oleObject" Target="../embeddings/oleObject49.bin"/><Relationship Id="rId29" Type="http://schemas.openxmlformats.org/officeDocument/2006/relationships/image" Target="../media/image53.emf"/><Relationship Id="rId41" Type="http://schemas.openxmlformats.org/officeDocument/2006/relationships/image" Target="../media/image59.emf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42.bin"/><Relationship Id="rId11" Type="http://schemas.openxmlformats.org/officeDocument/2006/relationships/image" Target="../media/image44.emf"/><Relationship Id="rId24" Type="http://schemas.openxmlformats.org/officeDocument/2006/relationships/oleObject" Target="../embeddings/oleObject51.bin"/><Relationship Id="rId32" Type="http://schemas.openxmlformats.org/officeDocument/2006/relationships/oleObject" Target="../embeddings/oleObject55.bin"/><Relationship Id="rId37" Type="http://schemas.openxmlformats.org/officeDocument/2006/relationships/image" Target="../media/image57.emf"/><Relationship Id="rId40" Type="http://schemas.openxmlformats.org/officeDocument/2006/relationships/oleObject" Target="../embeddings/oleObject59.bin"/><Relationship Id="rId5" Type="http://schemas.openxmlformats.org/officeDocument/2006/relationships/image" Target="../media/image41.emf"/><Relationship Id="rId15" Type="http://schemas.openxmlformats.org/officeDocument/2006/relationships/image" Target="../media/image46.emf"/><Relationship Id="rId23" Type="http://schemas.openxmlformats.org/officeDocument/2006/relationships/image" Target="../media/image50.emf"/><Relationship Id="rId28" Type="http://schemas.openxmlformats.org/officeDocument/2006/relationships/oleObject" Target="../embeddings/oleObject53.bin"/><Relationship Id="rId36" Type="http://schemas.openxmlformats.org/officeDocument/2006/relationships/oleObject" Target="../embeddings/oleObject57.bin"/><Relationship Id="rId10" Type="http://schemas.openxmlformats.org/officeDocument/2006/relationships/oleObject" Target="../embeddings/oleObject44.bin"/><Relationship Id="rId19" Type="http://schemas.openxmlformats.org/officeDocument/2006/relationships/image" Target="../media/image48.emf"/><Relationship Id="rId31" Type="http://schemas.openxmlformats.org/officeDocument/2006/relationships/image" Target="../media/image54.emf"/><Relationship Id="rId4" Type="http://schemas.openxmlformats.org/officeDocument/2006/relationships/oleObject" Target="../embeddings/oleObject41.bin"/><Relationship Id="rId9" Type="http://schemas.openxmlformats.org/officeDocument/2006/relationships/image" Target="../media/image43.emf"/><Relationship Id="rId14" Type="http://schemas.openxmlformats.org/officeDocument/2006/relationships/oleObject" Target="../embeddings/oleObject46.bin"/><Relationship Id="rId22" Type="http://schemas.openxmlformats.org/officeDocument/2006/relationships/oleObject" Target="../embeddings/oleObject50.bin"/><Relationship Id="rId27" Type="http://schemas.openxmlformats.org/officeDocument/2006/relationships/image" Target="../media/image52.emf"/><Relationship Id="rId30" Type="http://schemas.openxmlformats.org/officeDocument/2006/relationships/oleObject" Target="../embeddings/oleObject54.bin"/><Relationship Id="rId35" Type="http://schemas.openxmlformats.org/officeDocument/2006/relationships/image" Target="../media/image56.emf"/><Relationship Id="rId43" Type="http://schemas.openxmlformats.org/officeDocument/2006/relationships/image" Target="../media/image60.emf"/><Relationship Id="rId8" Type="http://schemas.openxmlformats.org/officeDocument/2006/relationships/oleObject" Target="../embeddings/oleObject43.bin"/><Relationship Id="rId3" Type="http://schemas.openxmlformats.org/officeDocument/2006/relationships/notesSlide" Target="../notesSlides/notesSlide1.xml"/><Relationship Id="rId12" Type="http://schemas.openxmlformats.org/officeDocument/2006/relationships/oleObject" Target="../embeddings/oleObject45.bin"/><Relationship Id="rId17" Type="http://schemas.openxmlformats.org/officeDocument/2006/relationships/image" Target="../media/image47.emf"/><Relationship Id="rId25" Type="http://schemas.openxmlformats.org/officeDocument/2006/relationships/image" Target="../media/image51.emf"/><Relationship Id="rId33" Type="http://schemas.openxmlformats.org/officeDocument/2006/relationships/image" Target="../media/image55.emf"/><Relationship Id="rId38" Type="http://schemas.openxmlformats.org/officeDocument/2006/relationships/oleObject" Target="../embeddings/oleObject58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13" Type="http://schemas.openxmlformats.org/officeDocument/2006/relationships/image" Target="../media/image65.e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62.emf"/><Relationship Id="rId12" Type="http://schemas.openxmlformats.org/officeDocument/2006/relationships/oleObject" Target="../embeddings/oleObject6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62.bin"/><Relationship Id="rId11" Type="http://schemas.openxmlformats.org/officeDocument/2006/relationships/image" Target="../media/image64.emf"/><Relationship Id="rId5" Type="http://schemas.openxmlformats.org/officeDocument/2006/relationships/image" Target="../media/image61.emf"/><Relationship Id="rId10" Type="http://schemas.openxmlformats.org/officeDocument/2006/relationships/oleObject" Target="../embeddings/oleObject64.bin"/><Relationship Id="rId4" Type="http://schemas.openxmlformats.org/officeDocument/2006/relationships/oleObject" Target="../embeddings/oleObject61.bin"/><Relationship Id="rId9" Type="http://schemas.openxmlformats.org/officeDocument/2006/relationships/image" Target="../media/image63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emf"/><Relationship Id="rId13" Type="http://schemas.openxmlformats.org/officeDocument/2006/relationships/oleObject" Target="../embeddings/oleObject71.bin"/><Relationship Id="rId18" Type="http://schemas.openxmlformats.org/officeDocument/2006/relationships/image" Target="../media/image73.emf"/><Relationship Id="rId26" Type="http://schemas.openxmlformats.org/officeDocument/2006/relationships/image" Target="../media/image77.emf"/><Relationship Id="rId3" Type="http://schemas.openxmlformats.org/officeDocument/2006/relationships/oleObject" Target="../embeddings/oleObject66.bin"/><Relationship Id="rId21" Type="http://schemas.openxmlformats.org/officeDocument/2006/relationships/oleObject" Target="../embeddings/oleObject75.bin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70.emf"/><Relationship Id="rId17" Type="http://schemas.openxmlformats.org/officeDocument/2006/relationships/oleObject" Target="../embeddings/oleObject73.bin"/><Relationship Id="rId25" Type="http://schemas.openxmlformats.org/officeDocument/2006/relationships/oleObject" Target="../embeddings/oleObject7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2.emf"/><Relationship Id="rId20" Type="http://schemas.openxmlformats.org/officeDocument/2006/relationships/image" Target="../media/image74.e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67.emf"/><Relationship Id="rId11" Type="http://schemas.openxmlformats.org/officeDocument/2006/relationships/oleObject" Target="../embeddings/oleObject70.bin"/><Relationship Id="rId24" Type="http://schemas.openxmlformats.org/officeDocument/2006/relationships/image" Target="../media/image76.emf"/><Relationship Id="rId5" Type="http://schemas.openxmlformats.org/officeDocument/2006/relationships/oleObject" Target="../embeddings/oleObject67.bin"/><Relationship Id="rId15" Type="http://schemas.openxmlformats.org/officeDocument/2006/relationships/oleObject" Target="../embeddings/oleObject72.bin"/><Relationship Id="rId23" Type="http://schemas.openxmlformats.org/officeDocument/2006/relationships/oleObject" Target="../embeddings/oleObject76.bin"/><Relationship Id="rId10" Type="http://schemas.openxmlformats.org/officeDocument/2006/relationships/image" Target="../media/image69.emf"/><Relationship Id="rId19" Type="http://schemas.openxmlformats.org/officeDocument/2006/relationships/oleObject" Target="../embeddings/oleObject74.bin"/><Relationship Id="rId4" Type="http://schemas.openxmlformats.org/officeDocument/2006/relationships/image" Target="../media/image66.emf"/><Relationship Id="rId9" Type="http://schemas.openxmlformats.org/officeDocument/2006/relationships/oleObject" Target="../embeddings/oleObject69.bin"/><Relationship Id="rId14" Type="http://schemas.openxmlformats.org/officeDocument/2006/relationships/image" Target="../media/image71.emf"/><Relationship Id="rId22" Type="http://schemas.openxmlformats.org/officeDocument/2006/relationships/image" Target="../media/image75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emf"/><Relationship Id="rId13" Type="http://schemas.openxmlformats.org/officeDocument/2006/relationships/oleObject" Target="../embeddings/oleObject83.bin"/><Relationship Id="rId3" Type="http://schemas.openxmlformats.org/officeDocument/2006/relationships/oleObject" Target="../embeddings/oleObject78.bin"/><Relationship Id="rId7" Type="http://schemas.openxmlformats.org/officeDocument/2006/relationships/oleObject" Target="../embeddings/oleObject80.bin"/><Relationship Id="rId12" Type="http://schemas.openxmlformats.org/officeDocument/2006/relationships/image" Target="../media/image82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4.e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9.emf"/><Relationship Id="rId11" Type="http://schemas.openxmlformats.org/officeDocument/2006/relationships/oleObject" Target="../embeddings/oleObject82.bin"/><Relationship Id="rId5" Type="http://schemas.openxmlformats.org/officeDocument/2006/relationships/oleObject" Target="../embeddings/oleObject79.bin"/><Relationship Id="rId15" Type="http://schemas.openxmlformats.org/officeDocument/2006/relationships/oleObject" Target="../embeddings/oleObject84.bin"/><Relationship Id="rId10" Type="http://schemas.openxmlformats.org/officeDocument/2006/relationships/image" Target="../media/image81.emf"/><Relationship Id="rId4" Type="http://schemas.openxmlformats.org/officeDocument/2006/relationships/image" Target="../media/image78.emf"/><Relationship Id="rId9" Type="http://schemas.openxmlformats.org/officeDocument/2006/relationships/oleObject" Target="../embeddings/oleObject81.bin"/><Relationship Id="rId14" Type="http://schemas.openxmlformats.org/officeDocument/2006/relationships/image" Target="../media/image83.emf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90.bin"/><Relationship Id="rId18" Type="http://schemas.openxmlformats.org/officeDocument/2006/relationships/image" Target="../media/image92.emf"/><Relationship Id="rId26" Type="http://schemas.openxmlformats.org/officeDocument/2006/relationships/image" Target="../media/image96.emf"/><Relationship Id="rId3" Type="http://schemas.openxmlformats.org/officeDocument/2006/relationships/oleObject" Target="../embeddings/oleObject85.bin"/><Relationship Id="rId21" Type="http://schemas.openxmlformats.org/officeDocument/2006/relationships/oleObject" Target="../embeddings/oleObject94.bin"/><Relationship Id="rId34" Type="http://schemas.openxmlformats.org/officeDocument/2006/relationships/image" Target="../media/image100.emf"/><Relationship Id="rId7" Type="http://schemas.openxmlformats.org/officeDocument/2006/relationships/oleObject" Target="../embeddings/oleObject87.bin"/><Relationship Id="rId12" Type="http://schemas.openxmlformats.org/officeDocument/2006/relationships/image" Target="../media/image89.emf"/><Relationship Id="rId17" Type="http://schemas.openxmlformats.org/officeDocument/2006/relationships/oleObject" Target="../embeddings/oleObject92.bin"/><Relationship Id="rId25" Type="http://schemas.openxmlformats.org/officeDocument/2006/relationships/oleObject" Target="../embeddings/oleObject96.bin"/><Relationship Id="rId33" Type="http://schemas.openxmlformats.org/officeDocument/2006/relationships/oleObject" Target="../embeddings/oleObject10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91.emf"/><Relationship Id="rId20" Type="http://schemas.openxmlformats.org/officeDocument/2006/relationships/image" Target="../media/image93.emf"/><Relationship Id="rId29" Type="http://schemas.openxmlformats.org/officeDocument/2006/relationships/oleObject" Target="../embeddings/oleObject98.bin"/><Relationship Id="rId1" Type="http://schemas.openxmlformats.org/officeDocument/2006/relationships/vmlDrawing" Target="../drawings/vmlDrawing11.vml"/><Relationship Id="rId6" Type="http://schemas.openxmlformats.org/officeDocument/2006/relationships/image" Target="../media/image86.emf"/><Relationship Id="rId11" Type="http://schemas.openxmlformats.org/officeDocument/2006/relationships/oleObject" Target="../embeddings/oleObject89.bin"/><Relationship Id="rId24" Type="http://schemas.openxmlformats.org/officeDocument/2006/relationships/image" Target="../media/image95.emf"/><Relationship Id="rId32" Type="http://schemas.openxmlformats.org/officeDocument/2006/relationships/image" Target="../media/image99.emf"/><Relationship Id="rId5" Type="http://schemas.openxmlformats.org/officeDocument/2006/relationships/oleObject" Target="../embeddings/oleObject86.bin"/><Relationship Id="rId15" Type="http://schemas.openxmlformats.org/officeDocument/2006/relationships/oleObject" Target="../embeddings/oleObject91.bin"/><Relationship Id="rId23" Type="http://schemas.openxmlformats.org/officeDocument/2006/relationships/oleObject" Target="../embeddings/oleObject95.bin"/><Relationship Id="rId28" Type="http://schemas.openxmlformats.org/officeDocument/2006/relationships/image" Target="../media/image97.png"/><Relationship Id="rId36" Type="http://schemas.openxmlformats.org/officeDocument/2006/relationships/image" Target="../media/image101.emf"/><Relationship Id="rId10" Type="http://schemas.openxmlformats.org/officeDocument/2006/relationships/image" Target="../media/image88.emf"/><Relationship Id="rId19" Type="http://schemas.openxmlformats.org/officeDocument/2006/relationships/oleObject" Target="../embeddings/oleObject93.bin"/><Relationship Id="rId31" Type="http://schemas.openxmlformats.org/officeDocument/2006/relationships/oleObject" Target="../embeddings/oleObject99.bin"/><Relationship Id="rId4" Type="http://schemas.openxmlformats.org/officeDocument/2006/relationships/image" Target="../media/image85.emf"/><Relationship Id="rId9" Type="http://schemas.openxmlformats.org/officeDocument/2006/relationships/oleObject" Target="../embeddings/oleObject88.bin"/><Relationship Id="rId14" Type="http://schemas.openxmlformats.org/officeDocument/2006/relationships/image" Target="../media/image90.png"/><Relationship Id="rId22" Type="http://schemas.openxmlformats.org/officeDocument/2006/relationships/image" Target="../media/image94.emf"/><Relationship Id="rId27" Type="http://schemas.openxmlformats.org/officeDocument/2006/relationships/oleObject" Target="../embeddings/oleObject97.bin"/><Relationship Id="rId30" Type="http://schemas.openxmlformats.org/officeDocument/2006/relationships/image" Target="../media/image98.emf"/><Relationship Id="rId35" Type="http://schemas.openxmlformats.org/officeDocument/2006/relationships/oleObject" Target="../embeddings/oleObject101.bin"/><Relationship Id="rId8" Type="http://schemas.openxmlformats.org/officeDocument/2006/relationships/image" Target="../media/image87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13" Type="http://schemas.openxmlformats.org/officeDocument/2006/relationships/oleObject" Target="../embeddings/oleObject107.bin"/><Relationship Id="rId3" Type="http://schemas.openxmlformats.org/officeDocument/2006/relationships/oleObject" Target="../embeddings/oleObject102.bin"/><Relationship Id="rId7" Type="http://schemas.openxmlformats.org/officeDocument/2006/relationships/oleObject" Target="../embeddings/oleObject104.bin"/><Relationship Id="rId12" Type="http://schemas.openxmlformats.org/officeDocument/2006/relationships/image" Target="../media/image106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8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03.emf"/><Relationship Id="rId11" Type="http://schemas.openxmlformats.org/officeDocument/2006/relationships/oleObject" Target="../embeddings/oleObject106.bin"/><Relationship Id="rId5" Type="http://schemas.openxmlformats.org/officeDocument/2006/relationships/oleObject" Target="../embeddings/oleObject103.bin"/><Relationship Id="rId15" Type="http://schemas.openxmlformats.org/officeDocument/2006/relationships/oleObject" Target="../embeddings/oleObject108.bin"/><Relationship Id="rId10" Type="http://schemas.openxmlformats.org/officeDocument/2006/relationships/image" Target="../media/image105.wmf"/><Relationship Id="rId4" Type="http://schemas.openxmlformats.org/officeDocument/2006/relationships/image" Target="../media/image102.emf"/><Relationship Id="rId9" Type="http://schemas.openxmlformats.org/officeDocument/2006/relationships/oleObject" Target="../embeddings/oleObject105.bin"/><Relationship Id="rId14" Type="http://schemas.openxmlformats.org/officeDocument/2006/relationships/image" Target="../media/image107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13" Type="http://schemas.openxmlformats.org/officeDocument/2006/relationships/oleObject" Target="../embeddings/oleObject114.bin"/><Relationship Id="rId18" Type="http://schemas.openxmlformats.org/officeDocument/2006/relationships/image" Target="../media/image116.wmf"/><Relationship Id="rId3" Type="http://schemas.openxmlformats.org/officeDocument/2006/relationships/oleObject" Target="../embeddings/oleObject109.bin"/><Relationship Id="rId7" Type="http://schemas.openxmlformats.org/officeDocument/2006/relationships/oleObject" Target="../embeddings/oleObject111.bin"/><Relationship Id="rId12" Type="http://schemas.openxmlformats.org/officeDocument/2006/relationships/image" Target="../media/image113.wmf"/><Relationship Id="rId17" Type="http://schemas.openxmlformats.org/officeDocument/2006/relationships/oleObject" Target="../embeddings/oleObject11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5.wmf"/><Relationship Id="rId20" Type="http://schemas.openxmlformats.org/officeDocument/2006/relationships/image" Target="../media/image117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10.wmf"/><Relationship Id="rId11" Type="http://schemas.openxmlformats.org/officeDocument/2006/relationships/oleObject" Target="../embeddings/oleObject113.bin"/><Relationship Id="rId5" Type="http://schemas.openxmlformats.org/officeDocument/2006/relationships/oleObject" Target="../embeddings/oleObject110.bin"/><Relationship Id="rId15" Type="http://schemas.openxmlformats.org/officeDocument/2006/relationships/oleObject" Target="../embeddings/oleObject115.bin"/><Relationship Id="rId10" Type="http://schemas.openxmlformats.org/officeDocument/2006/relationships/image" Target="../media/image112.wmf"/><Relationship Id="rId19" Type="http://schemas.openxmlformats.org/officeDocument/2006/relationships/oleObject" Target="../embeddings/oleObject117.bin"/><Relationship Id="rId4" Type="http://schemas.openxmlformats.org/officeDocument/2006/relationships/image" Target="../media/image109.wmf"/><Relationship Id="rId9" Type="http://schemas.openxmlformats.org/officeDocument/2006/relationships/oleObject" Target="../embeddings/oleObject112.bin"/><Relationship Id="rId14" Type="http://schemas.openxmlformats.org/officeDocument/2006/relationships/image" Target="../media/image114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wmf"/><Relationship Id="rId13" Type="http://schemas.openxmlformats.org/officeDocument/2006/relationships/oleObject" Target="../embeddings/oleObject123.bin"/><Relationship Id="rId18" Type="http://schemas.openxmlformats.org/officeDocument/2006/relationships/image" Target="../media/image125.wmf"/><Relationship Id="rId3" Type="http://schemas.openxmlformats.org/officeDocument/2006/relationships/oleObject" Target="../embeddings/oleObject118.bin"/><Relationship Id="rId7" Type="http://schemas.openxmlformats.org/officeDocument/2006/relationships/oleObject" Target="../embeddings/oleObject120.bin"/><Relationship Id="rId12" Type="http://schemas.openxmlformats.org/officeDocument/2006/relationships/image" Target="../media/image122.wmf"/><Relationship Id="rId17" Type="http://schemas.openxmlformats.org/officeDocument/2006/relationships/oleObject" Target="../embeddings/oleObject12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4.wmf"/><Relationship Id="rId20" Type="http://schemas.openxmlformats.org/officeDocument/2006/relationships/image" Target="../media/image126.w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19.wmf"/><Relationship Id="rId11" Type="http://schemas.openxmlformats.org/officeDocument/2006/relationships/oleObject" Target="../embeddings/oleObject122.bin"/><Relationship Id="rId5" Type="http://schemas.openxmlformats.org/officeDocument/2006/relationships/oleObject" Target="../embeddings/oleObject119.bin"/><Relationship Id="rId15" Type="http://schemas.openxmlformats.org/officeDocument/2006/relationships/oleObject" Target="../embeddings/oleObject124.bin"/><Relationship Id="rId10" Type="http://schemas.openxmlformats.org/officeDocument/2006/relationships/image" Target="../media/image121.wmf"/><Relationship Id="rId19" Type="http://schemas.openxmlformats.org/officeDocument/2006/relationships/oleObject" Target="../embeddings/oleObject126.bin"/><Relationship Id="rId4" Type="http://schemas.openxmlformats.org/officeDocument/2006/relationships/image" Target="../media/image118.wmf"/><Relationship Id="rId9" Type="http://schemas.openxmlformats.org/officeDocument/2006/relationships/oleObject" Target="../embeddings/oleObject121.bin"/><Relationship Id="rId14" Type="http://schemas.openxmlformats.org/officeDocument/2006/relationships/image" Target="../media/image123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emf"/><Relationship Id="rId13" Type="http://schemas.openxmlformats.org/officeDocument/2006/relationships/oleObject" Target="../embeddings/oleObject132.bin"/><Relationship Id="rId18" Type="http://schemas.openxmlformats.org/officeDocument/2006/relationships/image" Target="../media/image134.emf"/><Relationship Id="rId26" Type="http://schemas.openxmlformats.org/officeDocument/2006/relationships/image" Target="../media/image138.emf"/><Relationship Id="rId3" Type="http://schemas.openxmlformats.org/officeDocument/2006/relationships/oleObject" Target="../embeddings/oleObject127.bin"/><Relationship Id="rId21" Type="http://schemas.openxmlformats.org/officeDocument/2006/relationships/oleObject" Target="../embeddings/oleObject136.bin"/><Relationship Id="rId7" Type="http://schemas.openxmlformats.org/officeDocument/2006/relationships/oleObject" Target="../embeddings/oleObject129.bin"/><Relationship Id="rId12" Type="http://schemas.openxmlformats.org/officeDocument/2006/relationships/image" Target="../media/image131.emf"/><Relationship Id="rId17" Type="http://schemas.openxmlformats.org/officeDocument/2006/relationships/oleObject" Target="../embeddings/oleObject134.bin"/><Relationship Id="rId25" Type="http://schemas.openxmlformats.org/officeDocument/2006/relationships/oleObject" Target="../embeddings/oleObject13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3.emf"/><Relationship Id="rId20" Type="http://schemas.openxmlformats.org/officeDocument/2006/relationships/image" Target="../media/image135.emf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28.emf"/><Relationship Id="rId11" Type="http://schemas.openxmlformats.org/officeDocument/2006/relationships/oleObject" Target="../embeddings/oleObject131.bin"/><Relationship Id="rId24" Type="http://schemas.openxmlformats.org/officeDocument/2006/relationships/image" Target="../media/image137.emf"/><Relationship Id="rId5" Type="http://schemas.openxmlformats.org/officeDocument/2006/relationships/oleObject" Target="../embeddings/oleObject128.bin"/><Relationship Id="rId15" Type="http://schemas.openxmlformats.org/officeDocument/2006/relationships/oleObject" Target="../embeddings/oleObject133.bin"/><Relationship Id="rId23" Type="http://schemas.openxmlformats.org/officeDocument/2006/relationships/oleObject" Target="../embeddings/oleObject137.bin"/><Relationship Id="rId28" Type="http://schemas.openxmlformats.org/officeDocument/2006/relationships/image" Target="../media/image139.emf"/><Relationship Id="rId10" Type="http://schemas.openxmlformats.org/officeDocument/2006/relationships/image" Target="../media/image130.emf"/><Relationship Id="rId19" Type="http://schemas.openxmlformats.org/officeDocument/2006/relationships/oleObject" Target="../embeddings/oleObject135.bin"/><Relationship Id="rId4" Type="http://schemas.openxmlformats.org/officeDocument/2006/relationships/image" Target="../media/image127.emf"/><Relationship Id="rId9" Type="http://schemas.openxmlformats.org/officeDocument/2006/relationships/oleObject" Target="../embeddings/oleObject130.bin"/><Relationship Id="rId14" Type="http://schemas.openxmlformats.org/officeDocument/2006/relationships/image" Target="../media/image132.emf"/><Relationship Id="rId22" Type="http://schemas.openxmlformats.org/officeDocument/2006/relationships/image" Target="../media/image136.emf"/><Relationship Id="rId27" Type="http://schemas.openxmlformats.org/officeDocument/2006/relationships/oleObject" Target="../embeddings/oleObject139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emf"/><Relationship Id="rId13" Type="http://schemas.openxmlformats.org/officeDocument/2006/relationships/oleObject" Target="../embeddings/oleObject145.bin"/><Relationship Id="rId18" Type="http://schemas.openxmlformats.org/officeDocument/2006/relationships/image" Target="../media/image147.emf"/><Relationship Id="rId26" Type="http://schemas.openxmlformats.org/officeDocument/2006/relationships/image" Target="../media/image151.emf"/><Relationship Id="rId3" Type="http://schemas.openxmlformats.org/officeDocument/2006/relationships/oleObject" Target="../embeddings/oleObject140.bin"/><Relationship Id="rId21" Type="http://schemas.openxmlformats.org/officeDocument/2006/relationships/oleObject" Target="../embeddings/oleObject149.bin"/><Relationship Id="rId7" Type="http://schemas.openxmlformats.org/officeDocument/2006/relationships/oleObject" Target="../embeddings/oleObject142.bin"/><Relationship Id="rId12" Type="http://schemas.openxmlformats.org/officeDocument/2006/relationships/image" Target="../media/image144.emf"/><Relationship Id="rId17" Type="http://schemas.openxmlformats.org/officeDocument/2006/relationships/oleObject" Target="../embeddings/oleObject147.bin"/><Relationship Id="rId25" Type="http://schemas.openxmlformats.org/officeDocument/2006/relationships/oleObject" Target="../embeddings/oleObject15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6.emf"/><Relationship Id="rId20" Type="http://schemas.openxmlformats.org/officeDocument/2006/relationships/image" Target="../media/image148.emf"/><Relationship Id="rId29" Type="http://schemas.openxmlformats.org/officeDocument/2006/relationships/oleObject" Target="../embeddings/oleObject153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41.emf"/><Relationship Id="rId11" Type="http://schemas.openxmlformats.org/officeDocument/2006/relationships/oleObject" Target="../embeddings/oleObject144.bin"/><Relationship Id="rId24" Type="http://schemas.openxmlformats.org/officeDocument/2006/relationships/image" Target="../media/image150.emf"/><Relationship Id="rId5" Type="http://schemas.openxmlformats.org/officeDocument/2006/relationships/oleObject" Target="../embeddings/oleObject141.bin"/><Relationship Id="rId15" Type="http://schemas.openxmlformats.org/officeDocument/2006/relationships/oleObject" Target="../embeddings/oleObject146.bin"/><Relationship Id="rId23" Type="http://schemas.openxmlformats.org/officeDocument/2006/relationships/oleObject" Target="../embeddings/oleObject150.bin"/><Relationship Id="rId28" Type="http://schemas.openxmlformats.org/officeDocument/2006/relationships/image" Target="../media/image152.emf"/><Relationship Id="rId10" Type="http://schemas.openxmlformats.org/officeDocument/2006/relationships/image" Target="../media/image143.emf"/><Relationship Id="rId19" Type="http://schemas.openxmlformats.org/officeDocument/2006/relationships/oleObject" Target="../embeddings/oleObject148.bin"/><Relationship Id="rId4" Type="http://schemas.openxmlformats.org/officeDocument/2006/relationships/image" Target="../media/image140.emf"/><Relationship Id="rId9" Type="http://schemas.openxmlformats.org/officeDocument/2006/relationships/oleObject" Target="../embeddings/oleObject143.bin"/><Relationship Id="rId14" Type="http://schemas.openxmlformats.org/officeDocument/2006/relationships/image" Target="../media/image145.emf"/><Relationship Id="rId22" Type="http://schemas.openxmlformats.org/officeDocument/2006/relationships/image" Target="../media/image149.emf"/><Relationship Id="rId27" Type="http://schemas.openxmlformats.org/officeDocument/2006/relationships/oleObject" Target="../embeddings/oleObject152.bin"/><Relationship Id="rId30" Type="http://schemas.openxmlformats.org/officeDocument/2006/relationships/image" Target="../media/image153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13" Type="http://schemas.openxmlformats.org/officeDocument/2006/relationships/oleObject" Target="../embeddings/oleObject159.bin"/><Relationship Id="rId3" Type="http://schemas.openxmlformats.org/officeDocument/2006/relationships/oleObject" Target="../embeddings/oleObject154.bin"/><Relationship Id="rId7" Type="http://schemas.openxmlformats.org/officeDocument/2006/relationships/oleObject" Target="../embeddings/oleObject156.bin"/><Relationship Id="rId12" Type="http://schemas.openxmlformats.org/officeDocument/2006/relationships/image" Target="../media/image15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0.wmf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55.wmf"/><Relationship Id="rId11" Type="http://schemas.openxmlformats.org/officeDocument/2006/relationships/oleObject" Target="../embeddings/oleObject158.bin"/><Relationship Id="rId5" Type="http://schemas.openxmlformats.org/officeDocument/2006/relationships/oleObject" Target="../embeddings/oleObject155.bin"/><Relationship Id="rId15" Type="http://schemas.openxmlformats.org/officeDocument/2006/relationships/oleObject" Target="../embeddings/oleObject160.bin"/><Relationship Id="rId10" Type="http://schemas.openxmlformats.org/officeDocument/2006/relationships/image" Target="../media/image157.wmf"/><Relationship Id="rId4" Type="http://schemas.openxmlformats.org/officeDocument/2006/relationships/image" Target="../media/image154.wmf"/><Relationship Id="rId9" Type="http://schemas.openxmlformats.org/officeDocument/2006/relationships/oleObject" Target="../embeddings/oleObject157.bin"/><Relationship Id="rId14" Type="http://schemas.openxmlformats.org/officeDocument/2006/relationships/image" Target="../media/image159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emf"/><Relationship Id="rId13" Type="http://schemas.openxmlformats.org/officeDocument/2006/relationships/oleObject" Target="../embeddings/oleObject166.bin"/><Relationship Id="rId18" Type="http://schemas.openxmlformats.org/officeDocument/2006/relationships/image" Target="../media/image168.emf"/><Relationship Id="rId3" Type="http://schemas.openxmlformats.org/officeDocument/2006/relationships/oleObject" Target="../embeddings/oleObject161.bin"/><Relationship Id="rId21" Type="http://schemas.openxmlformats.org/officeDocument/2006/relationships/oleObject" Target="../embeddings/oleObject170.bin"/><Relationship Id="rId7" Type="http://schemas.openxmlformats.org/officeDocument/2006/relationships/oleObject" Target="../embeddings/oleObject163.bin"/><Relationship Id="rId12" Type="http://schemas.openxmlformats.org/officeDocument/2006/relationships/image" Target="../media/image165.emf"/><Relationship Id="rId17" Type="http://schemas.openxmlformats.org/officeDocument/2006/relationships/oleObject" Target="../embeddings/oleObject16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7.emf"/><Relationship Id="rId20" Type="http://schemas.openxmlformats.org/officeDocument/2006/relationships/image" Target="../media/image169.e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62.emf"/><Relationship Id="rId11" Type="http://schemas.openxmlformats.org/officeDocument/2006/relationships/oleObject" Target="../embeddings/oleObject165.bin"/><Relationship Id="rId24" Type="http://schemas.openxmlformats.org/officeDocument/2006/relationships/image" Target="../media/image171.emf"/><Relationship Id="rId5" Type="http://schemas.openxmlformats.org/officeDocument/2006/relationships/oleObject" Target="../embeddings/oleObject162.bin"/><Relationship Id="rId15" Type="http://schemas.openxmlformats.org/officeDocument/2006/relationships/oleObject" Target="../embeddings/oleObject167.bin"/><Relationship Id="rId23" Type="http://schemas.openxmlformats.org/officeDocument/2006/relationships/oleObject" Target="../embeddings/oleObject171.bin"/><Relationship Id="rId10" Type="http://schemas.openxmlformats.org/officeDocument/2006/relationships/image" Target="../media/image164.emf"/><Relationship Id="rId19" Type="http://schemas.openxmlformats.org/officeDocument/2006/relationships/oleObject" Target="../embeddings/oleObject169.bin"/><Relationship Id="rId4" Type="http://schemas.openxmlformats.org/officeDocument/2006/relationships/image" Target="../media/image161.emf"/><Relationship Id="rId9" Type="http://schemas.openxmlformats.org/officeDocument/2006/relationships/oleObject" Target="../embeddings/oleObject164.bin"/><Relationship Id="rId14" Type="http://schemas.openxmlformats.org/officeDocument/2006/relationships/image" Target="../media/image166.emf"/><Relationship Id="rId22" Type="http://schemas.openxmlformats.org/officeDocument/2006/relationships/image" Target="../media/image170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4.bin"/><Relationship Id="rId13" Type="http://schemas.openxmlformats.org/officeDocument/2006/relationships/image" Target="../media/image176.emf"/><Relationship Id="rId3" Type="http://schemas.openxmlformats.org/officeDocument/2006/relationships/image" Target="../media/image178.jpeg"/><Relationship Id="rId7" Type="http://schemas.openxmlformats.org/officeDocument/2006/relationships/image" Target="../media/image173.emf"/><Relationship Id="rId12" Type="http://schemas.openxmlformats.org/officeDocument/2006/relationships/oleObject" Target="../embeddings/oleObject17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73.bin"/><Relationship Id="rId11" Type="http://schemas.openxmlformats.org/officeDocument/2006/relationships/image" Target="../media/image175.emf"/><Relationship Id="rId5" Type="http://schemas.openxmlformats.org/officeDocument/2006/relationships/image" Target="../media/image172.emf"/><Relationship Id="rId15" Type="http://schemas.openxmlformats.org/officeDocument/2006/relationships/image" Target="../media/image177.emf"/><Relationship Id="rId10" Type="http://schemas.openxmlformats.org/officeDocument/2006/relationships/oleObject" Target="../embeddings/oleObject175.bin"/><Relationship Id="rId4" Type="http://schemas.openxmlformats.org/officeDocument/2006/relationships/oleObject" Target="../embeddings/oleObject172.bin"/><Relationship Id="rId9" Type="http://schemas.openxmlformats.org/officeDocument/2006/relationships/image" Target="../media/image174.emf"/><Relationship Id="rId14" Type="http://schemas.openxmlformats.org/officeDocument/2006/relationships/oleObject" Target="../embeddings/oleObject177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emf"/><Relationship Id="rId13" Type="http://schemas.openxmlformats.org/officeDocument/2006/relationships/image" Target="../media/image182.wmf"/><Relationship Id="rId3" Type="http://schemas.openxmlformats.org/officeDocument/2006/relationships/oleObject" Target="../embeddings/oleObject178.bin"/><Relationship Id="rId7" Type="http://schemas.openxmlformats.org/officeDocument/2006/relationships/oleObject" Target="../embeddings/oleObject180.bin"/><Relationship Id="rId12" Type="http://schemas.openxmlformats.org/officeDocument/2006/relationships/oleObject" Target="../embeddings/oleObject18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80.wmf"/><Relationship Id="rId11" Type="http://schemas.openxmlformats.org/officeDocument/2006/relationships/image" Target="../media/image179.png"/><Relationship Id="rId5" Type="http://schemas.openxmlformats.org/officeDocument/2006/relationships/oleObject" Target="../embeddings/oleObject179.bin"/><Relationship Id="rId10" Type="http://schemas.openxmlformats.org/officeDocument/2006/relationships/image" Target="../media/image181.wmf"/><Relationship Id="rId4" Type="http://schemas.openxmlformats.org/officeDocument/2006/relationships/image" Target="../media/image179.wmf"/><Relationship Id="rId9" Type="http://schemas.openxmlformats.org/officeDocument/2006/relationships/oleObject" Target="../embeddings/oleObject181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wmf"/><Relationship Id="rId13" Type="http://schemas.openxmlformats.org/officeDocument/2006/relationships/oleObject" Target="../embeddings/oleObject188.bin"/><Relationship Id="rId18" Type="http://schemas.openxmlformats.org/officeDocument/2006/relationships/image" Target="../media/image190.wmf"/><Relationship Id="rId3" Type="http://schemas.openxmlformats.org/officeDocument/2006/relationships/oleObject" Target="../embeddings/oleObject183.bin"/><Relationship Id="rId21" Type="http://schemas.openxmlformats.org/officeDocument/2006/relationships/oleObject" Target="../embeddings/oleObject192.bin"/><Relationship Id="rId7" Type="http://schemas.openxmlformats.org/officeDocument/2006/relationships/oleObject" Target="../embeddings/oleObject185.bin"/><Relationship Id="rId12" Type="http://schemas.openxmlformats.org/officeDocument/2006/relationships/image" Target="../media/image187.wmf"/><Relationship Id="rId17" Type="http://schemas.openxmlformats.org/officeDocument/2006/relationships/oleObject" Target="../embeddings/oleObject19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9.wmf"/><Relationship Id="rId20" Type="http://schemas.openxmlformats.org/officeDocument/2006/relationships/image" Target="../media/image191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84.wmf"/><Relationship Id="rId11" Type="http://schemas.openxmlformats.org/officeDocument/2006/relationships/oleObject" Target="../embeddings/oleObject187.bin"/><Relationship Id="rId24" Type="http://schemas.openxmlformats.org/officeDocument/2006/relationships/image" Target="../media/image193.wmf"/><Relationship Id="rId5" Type="http://schemas.openxmlformats.org/officeDocument/2006/relationships/oleObject" Target="../embeddings/oleObject184.bin"/><Relationship Id="rId15" Type="http://schemas.openxmlformats.org/officeDocument/2006/relationships/oleObject" Target="../embeddings/oleObject189.bin"/><Relationship Id="rId23" Type="http://schemas.openxmlformats.org/officeDocument/2006/relationships/oleObject" Target="../embeddings/oleObject193.bin"/><Relationship Id="rId10" Type="http://schemas.openxmlformats.org/officeDocument/2006/relationships/image" Target="../media/image186.wmf"/><Relationship Id="rId19" Type="http://schemas.openxmlformats.org/officeDocument/2006/relationships/oleObject" Target="../embeddings/oleObject191.bin"/><Relationship Id="rId4" Type="http://schemas.openxmlformats.org/officeDocument/2006/relationships/image" Target="../media/image183.wmf"/><Relationship Id="rId9" Type="http://schemas.openxmlformats.org/officeDocument/2006/relationships/oleObject" Target="../embeddings/oleObject186.bin"/><Relationship Id="rId14" Type="http://schemas.openxmlformats.org/officeDocument/2006/relationships/image" Target="../media/image188.wmf"/><Relationship Id="rId22" Type="http://schemas.openxmlformats.org/officeDocument/2006/relationships/image" Target="../media/image192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emf"/><Relationship Id="rId13" Type="http://schemas.openxmlformats.org/officeDocument/2006/relationships/oleObject" Target="../embeddings/oleObject199.bin"/><Relationship Id="rId18" Type="http://schemas.openxmlformats.org/officeDocument/2006/relationships/image" Target="../media/image201.emf"/><Relationship Id="rId3" Type="http://schemas.openxmlformats.org/officeDocument/2006/relationships/oleObject" Target="../embeddings/oleObject194.bin"/><Relationship Id="rId7" Type="http://schemas.openxmlformats.org/officeDocument/2006/relationships/oleObject" Target="../embeddings/oleObject196.bin"/><Relationship Id="rId12" Type="http://schemas.openxmlformats.org/officeDocument/2006/relationships/image" Target="../media/image198.emf"/><Relationship Id="rId17" Type="http://schemas.openxmlformats.org/officeDocument/2006/relationships/oleObject" Target="../embeddings/oleObject20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0.emf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95.emf"/><Relationship Id="rId11" Type="http://schemas.openxmlformats.org/officeDocument/2006/relationships/oleObject" Target="../embeddings/oleObject198.bin"/><Relationship Id="rId5" Type="http://schemas.openxmlformats.org/officeDocument/2006/relationships/oleObject" Target="../embeddings/oleObject195.bin"/><Relationship Id="rId15" Type="http://schemas.openxmlformats.org/officeDocument/2006/relationships/oleObject" Target="../embeddings/oleObject200.bin"/><Relationship Id="rId10" Type="http://schemas.openxmlformats.org/officeDocument/2006/relationships/image" Target="../media/image197.emf"/><Relationship Id="rId4" Type="http://schemas.openxmlformats.org/officeDocument/2006/relationships/image" Target="../media/image194.emf"/><Relationship Id="rId9" Type="http://schemas.openxmlformats.org/officeDocument/2006/relationships/oleObject" Target="../embeddings/oleObject197.bin"/><Relationship Id="rId14" Type="http://schemas.openxmlformats.org/officeDocument/2006/relationships/image" Target="../media/image199.e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wmf"/><Relationship Id="rId13" Type="http://schemas.openxmlformats.org/officeDocument/2006/relationships/oleObject" Target="../embeddings/oleObject207.bin"/><Relationship Id="rId18" Type="http://schemas.openxmlformats.org/officeDocument/2006/relationships/image" Target="../media/image209.wmf"/><Relationship Id="rId3" Type="http://schemas.openxmlformats.org/officeDocument/2006/relationships/oleObject" Target="../embeddings/oleObject202.bin"/><Relationship Id="rId21" Type="http://schemas.openxmlformats.org/officeDocument/2006/relationships/oleObject" Target="../embeddings/oleObject211.bin"/><Relationship Id="rId7" Type="http://schemas.openxmlformats.org/officeDocument/2006/relationships/oleObject" Target="../embeddings/oleObject204.bin"/><Relationship Id="rId12" Type="http://schemas.openxmlformats.org/officeDocument/2006/relationships/image" Target="../media/image206.wmf"/><Relationship Id="rId17" Type="http://schemas.openxmlformats.org/officeDocument/2006/relationships/oleObject" Target="../embeddings/oleObject20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08.wmf"/><Relationship Id="rId20" Type="http://schemas.openxmlformats.org/officeDocument/2006/relationships/image" Target="../media/image210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03.wmf"/><Relationship Id="rId11" Type="http://schemas.openxmlformats.org/officeDocument/2006/relationships/oleObject" Target="../embeddings/oleObject206.bin"/><Relationship Id="rId5" Type="http://schemas.openxmlformats.org/officeDocument/2006/relationships/oleObject" Target="../embeddings/oleObject203.bin"/><Relationship Id="rId15" Type="http://schemas.openxmlformats.org/officeDocument/2006/relationships/oleObject" Target="../embeddings/oleObject208.bin"/><Relationship Id="rId10" Type="http://schemas.openxmlformats.org/officeDocument/2006/relationships/image" Target="../media/image205.wmf"/><Relationship Id="rId19" Type="http://schemas.openxmlformats.org/officeDocument/2006/relationships/oleObject" Target="../embeddings/oleObject210.bin"/><Relationship Id="rId4" Type="http://schemas.openxmlformats.org/officeDocument/2006/relationships/image" Target="../media/image202.wmf"/><Relationship Id="rId9" Type="http://schemas.openxmlformats.org/officeDocument/2006/relationships/oleObject" Target="../embeddings/oleObject205.bin"/><Relationship Id="rId14" Type="http://schemas.openxmlformats.org/officeDocument/2006/relationships/image" Target="../media/image207.wmf"/><Relationship Id="rId22" Type="http://schemas.openxmlformats.org/officeDocument/2006/relationships/image" Target="../media/image211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emf"/><Relationship Id="rId3" Type="http://schemas.openxmlformats.org/officeDocument/2006/relationships/oleObject" Target="../embeddings/oleObject212.bin"/><Relationship Id="rId7" Type="http://schemas.openxmlformats.org/officeDocument/2006/relationships/oleObject" Target="../embeddings/oleObject214.bin"/><Relationship Id="rId12" Type="http://schemas.openxmlformats.org/officeDocument/2006/relationships/image" Target="../media/image216.e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13.emf"/><Relationship Id="rId11" Type="http://schemas.openxmlformats.org/officeDocument/2006/relationships/oleObject" Target="../embeddings/oleObject216.bin"/><Relationship Id="rId5" Type="http://schemas.openxmlformats.org/officeDocument/2006/relationships/oleObject" Target="../embeddings/oleObject213.bin"/><Relationship Id="rId10" Type="http://schemas.openxmlformats.org/officeDocument/2006/relationships/image" Target="../media/image215.emf"/><Relationship Id="rId4" Type="http://schemas.openxmlformats.org/officeDocument/2006/relationships/image" Target="../media/image212.wmf"/><Relationship Id="rId9" Type="http://schemas.openxmlformats.org/officeDocument/2006/relationships/oleObject" Target="../embeddings/oleObject215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9.emf"/><Relationship Id="rId3" Type="http://schemas.openxmlformats.org/officeDocument/2006/relationships/oleObject" Target="../embeddings/oleObject217.bin"/><Relationship Id="rId7" Type="http://schemas.openxmlformats.org/officeDocument/2006/relationships/oleObject" Target="../embeddings/oleObject2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18.emf"/><Relationship Id="rId5" Type="http://schemas.openxmlformats.org/officeDocument/2006/relationships/oleObject" Target="../embeddings/oleObject218.bin"/><Relationship Id="rId4" Type="http://schemas.openxmlformats.org/officeDocument/2006/relationships/image" Target="../media/image217.e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wmf"/><Relationship Id="rId13" Type="http://schemas.openxmlformats.org/officeDocument/2006/relationships/oleObject" Target="../embeddings/oleObject225.bin"/><Relationship Id="rId3" Type="http://schemas.openxmlformats.org/officeDocument/2006/relationships/oleObject" Target="../embeddings/oleObject220.bin"/><Relationship Id="rId7" Type="http://schemas.openxmlformats.org/officeDocument/2006/relationships/oleObject" Target="../embeddings/oleObject222.bin"/><Relationship Id="rId12" Type="http://schemas.openxmlformats.org/officeDocument/2006/relationships/image" Target="../media/image22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21.wmf"/><Relationship Id="rId11" Type="http://schemas.openxmlformats.org/officeDocument/2006/relationships/oleObject" Target="../embeddings/oleObject224.bin"/><Relationship Id="rId5" Type="http://schemas.openxmlformats.org/officeDocument/2006/relationships/oleObject" Target="../embeddings/oleObject221.bin"/><Relationship Id="rId10" Type="http://schemas.openxmlformats.org/officeDocument/2006/relationships/image" Target="../media/image223.wmf"/><Relationship Id="rId4" Type="http://schemas.openxmlformats.org/officeDocument/2006/relationships/image" Target="../media/image220.wmf"/><Relationship Id="rId9" Type="http://schemas.openxmlformats.org/officeDocument/2006/relationships/oleObject" Target="../embeddings/oleObject223.bin"/><Relationship Id="rId14" Type="http://schemas.openxmlformats.org/officeDocument/2006/relationships/image" Target="../media/image225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8.emf"/><Relationship Id="rId13" Type="http://schemas.openxmlformats.org/officeDocument/2006/relationships/oleObject" Target="../embeddings/oleObject231.bin"/><Relationship Id="rId18" Type="http://schemas.openxmlformats.org/officeDocument/2006/relationships/image" Target="../media/image233.wmf"/><Relationship Id="rId3" Type="http://schemas.openxmlformats.org/officeDocument/2006/relationships/oleObject" Target="../embeddings/oleObject226.bin"/><Relationship Id="rId7" Type="http://schemas.openxmlformats.org/officeDocument/2006/relationships/oleObject" Target="../embeddings/oleObject228.bin"/><Relationship Id="rId12" Type="http://schemas.openxmlformats.org/officeDocument/2006/relationships/image" Target="../media/image230.emf"/><Relationship Id="rId17" Type="http://schemas.openxmlformats.org/officeDocument/2006/relationships/oleObject" Target="../embeddings/oleObject23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2.wmf"/><Relationship Id="rId20" Type="http://schemas.openxmlformats.org/officeDocument/2006/relationships/image" Target="../media/image234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27.wmf"/><Relationship Id="rId11" Type="http://schemas.openxmlformats.org/officeDocument/2006/relationships/oleObject" Target="../embeddings/oleObject230.bin"/><Relationship Id="rId5" Type="http://schemas.openxmlformats.org/officeDocument/2006/relationships/oleObject" Target="../embeddings/oleObject227.bin"/><Relationship Id="rId15" Type="http://schemas.openxmlformats.org/officeDocument/2006/relationships/oleObject" Target="../embeddings/oleObject232.bin"/><Relationship Id="rId10" Type="http://schemas.openxmlformats.org/officeDocument/2006/relationships/image" Target="../media/image229.emf"/><Relationship Id="rId19" Type="http://schemas.openxmlformats.org/officeDocument/2006/relationships/oleObject" Target="../embeddings/oleObject234.bin"/><Relationship Id="rId4" Type="http://schemas.openxmlformats.org/officeDocument/2006/relationships/image" Target="../media/image226.emf"/><Relationship Id="rId9" Type="http://schemas.openxmlformats.org/officeDocument/2006/relationships/oleObject" Target="../embeddings/oleObject229.bin"/><Relationship Id="rId14" Type="http://schemas.openxmlformats.org/officeDocument/2006/relationships/image" Target="../media/image231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7.emf"/><Relationship Id="rId13" Type="http://schemas.openxmlformats.org/officeDocument/2006/relationships/oleObject" Target="../embeddings/oleObject240.bin"/><Relationship Id="rId18" Type="http://schemas.openxmlformats.org/officeDocument/2006/relationships/image" Target="../media/image242.emf"/><Relationship Id="rId26" Type="http://schemas.openxmlformats.org/officeDocument/2006/relationships/image" Target="../media/image246.emf"/><Relationship Id="rId3" Type="http://schemas.openxmlformats.org/officeDocument/2006/relationships/oleObject" Target="../embeddings/oleObject235.bin"/><Relationship Id="rId21" Type="http://schemas.openxmlformats.org/officeDocument/2006/relationships/oleObject" Target="../embeddings/oleObject244.bin"/><Relationship Id="rId7" Type="http://schemas.openxmlformats.org/officeDocument/2006/relationships/oleObject" Target="../embeddings/oleObject237.bin"/><Relationship Id="rId12" Type="http://schemas.openxmlformats.org/officeDocument/2006/relationships/image" Target="../media/image239.emf"/><Relationship Id="rId17" Type="http://schemas.openxmlformats.org/officeDocument/2006/relationships/oleObject" Target="../embeddings/oleObject242.bin"/><Relationship Id="rId25" Type="http://schemas.openxmlformats.org/officeDocument/2006/relationships/oleObject" Target="../embeddings/oleObject24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1.emf"/><Relationship Id="rId20" Type="http://schemas.openxmlformats.org/officeDocument/2006/relationships/image" Target="../media/image243.emf"/><Relationship Id="rId29" Type="http://schemas.openxmlformats.org/officeDocument/2006/relationships/oleObject" Target="../embeddings/oleObject248.bin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36.emf"/><Relationship Id="rId11" Type="http://schemas.openxmlformats.org/officeDocument/2006/relationships/oleObject" Target="../embeddings/oleObject239.bin"/><Relationship Id="rId24" Type="http://schemas.openxmlformats.org/officeDocument/2006/relationships/image" Target="../media/image245.emf"/><Relationship Id="rId5" Type="http://schemas.openxmlformats.org/officeDocument/2006/relationships/oleObject" Target="../embeddings/oleObject236.bin"/><Relationship Id="rId15" Type="http://schemas.openxmlformats.org/officeDocument/2006/relationships/oleObject" Target="../embeddings/oleObject241.bin"/><Relationship Id="rId23" Type="http://schemas.openxmlformats.org/officeDocument/2006/relationships/oleObject" Target="../embeddings/oleObject245.bin"/><Relationship Id="rId28" Type="http://schemas.openxmlformats.org/officeDocument/2006/relationships/image" Target="../media/image247.emf"/><Relationship Id="rId10" Type="http://schemas.openxmlformats.org/officeDocument/2006/relationships/image" Target="../media/image238.emf"/><Relationship Id="rId19" Type="http://schemas.openxmlformats.org/officeDocument/2006/relationships/oleObject" Target="../embeddings/oleObject243.bin"/><Relationship Id="rId4" Type="http://schemas.openxmlformats.org/officeDocument/2006/relationships/image" Target="../media/image235.emf"/><Relationship Id="rId9" Type="http://schemas.openxmlformats.org/officeDocument/2006/relationships/oleObject" Target="../embeddings/oleObject238.bin"/><Relationship Id="rId14" Type="http://schemas.openxmlformats.org/officeDocument/2006/relationships/image" Target="../media/image240.emf"/><Relationship Id="rId22" Type="http://schemas.openxmlformats.org/officeDocument/2006/relationships/image" Target="../media/image244.emf"/><Relationship Id="rId27" Type="http://schemas.openxmlformats.org/officeDocument/2006/relationships/oleObject" Target="../embeddings/oleObject247.bin"/><Relationship Id="rId30" Type="http://schemas.openxmlformats.org/officeDocument/2006/relationships/image" Target="../media/image248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1.emf"/><Relationship Id="rId13" Type="http://schemas.openxmlformats.org/officeDocument/2006/relationships/oleObject" Target="../embeddings/oleObject254.bin"/><Relationship Id="rId3" Type="http://schemas.openxmlformats.org/officeDocument/2006/relationships/oleObject" Target="../embeddings/oleObject249.bin"/><Relationship Id="rId7" Type="http://schemas.openxmlformats.org/officeDocument/2006/relationships/oleObject" Target="../embeddings/oleObject251.bin"/><Relationship Id="rId12" Type="http://schemas.openxmlformats.org/officeDocument/2006/relationships/image" Target="../media/image253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5.e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50.emf"/><Relationship Id="rId11" Type="http://schemas.openxmlformats.org/officeDocument/2006/relationships/oleObject" Target="../embeddings/oleObject253.bin"/><Relationship Id="rId5" Type="http://schemas.openxmlformats.org/officeDocument/2006/relationships/oleObject" Target="../embeddings/oleObject250.bin"/><Relationship Id="rId15" Type="http://schemas.openxmlformats.org/officeDocument/2006/relationships/oleObject" Target="../embeddings/oleObject255.bin"/><Relationship Id="rId10" Type="http://schemas.openxmlformats.org/officeDocument/2006/relationships/image" Target="../media/image252.emf"/><Relationship Id="rId4" Type="http://schemas.openxmlformats.org/officeDocument/2006/relationships/image" Target="../media/image249.emf"/><Relationship Id="rId9" Type="http://schemas.openxmlformats.org/officeDocument/2006/relationships/oleObject" Target="../embeddings/oleObject252.bin"/><Relationship Id="rId14" Type="http://schemas.openxmlformats.org/officeDocument/2006/relationships/image" Target="../media/image254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8.wmf"/><Relationship Id="rId13" Type="http://schemas.openxmlformats.org/officeDocument/2006/relationships/oleObject" Target="../embeddings/oleObject261.bin"/><Relationship Id="rId3" Type="http://schemas.openxmlformats.org/officeDocument/2006/relationships/oleObject" Target="../embeddings/oleObject256.bin"/><Relationship Id="rId7" Type="http://schemas.openxmlformats.org/officeDocument/2006/relationships/oleObject" Target="../embeddings/oleObject258.bin"/><Relationship Id="rId12" Type="http://schemas.openxmlformats.org/officeDocument/2006/relationships/image" Target="../media/image260.w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62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57.wmf"/><Relationship Id="rId11" Type="http://schemas.openxmlformats.org/officeDocument/2006/relationships/oleObject" Target="../embeddings/oleObject260.bin"/><Relationship Id="rId5" Type="http://schemas.openxmlformats.org/officeDocument/2006/relationships/oleObject" Target="../embeddings/oleObject257.bin"/><Relationship Id="rId15" Type="http://schemas.openxmlformats.org/officeDocument/2006/relationships/oleObject" Target="../embeddings/oleObject262.bin"/><Relationship Id="rId10" Type="http://schemas.openxmlformats.org/officeDocument/2006/relationships/image" Target="../media/image259.wmf"/><Relationship Id="rId4" Type="http://schemas.openxmlformats.org/officeDocument/2006/relationships/image" Target="../media/image256.wmf"/><Relationship Id="rId9" Type="http://schemas.openxmlformats.org/officeDocument/2006/relationships/oleObject" Target="../embeddings/oleObject259.bin"/><Relationship Id="rId14" Type="http://schemas.openxmlformats.org/officeDocument/2006/relationships/image" Target="../media/image26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Text Box 2"/>
          <p:cNvSpPr txBox="1">
            <a:spLocks noChangeArrowheads="1"/>
          </p:cNvSpPr>
          <p:nvPr/>
        </p:nvSpPr>
        <p:spPr bwMode="auto">
          <a:xfrm>
            <a:off x="5303839" y="3716339"/>
            <a:ext cx="100860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推广</a:t>
            </a:r>
          </a:p>
        </p:txBody>
      </p:sp>
      <p:sp>
        <p:nvSpPr>
          <p:cNvPr id="133124" name="Text Box 4"/>
          <p:cNvSpPr txBox="1">
            <a:spLocks noChangeArrowheads="1"/>
          </p:cNvSpPr>
          <p:nvPr/>
        </p:nvSpPr>
        <p:spPr bwMode="auto">
          <a:xfrm>
            <a:off x="4224339" y="2997201"/>
            <a:ext cx="317106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ea typeface="楷体_GB2312" pitchFamily="49" charset="-122"/>
              </a:rPr>
              <a:t>一元函数微分学 </a:t>
            </a:r>
          </a:p>
        </p:txBody>
      </p:sp>
      <p:sp>
        <p:nvSpPr>
          <p:cNvPr id="133125" name="Line 5"/>
          <p:cNvSpPr>
            <a:spLocks noChangeShapeType="1"/>
          </p:cNvSpPr>
          <p:nvPr/>
        </p:nvSpPr>
        <p:spPr bwMode="auto">
          <a:xfrm>
            <a:off x="4943475" y="3573463"/>
            <a:ext cx="6350" cy="7620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126" name="Text Box 6"/>
          <p:cNvSpPr txBox="1">
            <a:spLocks noChangeArrowheads="1"/>
          </p:cNvSpPr>
          <p:nvPr/>
        </p:nvSpPr>
        <p:spPr bwMode="auto">
          <a:xfrm>
            <a:off x="4295776" y="4437064"/>
            <a:ext cx="317106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>
                <a:ea typeface="楷体_GB2312" pitchFamily="49" charset="-122"/>
              </a:rPr>
              <a:t>多元函数微分学 </a:t>
            </a:r>
          </a:p>
        </p:txBody>
      </p:sp>
      <p:sp>
        <p:nvSpPr>
          <p:cNvPr id="133127" name="Text Box 7"/>
          <p:cNvSpPr txBox="1">
            <a:spLocks noChangeArrowheads="1"/>
          </p:cNvSpPr>
          <p:nvPr/>
        </p:nvSpPr>
        <p:spPr bwMode="auto">
          <a:xfrm>
            <a:off x="3432175" y="5229226"/>
            <a:ext cx="474841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ea typeface="楷体_GB2312" pitchFamily="49" charset="-122"/>
              </a:rPr>
              <a:t>注意</a:t>
            </a:r>
            <a:r>
              <a:rPr lang="en-US" altLang="zh-CN" sz="3200" b="1" dirty="0">
                <a:ea typeface="楷体_GB2312" pitchFamily="49" charset="-122"/>
              </a:rPr>
              <a:t>: </a:t>
            </a:r>
            <a:r>
              <a:rPr lang="zh-CN" altLang="en-US" sz="3200" b="1" dirty="0">
                <a:ea typeface="楷体_GB2312" pitchFamily="49" charset="-122"/>
              </a:rPr>
              <a:t>善于类比</a:t>
            </a:r>
            <a:r>
              <a:rPr lang="en-US" altLang="zh-CN" sz="3200" b="1" dirty="0">
                <a:ea typeface="楷体_GB2312" pitchFamily="49" charset="-122"/>
              </a:rPr>
              <a:t>, </a:t>
            </a:r>
            <a:r>
              <a:rPr lang="zh-CN" altLang="en-US" sz="3200" b="1" dirty="0">
                <a:ea typeface="楷体_GB2312" pitchFamily="49" charset="-122"/>
              </a:rPr>
              <a:t>区别异同</a:t>
            </a:r>
          </a:p>
        </p:txBody>
      </p:sp>
      <p:sp>
        <p:nvSpPr>
          <p:cNvPr id="2056" name="Text Box 8"/>
          <p:cNvSpPr txBox="1">
            <a:spLocks noChangeArrowheads="1"/>
          </p:cNvSpPr>
          <p:nvPr/>
        </p:nvSpPr>
        <p:spPr bwMode="auto">
          <a:xfrm>
            <a:off x="2999656" y="1643550"/>
            <a:ext cx="6552728" cy="830997"/>
          </a:xfrm>
          <a:prstGeom prst="rect">
            <a:avLst/>
          </a:prstGeom>
          <a:noFill/>
          <a:ln w="60325" cmpd="thickThin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4800" dirty="0" smtClean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第八章</a:t>
            </a:r>
            <a:r>
              <a:rPr lang="zh-CN" altLang="en-US" sz="4800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多元函数微分学 </a:t>
            </a:r>
          </a:p>
        </p:txBody>
      </p:sp>
      <p:sp>
        <p:nvSpPr>
          <p:cNvPr id="2057" name="Text Box 9"/>
          <p:cNvSpPr txBox="1">
            <a:spLocks noChangeArrowheads="1"/>
          </p:cNvSpPr>
          <p:nvPr/>
        </p:nvSpPr>
        <p:spPr bwMode="auto">
          <a:xfrm>
            <a:off x="5562601" y="2286000"/>
            <a:ext cx="352425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5400" b="1">
                <a:solidFill>
                  <a:schemeClr val="tx2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6829997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33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3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31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2" grpId="0" build="p" autoUpdateAnimBg="0"/>
      <p:bldP spid="133124" grpId="0" build="p" autoUpdateAnimBg="0"/>
      <p:bldP spid="133125" grpId="0" animBg="1"/>
      <p:bldP spid="133126" grpId="0" build="p" autoUpdateAnimBg="0" advAuto="0"/>
      <p:bldP spid="133127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 Box 6"/>
          <p:cNvSpPr txBox="1">
            <a:spLocks noChangeArrowheads="1"/>
          </p:cNvSpPr>
          <p:nvPr/>
        </p:nvSpPr>
        <p:spPr bwMode="auto">
          <a:xfrm>
            <a:off x="3917298" y="2822185"/>
            <a:ext cx="19065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ea typeface="楷体_GB2312" pitchFamily="49" charset="-122"/>
              </a:rPr>
              <a:t>一、区域</a:t>
            </a:r>
          </a:p>
        </p:txBody>
      </p:sp>
      <p:sp>
        <p:nvSpPr>
          <p:cNvPr id="3076" name="Text Box 7"/>
          <p:cNvSpPr txBox="1">
            <a:spLocks noChangeArrowheads="1"/>
          </p:cNvSpPr>
          <p:nvPr/>
        </p:nvSpPr>
        <p:spPr bwMode="auto">
          <a:xfrm>
            <a:off x="3906838" y="3576518"/>
            <a:ext cx="40481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ea typeface="楷体_GB2312" pitchFamily="49" charset="-122"/>
              </a:rPr>
              <a:t>二、多元函数的概念</a:t>
            </a:r>
          </a:p>
        </p:txBody>
      </p:sp>
      <p:sp>
        <p:nvSpPr>
          <p:cNvPr id="3077" name="Text Box 8"/>
          <p:cNvSpPr txBox="1">
            <a:spLocks noChangeArrowheads="1"/>
          </p:cNvSpPr>
          <p:nvPr/>
        </p:nvSpPr>
        <p:spPr bwMode="auto">
          <a:xfrm>
            <a:off x="3917298" y="4292482"/>
            <a:ext cx="40481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ea typeface="楷体_GB2312" pitchFamily="49" charset="-122"/>
              </a:rPr>
              <a:t>三、多元函数的极限</a:t>
            </a:r>
          </a:p>
        </p:txBody>
      </p:sp>
      <p:sp>
        <p:nvSpPr>
          <p:cNvPr id="3078" name="Text Box 9"/>
          <p:cNvSpPr txBox="1">
            <a:spLocks noChangeArrowheads="1"/>
          </p:cNvSpPr>
          <p:nvPr/>
        </p:nvSpPr>
        <p:spPr bwMode="auto">
          <a:xfrm>
            <a:off x="3906839" y="5085184"/>
            <a:ext cx="44751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ea typeface="楷体_GB2312" pitchFamily="49" charset="-122"/>
              </a:rPr>
              <a:t>四、多元函数的连续性</a:t>
            </a:r>
          </a:p>
        </p:txBody>
      </p:sp>
      <p:sp>
        <p:nvSpPr>
          <p:cNvPr id="3089" name="Text Box 21"/>
          <p:cNvSpPr txBox="1">
            <a:spLocks noChangeArrowheads="1"/>
          </p:cNvSpPr>
          <p:nvPr/>
        </p:nvSpPr>
        <p:spPr bwMode="auto">
          <a:xfrm>
            <a:off x="2610119" y="1628800"/>
            <a:ext cx="6641562" cy="830997"/>
          </a:xfrm>
          <a:prstGeom prst="rect">
            <a:avLst/>
          </a:prstGeom>
          <a:noFill/>
          <a:ln w="60325" cmpd="thickThin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4800" dirty="0" smtClean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第一节 </a:t>
            </a:r>
            <a:r>
              <a:rPr lang="zh-CN" altLang="en-US" sz="4800" b="1" dirty="0" smtClean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多元函数</a:t>
            </a:r>
            <a:r>
              <a:rPr lang="zh-CN" altLang="en-US" sz="4800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的概念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0416480" y="188640"/>
            <a:ext cx="1375698" cy="5232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8</a:t>
            </a:r>
            <a:endParaRPr lang="zh-CN" altLang="en-US" sz="28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8250333"/>
      </p:ext>
    </p:extLst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498952" y="739295"/>
            <a:ext cx="2228850" cy="563564"/>
          </a:xfrm>
        </p:spPr>
        <p:txBody>
          <a:bodyPr/>
          <a:lstStyle/>
          <a:p>
            <a:pPr algn="l" eaLnBrk="1" hangingPunct="1"/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A.</a:t>
            </a:r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维空间</a:t>
            </a:r>
          </a:p>
        </p:txBody>
      </p:sp>
      <p:sp>
        <p:nvSpPr>
          <p:cNvPr id="144387" name="Text Box 3"/>
          <p:cNvSpPr txBox="1">
            <a:spLocks noChangeArrowheads="1"/>
          </p:cNvSpPr>
          <p:nvPr/>
        </p:nvSpPr>
        <p:spPr bwMode="auto">
          <a:xfrm>
            <a:off x="2195513" y="1211832"/>
            <a:ext cx="2819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 dirty="0">
                <a:ea typeface="楷体_GB2312" pitchFamily="49" charset="-122"/>
              </a:rPr>
              <a:t>n </a:t>
            </a:r>
            <a:r>
              <a:rPr lang="zh-CN" altLang="en-US" sz="2800" b="1" dirty="0">
                <a:ea typeface="楷体_GB2312" pitchFamily="49" charset="-122"/>
              </a:rPr>
              <a:t>元有序数组</a:t>
            </a:r>
          </a:p>
        </p:txBody>
      </p:sp>
      <p:graphicFrame>
        <p:nvGraphicFramePr>
          <p:cNvPr id="1443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0112538"/>
              </p:ext>
            </p:extLst>
          </p:nvPr>
        </p:nvGraphicFramePr>
        <p:xfrm>
          <a:off x="4403119" y="1287545"/>
          <a:ext cx="2120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37" name="公式" r:id="rId3" imgW="2114398" imgH="419126" progId="Equation.3">
                  <p:embed/>
                </p:oleObj>
              </mc:Choice>
              <mc:Fallback>
                <p:oleObj name="公式" r:id="rId3" imgW="2114398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3119" y="1287545"/>
                        <a:ext cx="2120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3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6314956"/>
              </p:ext>
            </p:extLst>
          </p:nvPr>
        </p:nvGraphicFramePr>
        <p:xfrm>
          <a:off x="6177896" y="2314553"/>
          <a:ext cx="2120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38" name="公式" r:id="rId5" imgW="2114398" imgH="419126" progId="Equation.3">
                  <p:embed/>
                </p:oleObj>
              </mc:Choice>
              <mc:Fallback>
                <p:oleObj name="公式" r:id="rId5" imgW="2114398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7896" y="2314553"/>
                        <a:ext cx="21209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390" name="Text Box 6"/>
          <p:cNvSpPr txBox="1">
            <a:spLocks noChangeArrowheads="1"/>
          </p:cNvSpPr>
          <p:nvPr/>
        </p:nvSpPr>
        <p:spPr bwMode="auto">
          <a:xfrm>
            <a:off x="6535968" y="1252494"/>
            <a:ext cx="431255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的全体称为 </a:t>
            </a:r>
            <a:r>
              <a:rPr lang="en-US" altLang="zh-CN" sz="2800" b="1" i="1" dirty="0">
                <a:solidFill>
                  <a:srgbClr val="1A0A92"/>
                </a:solidFill>
                <a:ea typeface="楷体_GB2312" pitchFamily="49" charset="-122"/>
              </a:rPr>
              <a:t>n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 </a:t>
            </a:r>
            <a:r>
              <a:rPr lang="zh-CN" altLang="en-US" sz="2800" b="1" dirty="0" smtClean="0">
                <a:solidFill>
                  <a:srgbClr val="1A0A92"/>
                </a:solidFill>
                <a:ea typeface="楷体_GB2312" pitchFamily="49" charset="-122"/>
              </a:rPr>
              <a:t>维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向量</a:t>
            </a:r>
            <a:r>
              <a:rPr lang="zh-CN" altLang="en-US" sz="2800" b="1" dirty="0" smtClean="0">
                <a:solidFill>
                  <a:srgbClr val="1A0A92"/>
                </a:solidFill>
                <a:ea typeface="楷体_GB2312" pitchFamily="49" charset="-122"/>
              </a:rPr>
              <a:t>空间</a:t>
            </a:r>
            <a:r>
              <a:rPr lang="en-US" altLang="zh-CN" sz="2800" b="1" dirty="0">
                <a:ea typeface="楷体_GB2312" pitchFamily="49" charset="-122"/>
              </a:rPr>
              <a:t>,</a:t>
            </a:r>
          </a:p>
        </p:txBody>
      </p:sp>
      <p:graphicFrame>
        <p:nvGraphicFramePr>
          <p:cNvPr id="14439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2520978"/>
              </p:ext>
            </p:extLst>
          </p:nvPr>
        </p:nvGraphicFramePr>
        <p:xfrm>
          <a:off x="2233214" y="1775396"/>
          <a:ext cx="584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39" name="公式" r:id="rId7" imgW="571543" imgH="476121" progId="Equation.3">
                  <p:embed/>
                </p:oleObj>
              </mc:Choice>
              <mc:Fallback>
                <p:oleObj name="公式" r:id="rId7" imgW="571543" imgH="4761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3214" y="1775396"/>
                        <a:ext cx="5842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392" name="Text Box 8"/>
          <p:cNvSpPr txBox="1">
            <a:spLocks noChangeArrowheads="1"/>
          </p:cNvSpPr>
          <p:nvPr/>
        </p:nvSpPr>
        <p:spPr bwMode="auto">
          <a:xfrm>
            <a:off x="2195513" y="2275822"/>
            <a:ext cx="4267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 dirty="0">
                <a:ea typeface="楷体_GB2312" pitchFamily="49" charset="-122"/>
              </a:rPr>
              <a:t>n </a:t>
            </a:r>
            <a:r>
              <a:rPr lang="zh-CN" altLang="en-US" sz="2800" b="1" dirty="0">
                <a:ea typeface="楷体_GB2312" pitchFamily="49" charset="-122"/>
              </a:rPr>
              <a:t>维空间中的每一个元素</a:t>
            </a:r>
          </a:p>
        </p:txBody>
      </p:sp>
      <p:sp>
        <p:nvSpPr>
          <p:cNvPr id="144393" name="Text Box 9"/>
          <p:cNvSpPr txBox="1">
            <a:spLocks noChangeArrowheads="1"/>
          </p:cNvSpPr>
          <p:nvPr/>
        </p:nvSpPr>
        <p:spPr bwMode="auto">
          <a:xfrm>
            <a:off x="8187451" y="2257996"/>
            <a:ext cx="243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称为空间中的</a:t>
            </a:r>
          </a:p>
        </p:txBody>
      </p:sp>
      <p:graphicFrame>
        <p:nvGraphicFramePr>
          <p:cNvPr id="14439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3680619"/>
              </p:ext>
            </p:extLst>
          </p:nvPr>
        </p:nvGraphicFramePr>
        <p:xfrm>
          <a:off x="2983370" y="2777602"/>
          <a:ext cx="831823" cy="547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40" name="Equation" r:id="rId9" imgW="355320" imgH="228600" progId="Equation.DSMT4">
                  <p:embed/>
                </p:oleObj>
              </mc:Choice>
              <mc:Fallback>
                <p:oleObj name="Equation" r:id="rId9" imgW="355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3370" y="2777602"/>
                        <a:ext cx="831823" cy="5471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395" name="Text Box 11"/>
          <p:cNvSpPr txBox="1">
            <a:spLocks noChangeArrowheads="1"/>
          </p:cNvSpPr>
          <p:nvPr/>
        </p:nvSpPr>
        <p:spPr bwMode="auto">
          <a:xfrm>
            <a:off x="3716097" y="2750877"/>
            <a:ext cx="4038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称为该点的第 </a:t>
            </a:r>
            <a:r>
              <a:rPr lang="en-US" altLang="zh-CN" sz="2800" b="1" i="1" dirty="0" err="1" smtClean="0">
                <a:ea typeface="楷体_GB2312" pitchFamily="49" charset="-122"/>
              </a:rPr>
              <a:t>i</a:t>
            </a:r>
            <a:r>
              <a:rPr lang="en-US" altLang="zh-CN" sz="2800" b="1" dirty="0" smtClean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个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坐标</a:t>
            </a:r>
            <a:r>
              <a:rPr lang="zh-CN" altLang="en-US" sz="2800" b="1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sp>
        <p:nvSpPr>
          <p:cNvPr id="144396" name="Text Box 12"/>
          <p:cNvSpPr txBox="1">
            <a:spLocks noChangeArrowheads="1"/>
          </p:cNvSpPr>
          <p:nvPr/>
        </p:nvSpPr>
        <p:spPr bwMode="auto">
          <a:xfrm>
            <a:off x="1446565" y="1778823"/>
            <a:ext cx="1066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记作</a:t>
            </a:r>
          </a:p>
        </p:txBody>
      </p:sp>
      <p:sp>
        <p:nvSpPr>
          <p:cNvPr id="144397" name="Text Box 13"/>
          <p:cNvSpPr txBox="1">
            <a:spLocks noChangeArrowheads="1"/>
          </p:cNvSpPr>
          <p:nvPr/>
        </p:nvSpPr>
        <p:spPr bwMode="auto">
          <a:xfrm>
            <a:off x="2762416" y="1795623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即</a:t>
            </a:r>
          </a:p>
        </p:txBody>
      </p:sp>
      <p:graphicFrame>
        <p:nvGraphicFramePr>
          <p:cNvPr id="14440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3677481"/>
              </p:ext>
            </p:extLst>
          </p:nvPr>
        </p:nvGraphicFramePr>
        <p:xfrm>
          <a:off x="3244850" y="1792288"/>
          <a:ext cx="638810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41" name="Equation" r:id="rId11" imgW="2882880" imgH="253800" progId="Equation.DSMT4">
                  <p:embed/>
                </p:oleObj>
              </mc:Choice>
              <mc:Fallback>
                <p:oleObj name="Equation" r:id="rId11" imgW="28828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4850" y="1792288"/>
                        <a:ext cx="6388100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406" name="Text Box 22"/>
          <p:cNvSpPr txBox="1">
            <a:spLocks noChangeArrowheads="1"/>
          </p:cNvSpPr>
          <p:nvPr/>
        </p:nvSpPr>
        <p:spPr bwMode="auto">
          <a:xfrm>
            <a:off x="1505116" y="2759294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一个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点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</a:p>
        </p:txBody>
      </p:sp>
      <p:sp>
        <p:nvSpPr>
          <p:cNvPr id="144407" name="Text Box 23"/>
          <p:cNvSpPr txBox="1">
            <a:spLocks noChangeArrowheads="1"/>
          </p:cNvSpPr>
          <p:nvPr/>
        </p:nvSpPr>
        <p:spPr bwMode="auto">
          <a:xfrm>
            <a:off x="2114543" y="3214063"/>
            <a:ext cx="198804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当所有坐标</a:t>
            </a:r>
          </a:p>
        </p:txBody>
      </p:sp>
      <p:graphicFrame>
        <p:nvGraphicFramePr>
          <p:cNvPr id="14440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3741040"/>
              </p:ext>
            </p:extLst>
          </p:nvPr>
        </p:nvGraphicFramePr>
        <p:xfrm>
          <a:off x="4012005" y="3216169"/>
          <a:ext cx="1461372" cy="521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42" name="Equation" r:id="rId13" imgW="647640" imgH="228600" progId="Equation.DSMT4">
                  <p:embed/>
                </p:oleObj>
              </mc:Choice>
              <mc:Fallback>
                <p:oleObj name="Equation" r:id="rId13" imgW="6476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2005" y="3216169"/>
                        <a:ext cx="1461372" cy="5216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409" name="Text Box 25"/>
          <p:cNvSpPr txBox="1">
            <a:spLocks noChangeArrowheads="1"/>
          </p:cNvSpPr>
          <p:nvPr/>
        </p:nvSpPr>
        <p:spPr bwMode="auto">
          <a:xfrm>
            <a:off x="5485112" y="3208669"/>
            <a:ext cx="20778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称该元素为 </a:t>
            </a:r>
          </a:p>
        </p:txBody>
      </p:sp>
      <p:graphicFrame>
        <p:nvGraphicFramePr>
          <p:cNvPr id="14441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1266111"/>
              </p:ext>
            </p:extLst>
          </p:nvPr>
        </p:nvGraphicFramePr>
        <p:xfrm>
          <a:off x="7329230" y="3220318"/>
          <a:ext cx="490537" cy="4372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43" name="Equation" r:id="rId15" imgW="215640" imgH="190440" progId="Equation.DSMT4">
                  <p:embed/>
                </p:oleObj>
              </mc:Choice>
              <mc:Fallback>
                <p:oleObj name="Equation" r:id="rId15" imgW="21564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9230" y="3220318"/>
                        <a:ext cx="490537" cy="4372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411" name="Text Box 27"/>
          <p:cNvSpPr txBox="1">
            <a:spLocks noChangeArrowheads="1"/>
          </p:cNvSpPr>
          <p:nvPr/>
        </p:nvSpPr>
        <p:spPr bwMode="auto">
          <a:xfrm>
            <a:off x="7682554" y="3210752"/>
            <a:ext cx="17171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中的零元</a:t>
            </a:r>
            <a:r>
              <a:rPr lang="en-US" altLang="zh-CN" sz="2800" b="1" dirty="0">
                <a:ea typeface="楷体_GB2312" pitchFamily="49" charset="-122"/>
              </a:rPr>
              <a:t>,</a:t>
            </a:r>
          </a:p>
        </p:txBody>
      </p:sp>
      <p:sp>
        <p:nvSpPr>
          <p:cNvPr id="144412" name="Text Box 28"/>
          <p:cNvSpPr txBox="1">
            <a:spLocks noChangeArrowheads="1"/>
          </p:cNvSpPr>
          <p:nvPr/>
        </p:nvSpPr>
        <p:spPr bwMode="auto">
          <a:xfrm>
            <a:off x="9197697" y="3220318"/>
            <a:ext cx="9957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记作 </a:t>
            </a:r>
          </a:p>
        </p:txBody>
      </p:sp>
      <p:sp>
        <p:nvSpPr>
          <p:cNvPr id="144413" name="Text Box 29"/>
          <p:cNvSpPr txBox="1">
            <a:spLocks noChangeArrowheads="1"/>
          </p:cNvSpPr>
          <p:nvPr/>
        </p:nvSpPr>
        <p:spPr bwMode="auto">
          <a:xfrm>
            <a:off x="9934288" y="3216549"/>
            <a:ext cx="6191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 dirty="0">
                <a:ea typeface="楷体_GB2312" pitchFamily="49" charset="-122"/>
              </a:rPr>
              <a:t>O .</a:t>
            </a:r>
          </a:p>
        </p:txBody>
      </p:sp>
      <p:sp>
        <p:nvSpPr>
          <p:cNvPr id="24" name="Rectangle 2"/>
          <p:cNvSpPr txBox="1">
            <a:spLocks noChangeArrowheads="1"/>
          </p:cNvSpPr>
          <p:nvPr/>
        </p:nvSpPr>
        <p:spPr bwMode="auto">
          <a:xfrm>
            <a:off x="1487247" y="203174"/>
            <a:ext cx="2228850" cy="563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600" b="0" kern="1200">
                <a:solidFill>
                  <a:schemeClr val="bg2">
                    <a:lumMod val="1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一</a:t>
            </a:r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.</a:t>
            </a:r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800" b="1" i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 </a:t>
            </a:r>
            <a:r>
              <a:rPr lang="zh-CN" alt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维空间</a:t>
            </a:r>
            <a:endParaRPr lang="zh-CN" alt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140450" y="3710774"/>
            <a:ext cx="8362574" cy="571584"/>
            <a:chOff x="2140450" y="3710774"/>
            <a:chExt cx="8362574" cy="571584"/>
          </a:xfrm>
        </p:grpSpPr>
        <p:graphicFrame>
          <p:nvGraphicFramePr>
            <p:cNvPr id="25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65659848"/>
                </p:ext>
              </p:extLst>
            </p:nvPr>
          </p:nvGraphicFramePr>
          <p:xfrm>
            <a:off x="2140450" y="3714548"/>
            <a:ext cx="4593393" cy="5678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44" name="Equation" r:id="rId17" imgW="2031840" imgH="241200" progId="Equation.DSMT4">
                    <p:embed/>
                  </p:oleObj>
                </mc:Choice>
                <mc:Fallback>
                  <p:oleObj name="Equation" r:id="rId17" imgW="20318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0450" y="3714548"/>
                          <a:ext cx="4593393" cy="5678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5521760"/>
                </p:ext>
              </p:extLst>
            </p:nvPr>
          </p:nvGraphicFramePr>
          <p:xfrm>
            <a:off x="6864796" y="3710774"/>
            <a:ext cx="2299665" cy="5317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45" name="Equation" r:id="rId19" imgW="1143000" imgH="228600" progId="Equation.DSMT4">
                    <p:embed/>
                  </p:oleObj>
                </mc:Choice>
                <mc:Fallback>
                  <p:oleObj name="Equation" r:id="rId19" imgW="11430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64796" y="3710774"/>
                          <a:ext cx="2299665" cy="5317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57199482"/>
                </p:ext>
              </p:extLst>
            </p:nvPr>
          </p:nvGraphicFramePr>
          <p:xfrm>
            <a:off x="9090149" y="3726342"/>
            <a:ext cx="1412875" cy="4349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46" name="Equation" r:id="rId21" imgW="622080" imgH="190440" progId="Equation.DSMT4">
                    <p:embed/>
                  </p:oleObj>
                </mc:Choice>
                <mc:Fallback>
                  <p:oleObj name="Equation" r:id="rId21" imgW="622080" imgH="1904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90149" y="3726342"/>
                          <a:ext cx="1412875" cy="4349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720488"/>
              </p:ext>
            </p:extLst>
          </p:nvPr>
        </p:nvGraphicFramePr>
        <p:xfrm>
          <a:off x="1494876" y="4156411"/>
          <a:ext cx="233362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47" name="Equation" r:id="rId23" imgW="1028520" imgH="203040" progId="Equation.DSMT4">
                  <p:embed/>
                </p:oleObj>
              </mc:Choice>
              <mc:Fallback>
                <p:oleObj name="Equation" r:id="rId23" imgW="10285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4876" y="4156411"/>
                        <a:ext cx="233362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3031123"/>
              </p:ext>
            </p:extLst>
          </p:nvPr>
        </p:nvGraphicFramePr>
        <p:xfrm>
          <a:off x="2836714" y="4511470"/>
          <a:ext cx="5066513" cy="512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48" name="Equation" r:id="rId25" imgW="2286000" imgH="228600" progId="Equation.DSMT4">
                  <p:embed/>
                </p:oleObj>
              </mc:Choice>
              <mc:Fallback>
                <p:oleObj name="Equation" r:id="rId25" imgW="2286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6714" y="4511470"/>
                        <a:ext cx="5066513" cy="5129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5721166"/>
              </p:ext>
            </p:extLst>
          </p:nvPr>
        </p:nvGraphicFramePr>
        <p:xfrm>
          <a:off x="2966250" y="4981876"/>
          <a:ext cx="3434060" cy="505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49" name="Equation" r:id="rId27" imgW="1574640" imgH="228600" progId="Equation.DSMT4">
                  <p:embed/>
                </p:oleObj>
              </mc:Choice>
              <mc:Fallback>
                <p:oleObj name="Equation" r:id="rId27" imgW="15746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6250" y="4981876"/>
                        <a:ext cx="3434060" cy="5054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7523220"/>
              </p:ext>
            </p:extLst>
          </p:nvPr>
        </p:nvGraphicFramePr>
        <p:xfrm>
          <a:off x="2912344" y="5293401"/>
          <a:ext cx="3324225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50" name="Equation" r:id="rId29" imgW="1498320" imgH="431640" progId="Equation.DSMT4">
                  <p:embed/>
                </p:oleObj>
              </mc:Choice>
              <mc:Fallback>
                <p:oleObj name="Equation" r:id="rId29" imgW="14983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2344" y="5293401"/>
                        <a:ext cx="3324225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Text Box 12"/>
          <p:cNvSpPr txBox="1">
            <a:spLocks noChangeArrowheads="1"/>
          </p:cNvSpPr>
          <p:nvPr/>
        </p:nvSpPr>
        <p:spPr bwMode="auto">
          <a:xfrm>
            <a:off x="8298796" y="4452466"/>
            <a:ext cx="1066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 smtClean="0">
                <a:solidFill>
                  <a:srgbClr val="1A0A92"/>
                </a:solidFill>
                <a:ea typeface="楷体_GB2312" pitchFamily="49" charset="-122"/>
              </a:rPr>
              <a:t>(</a:t>
            </a:r>
            <a:r>
              <a:rPr lang="zh-CN" altLang="en-US" b="1" dirty="0" smtClean="0">
                <a:solidFill>
                  <a:srgbClr val="1A0A92"/>
                </a:solidFill>
                <a:ea typeface="楷体_GB2312" pitchFamily="49" charset="-122"/>
              </a:rPr>
              <a:t>加法</a:t>
            </a:r>
            <a:r>
              <a:rPr lang="en-US" altLang="zh-CN" b="1" dirty="0" smtClean="0">
                <a:solidFill>
                  <a:srgbClr val="1A0A92"/>
                </a:solidFill>
                <a:ea typeface="楷体_GB2312" pitchFamily="49" charset="-122"/>
              </a:rPr>
              <a:t>)</a:t>
            </a:r>
            <a:endParaRPr lang="zh-CN" altLang="en-US" b="1" dirty="0">
              <a:solidFill>
                <a:srgbClr val="1A0A92"/>
              </a:solidFill>
              <a:ea typeface="楷体_GB2312" pitchFamily="49" charset="-122"/>
            </a:endParaRPr>
          </a:p>
        </p:txBody>
      </p:sp>
      <p:sp>
        <p:nvSpPr>
          <p:cNvPr id="33" name="Text Box 12"/>
          <p:cNvSpPr txBox="1">
            <a:spLocks noChangeArrowheads="1"/>
          </p:cNvSpPr>
          <p:nvPr/>
        </p:nvSpPr>
        <p:spPr bwMode="auto">
          <a:xfrm>
            <a:off x="8298796" y="4911727"/>
            <a:ext cx="1066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 smtClean="0">
                <a:solidFill>
                  <a:srgbClr val="1A0A92"/>
                </a:solidFill>
                <a:ea typeface="楷体_GB2312" pitchFamily="49" charset="-122"/>
              </a:rPr>
              <a:t>(</a:t>
            </a:r>
            <a:r>
              <a:rPr lang="zh-CN" altLang="en-US" b="1" dirty="0" smtClean="0">
                <a:solidFill>
                  <a:srgbClr val="1A0A92"/>
                </a:solidFill>
                <a:ea typeface="楷体_GB2312" pitchFamily="49" charset="-122"/>
              </a:rPr>
              <a:t>数乘</a:t>
            </a:r>
            <a:r>
              <a:rPr lang="en-US" altLang="zh-CN" b="1" dirty="0" smtClean="0">
                <a:solidFill>
                  <a:srgbClr val="1A0A92"/>
                </a:solidFill>
                <a:ea typeface="楷体_GB2312" pitchFamily="49" charset="-122"/>
              </a:rPr>
              <a:t>)</a:t>
            </a:r>
            <a:endParaRPr lang="zh-CN" altLang="en-US" b="1" dirty="0">
              <a:solidFill>
                <a:srgbClr val="1A0A92"/>
              </a:solidFill>
              <a:ea typeface="楷体_GB2312" pitchFamily="49" charset="-122"/>
            </a:endParaRPr>
          </a:p>
        </p:txBody>
      </p:sp>
      <p:sp>
        <p:nvSpPr>
          <p:cNvPr id="34" name="Text Box 12"/>
          <p:cNvSpPr txBox="1">
            <a:spLocks noChangeArrowheads="1"/>
          </p:cNvSpPr>
          <p:nvPr/>
        </p:nvSpPr>
        <p:spPr bwMode="auto">
          <a:xfrm>
            <a:off x="8298796" y="5487292"/>
            <a:ext cx="10668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 smtClean="0">
                <a:solidFill>
                  <a:srgbClr val="1A0A92"/>
                </a:solidFill>
                <a:ea typeface="楷体_GB2312" pitchFamily="49" charset="-122"/>
              </a:rPr>
              <a:t>(</a:t>
            </a:r>
            <a:r>
              <a:rPr lang="zh-CN" altLang="en-US" b="1" dirty="0" smtClean="0">
                <a:solidFill>
                  <a:srgbClr val="1A0A92"/>
                </a:solidFill>
                <a:ea typeface="楷体_GB2312" pitchFamily="49" charset="-122"/>
              </a:rPr>
              <a:t>内积</a:t>
            </a:r>
            <a:r>
              <a:rPr lang="en-US" altLang="zh-CN" b="1" dirty="0" smtClean="0">
                <a:solidFill>
                  <a:srgbClr val="1A0A92"/>
                </a:solidFill>
                <a:ea typeface="楷体_GB2312" pitchFamily="49" charset="-122"/>
              </a:rPr>
              <a:t>)</a:t>
            </a:r>
            <a:endParaRPr lang="zh-CN" altLang="en-US" b="1" dirty="0">
              <a:solidFill>
                <a:srgbClr val="1A0A92"/>
              </a:solidFill>
              <a:ea typeface="楷体_GB2312" pitchFamily="49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411010" y="6131192"/>
            <a:ext cx="4074101" cy="532862"/>
            <a:chOff x="1411010" y="6131192"/>
            <a:chExt cx="4074101" cy="532862"/>
          </a:xfrm>
        </p:grpSpPr>
        <p:sp>
          <p:nvSpPr>
            <p:cNvPr id="35" name="Text Box 6"/>
            <p:cNvSpPr txBox="1">
              <a:spLocks noChangeArrowheads="1"/>
            </p:cNvSpPr>
            <p:nvPr/>
          </p:nvSpPr>
          <p:spPr bwMode="auto">
            <a:xfrm>
              <a:off x="1411010" y="6140834"/>
              <a:ext cx="4074101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 smtClean="0">
                  <a:ea typeface="楷体_GB2312" pitchFamily="49" charset="-122"/>
                </a:rPr>
                <a:t>则     称为 </a:t>
              </a:r>
              <a:r>
                <a:rPr lang="en-US" altLang="zh-CN" sz="2800" b="1" i="1" dirty="0">
                  <a:solidFill>
                    <a:srgbClr val="1A0A92"/>
                  </a:solidFill>
                  <a:ea typeface="楷体_GB2312" pitchFamily="49" charset="-122"/>
                </a:rPr>
                <a:t>n</a:t>
              </a:r>
              <a:r>
                <a:rPr lang="en-US" altLang="zh-CN" sz="2800" b="1" dirty="0">
                  <a:solidFill>
                    <a:srgbClr val="1A0A92"/>
                  </a:solidFill>
                  <a:ea typeface="楷体_GB2312" pitchFamily="49" charset="-122"/>
                </a:rPr>
                <a:t> </a:t>
              </a:r>
              <a:r>
                <a:rPr lang="zh-CN" altLang="en-US" sz="2800" b="1" dirty="0" smtClean="0">
                  <a:solidFill>
                    <a:srgbClr val="1A0A92"/>
                  </a:solidFill>
                  <a:ea typeface="楷体_GB2312" pitchFamily="49" charset="-122"/>
                </a:rPr>
                <a:t>维</a:t>
              </a:r>
              <a:r>
                <a:rPr lang="zh-CN" altLang="en-US" sz="2800" b="1" dirty="0">
                  <a:solidFill>
                    <a:srgbClr val="1A0A92"/>
                  </a:solidFill>
                  <a:ea typeface="楷体_GB2312" pitchFamily="49" charset="-122"/>
                </a:rPr>
                <a:t>欧氏</a:t>
              </a:r>
              <a:r>
                <a:rPr lang="zh-CN" altLang="en-US" sz="2800" b="1" dirty="0" smtClean="0">
                  <a:solidFill>
                    <a:srgbClr val="1A0A92"/>
                  </a:solidFill>
                  <a:ea typeface="楷体_GB2312" pitchFamily="49" charset="-122"/>
                </a:rPr>
                <a:t>空间</a:t>
              </a:r>
              <a:r>
                <a:rPr lang="en-US" altLang="zh-CN" sz="2800" b="1" dirty="0" smtClean="0">
                  <a:ea typeface="楷体_GB2312" pitchFamily="49" charset="-122"/>
                </a:rPr>
                <a:t>.</a:t>
              </a:r>
              <a:endParaRPr lang="en-US" altLang="zh-CN" sz="2800" b="1" dirty="0">
                <a:ea typeface="楷体_GB2312" pitchFamily="49" charset="-122"/>
              </a:endParaRPr>
            </a:p>
          </p:txBody>
        </p:sp>
        <p:graphicFrame>
          <p:nvGraphicFramePr>
            <p:cNvPr id="36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13169897"/>
                </p:ext>
              </p:extLst>
            </p:nvPr>
          </p:nvGraphicFramePr>
          <p:xfrm>
            <a:off x="1859573" y="6131192"/>
            <a:ext cx="509940" cy="4475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051" name="Equation" r:id="rId31" imgW="215640" imgH="190440" progId="Equation.DSMT4">
                    <p:embed/>
                  </p:oleObj>
                </mc:Choice>
                <mc:Fallback>
                  <p:oleObj name="Equation" r:id="rId31" imgW="215640" imgH="1904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9573" y="6131192"/>
                          <a:ext cx="509940" cy="4475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86455536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4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4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4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4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44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4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4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4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4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4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4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4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44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44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44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444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44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44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44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44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1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7" grpId="0" autoUpdateAnimBg="0"/>
      <p:bldP spid="144390" grpId="0" autoUpdateAnimBg="0"/>
      <p:bldP spid="144392" grpId="0" autoUpdateAnimBg="0"/>
      <p:bldP spid="144393" grpId="0" autoUpdateAnimBg="0"/>
      <p:bldP spid="144395" grpId="0" autoUpdateAnimBg="0"/>
      <p:bldP spid="144396" grpId="0" autoUpdateAnimBg="0"/>
      <p:bldP spid="144397" grpId="0" autoUpdateAnimBg="0"/>
      <p:bldP spid="144406" grpId="0" autoUpdateAnimBg="0"/>
      <p:bldP spid="144407" grpId="0" build="p" autoUpdateAnimBg="0"/>
      <p:bldP spid="144409" grpId="0" build="p" autoUpdateAnimBg="0"/>
      <p:bldP spid="144411" grpId="0" build="p" autoUpdateAnimBg="0" advAuto="0"/>
      <p:bldP spid="144412" grpId="0" build="p" autoUpdateAnimBg="0"/>
      <p:bldP spid="144413" grpId="0" build="p" autoUpdateAnimBg="0" advAuto="0"/>
      <p:bldP spid="32" grpId="0" autoUpdateAnimBg="0"/>
      <p:bldP spid="33" grpId="0" autoUpdateAnimBg="0"/>
      <p:bldP spid="34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1631504" y="1871674"/>
            <a:ext cx="282102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 smtClean="0">
                <a:ea typeface="楷体_GB2312" pitchFamily="49" charset="-122"/>
              </a:rPr>
              <a:t>的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距离</a:t>
            </a:r>
            <a:r>
              <a:rPr lang="zh-CN" altLang="en-US" sz="2800" b="1" dirty="0">
                <a:ea typeface="楷体_GB2312" pitchFamily="49" charset="-122"/>
              </a:rPr>
              <a:t>记作</a:t>
            </a:r>
          </a:p>
        </p:txBody>
      </p:sp>
      <p:graphicFrame>
        <p:nvGraphicFramePr>
          <p:cNvPr id="1454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278808"/>
              </p:ext>
            </p:extLst>
          </p:nvPr>
        </p:nvGraphicFramePr>
        <p:xfrm>
          <a:off x="2300921" y="2416515"/>
          <a:ext cx="7373937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57" name="公式" r:id="rId3" imgW="7372458" imgH="552579" progId="Equation.3">
                  <p:embed/>
                </p:oleObj>
              </mc:Choice>
              <mc:Fallback>
                <p:oleObj name="公式" r:id="rId3" imgW="7372458" imgH="5525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0921" y="2416515"/>
                        <a:ext cx="7373937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1982653"/>
              </p:ext>
            </p:extLst>
          </p:nvPr>
        </p:nvGraphicFramePr>
        <p:xfrm>
          <a:off x="6600056" y="1336473"/>
          <a:ext cx="33655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58" name="公式" r:id="rId5" imgW="3352916" imgH="438240" progId="Equation.3">
                  <p:embed/>
                </p:oleObj>
              </mc:Choice>
              <mc:Fallback>
                <p:oleObj name="公式" r:id="rId5" imgW="3352916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056" y="1336473"/>
                        <a:ext cx="33655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0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3159058"/>
              </p:ext>
            </p:extLst>
          </p:nvPr>
        </p:nvGraphicFramePr>
        <p:xfrm>
          <a:off x="2415080" y="1250470"/>
          <a:ext cx="421322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59" name="公式" r:id="rId7" imgW="4210057" imgH="514350" progId="Equation.3">
                  <p:embed/>
                </p:oleObj>
              </mc:Choice>
              <mc:Fallback>
                <p:oleObj name="公式" r:id="rId7" imgW="4210057" imgH="514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5080" y="1250470"/>
                        <a:ext cx="421322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2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6984443"/>
              </p:ext>
            </p:extLst>
          </p:nvPr>
        </p:nvGraphicFramePr>
        <p:xfrm>
          <a:off x="3521324" y="1895488"/>
          <a:ext cx="25638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60" name="公式" r:id="rId9" imgW="2552686" imgH="438240" progId="Equation.3">
                  <p:embed/>
                </p:oleObj>
              </mc:Choice>
              <mc:Fallback>
                <p:oleObj name="公式" r:id="rId9" imgW="2552686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1324" y="1895488"/>
                        <a:ext cx="2563813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23" name="Text Box 15"/>
          <p:cNvSpPr txBox="1">
            <a:spLocks noChangeArrowheads="1"/>
          </p:cNvSpPr>
          <p:nvPr/>
        </p:nvSpPr>
        <p:spPr bwMode="auto">
          <a:xfrm>
            <a:off x="6205737" y="1866976"/>
            <a:ext cx="135646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规定为 </a:t>
            </a:r>
          </a:p>
        </p:txBody>
      </p:sp>
      <p:graphicFrame>
        <p:nvGraphicFramePr>
          <p:cNvPr id="14542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3402865"/>
              </p:ext>
            </p:extLst>
          </p:nvPr>
        </p:nvGraphicFramePr>
        <p:xfrm>
          <a:off x="1774664" y="3101796"/>
          <a:ext cx="421322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61" name="公式" r:id="rId11" imgW="4210057" imgH="514350" progId="Equation.3">
                  <p:embed/>
                </p:oleObj>
              </mc:Choice>
              <mc:Fallback>
                <p:oleObj name="公式" r:id="rId11" imgW="4210057" imgH="514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4664" y="3101796"/>
                        <a:ext cx="421322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25" name="Text Box 17"/>
          <p:cNvSpPr txBox="1">
            <a:spLocks noChangeArrowheads="1"/>
          </p:cNvSpPr>
          <p:nvPr/>
        </p:nvSpPr>
        <p:spPr bwMode="auto">
          <a:xfrm>
            <a:off x="5893547" y="3149865"/>
            <a:ext cx="314861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与零元 </a:t>
            </a:r>
            <a:r>
              <a:rPr lang="en-US" altLang="zh-CN" sz="2800" b="1" i="1" dirty="0">
                <a:ea typeface="楷体_GB2312" pitchFamily="49" charset="-122"/>
              </a:rPr>
              <a:t>O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的距离为</a:t>
            </a:r>
          </a:p>
        </p:txBody>
      </p:sp>
      <p:graphicFrame>
        <p:nvGraphicFramePr>
          <p:cNvPr id="14542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2653611"/>
              </p:ext>
            </p:extLst>
          </p:nvPr>
        </p:nvGraphicFramePr>
        <p:xfrm>
          <a:off x="4140947" y="3770598"/>
          <a:ext cx="35052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62" name="公式" r:id="rId13" imgW="3495541" imgH="552579" progId="Equation.3">
                  <p:embed/>
                </p:oleObj>
              </mc:Choice>
              <mc:Fallback>
                <p:oleObj name="公式" r:id="rId13" imgW="3495541" imgH="5525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947" y="3770598"/>
                        <a:ext cx="35052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2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4063349"/>
              </p:ext>
            </p:extLst>
          </p:nvPr>
        </p:nvGraphicFramePr>
        <p:xfrm>
          <a:off x="1769443" y="4443287"/>
          <a:ext cx="4673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63" name="公式" r:id="rId15" imgW="4667084" imgH="447624" progId="Equation.3">
                  <p:embed/>
                </p:oleObj>
              </mc:Choice>
              <mc:Fallback>
                <p:oleObj name="公式" r:id="rId15" imgW="4667084" imgH="4476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9443" y="4443287"/>
                        <a:ext cx="4673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2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5038573"/>
              </p:ext>
            </p:extLst>
          </p:nvPr>
        </p:nvGraphicFramePr>
        <p:xfrm>
          <a:off x="2300921" y="4965546"/>
          <a:ext cx="6070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64" name="公式" r:id="rId17" imgW="6057943" imgH="514350" progId="Equation.3">
                  <p:embed/>
                </p:oleObj>
              </mc:Choice>
              <mc:Fallback>
                <p:oleObj name="公式" r:id="rId17" imgW="6057943" imgH="514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0921" y="4965546"/>
                        <a:ext cx="6070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42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2135422"/>
              </p:ext>
            </p:extLst>
          </p:nvPr>
        </p:nvGraphicFramePr>
        <p:xfrm>
          <a:off x="8544272" y="5041746"/>
          <a:ext cx="18288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65" name="公式" r:id="rId19" imgW="1819430" imgH="438240" progId="Equation.3">
                  <p:embed/>
                </p:oleObj>
              </mc:Choice>
              <mc:Fallback>
                <p:oleObj name="公式" r:id="rId19" imgW="1819430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4272" y="5041746"/>
                        <a:ext cx="18288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4182219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5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54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5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5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54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5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5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5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5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23" grpId="0" build="p" autoUpdateAnimBg="0"/>
      <p:bldP spid="145425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1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24912"/>
              </p:ext>
            </p:extLst>
          </p:nvPr>
        </p:nvGraphicFramePr>
        <p:xfrm>
          <a:off x="6326188" y="5496592"/>
          <a:ext cx="39751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2" name="公式" r:id="rId3" imgW="3962284" imgH="685684" progId="Equation.3">
                  <p:embed/>
                </p:oleObj>
              </mc:Choice>
              <mc:Fallback>
                <p:oleObj name="公式" r:id="rId3" imgW="3962284" imgH="68568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6188" y="5496592"/>
                        <a:ext cx="39751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7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8437674"/>
              </p:ext>
            </p:extLst>
          </p:nvPr>
        </p:nvGraphicFramePr>
        <p:xfrm>
          <a:off x="8269646" y="5725192"/>
          <a:ext cx="17526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3" name="公式" r:id="rId5" imgW="1743086" imgH="457354" progId="Equation.3">
                  <p:embed/>
                </p:oleObj>
              </mc:Choice>
              <mc:Fallback>
                <p:oleObj name="公式" r:id="rId5" imgW="1743086" imgH="4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69646" y="5725192"/>
                        <a:ext cx="17526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173" name="Text Box 5"/>
          <p:cNvSpPr txBox="1">
            <a:spLocks noChangeArrowheads="1"/>
          </p:cNvSpPr>
          <p:nvPr/>
        </p:nvSpPr>
        <p:spPr bwMode="auto">
          <a:xfrm>
            <a:off x="2145967" y="874247"/>
            <a:ext cx="149764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 smtClean="0">
                <a:solidFill>
                  <a:srgbClr val="FF0000"/>
                </a:solidFill>
                <a:ea typeface="楷体_GB2312" pitchFamily="49" charset="-122"/>
              </a:rPr>
              <a:t>B. </a:t>
            </a:r>
            <a:r>
              <a:rPr lang="zh-CN" altLang="en-US" sz="2800" b="1" dirty="0" smtClean="0">
                <a:solidFill>
                  <a:srgbClr val="FF0000"/>
                </a:solidFill>
                <a:ea typeface="楷体_GB2312" pitchFamily="49" charset="-122"/>
              </a:rPr>
              <a:t>邻域</a:t>
            </a:r>
            <a:endParaRPr lang="zh-CN" altLang="en-US" sz="2800" b="1" dirty="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135174" name="Text Box 6"/>
          <p:cNvSpPr txBox="1">
            <a:spLocks noChangeArrowheads="1"/>
          </p:cNvSpPr>
          <p:nvPr/>
        </p:nvSpPr>
        <p:spPr bwMode="auto">
          <a:xfrm>
            <a:off x="2667000" y="1524001"/>
            <a:ext cx="1676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点集</a:t>
            </a:r>
          </a:p>
        </p:txBody>
      </p:sp>
      <p:graphicFrame>
        <p:nvGraphicFramePr>
          <p:cNvPr id="135175" name="Object 7"/>
          <p:cNvGraphicFramePr>
            <a:graphicFrameLocks noChangeAspect="1"/>
          </p:cNvGraphicFramePr>
          <p:nvPr/>
        </p:nvGraphicFramePr>
        <p:xfrm>
          <a:off x="3575050" y="1628775"/>
          <a:ext cx="3670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4" name="公式" r:id="rId7" imgW="3657600" imgH="438240" progId="Equation.3">
                  <p:embed/>
                </p:oleObj>
              </mc:Choice>
              <mc:Fallback>
                <p:oleObj name="公式" r:id="rId7" imgW="3657600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5050" y="1628775"/>
                        <a:ext cx="36703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176" name="Text Box 8"/>
          <p:cNvSpPr txBox="1">
            <a:spLocks noChangeArrowheads="1"/>
          </p:cNvSpPr>
          <p:nvPr/>
        </p:nvSpPr>
        <p:spPr bwMode="auto">
          <a:xfrm>
            <a:off x="7162800" y="1538288"/>
            <a:ext cx="3200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称为点 </a:t>
            </a:r>
            <a:r>
              <a:rPr lang="en-US" altLang="zh-CN" sz="2800" b="1" i="1" dirty="0">
                <a:ea typeface="楷体_GB2312" pitchFamily="49" charset="-122"/>
              </a:rPr>
              <a:t>P</a:t>
            </a:r>
            <a:r>
              <a:rPr lang="en-US" altLang="zh-CN" sz="2800" b="1" baseline="-25000" dirty="0">
                <a:ea typeface="楷体_GB2312" pitchFamily="49" charset="-122"/>
              </a:rPr>
              <a:t>0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2800" b="1" dirty="0">
                <a:solidFill>
                  <a:srgbClr val="1A0A92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邻域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35177" name="Text Box 9"/>
          <p:cNvSpPr txBox="1">
            <a:spLocks noChangeArrowheads="1"/>
          </p:cNvSpPr>
          <p:nvPr/>
        </p:nvSpPr>
        <p:spPr bwMode="auto">
          <a:xfrm>
            <a:off x="2133600" y="2071688"/>
            <a:ext cx="274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1A0A92"/>
                </a:solidFill>
                <a:latin typeface="楷体_GB2312" pitchFamily="49" charset="-122"/>
                <a:ea typeface="楷体_GB2312" pitchFamily="49" charset="-122"/>
              </a:rPr>
              <a:t>例如</a:t>
            </a:r>
            <a:r>
              <a:rPr lang="en-US" altLang="zh-CN" sz="2800" b="1" dirty="0">
                <a:solidFill>
                  <a:srgbClr val="1A0A92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在平面上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,</a:t>
            </a:r>
          </a:p>
        </p:txBody>
      </p:sp>
      <p:graphicFrame>
        <p:nvGraphicFramePr>
          <p:cNvPr id="135178" name="Object 10"/>
          <p:cNvGraphicFramePr>
            <a:graphicFrameLocks/>
          </p:cNvGraphicFramePr>
          <p:nvPr/>
        </p:nvGraphicFramePr>
        <p:xfrm>
          <a:off x="2387600" y="2743200"/>
          <a:ext cx="6548438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5" name="公式" r:id="rId9" imgW="6543773" imgH="438240" progId="Equation.3">
                  <p:embed/>
                </p:oleObj>
              </mc:Choice>
              <mc:Fallback>
                <p:oleObj name="公式" r:id="rId9" imgW="6543773" imgH="43824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7600" y="2743200"/>
                        <a:ext cx="6548438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179" name="Text Box 11"/>
          <p:cNvSpPr txBox="1">
            <a:spLocks noChangeArrowheads="1"/>
          </p:cNvSpPr>
          <p:nvPr/>
        </p:nvSpPr>
        <p:spPr bwMode="auto">
          <a:xfrm>
            <a:off x="8915400" y="26670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圆邻域</a:t>
            </a:r>
            <a:r>
              <a:rPr lang="en-US" altLang="zh-CN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</p:txBody>
      </p:sp>
      <p:sp>
        <p:nvSpPr>
          <p:cNvPr id="135180" name="Text Box 12"/>
          <p:cNvSpPr txBox="1">
            <a:spLocks noChangeArrowheads="1"/>
          </p:cNvSpPr>
          <p:nvPr/>
        </p:nvSpPr>
        <p:spPr bwMode="auto">
          <a:xfrm>
            <a:off x="2133600" y="3276601"/>
            <a:ext cx="182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在空间中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,</a:t>
            </a:r>
          </a:p>
        </p:txBody>
      </p:sp>
      <p:graphicFrame>
        <p:nvGraphicFramePr>
          <p:cNvPr id="135181" name="Object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6623613"/>
              </p:ext>
            </p:extLst>
          </p:nvPr>
        </p:nvGraphicFramePr>
        <p:xfrm>
          <a:off x="2270919" y="3900488"/>
          <a:ext cx="83026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6" name="公式" r:id="rId11" imgW="8296228" imgH="438240" progId="Equation.3">
                  <p:embed/>
                </p:oleObj>
              </mc:Choice>
              <mc:Fallback>
                <p:oleObj name="公式" r:id="rId11" imgW="8296228" imgH="43824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0919" y="3900488"/>
                        <a:ext cx="830262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182" name="Text Box 14"/>
          <p:cNvSpPr txBox="1">
            <a:spLocks noChangeArrowheads="1"/>
          </p:cNvSpPr>
          <p:nvPr/>
        </p:nvSpPr>
        <p:spPr bwMode="auto">
          <a:xfrm>
            <a:off x="8763000" y="4281488"/>
            <a:ext cx="167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球邻域</a:t>
            </a:r>
            <a:r>
              <a:rPr lang="en-US" altLang="zh-CN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</p:txBody>
      </p:sp>
      <p:sp>
        <p:nvSpPr>
          <p:cNvPr id="135183" name="Text Box 15"/>
          <p:cNvSpPr txBox="1">
            <a:spLocks noChangeArrowheads="1"/>
          </p:cNvSpPr>
          <p:nvPr/>
        </p:nvSpPr>
        <p:spPr bwMode="auto">
          <a:xfrm>
            <a:off x="2209800" y="4876801"/>
            <a:ext cx="716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1A0A92"/>
                </a:solidFill>
                <a:latin typeface="楷体_GB2312" pitchFamily="49" charset="-122"/>
                <a:ea typeface="楷体_GB2312" pitchFamily="49" charset="-122"/>
              </a:rPr>
              <a:t>说明：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若不需要强调邻域半径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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,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也可写成</a:t>
            </a:r>
          </a:p>
        </p:txBody>
      </p:sp>
      <p:graphicFrame>
        <p:nvGraphicFramePr>
          <p:cNvPr id="135184" name="Object 16"/>
          <p:cNvGraphicFramePr>
            <a:graphicFrameLocks noChangeAspect="1"/>
          </p:cNvGraphicFramePr>
          <p:nvPr/>
        </p:nvGraphicFramePr>
        <p:xfrm>
          <a:off x="8982075" y="4948238"/>
          <a:ext cx="1054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7" name="公式" r:id="rId13" imgW="1047656" imgH="419126" progId="Equation.3">
                  <p:embed/>
                </p:oleObj>
              </mc:Choice>
              <mc:Fallback>
                <p:oleObj name="公式" r:id="rId13" imgW="1047656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2075" y="4948238"/>
                        <a:ext cx="1054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185" name="Text Box 17"/>
          <p:cNvSpPr txBox="1">
            <a:spLocks noChangeArrowheads="1"/>
          </p:cNvSpPr>
          <p:nvPr/>
        </p:nvSpPr>
        <p:spPr bwMode="auto">
          <a:xfrm>
            <a:off x="2705100" y="5634705"/>
            <a:ext cx="434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点 </a:t>
            </a:r>
            <a:r>
              <a:rPr lang="en-US" altLang="zh-CN" sz="2800" b="1" i="1" dirty="0">
                <a:ea typeface="楷体_GB2312" pitchFamily="49" charset="-122"/>
              </a:rPr>
              <a:t>P</a:t>
            </a:r>
            <a:r>
              <a:rPr lang="en-US" altLang="zh-CN" sz="2800" b="1" baseline="-25000" dirty="0">
                <a:ea typeface="楷体_GB2312" pitchFamily="49" charset="-122"/>
              </a:rPr>
              <a:t>0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的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去心邻域</a:t>
            </a:r>
            <a:r>
              <a:rPr lang="zh-CN" altLang="en-US" sz="2800" b="1" dirty="0">
                <a:ea typeface="楷体_GB2312" pitchFamily="49" charset="-122"/>
              </a:rPr>
              <a:t>记为</a:t>
            </a:r>
          </a:p>
        </p:txBody>
      </p:sp>
      <p:graphicFrame>
        <p:nvGraphicFramePr>
          <p:cNvPr id="135186" name="Object 18"/>
          <p:cNvGraphicFramePr>
            <a:graphicFrameLocks noChangeAspect="1"/>
          </p:cNvGraphicFramePr>
          <p:nvPr/>
        </p:nvGraphicFramePr>
        <p:xfrm>
          <a:off x="5803901" y="1600201"/>
          <a:ext cx="1236663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8" name="公式" r:id="rId15" imgW="1209715" imgH="457354" progId="Equation.3">
                  <p:embed/>
                </p:oleObj>
              </mc:Choice>
              <mc:Fallback>
                <p:oleObj name="公式" r:id="rId15" imgW="1209715" imgH="4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901" y="1600201"/>
                        <a:ext cx="1236663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87" name="Object 19"/>
          <p:cNvGraphicFramePr>
            <a:graphicFrameLocks noChangeAspect="1"/>
          </p:cNvGraphicFramePr>
          <p:nvPr/>
        </p:nvGraphicFramePr>
        <p:xfrm>
          <a:off x="5067300" y="2638426"/>
          <a:ext cx="37973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9" name="公式" r:id="rId17" imgW="3790856" imgH="552579" progId="Equation.3">
                  <p:embed/>
                </p:oleObj>
              </mc:Choice>
              <mc:Fallback>
                <p:oleObj name="公式" r:id="rId17" imgW="3790856" imgH="5525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7300" y="2638426"/>
                        <a:ext cx="37973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188" name="Object 20"/>
          <p:cNvGraphicFramePr>
            <a:graphicFrameLocks noChangeAspect="1"/>
          </p:cNvGraphicFramePr>
          <p:nvPr/>
        </p:nvGraphicFramePr>
        <p:xfrm>
          <a:off x="5008563" y="3816350"/>
          <a:ext cx="5345112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0" name="公式" r:id="rId19" imgW="5505486" imgH="552579" progId="Equation.3">
                  <p:embed/>
                </p:oleObj>
              </mc:Choice>
              <mc:Fallback>
                <p:oleObj name="公式" r:id="rId19" imgW="5505486" imgH="5525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8563" y="3816350"/>
                        <a:ext cx="5345112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124033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5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5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5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5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5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5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5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5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5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5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5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5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35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5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51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5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35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4" grpId="0" autoUpdateAnimBg="0"/>
      <p:bldP spid="135176" grpId="0" autoUpdateAnimBg="0"/>
      <p:bldP spid="135177" grpId="0" autoUpdateAnimBg="0"/>
      <p:bldP spid="135179" grpId="0" autoUpdateAnimBg="0"/>
      <p:bldP spid="135180" grpId="0" autoUpdateAnimBg="0"/>
      <p:bldP spid="135182" grpId="0" autoUpdateAnimBg="0"/>
      <p:bldP spid="135183" grpId="0" autoUpdateAnimBg="0"/>
      <p:bldP spid="135185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Oval 2"/>
          <p:cNvSpPr>
            <a:spLocks noChangeArrowheads="1"/>
          </p:cNvSpPr>
          <p:nvPr/>
        </p:nvSpPr>
        <p:spPr bwMode="auto">
          <a:xfrm>
            <a:off x="4800600" y="1881982"/>
            <a:ext cx="2286000" cy="2286000"/>
          </a:xfrm>
          <a:prstGeom prst="ellipse">
            <a:avLst/>
          </a:prstGeom>
          <a:solidFill>
            <a:srgbClr val="006600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6195" name="Rectangle 3"/>
          <p:cNvSpPr>
            <a:spLocks noChangeArrowheads="1"/>
          </p:cNvSpPr>
          <p:nvPr/>
        </p:nvSpPr>
        <p:spPr bwMode="auto">
          <a:xfrm>
            <a:off x="5181600" y="2209800"/>
            <a:ext cx="1524000" cy="1676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6196" name="Oval 4"/>
          <p:cNvSpPr>
            <a:spLocks noChangeArrowheads="1"/>
          </p:cNvSpPr>
          <p:nvPr/>
        </p:nvSpPr>
        <p:spPr bwMode="auto">
          <a:xfrm>
            <a:off x="5181600" y="2209800"/>
            <a:ext cx="1524000" cy="1676400"/>
          </a:xfrm>
          <a:prstGeom prst="ellipse">
            <a:avLst/>
          </a:prstGeom>
          <a:solidFill>
            <a:srgbClr val="B2B2B2"/>
          </a:solidFill>
          <a:ln w="9525">
            <a:solidFill>
              <a:schemeClr val="bg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2505076" y="752450"/>
            <a:ext cx="609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在讨论实际问题中也常使用方邻域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,</a:t>
            </a:r>
          </a:p>
        </p:txBody>
      </p:sp>
      <p:sp>
        <p:nvSpPr>
          <p:cNvPr id="136198" name="Text Box 6"/>
          <p:cNvSpPr txBox="1">
            <a:spLocks noChangeArrowheads="1"/>
          </p:cNvSpPr>
          <p:nvPr/>
        </p:nvSpPr>
        <p:spPr bwMode="auto">
          <a:xfrm>
            <a:off x="2133600" y="4191001"/>
            <a:ext cx="327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平面上的方邻域为</a:t>
            </a:r>
          </a:p>
        </p:txBody>
      </p:sp>
      <p:graphicFrame>
        <p:nvGraphicFramePr>
          <p:cNvPr id="136199" name="Object 7"/>
          <p:cNvGraphicFramePr>
            <a:graphicFrameLocks noChangeAspect="1"/>
          </p:cNvGraphicFramePr>
          <p:nvPr/>
        </p:nvGraphicFramePr>
        <p:xfrm>
          <a:off x="3181351" y="4859339"/>
          <a:ext cx="638651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2" name="公式" r:id="rId3" imgW="6315086" imgH="438240" progId="Equation.3">
                  <p:embed/>
                </p:oleObj>
              </mc:Choice>
              <mc:Fallback>
                <p:oleObj name="公式" r:id="rId3" imgW="6315086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1351" y="4859339"/>
                        <a:ext cx="638651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6200" name="Group 8"/>
          <p:cNvGrpSpPr>
            <a:grpSpLocks/>
          </p:cNvGrpSpPr>
          <p:nvPr/>
        </p:nvGrpSpPr>
        <p:grpSpPr bwMode="auto">
          <a:xfrm>
            <a:off x="5791200" y="2667000"/>
            <a:ext cx="838200" cy="800100"/>
            <a:chOff x="4656" y="1392"/>
            <a:chExt cx="528" cy="504"/>
          </a:xfrm>
        </p:grpSpPr>
        <p:sp>
          <p:nvSpPr>
            <p:cNvPr id="5140" name="Text Box 9"/>
            <p:cNvSpPr txBox="1">
              <a:spLocks noChangeArrowheads="1"/>
            </p:cNvSpPr>
            <p:nvPr/>
          </p:nvSpPr>
          <p:spPr bwMode="auto">
            <a:xfrm>
              <a:off x="4656" y="1392"/>
              <a:ext cx="5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sz="2800" b="1">
                  <a:ea typeface="仿宋_GB2312" pitchFamily="49" charset="-122"/>
                </a:rPr>
                <a:t>。</a:t>
              </a:r>
            </a:p>
          </p:txBody>
        </p:sp>
        <p:graphicFrame>
          <p:nvGraphicFramePr>
            <p:cNvPr id="5141" name="Object 10"/>
            <p:cNvGraphicFramePr>
              <a:graphicFrameLocks noChangeAspect="1"/>
            </p:cNvGraphicFramePr>
            <p:nvPr/>
          </p:nvGraphicFramePr>
          <p:xfrm>
            <a:off x="4773" y="1488"/>
            <a:ext cx="315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3" name="公式" r:id="rId5" imgW="171428" imgH="218946" progId="Equation.3">
                    <p:embed/>
                  </p:oleObj>
                </mc:Choice>
                <mc:Fallback>
                  <p:oleObj name="公式" r:id="rId5" imgW="171428" imgH="2189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73" y="1488"/>
                          <a:ext cx="315" cy="4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6203" name="Text Box 11"/>
          <p:cNvSpPr txBox="1">
            <a:spLocks noChangeArrowheads="1"/>
          </p:cNvSpPr>
          <p:nvPr/>
        </p:nvSpPr>
        <p:spPr bwMode="auto">
          <a:xfrm>
            <a:off x="8196264" y="744514"/>
            <a:ext cx="2743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因为方邻域与圆</a:t>
            </a:r>
          </a:p>
        </p:txBody>
      </p:sp>
      <p:sp>
        <p:nvSpPr>
          <p:cNvPr id="136204" name="Text Box 12"/>
          <p:cNvSpPr txBox="1">
            <a:spLocks noChangeArrowheads="1"/>
          </p:cNvSpPr>
          <p:nvPr/>
        </p:nvSpPr>
        <p:spPr bwMode="auto">
          <a:xfrm>
            <a:off x="1844386" y="1362870"/>
            <a:ext cx="3352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邻域可以互相包含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136205" name="Object 13"/>
          <p:cNvGraphicFramePr>
            <a:graphicFrameLocks noChangeAspect="1"/>
          </p:cNvGraphicFramePr>
          <p:nvPr/>
        </p:nvGraphicFramePr>
        <p:xfrm>
          <a:off x="5956301" y="4845050"/>
          <a:ext cx="17510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4" name="公式" r:id="rId7" imgW="1733716" imgH="457354" progId="Equation.3">
                  <p:embed/>
                </p:oleObj>
              </mc:Choice>
              <mc:Fallback>
                <p:oleObj name="公式" r:id="rId7" imgW="1733716" imgH="4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6301" y="4845050"/>
                        <a:ext cx="17510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206" name="Object 14"/>
          <p:cNvGraphicFramePr>
            <a:graphicFrameLocks noChangeAspect="1"/>
          </p:cNvGraphicFramePr>
          <p:nvPr/>
        </p:nvGraphicFramePr>
        <p:xfrm>
          <a:off x="7831139" y="4835525"/>
          <a:ext cx="1539875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5" name="公式" r:id="rId9" imgW="1600113" imgH="457354" progId="Equation.3">
                  <p:embed/>
                </p:oleObj>
              </mc:Choice>
              <mc:Fallback>
                <p:oleObj name="公式" r:id="rId9" imgW="1600113" imgH="4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31139" y="4835525"/>
                        <a:ext cx="1539875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918139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6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6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6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6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6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136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6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6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6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6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4" grpId="0" animBg="1"/>
      <p:bldP spid="136195" grpId="0" animBg="1"/>
      <p:bldP spid="136196" grpId="0" animBg="1"/>
      <p:bldP spid="136198" grpId="0" autoUpdateAnimBg="0"/>
      <p:bldP spid="136203" grpId="0" autoUpdateAnimBg="0"/>
      <p:bldP spid="136204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Freeform 2"/>
          <p:cNvSpPr>
            <a:spLocks/>
          </p:cNvSpPr>
          <p:nvPr/>
        </p:nvSpPr>
        <p:spPr bwMode="auto">
          <a:xfrm>
            <a:off x="7391400" y="762000"/>
            <a:ext cx="2438400" cy="1295400"/>
          </a:xfrm>
          <a:custGeom>
            <a:avLst/>
            <a:gdLst>
              <a:gd name="T0" fmla="*/ 483185 w 1736"/>
              <a:gd name="T1" fmla="*/ 151657 h 1640"/>
              <a:gd name="T2" fmla="*/ 11237 w 1736"/>
              <a:gd name="T3" fmla="*/ 417056 h 1640"/>
              <a:gd name="T4" fmla="*/ 415764 w 1736"/>
              <a:gd name="T5" fmla="*/ 947854 h 1640"/>
              <a:gd name="T6" fmla="*/ 1089976 w 1736"/>
              <a:gd name="T7" fmla="*/ 1213253 h 1640"/>
              <a:gd name="T8" fmla="*/ 1899030 w 1736"/>
              <a:gd name="T9" fmla="*/ 1251167 h 1640"/>
              <a:gd name="T10" fmla="*/ 2370979 w 1736"/>
              <a:gd name="T11" fmla="*/ 947854 h 1640"/>
              <a:gd name="T12" fmla="*/ 2303558 w 1736"/>
              <a:gd name="T13" fmla="*/ 568712 h 1640"/>
              <a:gd name="T14" fmla="*/ 1899030 w 1736"/>
              <a:gd name="T15" fmla="*/ 265399 h 1640"/>
              <a:gd name="T16" fmla="*/ 1359661 w 1736"/>
              <a:gd name="T17" fmla="*/ 37914 h 1640"/>
              <a:gd name="T18" fmla="*/ 752870 w 1736"/>
              <a:gd name="T19" fmla="*/ 37914 h 1640"/>
              <a:gd name="T20" fmla="*/ 483185 w 1736"/>
              <a:gd name="T21" fmla="*/ 151657 h 164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1736" h="1640">
                <a:moveTo>
                  <a:pt x="344" y="192"/>
                </a:moveTo>
                <a:cubicBezTo>
                  <a:pt x="256" y="272"/>
                  <a:pt x="16" y="360"/>
                  <a:pt x="8" y="528"/>
                </a:cubicBezTo>
                <a:cubicBezTo>
                  <a:pt x="0" y="696"/>
                  <a:pt x="168" y="1032"/>
                  <a:pt x="296" y="1200"/>
                </a:cubicBezTo>
                <a:cubicBezTo>
                  <a:pt x="424" y="1368"/>
                  <a:pt x="600" y="1472"/>
                  <a:pt x="776" y="1536"/>
                </a:cubicBezTo>
                <a:cubicBezTo>
                  <a:pt x="952" y="1600"/>
                  <a:pt x="1200" y="1640"/>
                  <a:pt x="1352" y="1584"/>
                </a:cubicBezTo>
                <a:cubicBezTo>
                  <a:pt x="1504" y="1528"/>
                  <a:pt x="1640" y="1344"/>
                  <a:pt x="1688" y="1200"/>
                </a:cubicBezTo>
                <a:cubicBezTo>
                  <a:pt x="1736" y="1056"/>
                  <a:pt x="1696" y="864"/>
                  <a:pt x="1640" y="720"/>
                </a:cubicBezTo>
                <a:cubicBezTo>
                  <a:pt x="1584" y="576"/>
                  <a:pt x="1464" y="448"/>
                  <a:pt x="1352" y="336"/>
                </a:cubicBezTo>
                <a:cubicBezTo>
                  <a:pt x="1240" y="224"/>
                  <a:pt x="1104" y="96"/>
                  <a:pt x="968" y="48"/>
                </a:cubicBezTo>
                <a:cubicBezTo>
                  <a:pt x="832" y="0"/>
                  <a:pt x="640" y="24"/>
                  <a:pt x="536" y="48"/>
                </a:cubicBezTo>
                <a:cubicBezTo>
                  <a:pt x="432" y="72"/>
                  <a:pt x="432" y="112"/>
                  <a:pt x="344" y="192"/>
                </a:cubicBezTo>
                <a:close/>
              </a:path>
            </a:pathLst>
          </a:custGeom>
          <a:solidFill>
            <a:srgbClr val="3366CC"/>
          </a:solidFill>
          <a:ln w="9525">
            <a:solidFill>
              <a:srgbClr val="0033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2113349" y="296741"/>
            <a:ext cx="1606387" cy="668803"/>
          </a:xfrm>
          <a:noFill/>
        </p:spPr>
        <p:txBody>
          <a:bodyPr/>
          <a:lstStyle/>
          <a:p>
            <a:pPr algn="l" eaLnBrk="1" hangingPunct="1"/>
            <a:r>
              <a:rPr lang="en-US" altLang="zh-CN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C.</a:t>
            </a:r>
            <a:r>
              <a:rPr lang="en-US" altLang="zh-CN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区域</a:t>
            </a:r>
          </a:p>
        </p:txBody>
      </p:sp>
      <p:sp>
        <p:nvSpPr>
          <p:cNvPr id="137220" name="Text Box 4"/>
          <p:cNvSpPr txBox="1">
            <a:spLocks noChangeArrowheads="1"/>
          </p:cNvSpPr>
          <p:nvPr/>
        </p:nvSpPr>
        <p:spPr bwMode="auto">
          <a:xfrm>
            <a:off x="2133600" y="990601"/>
            <a:ext cx="4267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(1)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内点、外点、边界点</a:t>
            </a:r>
          </a:p>
        </p:txBody>
      </p:sp>
      <p:sp>
        <p:nvSpPr>
          <p:cNvPr id="137221" name="Text Box 5"/>
          <p:cNvSpPr txBox="1">
            <a:spLocks noChangeArrowheads="1"/>
          </p:cNvSpPr>
          <p:nvPr/>
        </p:nvSpPr>
        <p:spPr bwMode="auto">
          <a:xfrm>
            <a:off x="2667000" y="1538288"/>
            <a:ext cx="381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设有点集</a:t>
            </a:r>
            <a:r>
              <a:rPr lang="zh-CN" altLang="en-US" sz="2800" b="1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en-US" altLang="zh-CN" sz="2800" b="1" i="1" dirty="0">
                <a:solidFill>
                  <a:srgbClr val="1A0A92"/>
                </a:solidFill>
                <a:ea typeface="楷体_GB2312" pitchFamily="49" charset="-122"/>
              </a:rPr>
              <a:t>E</a:t>
            </a:r>
            <a:r>
              <a:rPr lang="en-US" altLang="zh-CN" sz="2800" b="1" dirty="0">
                <a:solidFill>
                  <a:srgbClr val="FF66FF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及一点</a:t>
            </a:r>
            <a:r>
              <a:rPr lang="zh-CN" altLang="en-US" sz="2800" b="1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en-US" altLang="zh-CN" sz="2800" b="1" i="1" dirty="0">
                <a:solidFill>
                  <a:srgbClr val="1A0A92"/>
                </a:solidFill>
                <a:ea typeface="楷体_GB2312" pitchFamily="49" charset="-122"/>
              </a:rPr>
              <a:t>P</a:t>
            </a:r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</a:rPr>
              <a:t> :</a:t>
            </a:r>
            <a:endParaRPr lang="en-US" altLang="zh-CN" sz="2800" b="1" dirty="0">
              <a:solidFill>
                <a:srgbClr val="FF66FF"/>
              </a:solidFill>
              <a:ea typeface="楷体_GB2312" pitchFamily="49" charset="-122"/>
            </a:endParaRPr>
          </a:p>
        </p:txBody>
      </p:sp>
      <p:sp>
        <p:nvSpPr>
          <p:cNvPr id="137222" name="Text Box 6"/>
          <p:cNvSpPr txBox="1">
            <a:spLocks noChangeArrowheads="1"/>
          </p:cNvSpPr>
          <p:nvPr/>
        </p:nvSpPr>
        <p:spPr bwMode="auto">
          <a:xfrm>
            <a:off x="2286000" y="2071688"/>
            <a:ext cx="5486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chemeClr val="tx2"/>
                </a:solidFill>
                <a:ea typeface="楷体_GB2312" pitchFamily="49" charset="-122"/>
                <a:sym typeface="Symbol" panose="05050102010706020507" pitchFamily="18" charset="2"/>
              </a:rPr>
              <a:t>  </a:t>
            </a:r>
            <a:r>
              <a:rPr lang="zh-CN" altLang="en-US" sz="2800" b="1">
                <a:ea typeface="楷体_GB2312" pitchFamily="49" charset="-122"/>
              </a:rPr>
              <a:t>若存在点 </a:t>
            </a:r>
            <a:r>
              <a:rPr lang="en-US" altLang="zh-CN" sz="2800" b="1" i="1">
                <a:ea typeface="楷体_GB2312" pitchFamily="49" charset="-122"/>
              </a:rPr>
              <a:t>P</a:t>
            </a: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的</a:t>
            </a:r>
            <a:r>
              <a:rPr lang="zh-CN" altLang="en-US" sz="2800" b="1">
                <a:solidFill>
                  <a:srgbClr val="FF0000"/>
                </a:solidFill>
                <a:ea typeface="楷体_GB2312" pitchFamily="49" charset="-122"/>
              </a:rPr>
              <a:t>某邻域</a:t>
            </a:r>
            <a:r>
              <a:rPr lang="zh-CN" altLang="en-US" sz="2800" b="1">
                <a:ea typeface="楷体_GB2312" pitchFamily="49" charset="-122"/>
              </a:rPr>
              <a:t> </a:t>
            </a:r>
            <a:r>
              <a:rPr lang="en-US" altLang="zh-CN" sz="2800" b="1" i="1">
                <a:ea typeface="楷体_GB2312" pitchFamily="49" charset="-122"/>
              </a:rPr>
              <a:t>U</a:t>
            </a:r>
            <a:r>
              <a:rPr lang="en-US" altLang="zh-CN" sz="2800" b="1">
                <a:ea typeface="楷体_GB2312" pitchFamily="49" charset="-122"/>
              </a:rPr>
              <a:t>(</a:t>
            </a:r>
            <a:r>
              <a:rPr lang="en-US" altLang="zh-CN" sz="2800" b="1" i="1">
                <a:ea typeface="楷体_GB2312" pitchFamily="49" charset="-122"/>
              </a:rPr>
              <a:t>P</a:t>
            </a:r>
            <a:r>
              <a:rPr lang="en-US" altLang="zh-CN" sz="2800" b="1">
                <a:ea typeface="楷体_GB2312" pitchFamily="49" charset="-122"/>
              </a:rPr>
              <a:t>)</a:t>
            </a:r>
            <a:r>
              <a:rPr lang="en-US" altLang="zh-CN" sz="2800" b="1">
                <a:ea typeface="楷体_GB2312" pitchFamily="49" charset="-122"/>
                <a:sym typeface="Symbol" panose="05050102010706020507" pitchFamily="18" charset="2"/>
              </a:rPr>
              <a:t> </a:t>
            </a:r>
            <a:r>
              <a:rPr lang="en-US" altLang="zh-CN" sz="2800" b="1" i="1"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en-US" altLang="zh-CN" sz="2800" b="1">
                <a:ea typeface="楷体_GB2312" pitchFamily="49" charset="-122"/>
                <a:sym typeface="Symbol" panose="05050102010706020507" pitchFamily="18" charset="2"/>
              </a:rPr>
              <a:t> ,</a:t>
            </a:r>
          </a:p>
        </p:txBody>
      </p:sp>
      <p:sp>
        <p:nvSpPr>
          <p:cNvPr id="137223" name="Text Box 7"/>
          <p:cNvSpPr txBox="1">
            <a:spLocks noChangeArrowheads="1"/>
          </p:cNvSpPr>
          <p:nvPr/>
        </p:nvSpPr>
        <p:spPr bwMode="auto">
          <a:xfrm>
            <a:off x="2286000" y="3138488"/>
            <a:ext cx="6172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chemeClr val="tx2"/>
                </a:solidFill>
                <a:ea typeface="楷体_GB2312" pitchFamily="49" charset="-122"/>
                <a:sym typeface="Symbol" panose="05050102010706020507" pitchFamily="18" charset="2"/>
              </a:rPr>
              <a:t>  </a:t>
            </a:r>
            <a:r>
              <a:rPr lang="zh-CN" altLang="en-US" sz="2800" b="1">
                <a:ea typeface="楷体_GB2312" pitchFamily="49" charset="-122"/>
              </a:rPr>
              <a:t>若存在点 </a:t>
            </a:r>
            <a:r>
              <a:rPr lang="en-US" altLang="zh-CN" sz="2800" b="1" i="1">
                <a:ea typeface="楷体_GB2312" pitchFamily="49" charset="-122"/>
              </a:rPr>
              <a:t>P </a:t>
            </a:r>
            <a:r>
              <a:rPr lang="zh-CN" altLang="en-US" sz="2800" b="1">
                <a:ea typeface="楷体_GB2312" pitchFamily="49" charset="-122"/>
              </a:rPr>
              <a:t>的</a:t>
            </a:r>
            <a:r>
              <a:rPr lang="zh-CN" altLang="en-US" sz="2800" b="1">
                <a:solidFill>
                  <a:srgbClr val="FF0000"/>
                </a:solidFill>
                <a:ea typeface="楷体_GB2312" pitchFamily="49" charset="-122"/>
              </a:rPr>
              <a:t>某邻域</a:t>
            </a:r>
            <a:r>
              <a:rPr lang="zh-CN" altLang="en-US" sz="2800" b="1">
                <a:ea typeface="楷体_GB2312" pitchFamily="49" charset="-122"/>
              </a:rPr>
              <a:t> </a:t>
            </a:r>
            <a:r>
              <a:rPr lang="en-US" altLang="zh-CN" sz="2800" b="1" i="1">
                <a:ea typeface="楷体_GB2312" pitchFamily="49" charset="-122"/>
              </a:rPr>
              <a:t>U</a:t>
            </a:r>
            <a:r>
              <a:rPr lang="en-US" altLang="zh-CN" sz="2800" b="1">
                <a:ea typeface="楷体_GB2312" pitchFamily="49" charset="-122"/>
              </a:rPr>
              <a:t>(</a:t>
            </a:r>
            <a:r>
              <a:rPr lang="en-US" altLang="zh-CN" sz="2800" b="1" i="1">
                <a:ea typeface="楷体_GB2312" pitchFamily="49" charset="-122"/>
              </a:rPr>
              <a:t>P</a:t>
            </a:r>
            <a:r>
              <a:rPr lang="en-US" altLang="zh-CN" sz="2800" b="1">
                <a:ea typeface="楷体_GB2312" pitchFamily="49" charset="-122"/>
              </a:rPr>
              <a:t>)</a:t>
            </a:r>
            <a:r>
              <a:rPr lang="en-US" altLang="zh-CN" sz="2800" b="1">
                <a:ea typeface="楷体_GB2312" pitchFamily="49" charset="-122"/>
                <a:sym typeface="Symbol" panose="05050102010706020507" pitchFamily="18" charset="2"/>
              </a:rPr>
              <a:t>∩ </a:t>
            </a:r>
            <a:r>
              <a:rPr lang="en-US" altLang="zh-CN" sz="2800" b="1" i="1"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en-US" altLang="zh-CN" sz="2800" b="1">
                <a:ea typeface="楷体_GB2312" pitchFamily="49" charset="-122"/>
                <a:sym typeface="Symbol" panose="05050102010706020507" pitchFamily="18" charset="2"/>
              </a:rPr>
              <a:t> =  ,</a:t>
            </a:r>
          </a:p>
        </p:txBody>
      </p:sp>
      <p:sp>
        <p:nvSpPr>
          <p:cNvPr id="137224" name="Text Box 8"/>
          <p:cNvSpPr txBox="1">
            <a:spLocks noChangeArrowheads="1"/>
          </p:cNvSpPr>
          <p:nvPr/>
        </p:nvSpPr>
        <p:spPr bwMode="auto">
          <a:xfrm>
            <a:off x="2286000" y="4205288"/>
            <a:ext cx="830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lang="zh-CN" altLang="en-US" sz="2800" b="1" dirty="0">
                <a:ea typeface="楷体_GB2312" pitchFamily="49" charset="-122"/>
              </a:rPr>
              <a:t>若对点</a:t>
            </a:r>
            <a:r>
              <a:rPr lang="zh-CN" altLang="en-US" sz="2800" b="1" i="1" dirty="0">
                <a:ea typeface="楷体_GB2312" pitchFamily="49" charset="-122"/>
              </a:rPr>
              <a:t> </a:t>
            </a:r>
            <a:r>
              <a:rPr lang="en-US" altLang="zh-CN" sz="2800" b="1" i="1" dirty="0">
                <a:ea typeface="楷体_GB2312" pitchFamily="49" charset="-122"/>
              </a:rPr>
              <a:t>P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的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任一邻域</a:t>
            </a:r>
            <a:r>
              <a:rPr lang="zh-CN" altLang="en-US" sz="2800" b="1" dirty="0">
                <a:ea typeface="楷体_GB2312" pitchFamily="49" charset="-122"/>
              </a:rPr>
              <a:t> </a:t>
            </a:r>
            <a:r>
              <a:rPr lang="en-US" altLang="zh-CN" sz="2800" b="1" i="1" dirty="0">
                <a:ea typeface="楷体_GB2312" pitchFamily="49" charset="-122"/>
              </a:rPr>
              <a:t>U</a:t>
            </a:r>
            <a:r>
              <a:rPr lang="en-US" altLang="zh-CN" sz="2800" b="1" dirty="0">
                <a:ea typeface="楷体_GB2312" pitchFamily="49" charset="-122"/>
              </a:rPr>
              <a:t>(</a:t>
            </a:r>
            <a:r>
              <a:rPr lang="en-US" altLang="zh-CN" sz="2800" b="1" i="1" dirty="0">
                <a:ea typeface="楷体_GB2312" pitchFamily="49" charset="-122"/>
              </a:rPr>
              <a:t>P</a:t>
            </a:r>
            <a:r>
              <a:rPr lang="en-US" altLang="zh-CN" sz="2800" b="1" dirty="0">
                <a:ea typeface="楷体_GB2312" pitchFamily="49" charset="-122"/>
              </a:rPr>
              <a:t>) </a:t>
            </a:r>
            <a:r>
              <a:rPr lang="zh-CN" altLang="en-US" sz="2800" b="1" dirty="0">
                <a:ea typeface="楷体_GB2312" pitchFamily="49" charset="-122"/>
              </a:rPr>
              <a:t>既含</a:t>
            </a:r>
            <a:r>
              <a:rPr lang="zh-CN" altLang="en-US" sz="2800" b="1" dirty="0">
                <a:solidFill>
                  <a:srgbClr val="FF66FF"/>
                </a:solidFill>
                <a:ea typeface="楷体_GB2312" pitchFamily="49" charset="-122"/>
              </a:rPr>
              <a:t> 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中</a:t>
            </a:r>
            <a:r>
              <a:rPr lang="zh-CN" altLang="en-US" sz="2800" b="1" dirty="0" smtClean="0">
                <a:ea typeface="楷体_GB2312" pitchFamily="49" charset="-122"/>
                <a:sym typeface="Symbol" panose="05050102010706020507" pitchFamily="18" charset="2"/>
              </a:rPr>
              <a:t>的点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也含 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E</a:t>
            </a:r>
            <a:endParaRPr lang="en-US" altLang="zh-CN" sz="2800" b="1" dirty="0">
              <a:latin typeface="楷体_GB2312" pitchFamily="49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graphicFrame>
        <p:nvGraphicFramePr>
          <p:cNvPr id="137225" name="Object 9"/>
          <p:cNvGraphicFramePr>
            <a:graphicFrameLocks noChangeAspect="1"/>
          </p:cNvGraphicFramePr>
          <p:nvPr/>
        </p:nvGraphicFramePr>
        <p:xfrm>
          <a:off x="8623300" y="1066800"/>
          <a:ext cx="49053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公式" r:id="rId3" imgW="142973" imgH="152567" progId="Equation.3">
                  <p:embed/>
                </p:oleObj>
              </mc:Choice>
              <mc:Fallback>
                <p:oleObj name="公式" r:id="rId3" imgW="142973" imgH="15256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3300" y="1066800"/>
                        <a:ext cx="49053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226" name="Oval 10"/>
          <p:cNvSpPr>
            <a:spLocks noChangeArrowheads="1"/>
          </p:cNvSpPr>
          <p:nvPr/>
        </p:nvSpPr>
        <p:spPr bwMode="auto">
          <a:xfrm>
            <a:off x="7937500" y="990600"/>
            <a:ext cx="503238" cy="503238"/>
          </a:xfrm>
          <a:prstGeom prst="ellipse">
            <a:avLst/>
          </a:prstGeom>
          <a:solidFill>
            <a:schemeClr val="folHlink"/>
          </a:solidFill>
          <a:ln w="9525">
            <a:solidFill>
              <a:srgbClr val="FFFF00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7227" name="Text Box 11"/>
          <p:cNvSpPr txBox="1">
            <a:spLocks noChangeArrowheads="1"/>
          </p:cNvSpPr>
          <p:nvPr/>
        </p:nvSpPr>
        <p:spPr bwMode="auto">
          <a:xfrm>
            <a:off x="2667001" y="2605088"/>
            <a:ext cx="41497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则称 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P 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为 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的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  <a:sym typeface="Symbol" panose="05050102010706020507" pitchFamily="18" charset="2"/>
              </a:rPr>
              <a:t>内点</a:t>
            </a:r>
            <a:r>
              <a:rPr lang="zh-CN" altLang="en-US" sz="2800" b="1" dirty="0">
                <a:solidFill>
                  <a:schemeClr val="tx2"/>
                </a:solidFill>
                <a:ea typeface="楷体_GB2312" pitchFamily="49" charset="-122"/>
                <a:sym typeface="Symbol" panose="05050102010706020507" pitchFamily="18" charset="2"/>
              </a:rPr>
              <a:t>；</a:t>
            </a:r>
          </a:p>
        </p:txBody>
      </p:sp>
      <p:sp>
        <p:nvSpPr>
          <p:cNvPr id="137228" name="Text Box 12"/>
          <p:cNvSpPr txBox="1">
            <a:spLocks noChangeArrowheads="1"/>
          </p:cNvSpPr>
          <p:nvPr/>
        </p:nvSpPr>
        <p:spPr bwMode="auto">
          <a:xfrm>
            <a:off x="2667000" y="3671888"/>
            <a:ext cx="3505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则称 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P 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为 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的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  <a:sym typeface="Symbol" panose="05050102010706020507" pitchFamily="18" charset="2"/>
              </a:rPr>
              <a:t>外点 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;</a:t>
            </a:r>
          </a:p>
        </p:txBody>
      </p:sp>
      <p:sp>
        <p:nvSpPr>
          <p:cNvPr id="137229" name="Text Box 13"/>
          <p:cNvSpPr txBox="1">
            <a:spLocks noChangeArrowheads="1"/>
          </p:cNvSpPr>
          <p:nvPr/>
        </p:nvSpPr>
        <p:spPr bwMode="auto">
          <a:xfrm>
            <a:off x="4114800" y="4738688"/>
            <a:ext cx="3962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则称 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P 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为 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en-US" altLang="zh-CN" sz="2800" b="1" i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的</a:t>
            </a:r>
            <a:r>
              <a:rPr lang="zh-CN" altLang="en-US" sz="2800" b="1" dirty="0">
                <a:solidFill>
                  <a:srgbClr val="1A0A92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边界点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37236" name="Text Box 20"/>
          <p:cNvSpPr txBox="1">
            <a:spLocks noChangeArrowheads="1"/>
          </p:cNvSpPr>
          <p:nvPr/>
        </p:nvSpPr>
        <p:spPr bwMode="auto">
          <a:xfrm>
            <a:off x="2743200" y="4724400"/>
            <a:ext cx="144623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外的点 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,</a:t>
            </a:r>
            <a:endParaRPr lang="en-US" altLang="zh-CN" sz="3200" b="1" dirty="0">
              <a:ea typeface="楷体_GB2312" pitchFamily="49" charset="-122"/>
            </a:endParaRPr>
          </a:p>
        </p:txBody>
      </p:sp>
      <p:sp>
        <p:nvSpPr>
          <p:cNvPr id="137237" name="Oval 21"/>
          <p:cNvSpPr>
            <a:spLocks noChangeArrowheads="1"/>
          </p:cNvSpPr>
          <p:nvPr/>
        </p:nvSpPr>
        <p:spPr bwMode="auto">
          <a:xfrm>
            <a:off x="8166100" y="1219200"/>
            <a:ext cx="57150" cy="5715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137238" name="Group 22"/>
          <p:cNvGrpSpPr>
            <a:grpSpLocks/>
          </p:cNvGrpSpPr>
          <p:nvPr/>
        </p:nvGrpSpPr>
        <p:grpSpPr bwMode="auto">
          <a:xfrm>
            <a:off x="8229600" y="2057400"/>
            <a:ext cx="503238" cy="503238"/>
            <a:chOff x="4512" y="1987"/>
            <a:chExt cx="317" cy="317"/>
          </a:xfrm>
        </p:grpSpPr>
        <p:sp>
          <p:nvSpPr>
            <p:cNvPr id="6175" name="Oval 23"/>
            <p:cNvSpPr>
              <a:spLocks noChangeArrowheads="1"/>
            </p:cNvSpPr>
            <p:nvPr/>
          </p:nvSpPr>
          <p:spPr bwMode="auto">
            <a:xfrm>
              <a:off x="4512" y="1987"/>
              <a:ext cx="317" cy="317"/>
            </a:xfrm>
            <a:prstGeom prst="ellipse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rgbClr val="FFFF00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176" name="Oval 24"/>
            <p:cNvSpPr>
              <a:spLocks noChangeArrowheads="1"/>
            </p:cNvSpPr>
            <p:nvPr/>
          </p:nvSpPr>
          <p:spPr bwMode="auto">
            <a:xfrm>
              <a:off x="4654" y="2135"/>
              <a:ext cx="36" cy="3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37241" name="Group 25"/>
          <p:cNvGrpSpPr>
            <a:grpSpLocks/>
          </p:cNvGrpSpPr>
          <p:nvPr/>
        </p:nvGrpSpPr>
        <p:grpSpPr bwMode="auto">
          <a:xfrm>
            <a:off x="9021764" y="1782764"/>
            <a:ext cx="503237" cy="503237"/>
            <a:chOff x="5040" y="1728"/>
            <a:chExt cx="317" cy="317"/>
          </a:xfrm>
        </p:grpSpPr>
        <p:sp>
          <p:nvSpPr>
            <p:cNvPr id="6173" name="Oval 26"/>
            <p:cNvSpPr>
              <a:spLocks noChangeArrowheads="1"/>
            </p:cNvSpPr>
            <p:nvPr/>
          </p:nvSpPr>
          <p:spPr bwMode="auto">
            <a:xfrm>
              <a:off x="5040" y="1728"/>
              <a:ext cx="317" cy="317"/>
            </a:xfrm>
            <a:prstGeom prst="ellipse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rgbClr val="FFFF00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6174" name="Oval 27"/>
            <p:cNvSpPr>
              <a:spLocks noChangeArrowheads="1"/>
            </p:cNvSpPr>
            <p:nvPr/>
          </p:nvSpPr>
          <p:spPr bwMode="auto">
            <a:xfrm>
              <a:off x="5180" y="1874"/>
              <a:ext cx="36" cy="3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37244" name="Text Box 28"/>
          <p:cNvSpPr txBox="1">
            <a:spLocks noChangeArrowheads="1"/>
          </p:cNvSpPr>
          <p:nvPr/>
        </p:nvSpPr>
        <p:spPr bwMode="auto">
          <a:xfrm>
            <a:off x="2270126" y="5257800"/>
            <a:ext cx="417614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显然</a:t>
            </a:r>
            <a:r>
              <a:rPr lang="en-US" altLang="zh-CN" sz="2800" b="1">
                <a:ea typeface="楷体_GB2312" pitchFamily="49" charset="-122"/>
              </a:rPr>
              <a:t>, </a:t>
            </a:r>
            <a:r>
              <a:rPr lang="en-US" altLang="zh-CN" sz="2800" b="1" i="1">
                <a:ea typeface="楷体_GB2312" pitchFamily="49" charset="-122"/>
              </a:rPr>
              <a:t>E</a:t>
            </a: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的内点必属于 </a:t>
            </a:r>
            <a:r>
              <a:rPr lang="en-US" altLang="zh-CN" sz="2800" b="1" i="1">
                <a:ea typeface="楷体_GB2312" pitchFamily="49" charset="-122"/>
              </a:rPr>
              <a:t>E</a:t>
            </a:r>
            <a:r>
              <a:rPr lang="en-US" altLang="zh-CN" sz="2800" b="1">
                <a:ea typeface="楷体_GB2312" pitchFamily="49" charset="-122"/>
              </a:rPr>
              <a:t> , </a:t>
            </a:r>
          </a:p>
        </p:txBody>
      </p:sp>
      <p:sp>
        <p:nvSpPr>
          <p:cNvPr id="137245" name="Text Box 29"/>
          <p:cNvSpPr txBox="1">
            <a:spLocks noChangeArrowheads="1"/>
          </p:cNvSpPr>
          <p:nvPr/>
        </p:nvSpPr>
        <p:spPr bwMode="auto">
          <a:xfrm>
            <a:off x="6096000" y="5267325"/>
            <a:ext cx="37257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en-US" altLang="zh-CN" sz="2800" b="1" i="1">
                <a:ea typeface="楷体_GB2312" pitchFamily="49" charset="-122"/>
              </a:rPr>
              <a:t>E</a:t>
            </a: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的外点必不属于 </a:t>
            </a:r>
            <a:r>
              <a:rPr lang="en-US" altLang="zh-CN" sz="2800" b="1" i="1">
                <a:ea typeface="楷体_GB2312" pitchFamily="49" charset="-122"/>
              </a:rPr>
              <a:t>E</a:t>
            </a:r>
            <a:r>
              <a:rPr lang="en-US" altLang="zh-CN" sz="2800" b="1">
                <a:ea typeface="楷体_GB2312" pitchFamily="49" charset="-122"/>
              </a:rPr>
              <a:t> , </a:t>
            </a:r>
          </a:p>
        </p:txBody>
      </p:sp>
      <p:sp>
        <p:nvSpPr>
          <p:cNvPr id="137246" name="Text Box 30"/>
          <p:cNvSpPr txBox="1">
            <a:spLocks noChangeArrowheads="1"/>
          </p:cNvSpPr>
          <p:nvPr/>
        </p:nvSpPr>
        <p:spPr bwMode="auto">
          <a:xfrm>
            <a:off x="9580564" y="5267325"/>
            <a:ext cx="873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>
                <a:ea typeface="楷体_GB2312" pitchFamily="49" charset="-122"/>
              </a:rPr>
              <a:t>E</a:t>
            </a: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的</a:t>
            </a:r>
          </a:p>
        </p:txBody>
      </p:sp>
      <p:sp>
        <p:nvSpPr>
          <p:cNvPr id="137247" name="Text Box 31"/>
          <p:cNvSpPr txBox="1">
            <a:spLocks noChangeArrowheads="1"/>
          </p:cNvSpPr>
          <p:nvPr/>
        </p:nvSpPr>
        <p:spPr bwMode="auto">
          <a:xfrm>
            <a:off x="2889047" y="5820234"/>
            <a:ext cx="597952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边界点可能属于 </a:t>
            </a:r>
            <a:r>
              <a:rPr lang="en-US" altLang="zh-CN" sz="2800" b="1" i="1" dirty="0">
                <a:ea typeface="楷体_GB2312" pitchFamily="49" charset="-122"/>
              </a:rPr>
              <a:t>E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也可能不属于 </a:t>
            </a:r>
            <a:r>
              <a:rPr lang="en-US" altLang="zh-CN" sz="2800" b="1" i="1" dirty="0">
                <a:ea typeface="楷体_GB2312" pitchFamily="49" charset="-122"/>
              </a:rPr>
              <a:t>E</a:t>
            </a:r>
            <a:r>
              <a:rPr lang="en-US" altLang="zh-CN" sz="2800" b="1" dirty="0">
                <a:ea typeface="楷体_GB2312" pitchFamily="49" charset="-122"/>
              </a:rPr>
              <a:t> . </a:t>
            </a:r>
          </a:p>
        </p:txBody>
      </p:sp>
    </p:spTree>
    <p:extLst>
      <p:ext uri="{BB962C8B-B14F-4D97-AF65-F5344CB8AC3E}">
        <p14:creationId xmlns:p14="http://schemas.microsoft.com/office/powerpoint/2010/main" val="213814901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7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7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7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7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7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137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7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7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7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37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37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37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37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37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37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372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372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37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18" grpId="0" animBg="1"/>
      <p:bldP spid="137220" grpId="0" autoUpdateAnimBg="0"/>
      <p:bldP spid="137221" grpId="0" autoUpdateAnimBg="0"/>
      <p:bldP spid="137222" grpId="0" autoUpdateAnimBg="0"/>
      <p:bldP spid="137223" grpId="0" autoUpdateAnimBg="0"/>
      <p:bldP spid="137224" grpId="0" autoUpdateAnimBg="0"/>
      <p:bldP spid="137226" grpId="0" animBg="1"/>
      <p:bldP spid="137227" grpId="0" autoUpdateAnimBg="0"/>
      <p:bldP spid="137228" grpId="0" autoUpdateAnimBg="0"/>
      <p:bldP spid="137229" grpId="0" autoUpdateAnimBg="0"/>
      <p:bldP spid="137236" grpId="0" build="p" autoUpdateAnimBg="0" advAuto="0"/>
      <p:bldP spid="137237" grpId="0" animBg="1"/>
      <p:bldP spid="137244" grpId="0" build="p" autoUpdateAnimBg="0"/>
      <p:bldP spid="137245" grpId="0" build="p" autoUpdateAnimBg="0"/>
      <p:bldP spid="137246" grpId="0" build="p" autoUpdateAnimBg="0"/>
      <p:bldP spid="137247" grpId="0" build="p" autoUpdateAnimBg="0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33600" y="804082"/>
            <a:ext cx="2209800" cy="685800"/>
          </a:xfrm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(2)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聚点</a:t>
            </a:r>
          </a:p>
        </p:txBody>
      </p:sp>
      <p:sp>
        <p:nvSpPr>
          <p:cNvPr id="138243" name="Text Box 3"/>
          <p:cNvSpPr txBox="1">
            <a:spLocks noChangeArrowheads="1"/>
          </p:cNvSpPr>
          <p:nvPr/>
        </p:nvSpPr>
        <p:spPr bwMode="auto">
          <a:xfrm>
            <a:off x="2144713" y="1666096"/>
            <a:ext cx="3200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若对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任意给定的</a:t>
            </a: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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,</a:t>
            </a:r>
          </a:p>
        </p:txBody>
      </p:sp>
      <p:sp>
        <p:nvSpPr>
          <p:cNvPr id="138244" name="Text Box 4"/>
          <p:cNvSpPr txBox="1">
            <a:spLocks noChangeArrowheads="1"/>
          </p:cNvSpPr>
          <p:nvPr/>
        </p:nvSpPr>
        <p:spPr bwMode="auto">
          <a:xfrm>
            <a:off x="5146675" y="1671407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点</a:t>
            </a:r>
            <a:r>
              <a:rPr lang="en-US" altLang="zh-CN" sz="2800" b="1" i="1" dirty="0">
                <a:ea typeface="楷体_GB2312" pitchFamily="49" charset="-122"/>
              </a:rPr>
              <a:t>P</a:t>
            </a:r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的去心</a:t>
            </a:r>
          </a:p>
        </p:txBody>
      </p:sp>
      <p:graphicFrame>
        <p:nvGraphicFramePr>
          <p:cNvPr id="13825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5857245"/>
              </p:ext>
            </p:extLst>
          </p:nvPr>
        </p:nvGraphicFramePr>
        <p:xfrm>
          <a:off x="2596677" y="2134534"/>
          <a:ext cx="11303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4" name="公式" r:id="rId3" imgW="1124001" imgH="676301" progId="Equation.3">
                  <p:embed/>
                </p:oleObj>
              </mc:Choice>
              <mc:Fallback>
                <p:oleObj name="公式" r:id="rId3" imgW="1124001" imgH="67630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6677" y="2134534"/>
                        <a:ext cx="11303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8252" name="Group 12"/>
          <p:cNvGrpSpPr>
            <a:grpSpLocks/>
          </p:cNvGrpSpPr>
          <p:nvPr/>
        </p:nvGrpSpPr>
        <p:grpSpPr bwMode="auto">
          <a:xfrm>
            <a:off x="7391400" y="762000"/>
            <a:ext cx="2438400" cy="1295400"/>
            <a:chOff x="3696" y="480"/>
            <a:chExt cx="1536" cy="816"/>
          </a:xfrm>
        </p:grpSpPr>
        <p:sp>
          <p:nvSpPr>
            <p:cNvPr id="7195" name="Freeform 13"/>
            <p:cNvSpPr>
              <a:spLocks/>
            </p:cNvSpPr>
            <p:nvPr/>
          </p:nvSpPr>
          <p:spPr bwMode="auto">
            <a:xfrm>
              <a:off x="3696" y="480"/>
              <a:ext cx="1536" cy="816"/>
            </a:xfrm>
            <a:custGeom>
              <a:avLst/>
              <a:gdLst>
                <a:gd name="T0" fmla="*/ 304 w 1736"/>
                <a:gd name="T1" fmla="*/ 96 h 1640"/>
                <a:gd name="T2" fmla="*/ 7 w 1736"/>
                <a:gd name="T3" fmla="*/ 263 h 1640"/>
                <a:gd name="T4" fmla="*/ 262 w 1736"/>
                <a:gd name="T5" fmla="*/ 597 h 1640"/>
                <a:gd name="T6" fmla="*/ 687 w 1736"/>
                <a:gd name="T7" fmla="*/ 764 h 1640"/>
                <a:gd name="T8" fmla="*/ 1196 w 1736"/>
                <a:gd name="T9" fmla="*/ 788 h 1640"/>
                <a:gd name="T10" fmla="*/ 1494 w 1736"/>
                <a:gd name="T11" fmla="*/ 597 h 1640"/>
                <a:gd name="T12" fmla="*/ 1451 w 1736"/>
                <a:gd name="T13" fmla="*/ 358 h 1640"/>
                <a:gd name="T14" fmla="*/ 1196 w 1736"/>
                <a:gd name="T15" fmla="*/ 167 h 1640"/>
                <a:gd name="T16" fmla="*/ 856 w 1736"/>
                <a:gd name="T17" fmla="*/ 24 h 1640"/>
                <a:gd name="T18" fmla="*/ 474 w 1736"/>
                <a:gd name="T19" fmla="*/ 24 h 1640"/>
                <a:gd name="T20" fmla="*/ 304 w 1736"/>
                <a:gd name="T21" fmla="*/ 96 h 164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736" h="1640">
                  <a:moveTo>
                    <a:pt x="344" y="192"/>
                  </a:moveTo>
                  <a:cubicBezTo>
                    <a:pt x="256" y="272"/>
                    <a:pt x="16" y="360"/>
                    <a:pt x="8" y="528"/>
                  </a:cubicBezTo>
                  <a:cubicBezTo>
                    <a:pt x="0" y="696"/>
                    <a:pt x="168" y="1032"/>
                    <a:pt x="296" y="1200"/>
                  </a:cubicBezTo>
                  <a:cubicBezTo>
                    <a:pt x="424" y="1368"/>
                    <a:pt x="600" y="1472"/>
                    <a:pt x="776" y="1536"/>
                  </a:cubicBezTo>
                  <a:cubicBezTo>
                    <a:pt x="952" y="1600"/>
                    <a:pt x="1200" y="1640"/>
                    <a:pt x="1352" y="1584"/>
                  </a:cubicBezTo>
                  <a:cubicBezTo>
                    <a:pt x="1504" y="1528"/>
                    <a:pt x="1640" y="1344"/>
                    <a:pt x="1688" y="1200"/>
                  </a:cubicBezTo>
                  <a:cubicBezTo>
                    <a:pt x="1736" y="1056"/>
                    <a:pt x="1696" y="864"/>
                    <a:pt x="1640" y="720"/>
                  </a:cubicBezTo>
                  <a:cubicBezTo>
                    <a:pt x="1584" y="576"/>
                    <a:pt x="1464" y="448"/>
                    <a:pt x="1352" y="336"/>
                  </a:cubicBezTo>
                  <a:cubicBezTo>
                    <a:pt x="1240" y="224"/>
                    <a:pt x="1104" y="96"/>
                    <a:pt x="968" y="48"/>
                  </a:cubicBezTo>
                  <a:cubicBezTo>
                    <a:pt x="832" y="0"/>
                    <a:pt x="640" y="24"/>
                    <a:pt x="536" y="48"/>
                  </a:cubicBezTo>
                  <a:cubicBezTo>
                    <a:pt x="432" y="72"/>
                    <a:pt x="432" y="112"/>
                    <a:pt x="344" y="192"/>
                  </a:cubicBezTo>
                  <a:close/>
                </a:path>
              </a:pathLst>
            </a:custGeom>
            <a:solidFill>
              <a:srgbClr val="3366CC"/>
            </a:solidFill>
            <a:ln w="9525">
              <a:solidFill>
                <a:srgbClr val="0033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7196" name="Object 14"/>
            <p:cNvGraphicFramePr>
              <a:graphicFrameLocks noChangeAspect="1"/>
            </p:cNvGraphicFramePr>
            <p:nvPr/>
          </p:nvGraphicFramePr>
          <p:xfrm>
            <a:off x="4472" y="672"/>
            <a:ext cx="309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85" name="公式" r:id="rId5" imgW="142973" imgH="152567" progId="Equation.3">
                    <p:embed/>
                  </p:oleObj>
                </mc:Choice>
                <mc:Fallback>
                  <p:oleObj name="公式" r:id="rId5" imgW="142973" imgH="1525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2" y="672"/>
                          <a:ext cx="309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8255" name="Group 15"/>
          <p:cNvGrpSpPr>
            <a:grpSpLocks/>
          </p:cNvGrpSpPr>
          <p:nvPr/>
        </p:nvGrpSpPr>
        <p:grpSpPr bwMode="auto">
          <a:xfrm>
            <a:off x="9021764" y="1762125"/>
            <a:ext cx="503237" cy="503238"/>
            <a:chOff x="5040" y="1728"/>
            <a:chExt cx="317" cy="317"/>
          </a:xfrm>
        </p:grpSpPr>
        <p:sp>
          <p:nvSpPr>
            <p:cNvPr id="7193" name="Oval 16"/>
            <p:cNvSpPr>
              <a:spLocks noChangeArrowheads="1"/>
            </p:cNvSpPr>
            <p:nvPr/>
          </p:nvSpPr>
          <p:spPr bwMode="auto">
            <a:xfrm>
              <a:off x="5040" y="1728"/>
              <a:ext cx="317" cy="317"/>
            </a:xfrm>
            <a:prstGeom prst="ellipse">
              <a:avLst/>
            </a:prstGeom>
            <a:solidFill>
              <a:schemeClr val="folHlink">
                <a:alpha val="50195"/>
              </a:schemeClr>
            </a:solidFill>
            <a:ln w="9525">
              <a:solidFill>
                <a:srgbClr val="FFFF00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94" name="Oval 17"/>
            <p:cNvSpPr>
              <a:spLocks noChangeArrowheads="1"/>
            </p:cNvSpPr>
            <p:nvPr/>
          </p:nvSpPr>
          <p:spPr bwMode="auto">
            <a:xfrm>
              <a:off x="5180" y="1874"/>
              <a:ext cx="36" cy="3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38258" name="Text Box 18"/>
          <p:cNvSpPr txBox="1">
            <a:spLocks noChangeArrowheads="1"/>
          </p:cNvSpPr>
          <p:nvPr/>
        </p:nvSpPr>
        <p:spPr bwMode="auto">
          <a:xfrm>
            <a:off x="1703512" y="2276014"/>
            <a:ext cx="90601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邻域</a:t>
            </a:r>
          </a:p>
        </p:txBody>
      </p:sp>
      <p:sp>
        <p:nvSpPr>
          <p:cNvPr id="138259" name="Text Box 19"/>
          <p:cNvSpPr txBox="1">
            <a:spLocks noChangeArrowheads="1"/>
          </p:cNvSpPr>
          <p:nvPr/>
        </p:nvSpPr>
        <p:spPr bwMode="auto">
          <a:xfrm>
            <a:off x="3632466" y="2306531"/>
            <a:ext cx="294664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内总有</a:t>
            </a:r>
            <a:r>
              <a:rPr lang="en-US" altLang="zh-CN" sz="2800" b="1" i="1" dirty="0">
                <a:ea typeface="楷体_GB2312" pitchFamily="49" charset="-122"/>
              </a:rPr>
              <a:t>E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中的点 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</a:p>
        </p:txBody>
      </p:sp>
      <p:sp>
        <p:nvSpPr>
          <p:cNvPr id="138260" name="Text Box 20"/>
          <p:cNvSpPr txBox="1">
            <a:spLocks noChangeArrowheads="1"/>
          </p:cNvSpPr>
          <p:nvPr/>
        </p:nvSpPr>
        <p:spPr bwMode="auto">
          <a:xfrm>
            <a:off x="6528048" y="2292587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则</a:t>
            </a:r>
          </a:p>
        </p:txBody>
      </p:sp>
      <p:sp>
        <p:nvSpPr>
          <p:cNvPr id="138261" name="Text Box 21"/>
          <p:cNvSpPr txBox="1">
            <a:spLocks noChangeArrowheads="1"/>
          </p:cNvSpPr>
          <p:nvPr/>
        </p:nvSpPr>
        <p:spPr bwMode="auto">
          <a:xfrm>
            <a:off x="1703512" y="2825645"/>
            <a:ext cx="28953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称 </a:t>
            </a:r>
            <a:r>
              <a:rPr lang="en-US" altLang="zh-CN" sz="2800" b="1" i="1" dirty="0">
                <a:ea typeface="楷体_GB2312" pitchFamily="49" charset="-122"/>
              </a:rPr>
              <a:t>P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是 </a:t>
            </a:r>
            <a:r>
              <a:rPr lang="en-US" altLang="zh-CN" sz="2800" b="1" i="1" dirty="0">
                <a:ea typeface="楷体_GB2312" pitchFamily="49" charset="-122"/>
              </a:rPr>
              <a:t>E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的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聚点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138262" name="Text Box 22"/>
          <p:cNvSpPr txBox="1">
            <a:spLocks noChangeArrowheads="1"/>
          </p:cNvSpPr>
          <p:nvPr/>
        </p:nvSpPr>
        <p:spPr bwMode="auto">
          <a:xfrm>
            <a:off x="2133600" y="3368954"/>
            <a:ext cx="55290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聚点可以属于 </a:t>
            </a:r>
            <a:r>
              <a:rPr lang="en-US" altLang="zh-CN" sz="2800" b="1" i="1" dirty="0">
                <a:ea typeface="楷体_GB2312" pitchFamily="49" charset="-122"/>
              </a:rPr>
              <a:t>E</a:t>
            </a:r>
            <a:r>
              <a:rPr lang="en-US" altLang="zh-CN" sz="2800" b="1" dirty="0">
                <a:ea typeface="楷体_GB2312" pitchFamily="49" charset="-122"/>
              </a:rPr>
              <a:t> , </a:t>
            </a:r>
            <a:r>
              <a:rPr lang="zh-CN" altLang="en-US" sz="2800" b="1" dirty="0">
                <a:ea typeface="楷体_GB2312" pitchFamily="49" charset="-122"/>
              </a:rPr>
              <a:t>也可以不属于 </a:t>
            </a:r>
            <a:r>
              <a:rPr lang="en-US" altLang="zh-CN" sz="2800" b="1" i="1" dirty="0">
                <a:ea typeface="楷体_GB2312" pitchFamily="49" charset="-122"/>
              </a:rPr>
              <a:t>E </a:t>
            </a:r>
            <a:endParaRPr lang="en-US" altLang="zh-CN" sz="2800" b="1" dirty="0">
              <a:ea typeface="楷体_GB2312" pitchFamily="49" charset="-122"/>
            </a:endParaRPr>
          </a:p>
        </p:txBody>
      </p:sp>
      <p:sp>
        <p:nvSpPr>
          <p:cNvPr id="138263" name="Text Box 23"/>
          <p:cNvSpPr txBox="1">
            <a:spLocks noChangeArrowheads="1"/>
          </p:cNvSpPr>
          <p:nvPr/>
        </p:nvSpPr>
        <p:spPr bwMode="auto">
          <a:xfrm>
            <a:off x="7391400" y="3368954"/>
            <a:ext cx="291938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(</a:t>
            </a:r>
            <a:r>
              <a:rPr lang="zh-CN" altLang="en-US" sz="2800" b="1" dirty="0">
                <a:ea typeface="楷体_GB2312" pitchFamily="49" charset="-122"/>
              </a:rPr>
              <a:t>因为聚点可以为 </a:t>
            </a:r>
          </a:p>
        </p:txBody>
      </p:sp>
      <p:sp>
        <p:nvSpPr>
          <p:cNvPr id="138264" name="Text Box 24"/>
          <p:cNvSpPr txBox="1">
            <a:spLocks noChangeArrowheads="1"/>
          </p:cNvSpPr>
          <p:nvPr/>
        </p:nvSpPr>
        <p:spPr bwMode="auto">
          <a:xfrm>
            <a:off x="2092754" y="4544620"/>
            <a:ext cx="583204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所有聚点所成的点集成为 </a:t>
            </a:r>
            <a:r>
              <a:rPr lang="en-US" altLang="zh-CN" sz="2800" b="1" i="1" dirty="0">
                <a:ea typeface="楷体_GB2312" pitchFamily="49" charset="-122"/>
              </a:rPr>
              <a:t>E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的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导集 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138265" name="Oval 25"/>
          <p:cNvSpPr>
            <a:spLocks noChangeArrowheads="1"/>
          </p:cNvSpPr>
          <p:nvPr/>
        </p:nvSpPr>
        <p:spPr bwMode="auto">
          <a:xfrm>
            <a:off x="7924800" y="1219200"/>
            <a:ext cx="503238" cy="503238"/>
          </a:xfrm>
          <a:prstGeom prst="ellipse">
            <a:avLst/>
          </a:prstGeom>
          <a:solidFill>
            <a:schemeClr val="folHlink">
              <a:alpha val="50195"/>
            </a:schemeClr>
          </a:solidFill>
          <a:ln w="9525">
            <a:solidFill>
              <a:srgbClr val="FFFF00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8266" name="Oval 26"/>
          <p:cNvSpPr>
            <a:spLocks noChangeArrowheads="1"/>
          </p:cNvSpPr>
          <p:nvPr/>
        </p:nvSpPr>
        <p:spPr bwMode="auto">
          <a:xfrm>
            <a:off x="8153400" y="1447800"/>
            <a:ext cx="57150" cy="5715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8267" name="Text Box 27"/>
          <p:cNvSpPr txBox="1">
            <a:spLocks noChangeArrowheads="1"/>
          </p:cNvSpPr>
          <p:nvPr/>
        </p:nvSpPr>
        <p:spPr bwMode="auto">
          <a:xfrm>
            <a:off x="1788808" y="3981222"/>
            <a:ext cx="21659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 dirty="0">
                <a:ea typeface="楷体_GB2312" pitchFamily="49" charset="-122"/>
              </a:rPr>
              <a:t>E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的边界点 </a:t>
            </a:r>
            <a:r>
              <a:rPr lang="en-US" altLang="zh-CN" sz="2800" b="1" dirty="0">
                <a:ea typeface="楷体_GB2312" pitchFamily="49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8308773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8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82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8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82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8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82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8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38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138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82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8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8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38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382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3" grpId="0" autoUpdateAnimBg="0"/>
      <p:bldP spid="138244" grpId="0" autoUpdateAnimBg="0"/>
      <p:bldP spid="138258" grpId="0" build="p" autoUpdateAnimBg="0" advAuto="0"/>
      <p:bldP spid="138259" grpId="0" build="p" autoUpdateAnimBg="0" advAuto="0"/>
      <p:bldP spid="138260" grpId="0" build="p" autoUpdateAnimBg="0"/>
      <p:bldP spid="138261" grpId="0" build="p" autoUpdateAnimBg="0" advAuto="0"/>
      <p:bldP spid="138262" grpId="0" build="p" autoUpdateAnimBg="0"/>
      <p:bldP spid="138263" grpId="0" build="p" autoUpdateAnimBg="0"/>
      <p:bldP spid="138264" grpId="0" build="p" autoUpdateAnimBg="0"/>
      <p:bldP spid="138265" grpId="0" animBg="1"/>
      <p:bldP spid="138266" grpId="0" animBg="1"/>
      <p:bldP spid="138267" grpId="0" build="p" autoUpdateAnimBg="0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266" name="Group 2"/>
          <p:cNvGrpSpPr>
            <a:grpSpLocks/>
          </p:cNvGrpSpPr>
          <p:nvPr/>
        </p:nvGrpSpPr>
        <p:grpSpPr bwMode="auto">
          <a:xfrm>
            <a:off x="8445500" y="3733800"/>
            <a:ext cx="1765300" cy="1676400"/>
            <a:chOff x="4480" y="2664"/>
            <a:chExt cx="1112" cy="1056"/>
          </a:xfrm>
        </p:grpSpPr>
        <p:sp>
          <p:nvSpPr>
            <p:cNvPr id="8212" name="Freeform 3"/>
            <p:cNvSpPr>
              <a:spLocks/>
            </p:cNvSpPr>
            <p:nvPr/>
          </p:nvSpPr>
          <p:spPr bwMode="auto">
            <a:xfrm>
              <a:off x="4480" y="2664"/>
              <a:ext cx="1112" cy="1056"/>
            </a:xfrm>
            <a:custGeom>
              <a:avLst/>
              <a:gdLst>
                <a:gd name="T0" fmla="*/ 32 w 1112"/>
                <a:gd name="T1" fmla="*/ 456 h 1056"/>
                <a:gd name="T2" fmla="*/ 224 w 1112"/>
                <a:gd name="T3" fmla="*/ 168 h 1056"/>
                <a:gd name="T4" fmla="*/ 704 w 1112"/>
                <a:gd name="T5" fmla="*/ 24 h 1056"/>
                <a:gd name="T6" fmla="*/ 944 w 1112"/>
                <a:gd name="T7" fmla="*/ 312 h 1056"/>
                <a:gd name="T8" fmla="*/ 1040 w 1112"/>
                <a:gd name="T9" fmla="*/ 792 h 1056"/>
                <a:gd name="T10" fmla="*/ 512 w 1112"/>
                <a:gd name="T11" fmla="*/ 1032 h 1056"/>
                <a:gd name="T12" fmla="*/ 80 w 1112"/>
                <a:gd name="T13" fmla="*/ 936 h 1056"/>
                <a:gd name="T14" fmla="*/ 32 w 1112"/>
                <a:gd name="T15" fmla="*/ 696 h 1056"/>
                <a:gd name="T16" fmla="*/ 32 w 1112"/>
                <a:gd name="T17" fmla="*/ 456 h 105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12" h="1056">
                  <a:moveTo>
                    <a:pt x="32" y="456"/>
                  </a:moveTo>
                  <a:cubicBezTo>
                    <a:pt x="64" y="368"/>
                    <a:pt x="112" y="240"/>
                    <a:pt x="224" y="168"/>
                  </a:cubicBezTo>
                  <a:cubicBezTo>
                    <a:pt x="336" y="96"/>
                    <a:pt x="584" y="0"/>
                    <a:pt x="704" y="24"/>
                  </a:cubicBezTo>
                  <a:cubicBezTo>
                    <a:pt x="824" y="48"/>
                    <a:pt x="888" y="184"/>
                    <a:pt x="944" y="312"/>
                  </a:cubicBezTo>
                  <a:cubicBezTo>
                    <a:pt x="1000" y="440"/>
                    <a:pt x="1112" y="672"/>
                    <a:pt x="1040" y="792"/>
                  </a:cubicBezTo>
                  <a:cubicBezTo>
                    <a:pt x="968" y="912"/>
                    <a:pt x="672" y="1008"/>
                    <a:pt x="512" y="1032"/>
                  </a:cubicBezTo>
                  <a:cubicBezTo>
                    <a:pt x="352" y="1056"/>
                    <a:pt x="160" y="992"/>
                    <a:pt x="80" y="936"/>
                  </a:cubicBezTo>
                  <a:cubicBezTo>
                    <a:pt x="0" y="880"/>
                    <a:pt x="40" y="784"/>
                    <a:pt x="32" y="696"/>
                  </a:cubicBezTo>
                  <a:cubicBezTo>
                    <a:pt x="24" y="608"/>
                    <a:pt x="0" y="544"/>
                    <a:pt x="32" y="456"/>
                  </a:cubicBezTo>
                  <a:close/>
                </a:path>
              </a:pathLst>
            </a:custGeom>
            <a:solidFill>
              <a:schemeClr val="accent1"/>
            </a:solidFill>
            <a:ln w="9525" cap="flat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13" name="Oval 4"/>
            <p:cNvSpPr>
              <a:spLocks noChangeArrowheads="1"/>
            </p:cNvSpPr>
            <p:nvPr/>
          </p:nvSpPr>
          <p:spPr bwMode="auto">
            <a:xfrm>
              <a:off x="4848" y="3264"/>
              <a:ext cx="192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214" name="Text Box 5"/>
            <p:cNvSpPr txBox="1">
              <a:spLocks noChangeArrowheads="1"/>
            </p:cNvSpPr>
            <p:nvPr/>
          </p:nvSpPr>
          <p:spPr bwMode="auto">
            <a:xfrm>
              <a:off x="4848" y="2688"/>
              <a:ext cx="72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 i="1">
                  <a:solidFill>
                    <a:schemeClr val="bg1"/>
                  </a:solidFill>
                  <a:ea typeface="仿宋_GB2312" pitchFamily="49" charset="-122"/>
                </a:rPr>
                <a:t>D</a:t>
              </a:r>
              <a:endParaRPr lang="en-US" altLang="zh-CN" sz="2800" b="1">
                <a:solidFill>
                  <a:schemeClr val="bg1"/>
                </a:solidFill>
                <a:ea typeface="仿宋_GB2312" pitchFamily="49" charset="-122"/>
              </a:endParaRPr>
            </a:p>
          </p:txBody>
        </p:sp>
      </p:grpSp>
      <p:sp>
        <p:nvSpPr>
          <p:cNvPr id="8195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1882775" y="706944"/>
            <a:ext cx="3386336" cy="519114"/>
          </a:xfrm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(3)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 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开区域及闭区域</a:t>
            </a:r>
          </a:p>
        </p:txBody>
      </p:sp>
      <p:sp>
        <p:nvSpPr>
          <p:cNvPr id="139271" name="Text Box 7"/>
          <p:cNvSpPr txBox="1">
            <a:spLocks noChangeArrowheads="1"/>
          </p:cNvSpPr>
          <p:nvPr/>
        </p:nvSpPr>
        <p:spPr bwMode="auto">
          <a:xfrm>
            <a:off x="1871230" y="1232547"/>
            <a:ext cx="7526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lang="zh-CN" altLang="en-US" sz="2800" b="1" dirty="0">
                <a:ea typeface="楷体_GB2312" pitchFamily="49" charset="-122"/>
              </a:rPr>
              <a:t>若点集 </a:t>
            </a:r>
            <a:r>
              <a:rPr lang="en-US" altLang="zh-CN" sz="2800" b="1" i="1" dirty="0">
                <a:ea typeface="楷体_GB2312" pitchFamily="49" charset="-122"/>
              </a:rPr>
              <a:t>E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的点都是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内点</a:t>
            </a:r>
            <a:r>
              <a:rPr lang="zh-CN" altLang="en-US" sz="2800" b="1" dirty="0">
                <a:ea typeface="楷体_GB2312" pitchFamily="49" charset="-122"/>
              </a:rPr>
              <a:t>，则称 </a:t>
            </a:r>
            <a:r>
              <a:rPr lang="en-US" altLang="zh-CN" sz="2800" b="1" i="1" dirty="0">
                <a:ea typeface="楷体_GB2312" pitchFamily="49" charset="-122"/>
              </a:rPr>
              <a:t>E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为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开集</a:t>
            </a:r>
            <a:r>
              <a:rPr lang="zh-CN" altLang="en-US" sz="2800" b="1" dirty="0">
                <a:ea typeface="楷体_GB2312" pitchFamily="49" charset="-122"/>
              </a:rPr>
              <a:t>；</a:t>
            </a:r>
          </a:p>
        </p:txBody>
      </p:sp>
      <p:sp>
        <p:nvSpPr>
          <p:cNvPr id="139272" name="Text Box 8"/>
          <p:cNvSpPr txBox="1">
            <a:spLocks noChangeArrowheads="1"/>
          </p:cNvSpPr>
          <p:nvPr/>
        </p:nvSpPr>
        <p:spPr bwMode="auto">
          <a:xfrm>
            <a:off x="1882775" y="2464585"/>
            <a:ext cx="55086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lang="zh-CN" altLang="en-US" sz="2800" b="1" dirty="0">
                <a:ea typeface="楷体_GB2312" pitchFamily="49" charset="-122"/>
              </a:rPr>
              <a:t>若点集 </a:t>
            </a:r>
            <a:r>
              <a:rPr lang="en-US" altLang="zh-CN" sz="2800" b="1" i="1" dirty="0">
                <a:solidFill>
                  <a:srgbClr val="1A0A92"/>
                </a:solidFill>
                <a:ea typeface="楷体_GB2312" pitchFamily="49" charset="-122"/>
              </a:rPr>
              <a:t>E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  <a:sym typeface="Symbol" panose="05050102010706020507" pitchFamily="18" charset="2"/>
              </a:rPr>
              <a:t></a:t>
            </a:r>
            <a:r>
              <a:rPr lang="en-US" altLang="zh-CN" sz="2800" b="1" i="1" dirty="0">
                <a:solidFill>
                  <a:srgbClr val="1A0A92"/>
                </a:solidFill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则称 </a:t>
            </a:r>
            <a:r>
              <a:rPr lang="en-US" altLang="zh-CN" sz="2800" b="1" i="1" dirty="0">
                <a:ea typeface="楷体_GB2312" pitchFamily="49" charset="-122"/>
              </a:rPr>
              <a:t>E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为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闭集</a:t>
            </a:r>
            <a:r>
              <a:rPr lang="zh-CN" altLang="en-US" sz="2800" b="1" dirty="0">
                <a:ea typeface="楷体_GB2312" pitchFamily="49" charset="-122"/>
              </a:rPr>
              <a:t>；</a:t>
            </a:r>
          </a:p>
        </p:txBody>
      </p:sp>
      <p:sp>
        <p:nvSpPr>
          <p:cNvPr id="139273" name="Text Box 9"/>
          <p:cNvSpPr txBox="1">
            <a:spLocks noChangeArrowheads="1"/>
          </p:cNvSpPr>
          <p:nvPr/>
        </p:nvSpPr>
        <p:spPr bwMode="auto">
          <a:xfrm>
            <a:off x="1871230" y="3081831"/>
            <a:ext cx="868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</a:t>
            </a:r>
            <a:r>
              <a:rPr lang="en-US" altLang="zh-CN" sz="2800" b="1" dirty="0">
                <a:solidFill>
                  <a:srgbClr val="66FF33"/>
                </a:solidFill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若集 </a:t>
            </a:r>
            <a:r>
              <a:rPr lang="en-US" altLang="zh-CN" sz="2800" b="1" i="1" dirty="0">
                <a:ea typeface="楷体_GB2312" pitchFamily="49" charset="-122"/>
              </a:rPr>
              <a:t>D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中任意两点都可用一完全属于 </a:t>
            </a:r>
            <a:r>
              <a:rPr lang="en-US" altLang="zh-CN" sz="2800" b="1" i="1" dirty="0">
                <a:ea typeface="楷体_GB2312" pitchFamily="49" charset="-122"/>
              </a:rPr>
              <a:t>D </a:t>
            </a:r>
            <a:r>
              <a:rPr lang="zh-CN" altLang="en-US" sz="2800" b="1" dirty="0">
                <a:ea typeface="楷体_GB2312" pitchFamily="49" charset="-122"/>
              </a:rPr>
              <a:t>的折线相连 </a:t>
            </a:r>
            <a:r>
              <a:rPr lang="en-US" altLang="zh-CN" sz="2800" b="1" dirty="0">
                <a:ea typeface="楷体_GB2312" pitchFamily="49" charset="-122"/>
              </a:rPr>
              <a:t>,</a:t>
            </a:r>
          </a:p>
        </p:txBody>
      </p:sp>
      <p:sp>
        <p:nvSpPr>
          <p:cNvPr id="139274" name="Text Box 10"/>
          <p:cNvSpPr txBox="1">
            <a:spLocks noChangeArrowheads="1"/>
          </p:cNvSpPr>
          <p:nvPr/>
        </p:nvSpPr>
        <p:spPr bwMode="auto">
          <a:xfrm>
            <a:off x="1882775" y="4876801"/>
            <a:ext cx="6553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</a:t>
            </a:r>
            <a:r>
              <a:rPr lang="en-US" altLang="zh-CN" sz="2800" b="1" dirty="0">
                <a:solidFill>
                  <a:srgbClr val="66FF33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开区域连同它的边界一起称为</a:t>
            </a:r>
            <a:r>
              <a:rPr lang="zh-CN" altLang="en-US" sz="2800" b="1" dirty="0">
                <a:solidFill>
                  <a:srgbClr val="1A0A92"/>
                </a:solidFill>
                <a:latin typeface="楷体_GB2312" pitchFamily="49" charset="-122"/>
                <a:ea typeface="楷体_GB2312" pitchFamily="49" charset="-122"/>
              </a:rPr>
              <a:t>闭区域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139275" name="Freeform 11"/>
          <p:cNvSpPr>
            <a:spLocks/>
          </p:cNvSpPr>
          <p:nvPr/>
        </p:nvSpPr>
        <p:spPr bwMode="auto">
          <a:xfrm>
            <a:off x="8750300" y="4267200"/>
            <a:ext cx="990600" cy="609600"/>
          </a:xfrm>
          <a:custGeom>
            <a:avLst/>
            <a:gdLst>
              <a:gd name="T0" fmla="*/ 0 w 624"/>
              <a:gd name="T1" fmla="*/ 609600 h 384"/>
              <a:gd name="T2" fmla="*/ 152400 w 624"/>
              <a:gd name="T3" fmla="*/ 152400 h 384"/>
              <a:gd name="T4" fmla="*/ 609600 w 624"/>
              <a:gd name="T5" fmla="*/ 0 h 384"/>
              <a:gd name="T6" fmla="*/ 990600 w 624"/>
              <a:gd name="T7" fmla="*/ 76200 h 384"/>
              <a:gd name="T8" fmla="*/ 990600 w 624"/>
              <a:gd name="T9" fmla="*/ 609600 h 3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24" h="384">
                <a:moveTo>
                  <a:pt x="0" y="384"/>
                </a:moveTo>
                <a:lnTo>
                  <a:pt x="96" y="96"/>
                </a:lnTo>
                <a:lnTo>
                  <a:pt x="384" y="0"/>
                </a:lnTo>
                <a:lnTo>
                  <a:pt x="624" y="48"/>
                </a:lnTo>
                <a:lnTo>
                  <a:pt x="624" y="384"/>
                </a:lnTo>
              </a:path>
            </a:pathLst>
          </a:custGeom>
          <a:noFill/>
          <a:ln w="28575" cmpd="sng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276" name="Text Box 12"/>
          <p:cNvSpPr txBox="1">
            <a:spLocks noChangeArrowheads="1"/>
          </p:cNvSpPr>
          <p:nvPr/>
        </p:nvSpPr>
        <p:spPr bwMode="auto">
          <a:xfrm>
            <a:off x="2133600" y="3699077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则称 </a:t>
            </a:r>
            <a:r>
              <a:rPr lang="en-US" altLang="zh-CN" sz="2800" b="1" i="1" dirty="0">
                <a:ea typeface="楷体_GB2312" pitchFamily="49" charset="-122"/>
              </a:rPr>
              <a:t>D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是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连通的 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;</a:t>
            </a:r>
          </a:p>
        </p:txBody>
      </p:sp>
      <p:sp>
        <p:nvSpPr>
          <p:cNvPr id="139277" name="Text Box 13"/>
          <p:cNvSpPr txBox="1">
            <a:spLocks noChangeArrowheads="1"/>
          </p:cNvSpPr>
          <p:nvPr/>
        </p:nvSpPr>
        <p:spPr bwMode="auto">
          <a:xfrm>
            <a:off x="1871230" y="4315896"/>
            <a:ext cx="6042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</a:t>
            </a:r>
            <a:r>
              <a:rPr lang="en-US" altLang="zh-CN" sz="2800" b="1" dirty="0">
                <a:solidFill>
                  <a:srgbClr val="66FF33"/>
                </a:solidFill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连通的开集称为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开区域 </a:t>
            </a:r>
            <a:r>
              <a:rPr lang="en-US" altLang="zh-CN" sz="2800" b="1" dirty="0">
                <a:ea typeface="楷体_GB2312" pitchFamily="49" charset="-122"/>
              </a:rPr>
              <a:t>,</a:t>
            </a:r>
            <a:r>
              <a:rPr lang="zh-CN" altLang="en-US" sz="2800" b="1" dirty="0">
                <a:ea typeface="楷体_GB2312" pitchFamily="49" charset="-122"/>
              </a:rPr>
              <a:t>简称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区域 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;</a:t>
            </a:r>
          </a:p>
        </p:txBody>
      </p:sp>
      <p:sp>
        <p:nvSpPr>
          <p:cNvPr id="139284" name="Text Box 20"/>
          <p:cNvSpPr txBox="1">
            <a:spLocks noChangeArrowheads="1"/>
          </p:cNvSpPr>
          <p:nvPr/>
        </p:nvSpPr>
        <p:spPr bwMode="auto">
          <a:xfrm>
            <a:off x="8569325" y="4495800"/>
            <a:ext cx="1447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solidFill>
                  <a:schemeClr val="hlink"/>
                </a:solidFill>
                <a:ea typeface="仿宋_GB2312" pitchFamily="49" charset="-122"/>
              </a:rPr>
              <a:t>。       。</a:t>
            </a:r>
          </a:p>
        </p:txBody>
      </p:sp>
      <p:sp>
        <p:nvSpPr>
          <p:cNvPr id="139285" name="Text Box 21"/>
          <p:cNvSpPr txBox="1">
            <a:spLocks noChangeArrowheads="1"/>
          </p:cNvSpPr>
          <p:nvPr/>
        </p:nvSpPr>
        <p:spPr bwMode="auto">
          <a:xfrm>
            <a:off x="1882775" y="1879044"/>
            <a:ext cx="7185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en-US" altLang="zh-CN" sz="2800" b="1" i="1" dirty="0">
                <a:ea typeface="楷体_GB2312" pitchFamily="49" charset="-122"/>
              </a:rPr>
              <a:t>E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的边界点的全体称为 </a:t>
            </a:r>
            <a:r>
              <a:rPr lang="en-US" altLang="zh-CN" sz="2800" b="1" i="1" dirty="0">
                <a:ea typeface="楷体_GB2312" pitchFamily="49" charset="-122"/>
              </a:rPr>
              <a:t>E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的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边界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记作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  <a:sym typeface="Symbol" panose="05050102010706020507" pitchFamily="18" charset="2"/>
              </a:rPr>
              <a:t></a:t>
            </a:r>
            <a:r>
              <a:rPr lang="en-US" altLang="zh-CN" sz="2800" b="1" i="1" dirty="0">
                <a:solidFill>
                  <a:srgbClr val="1A0A92"/>
                </a:solidFill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 ;</a:t>
            </a:r>
            <a:endParaRPr lang="en-US" altLang="zh-CN" sz="2800" b="1" dirty="0"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215579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9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9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9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92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9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9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9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9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9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9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71" grpId="0" autoUpdateAnimBg="0"/>
      <p:bldP spid="139272" grpId="0" autoUpdateAnimBg="0"/>
      <p:bldP spid="139273" grpId="0" build="p" autoUpdateAnimBg="0"/>
      <p:bldP spid="139274" grpId="0" build="p" autoUpdateAnimBg="0"/>
      <p:bldP spid="139275" grpId="0" animBg="1"/>
      <p:bldP spid="139276" grpId="0" autoUpdateAnimBg="0"/>
      <p:bldP spid="139277" grpId="0" autoUpdateAnimBg="0"/>
      <p:bldP spid="139284" grpId="0" autoUpdateAnimBg="0"/>
      <p:bldP spid="139285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55813" y="608014"/>
            <a:ext cx="3276600" cy="6096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例如，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在平面上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40291" name="Object 3"/>
          <p:cNvGraphicFramePr>
            <a:graphicFrameLocks noChangeAspect="1"/>
          </p:cNvGraphicFramePr>
          <p:nvPr/>
        </p:nvGraphicFramePr>
        <p:xfrm>
          <a:off x="2289176" y="1255713"/>
          <a:ext cx="280987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02" name="公式" r:id="rId4" imgW="2685942" imgH="438240" progId="Equation.3">
                  <p:embed/>
                </p:oleObj>
              </mc:Choice>
              <mc:Fallback>
                <p:oleObj name="公式" r:id="rId4" imgW="2685942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9176" y="1255713"/>
                        <a:ext cx="2809875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292" name="Object 4"/>
          <p:cNvGraphicFramePr>
            <a:graphicFrameLocks noChangeAspect="1"/>
          </p:cNvGraphicFramePr>
          <p:nvPr/>
        </p:nvGraphicFramePr>
        <p:xfrm>
          <a:off x="2260600" y="1900239"/>
          <a:ext cx="36830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03" name="公式" r:id="rId6" imgW="3524344" imgH="514350" progId="Equation.3">
                  <p:embed/>
                </p:oleObj>
              </mc:Choice>
              <mc:Fallback>
                <p:oleObj name="公式" r:id="rId6" imgW="3524344" imgH="514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0600" y="1900239"/>
                        <a:ext cx="368300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2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7432064"/>
              </p:ext>
            </p:extLst>
          </p:nvPr>
        </p:nvGraphicFramePr>
        <p:xfrm>
          <a:off x="2273301" y="2779713"/>
          <a:ext cx="271621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04" name="Equation" r:id="rId8" imgW="2590858" imgH="438240" progId="Equation.DSMT4">
                  <p:embed/>
                </p:oleObj>
              </mc:Choice>
              <mc:Fallback>
                <p:oleObj name="Equation" r:id="rId8" imgW="2590858" imgH="438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3301" y="2779713"/>
                        <a:ext cx="2716213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294" name="Object 6"/>
          <p:cNvGraphicFramePr>
            <a:graphicFrameLocks noChangeAspect="1"/>
          </p:cNvGraphicFramePr>
          <p:nvPr/>
        </p:nvGraphicFramePr>
        <p:xfrm>
          <a:off x="2286000" y="3441701"/>
          <a:ext cx="36830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05" name="公式" r:id="rId10" imgW="3524344" imgH="514350" progId="Equation.3">
                  <p:embed/>
                </p:oleObj>
              </mc:Choice>
              <mc:Fallback>
                <p:oleObj name="公式" r:id="rId10" imgW="3524344" imgH="514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441701"/>
                        <a:ext cx="368300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0295" name="Group 7"/>
          <p:cNvGrpSpPr>
            <a:grpSpLocks/>
          </p:cNvGrpSpPr>
          <p:nvPr/>
        </p:nvGrpSpPr>
        <p:grpSpPr bwMode="auto">
          <a:xfrm>
            <a:off x="6019801" y="1295400"/>
            <a:ext cx="161925" cy="762000"/>
            <a:chOff x="3120" y="912"/>
            <a:chExt cx="102" cy="480"/>
          </a:xfrm>
        </p:grpSpPr>
        <p:sp>
          <p:nvSpPr>
            <p:cNvPr id="9299" name="Line 8"/>
            <p:cNvSpPr>
              <a:spLocks noChangeShapeType="1"/>
            </p:cNvSpPr>
            <p:nvPr/>
          </p:nvSpPr>
          <p:spPr bwMode="auto">
            <a:xfrm>
              <a:off x="3120" y="912"/>
              <a:ext cx="10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00" name="Line 9"/>
            <p:cNvSpPr>
              <a:spLocks noChangeShapeType="1"/>
            </p:cNvSpPr>
            <p:nvPr/>
          </p:nvSpPr>
          <p:spPr bwMode="auto">
            <a:xfrm>
              <a:off x="3216" y="91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01" name="Line 10"/>
            <p:cNvSpPr>
              <a:spLocks noChangeShapeType="1"/>
            </p:cNvSpPr>
            <p:nvPr/>
          </p:nvSpPr>
          <p:spPr bwMode="auto">
            <a:xfrm flipH="1" flipV="1">
              <a:off x="3120" y="1391"/>
              <a:ext cx="10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0299" name="Text Box 11"/>
          <p:cNvSpPr txBox="1">
            <a:spLocks noChangeArrowheads="1"/>
          </p:cNvSpPr>
          <p:nvPr/>
        </p:nvSpPr>
        <p:spPr bwMode="auto">
          <a:xfrm>
            <a:off x="6172200" y="1371601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开区域</a:t>
            </a:r>
          </a:p>
        </p:txBody>
      </p:sp>
      <p:sp>
        <p:nvSpPr>
          <p:cNvPr id="140300" name="Text Box 12"/>
          <p:cNvSpPr txBox="1">
            <a:spLocks noChangeArrowheads="1"/>
          </p:cNvSpPr>
          <p:nvPr/>
        </p:nvSpPr>
        <p:spPr bwMode="auto">
          <a:xfrm>
            <a:off x="6324600" y="2971801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闭区域</a:t>
            </a:r>
          </a:p>
        </p:txBody>
      </p:sp>
      <p:sp>
        <p:nvSpPr>
          <p:cNvPr id="140301" name="Text Box 13"/>
          <p:cNvSpPr txBox="1">
            <a:spLocks noChangeArrowheads="1"/>
          </p:cNvSpPr>
          <p:nvPr/>
        </p:nvSpPr>
        <p:spPr bwMode="auto">
          <a:xfrm>
            <a:off x="1882775" y="1143001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FF66FF"/>
                </a:solidFill>
                <a:ea typeface="仿宋_GB2312" pitchFamily="49" charset="-122"/>
                <a:sym typeface="Symbol" panose="05050102010706020507" pitchFamily="18" charset="2"/>
              </a:rPr>
              <a:t></a:t>
            </a:r>
          </a:p>
        </p:txBody>
      </p:sp>
      <p:sp>
        <p:nvSpPr>
          <p:cNvPr id="140302" name="Text Box 14"/>
          <p:cNvSpPr txBox="1">
            <a:spLocks noChangeArrowheads="1"/>
          </p:cNvSpPr>
          <p:nvPr/>
        </p:nvSpPr>
        <p:spPr bwMode="auto">
          <a:xfrm>
            <a:off x="1882775" y="1828801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FF66FF"/>
                </a:solidFill>
                <a:ea typeface="仿宋_GB2312" pitchFamily="49" charset="-122"/>
                <a:sym typeface="Symbol" panose="05050102010706020507" pitchFamily="18" charset="2"/>
              </a:rPr>
              <a:t></a:t>
            </a:r>
          </a:p>
        </p:txBody>
      </p:sp>
      <p:sp>
        <p:nvSpPr>
          <p:cNvPr id="140303" name="Text Box 15"/>
          <p:cNvSpPr txBox="1">
            <a:spLocks noChangeArrowheads="1"/>
          </p:cNvSpPr>
          <p:nvPr/>
        </p:nvSpPr>
        <p:spPr bwMode="auto">
          <a:xfrm>
            <a:off x="1882775" y="2667001"/>
            <a:ext cx="76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FF66FF"/>
                </a:solidFill>
                <a:ea typeface="仿宋_GB2312" pitchFamily="49" charset="-122"/>
                <a:sym typeface="Symbol" panose="05050102010706020507" pitchFamily="18" charset="2"/>
              </a:rPr>
              <a:t></a:t>
            </a:r>
          </a:p>
        </p:txBody>
      </p:sp>
      <p:sp>
        <p:nvSpPr>
          <p:cNvPr id="140304" name="Text Box 16"/>
          <p:cNvSpPr txBox="1">
            <a:spLocks noChangeArrowheads="1"/>
          </p:cNvSpPr>
          <p:nvPr/>
        </p:nvSpPr>
        <p:spPr bwMode="auto">
          <a:xfrm>
            <a:off x="1882775" y="3443288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FF66FF"/>
                </a:solidFill>
                <a:ea typeface="仿宋_GB2312" pitchFamily="49" charset="-122"/>
                <a:sym typeface="Symbol" panose="05050102010706020507" pitchFamily="18" charset="2"/>
              </a:rPr>
              <a:t></a:t>
            </a:r>
          </a:p>
        </p:txBody>
      </p:sp>
      <p:grpSp>
        <p:nvGrpSpPr>
          <p:cNvPr id="140311" name="Group 23"/>
          <p:cNvGrpSpPr>
            <a:grpSpLocks/>
          </p:cNvGrpSpPr>
          <p:nvPr/>
        </p:nvGrpSpPr>
        <p:grpSpPr bwMode="auto">
          <a:xfrm>
            <a:off x="6172201" y="2895600"/>
            <a:ext cx="161925" cy="762000"/>
            <a:chOff x="3120" y="912"/>
            <a:chExt cx="102" cy="480"/>
          </a:xfrm>
        </p:grpSpPr>
        <p:sp>
          <p:nvSpPr>
            <p:cNvPr id="9296" name="Line 24"/>
            <p:cNvSpPr>
              <a:spLocks noChangeShapeType="1"/>
            </p:cNvSpPr>
            <p:nvPr/>
          </p:nvSpPr>
          <p:spPr bwMode="auto">
            <a:xfrm>
              <a:off x="3120" y="912"/>
              <a:ext cx="10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97" name="Line 25"/>
            <p:cNvSpPr>
              <a:spLocks noChangeShapeType="1"/>
            </p:cNvSpPr>
            <p:nvPr/>
          </p:nvSpPr>
          <p:spPr bwMode="auto">
            <a:xfrm>
              <a:off x="3216" y="912"/>
              <a:ext cx="0" cy="4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98" name="Line 26"/>
            <p:cNvSpPr>
              <a:spLocks noChangeShapeType="1"/>
            </p:cNvSpPr>
            <p:nvPr/>
          </p:nvSpPr>
          <p:spPr bwMode="auto">
            <a:xfrm flipH="1" flipV="1">
              <a:off x="3120" y="1391"/>
              <a:ext cx="102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0315" name="Group 27"/>
          <p:cNvGrpSpPr>
            <a:grpSpLocks/>
          </p:cNvGrpSpPr>
          <p:nvPr/>
        </p:nvGrpSpPr>
        <p:grpSpPr bwMode="auto">
          <a:xfrm>
            <a:off x="7924801" y="2514601"/>
            <a:ext cx="2055813" cy="1990725"/>
            <a:chOff x="4129" y="1584"/>
            <a:chExt cx="1295" cy="1254"/>
          </a:xfrm>
        </p:grpSpPr>
        <p:sp>
          <p:nvSpPr>
            <p:cNvPr id="9287" name="AutoShape 28"/>
            <p:cNvSpPr>
              <a:spLocks noChangeArrowheads="1"/>
            </p:cNvSpPr>
            <p:nvPr/>
          </p:nvSpPr>
          <p:spPr bwMode="auto">
            <a:xfrm>
              <a:off x="4253" y="1843"/>
              <a:ext cx="863" cy="864"/>
            </a:xfrm>
            <a:custGeom>
              <a:avLst/>
              <a:gdLst>
                <a:gd name="T0" fmla="*/ 432 w 21600"/>
                <a:gd name="T1" fmla="*/ 0 h 21600"/>
                <a:gd name="T2" fmla="*/ 126 w 21600"/>
                <a:gd name="T3" fmla="*/ 127 h 21600"/>
                <a:gd name="T4" fmla="*/ 0 w 21600"/>
                <a:gd name="T5" fmla="*/ 432 h 21600"/>
                <a:gd name="T6" fmla="*/ 126 w 21600"/>
                <a:gd name="T7" fmla="*/ 737 h 21600"/>
                <a:gd name="T8" fmla="*/ 432 w 21600"/>
                <a:gd name="T9" fmla="*/ 864 h 21600"/>
                <a:gd name="T10" fmla="*/ 737 w 21600"/>
                <a:gd name="T11" fmla="*/ 737 h 21600"/>
                <a:gd name="T12" fmla="*/ 863 w 21600"/>
                <a:gd name="T13" fmla="*/ 432 h 21600"/>
                <a:gd name="T14" fmla="*/ 737 w 21600"/>
                <a:gd name="T15" fmla="*/ 127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4 w 21600"/>
                <a:gd name="T25" fmla="*/ 3175 h 21600"/>
                <a:gd name="T26" fmla="*/ 18446 w 21600"/>
                <a:gd name="T27" fmla="*/ 1842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rgbClr val="008000"/>
            </a:solidFill>
            <a:ln w="1905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288" name="Group 29"/>
            <p:cNvGrpSpPr>
              <a:grpSpLocks/>
            </p:cNvGrpSpPr>
            <p:nvPr/>
          </p:nvGrpSpPr>
          <p:grpSpPr bwMode="auto">
            <a:xfrm>
              <a:off x="4129" y="1584"/>
              <a:ext cx="1295" cy="1254"/>
              <a:chOff x="4129" y="1584"/>
              <a:chExt cx="1295" cy="1254"/>
            </a:xfrm>
          </p:grpSpPr>
          <p:sp>
            <p:nvSpPr>
              <p:cNvPr id="9289" name="Line 30"/>
              <p:cNvSpPr>
                <a:spLocks noChangeShapeType="1"/>
              </p:cNvSpPr>
              <p:nvPr/>
            </p:nvSpPr>
            <p:spPr bwMode="auto">
              <a:xfrm>
                <a:off x="4129" y="2276"/>
                <a:ext cx="1295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90" name="Line 31"/>
              <p:cNvSpPr>
                <a:spLocks noChangeShapeType="1"/>
              </p:cNvSpPr>
              <p:nvPr/>
            </p:nvSpPr>
            <p:spPr bwMode="auto">
              <a:xfrm flipV="1">
                <a:off x="4684" y="1584"/>
                <a:ext cx="1" cy="12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9291" name="Object 32"/>
              <p:cNvGraphicFramePr>
                <a:graphicFrameLocks noChangeAspect="1"/>
              </p:cNvGraphicFramePr>
              <p:nvPr/>
            </p:nvGraphicFramePr>
            <p:xfrm>
              <a:off x="5280" y="2344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06" name="Equation" r:id="rId12" imgW="218970" imgH="228677" progId="Equation.3">
                      <p:embed/>
                    </p:oleObj>
                  </mc:Choice>
                  <mc:Fallback>
                    <p:oleObj name="Equation" r:id="rId12" imgW="218970" imgH="22867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0" y="2344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92" name="Object 33"/>
              <p:cNvGraphicFramePr>
                <a:graphicFrameLocks noChangeAspect="1"/>
              </p:cNvGraphicFramePr>
              <p:nvPr/>
            </p:nvGraphicFramePr>
            <p:xfrm>
              <a:off x="4504" y="1624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07" name="Equation" r:id="rId14" imgW="228687" imgH="304787" progId="Equation.3">
                      <p:embed/>
                    </p:oleObj>
                  </mc:Choice>
                  <mc:Fallback>
                    <p:oleObj name="Equation" r:id="rId14" imgW="228687" imgH="30478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04" y="1624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93" name="Object 34"/>
              <p:cNvGraphicFramePr>
                <a:graphicFrameLocks noChangeAspect="1"/>
              </p:cNvGraphicFramePr>
              <p:nvPr/>
            </p:nvGraphicFramePr>
            <p:xfrm>
              <a:off x="4520" y="2296"/>
              <a:ext cx="136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08" name="Equation" r:id="rId16" imgW="209601" imgH="228677" progId="Equation.3">
                      <p:embed/>
                    </p:oleObj>
                  </mc:Choice>
                  <mc:Fallback>
                    <p:oleObj name="Equation" r:id="rId16" imgW="209601" imgH="22867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20" y="2296"/>
                            <a:ext cx="136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94" name="Object 35"/>
              <p:cNvGraphicFramePr>
                <a:graphicFrameLocks noChangeAspect="1"/>
              </p:cNvGraphicFramePr>
              <p:nvPr/>
            </p:nvGraphicFramePr>
            <p:xfrm>
              <a:off x="5144" y="2284"/>
              <a:ext cx="136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09" name="Equation" r:id="rId18" imgW="209601" imgH="295404" progId="Equation.3">
                      <p:embed/>
                    </p:oleObj>
                  </mc:Choice>
                  <mc:Fallback>
                    <p:oleObj name="Equation" r:id="rId18" imgW="209601" imgH="29540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44" y="2284"/>
                            <a:ext cx="136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95" name="Object 36"/>
              <p:cNvGraphicFramePr>
                <a:graphicFrameLocks noChangeAspect="1"/>
              </p:cNvGraphicFramePr>
              <p:nvPr/>
            </p:nvGraphicFramePr>
            <p:xfrm>
              <a:off x="4896" y="2280"/>
              <a:ext cx="96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10" name="Equation" r:id="rId20" imgW="142973" imgH="295404" progId="Equation.3">
                      <p:embed/>
                    </p:oleObj>
                  </mc:Choice>
                  <mc:Fallback>
                    <p:oleObj name="Equation" r:id="rId20" imgW="142973" imgH="29540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96" y="2280"/>
                            <a:ext cx="96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140325" name="Group 37"/>
          <p:cNvGrpSpPr>
            <a:grpSpLocks/>
          </p:cNvGrpSpPr>
          <p:nvPr/>
        </p:nvGrpSpPr>
        <p:grpSpPr bwMode="auto">
          <a:xfrm>
            <a:off x="7948614" y="609600"/>
            <a:ext cx="2109787" cy="1957388"/>
            <a:chOff x="2559" y="2488"/>
            <a:chExt cx="1329" cy="1233"/>
          </a:xfrm>
        </p:grpSpPr>
        <p:sp>
          <p:nvSpPr>
            <p:cNvPr id="9269" name="Line 38"/>
            <p:cNvSpPr>
              <a:spLocks noChangeShapeType="1"/>
            </p:cNvSpPr>
            <p:nvPr/>
          </p:nvSpPr>
          <p:spPr bwMode="auto">
            <a:xfrm>
              <a:off x="2559" y="2826"/>
              <a:ext cx="894" cy="89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270" name="Group 39"/>
            <p:cNvGrpSpPr>
              <a:grpSpLocks/>
            </p:cNvGrpSpPr>
            <p:nvPr/>
          </p:nvGrpSpPr>
          <p:grpSpPr bwMode="auto">
            <a:xfrm>
              <a:off x="2640" y="2488"/>
              <a:ext cx="1248" cy="1064"/>
              <a:chOff x="2640" y="2488"/>
              <a:chExt cx="1248" cy="1064"/>
            </a:xfrm>
          </p:grpSpPr>
          <p:sp>
            <p:nvSpPr>
              <p:cNvPr id="9282" name="Line 40"/>
              <p:cNvSpPr>
                <a:spLocks noChangeShapeType="1"/>
              </p:cNvSpPr>
              <p:nvPr/>
            </p:nvSpPr>
            <p:spPr bwMode="auto">
              <a:xfrm>
                <a:off x="2640" y="3215"/>
                <a:ext cx="10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83" name="Line 41"/>
              <p:cNvSpPr>
                <a:spLocks noChangeShapeType="1"/>
              </p:cNvSpPr>
              <p:nvPr/>
            </p:nvSpPr>
            <p:spPr bwMode="auto">
              <a:xfrm flipV="1">
                <a:off x="2948" y="2496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9284" name="Object 42"/>
              <p:cNvGraphicFramePr>
                <a:graphicFrameLocks noChangeAspect="1"/>
              </p:cNvGraphicFramePr>
              <p:nvPr/>
            </p:nvGraphicFramePr>
            <p:xfrm>
              <a:off x="3744" y="3160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11" name="Equation" r:id="rId22" imgW="218970" imgH="228677" progId="Equation.3">
                      <p:embed/>
                    </p:oleObj>
                  </mc:Choice>
                  <mc:Fallback>
                    <p:oleObj name="Equation" r:id="rId22" imgW="218970" imgH="22867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44" y="3160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85" name="Object 43"/>
              <p:cNvGraphicFramePr>
                <a:graphicFrameLocks noChangeAspect="1"/>
              </p:cNvGraphicFramePr>
              <p:nvPr/>
            </p:nvGraphicFramePr>
            <p:xfrm>
              <a:off x="2736" y="2488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12" name="Equation" r:id="rId24" imgW="228687" imgH="304787" progId="Equation.3">
                      <p:embed/>
                    </p:oleObj>
                  </mc:Choice>
                  <mc:Fallback>
                    <p:oleObj name="Equation" r:id="rId24" imgW="228687" imgH="30478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36" y="2488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86" name="Object 44"/>
              <p:cNvGraphicFramePr>
                <a:graphicFrameLocks noChangeAspect="1"/>
              </p:cNvGraphicFramePr>
              <p:nvPr/>
            </p:nvGraphicFramePr>
            <p:xfrm>
              <a:off x="2784" y="3240"/>
              <a:ext cx="136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13" name="Equation" r:id="rId26" imgW="209601" imgH="228677" progId="Equation.3">
                      <p:embed/>
                    </p:oleObj>
                  </mc:Choice>
                  <mc:Fallback>
                    <p:oleObj name="Equation" r:id="rId26" imgW="209601" imgH="22867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84" y="3240"/>
                            <a:ext cx="136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271" name="Group 45"/>
            <p:cNvGrpSpPr>
              <a:grpSpLocks/>
            </p:cNvGrpSpPr>
            <p:nvPr/>
          </p:nvGrpSpPr>
          <p:grpSpPr bwMode="auto">
            <a:xfrm>
              <a:off x="2645" y="2672"/>
              <a:ext cx="1020" cy="914"/>
              <a:chOff x="2645" y="2672"/>
              <a:chExt cx="1020" cy="914"/>
            </a:xfrm>
          </p:grpSpPr>
          <p:sp>
            <p:nvSpPr>
              <p:cNvPr id="9272" name="Line 46"/>
              <p:cNvSpPr>
                <a:spLocks noChangeShapeType="1"/>
              </p:cNvSpPr>
              <p:nvPr/>
            </p:nvSpPr>
            <p:spPr bwMode="auto">
              <a:xfrm flipV="1">
                <a:off x="2799" y="2815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3" name="Line 47"/>
              <p:cNvSpPr>
                <a:spLocks noChangeShapeType="1"/>
              </p:cNvSpPr>
              <p:nvPr/>
            </p:nvSpPr>
            <p:spPr bwMode="auto">
              <a:xfrm flipV="1">
                <a:off x="2874" y="2880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4" name="Line 48"/>
              <p:cNvSpPr>
                <a:spLocks noChangeShapeType="1"/>
              </p:cNvSpPr>
              <p:nvPr/>
            </p:nvSpPr>
            <p:spPr bwMode="auto">
              <a:xfrm flipV="1">
                <a:off x="3018" y="3024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5" name="Line 49"/>
              <p:cNvSpPr>
                <a:spLocks noChangeShapeType="1"/>
              </p:cNvSpPr>
              <p:nvPr/>
            </p:nvSpPr>
            <p:spPr bwMode="auto">
              <a:xfrm flipV="1">
                <a:off x="2645" y="2672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6" name="Line 50"/>
              <p:cNvSpPr>
                <a:spLocks noChangeShapeType="1"/>
              </p:cNvSpPr>
              <p:nvPr/>
            </p:nvSpPr>
            <p:spPr bwMode="auto">
              <a:xfrm flipV="1">
                <a:off x="2730" y="2742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7" name="Line 51"/>
              <p:cNvSpPr>
                <a:spLocks noChangeShapeType="1"/>
              </p:cNvSpPr>
              <p:nvPr/>
            </p:nvSpPr>
            <p:spPr bwMode="auto">
              <a:xfrm flipV="1">
                <a:off x="3066" y="3120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8" name="Line 52"/>
              <p:cNvSpPr>
                <a:spLocks noChangeShapeType="1"/>
              </p:cNvSpPr>
              <p:nvPr/>
            </p:nvSpPr>
            <p:spPr bwMode="auto">
              <a:xfrm flipV="1">
                <a:off x="3162" y="3174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9" name="Line 53"/>
              <p:cNvSpPr>
                <a:spLocks noChangeShapeType="1"/>
              </p:cNvSpPr>
              <p:nvPr/>
            </p:nvSpPr>
            <p:spPr bwMode="auto">
              <a:xfrm flipV="1">
                <a:off x="3245" y="3270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80" name="Line 54"/>
              <p:cNvSpPr>
                <a:spLocks noChangeShapeType="1"/>
              </p:cNvSpPr>
              <p:nvPr/>
            </p:nvSpPr>
            <p:spPr bwMode="auto">
              <a:xfrm flipV="1">
                <a:off x="3316" y="3352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81" name="Line 55"/>
              <p:cNvSpPr>
                <a:spLocks noChangeShapeType="1"/>
              </p:cNvSpPr>
              <p:nvPr/>
            </p:nvSpPr>
            <p:spPr bwMode="auto">
              <a:xfrm flipV="1">
                <a:off x="2940" y="2967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40344" name="Group 56"/>
          <p:cNvGrpSpPr>
            <a:grpSpLocks/>
          </p:cNvGrpSpPr>
          <p:nvPr/>
        </p:nvGrpSpPr>
        <p:grpSpPr bwMode="auto">
          <a:xfrm>
            <a:off x="2743200" y="4191000"/>
            <a:ext cx="2109788" cy="1957388"/>
            <a:chOff x="2559" y="2488"/>
            <a:chExt cx="1329" cy="1233"/>
          </a:xfrm>
        </p:grpSpPr>
        <p:sp>
          <p:nvSpPr>
            <p:cNvPr id="9251" name="Line 57"/>
            <p:cNvSpPr>
              <a:spLocks noChangeShapeType="1"/>
            </p:cNvSpPr>
            <p:nvPr/>
          </p:nvSpPr>
          <p:spPr bwMode="auto">
            <a:xfrm>
              <a:off x="2559" y="2826"/>
              <a:ext cx="894" cy="895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252" name="Group 58"/>
            <p:cNvGrpSpPr>
              <a:grpSpLocks/>
            </p:cNvGrpSpPr>
            <p:nvPr/>
          </p:nvGrpSpPr>
          <p:grpSpPr bwMode="auto">
            <a:xfrm>
              <a:off x="2640" y="2488"/>
              <a:ext cx="1248" cy="1064"/>
              <a:chOff x="2640" y="2488"/>
              <a:chExt cx="1248" cy="1064"/>
            </a:xfrm>
          </p:grpSpPr>
          <p:sp>
            <p:nvSpPr>
              <p:cNvPr id="9264" name="Line 59"/>
              <p:cNvSpPr>
                <a:spLocks noChangeShapeType="1"/>
              </p:cNvSpPr>
              <p:nvPr/>
            </p:nvSpPr>
            <p:spPr bwMode="auto">
              <a:xfrm>
                <a:off x="2640" y="3215"/>
                <a:ext cx="10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65" name="Line 60"/>
              <p:cNvSpPr>
                <a:spLocks noChangeShapeType="1"/>
              </p:cNvSpPr>
              <p:nvPr/>
            </p:nvSpPr>
            <p:spPr bwMode="auto">
              <a:xfrm flipV="1">
                <a:off x="2948" y="2496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9266" name="Object 61"/>
              <p:cNvGraphicFramePr>
                <a:graphicFrameLocks noChangeAspect="1"/>
              </p:cNvGraphicFramePr>
              <p:nvPr/>
            </p:nvGraphicFramePr>
            <p:xfrm>
              <a:off x="3744" y="3160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14" name="Equation" r:id="rId28" imgW="218970" imgH="228677" progId="Equation.3">
                      <p:embed/>
                    </p:oleObj>
                  </mc:Choice>
                  <mc:Fallback>
                    <p:oleObj name="Equation" r:id="rId28" imgW="218970" imgH="22867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44" y="3160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67" name="Object 62"/>
              <p:cNvGraphicFramePr>
                <a:graphicFrameLocks noChangeAspect="1"/>
              </p:cNvGraphicFramePr>
              <p:nvPr/>
            </p:nvGraphicFramePr>
            <p:xfrm>
              <a:off x="2736" y="2488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15" name="Equation" r:id="rId30" imgW="228687" imgH="304787" progId="Equation.3">
                      <p:embed/>
                    </p:oleObj>
                  </mc:Choice>
                  <mc:Fallback>
                    <p:oleObj name="Equation" r:id="rId30" imgW="228687" imgH="30478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36" y="2488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68" name="Object 63"/>
              <p:cNvGraphicFramePr>
                <a:graphicFrameLocks noChangeAspect="1"/>
              </p:cNvGraphicFramePr>
              <p:nvPr/>
            </p:nvGraphicFramePr>
            <p:xfrm>
              <a:off x="2784" y="3240"/>
              <a:ext cx="136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16" name="Equation" r:id="rId32" imgW="209601" imgH="228677" progId="Equation.3">
                      <p:embed/>
                    </p:oleObj>
                  </mc:Choice>
                  <mc:Fallback>
                    <p:oleObj name="Equation" r:id="rId32" imgW="209601" imgH="22867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84" y="3240"/>
                            <a:ext cx="136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253" name="Group 64"/>
            <p:cNvGrpSpPr>
              <a:grpSpLocks/>
            </p:cNvGrpSpPr>
            <p:nvPr/>
          </p:nvGrpSpPr>
          <p:grpSpPr bwMode="auto">
            <a:xfrm>
              <a:off x="2645" y="2672"/>
              <a:ext cx="1020" cy="914"/>
              <a:chOff x="2645" y="2672"/>
              <a:chExt cx="1020" cy="914"/>
            </a:xfrm>
          </p:grpSpPr>
          <p:sp>
            <p:nvSpPr>
              <p:cNvPr id="9254" name="Line 65"/>
              <p:cNvSpPr>
                <a:spLocks noChangeShapeType="1"/>
              </p:cNvSpPr>
              <p:nvPr/>
            </p:nvSpPr>
            <p:spPr bwMode="auto">
              <a:xfrm flipV="1">
                <a:off x="2799" y="2815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55" name="Line 66"/>
              <p:cNvSpPr>
                <a:spLocks noChangeShapeType="1"/>
              </p:cNvSpPr>
              <p:nvPr/>
            </p:nvSpPr>
            <p:spPr bwMode="auto">
              <a:xfrm flipV="1">
                <a:off x="2874" y="2880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56" name="Line 67"/>
              <p:cNvSpPr>
                <a:spLocks noChangeShapeType="1"/>
              </p:cNvSpPr>
              <p:nvPr/>
            </p:nvSpPr>
            <p:spPr bwMode="auto">
              <a:xfrm flipV="1">
                <a:off x="3018" y="3024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57" name="Line 68"/>
              <p:cNvSpPr>
                <a:spLocks noChangeShapeType="1"/>
              </p:cNvSpPr>
              <p:nvPr/>
            </p:nvSpPr>
            <p:spPr bwMode="auto">
              <a:xfrm flipV="1">
                <a:off x="2645" y="2672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58" name="Line 69"/>
              <p:cNvSpPr>
                <a:spLocks noChangeShapeType="1"/>
              </p:cNvSpPr>
              <p:nvPr/>
            </p:nvSpPr>
            <p:spPr bwMode="auto">
              <a:xfrm flipV="1">
                <a:off x="2730" y="2742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59" name="Line 70"/>
              <p:cNvSpPr>
                <a:spLocks noChangeShapeType="1"/>
              </p:cNvSpPr>
              <p:nvPr/>
            </p:nvSpPr>
            <p:spPr bwMode="auto">
              <a:xfrm flipV="1">
                <a:off x="3066" y="3120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60" name="Line 71"/>
              <p:cNvSpPr>
                <a:spLocks noChangeShapeType="1"/>
              </p:cNvSpPr>
              <p:nvPr/>
            </p:nvSpPr>
            <p:spPr bwMode="auto">
              <a:xfrm flipV="1">
                <a:off x="3162" y="3174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61" name="Line 72"/>
              <p:cNvSpPr>
                <a:spLocks noChangeShapeType="1"/>
              </p:cNvSpPr>
              <p:nvPr/>
            </p:nvSpPr>
            <p:spPr bwMode="auto">
              <a:xfrm flipV="1">
                <a:off x="3245" y="3270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62" name="Line 73"/>
              <p:cNvSpPr>
                <a:spLocks noChangeShapeType="1"/>
              </p:cNvSpPr>
              <p:nvPr/>
            </p:nvSpPr>
            <p:spPr bwMode="auto">
              <a:xfrm flipV="1">
                <a:off x="3316" y="3352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63" name="Line 74"/>
              <p:cNvSpPr>
                <a:spLocks noChangeShapeType="1"/>
              </p:cNvSpPr>
              <p:nvPr/>
            </p:nvSpPr>
            <p:spPr bwMode="auto">
              <a:xfrm flipV="1">
                <a:off x="2940" y="2967"/>
                <a:ext cx="349" cy="234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40363" name="Group 75"/>
          <p:cNvGrpSpPr>
            <a:grpSpLocks/>
          </p:cNvGrpSpPr>
          <p:nvPr/>
        </p:nvGrpSpPr>
        <p:grpSpPr bwMode="auto">
          <a:xfrm>
            <a:off x="5257801" y="4191001"/>
            <a:ext cx="2055813" cy="1990725"/>
            <a:chOff x="2448" y="2592"/>
            <a:chExt cx="1295" cy="1254"/>
          </a:xfrm>
        </p:grpSpPr>
        <p:sp>
          <p:nvSpPr>
            <p:cNvPr id="9242" name="AutoShape 76"/>
            <p:cNvSpPr>
              <a:spLocks noChangeArrowheads="1"/>
            </p:cNvSpPr>
            <p:nvPr/>
          </p:nvSpPr>
          <p:spPr bwMode="auto">
            <a:xfrm>
              <a:off x="2572" y="2851"/>
              <a:ext cx="863" cy="864"/>
            </a:xfrm>
            <a:custGeom>
              <a:avLst/>
              <a:gdLst>
                <a:gd name="T0" fmla="*/ 432 w 21600"/>
                <a:gd name="T1" fmla="*/ 0 h 21600"/>
                <a:gd name="T2" fmla="*/ 126 w 21600"/>
                <a:gd name="T3" fmla="*/ 127 h 21600"/>
                <a:gd name="T4" fmla="*/ 0 w 21600"/>
                <a:gd name="T5" fmla="*/ 432 h 21600"/>
                <a:gd name="T6" fmla="*/ 126 w 21600"/>
                <a:gd name="T7" fmla="*/ 737 h 21600"/>
                <a:gd name="T8" fmla="*/ 432 w 21600"/>
                <a:gd name="T9" fmla="*/ 864 h 21600"/>
                <a:gd name="T10" fmla="*/ 737 w 21600"/>
                <a:gd name="T11" fmla="*/ 737 h 21600"/>
                <a:gd name="T12" fmla="*/ 863 w 21600"/>
                <a:gd name="T13" fmla="*/ 432 h 21600"/>
                <a:gd name="T14" fmla="*/ 737 w 21600"/>
                <a:gd name="T15" fmla="*/ 127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4 w 21600"/>
                <a:gd name="T25" fmla="*/ 3175 h 21600"/>
                <a:gd name="T26" fmla="*/ 18446 w 21600"/>
                <a:gd name="T27" fmla="*/ 18425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solidFill>
              <a:srgbClr val="008000"/>
            </a:solidFill>
            <a:ln w="25400">
              <a:solidFill>
                <a:srgbClr val="C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243" name="Group 77"/>
            <p:cNvGrpSpPr>
              <a:grpSpLocks/>
            </p:cNvGrpSpPr>
            <p:nvPr/>
          </p:nvGrpSpPr>
          <p:grpSpPr bwMode="auto">
            <a:xfrm>
              <a:off x="2448" y="2592"/>
              <a:ext cx="1295" cy="1254"/>
              <a:chOff x="4129" y="1584"/>
              <a:chExt cx="1295" cy="1254"/>
            </a:xfrm>
          </p:grpSpPr>
          <p:sp>
            <p:nvSpPr>
              <p:cNvPr id="9244" name="Line 78"/>
              <p:cNvSpPr>
                <a:spLocks noChangeShapeType="1"/>
              </p:cNvSpPr>
              <p:nvPr/>
            </p:nvSpPr>
            <p:spPr bwMode="auto">
              <a:xfrm>
                <a:off x="4129" y="2276"/>
                <a:ext cx="1295" cy="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45" name="Line 79"/>
              <p:cNvSpPr>
                <a:spLocks noChangeShapeType="1"/>
              </p:cNvSpPr>
              <p:nvPr/>
            </p:nvSpPr>
            <p:spPr bwMode="auto">
              <a:xfrm flipV="1">
                <a:off x="4684" y="1584"/>
                <a:ext cx="1" cy="12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9246" name="Object 80"/>
              <p:cNvGraphicFramePr>
                <a:graphicFrameLocks noChangeAspect="1"/>
              </p:cNvGraphicFramePr>
              <p:nvPr/>
            </p:nvGraphicFramePr>
            <p:xfrm>
              <a:off x="5280" y="2344"/>
              <a:ext cx="144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17" name="Equation" r:id="rId34" imgW="218970" imgH="228677" progId="Equation.3">
                      <p:embed/>
                    </p:oleObj>
                  </mc:Choice>
                  <mc:Fallback>
                    <p:oleObj name="Equation" r:id="rId34" imgW="218970" imgH="22867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80" y="2344"/>
                            <a:ext cx="144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47" name="Object 81"/>
              <p:cNvGraphicFramePr>
                <a:graphicFrameLocks noChangeAspect="1"/>
              </p:cNvGraphicFramePr>
              <p:nvPr/>
            </p:nvGraphicFramePr>
            <p:xfrm>
              <a:off x="4504" y="1624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18" name="Equation" r:id="rId36" imgW="228687" imgH="304787" progId="Equation.3">
                      <p:embed/>
                    </p:oleObj>
                  </mc:Choice>
                  <mc:Fallback>
                    <p:oleObj name="Equation" r:id="rId36" imgW="228687" imgH="30478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04" y="1624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48" name="Object 82"/>
              <p:cNvGraphicFramePr>
                <a:graphicFrameLocks noChangeAspect="1"/>
              </p:cNvGraphicFramePr>
              <p:nvPr/>
            </p:nvGraphicFramePr>
            <p:xfrm>
              <a:off x="4520" y="2296"/>
              <a:ext cx="136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19" name="Equation" r:id="rId38" imgW="209601" imgH="228677" progId="Equation.3">
                      <p:embed/>
                    </p:oleObj>
                  </mc:Choice>
                  <mc:Fallback>
                    <p:oleObj name="Equation" r:id="rId38" imgW="209601" imgH="22867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20" y="2296"/>
                            <a:ext cx="136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49" name="Object 83"/>
              <p:cNvGraphicFramePr>
                <a:graphicFrameLocks noChangeAspect="1"/>
              </p:cNvGraphicFramePr>
              <p:nvPr/>
            </p:nvGraphicFramePr>
            <p:xfrm>
              <a:off x="5144" y="2284"/>
              <a:ext cx="136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20" name="Equation" r:id="rId40" imgW="209601" imgH="295404" progId="Equation.3">
                      <p:embed/>
                    </p:oleObj>
                  </mc:Choice>
                  <mc:Fallback>
                    <p:oleObj name="Equation" r:id="rId40" imgW="209601" imgH="29540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44" y="2284"/>
                            <a:ext cx="136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50" name="Object 84"/>
              <p:cNvGraphicFramePr>
                <a:graphicFrameLocks noChangeAspect="1"/>
              </p:cNvGraphicFramePr>
              <p:nvPr/>
            </p:nvGraphicFramePr>
            <p:xfrm>
              <a:off x="4896" y="2280"/>
              <a:ext cx="96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021" name="Equation" r:id="rId42" imgW="142973" imgH="295404" progId="Equation.3">
                      <p:embed/>
                    </p:oleObj>
                  </mc:Choice>
                  <mc:Fallback>
                    <p:oleObj name="Equation" r:id="rId42" imgW="142973" imgH="295404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96" y="2280"/>
                            <a:ext cx="96" cy="1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8722184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0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0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0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0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0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0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40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0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0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0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0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40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0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0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40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0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9" grpId="0" build="p" autoUpdateAnimBg="0" advAuto="0"/>
      <p:bldP spid="140300" grpId="0" autoUpdateAnimBg="0"/>
      <p:bldP spid="140301" grpId="0" autoUpdateAnimBg="0"/>
      <p:bldP spid="140302" grpId="0" autoUpdateAnimBg="0"/>
      <p:bldP spid="140303" grpId="0" autoUpdateAnimBg="0"/>
      <p:bldP spid="140304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Text Box 2"/>
          <p:cNvSpPr txBox="1">
            <a:spLocks noChangeArrowheads="1"/>
          </p:cNvSpPr>
          <p:nvPr/>
        </p:nvSpPr>
        <p:spPr bwMode="auto">
          <a:xfrm>
            <a:off x="2280208" y="1002943"/>
            <a:ext cx="2079625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zh-CN" sz="2800" b="1">
                <a:solidFill>
                  <a:srgbClr val="FF66FF"/>
                </a:solidFill>
                <a:ea typeface="楷体_GB2312" pitchFamily="49" charset="-122"/>
                <a:sym typeface="Symbol" panose="05050102010706020507" pitchFamily="18" charset="2"/>
              </a:rPr>
              <a:t></a:t>
            </a:r>
            <a:r>
              <a:rPr lang="en-US" altLang="zh-CN" sz="2800" b="1">
                <a:ea typeface="楷体_GB2312" pitchFamily="49" charset="-122"/>
                <a:sym typeface="Symbol" panose="05050102010706020507" pitchFamily="18" charset="2"/>
              </a:rPr>
              <a:t>  </a:t>
            </a:r>
            <a:r>
              <a:rPr lang="zh-CN" altLang="en-US" sz="2800" b="1">
                <a:ea typeface="楷体_GB2312" pitchFamily="49" charset="-122"/>
              </a:rPr>
              <a:t>整个平面  </a:t>
            </a:r>
          </a:p>
        </p:txBody>
      </p:sp>
      <p:sp>
        <p:nvSpPr>
          <p:cNvPr id="142339" name="Text Box 3"/>
          <p:cNvSpPr txBox="1">
            <a:spLocks noChangeArrowheads="1"/>
          </p:cNvSpPr>
          <p:nvPr/>
        </p:nvSpPr>
        <p:spPr bwMode="auto">
          <a:xfrm>
            <a:off x="2280208" y="2078754"/>
            <a:ext cx="1828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66FF"/>
                </a:solidFill>
                <a:ea typeface="楷体_GB2312" pitchFamily="49" charset="-122"/>
                <a:sym typeface="Symbol" panose="05050102010706020507" pitchFamily="18" charset="2"/>
              </a:rPr>
              <a:t>  </a:t>
            </a:r>
            <a:r>
              <a:rPr lang="zh-CN" altLang="en-US" sz="2800" b="1" dirty="0">
                <a:ea typeface="楷体_GB2312" pitchFamily="49" charset="-122"/>
              </a:rPr>
              <a:t>点集 </a:t>
            </a:r>
          </a:p>
        </p:txBody>
      </p:sp>
      <p:graphicFrame>
        <p:nvGraphicFramePr>
          <p:cNvPr id="14234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6062126"/>
              </p:ext>
            </p:extLst>
          </p:nvPr>
        </p:nvGraphicFramePr>
        <p:xfrm>
          <a:off x="3553029" y="2142075"/>
          <a:ext cx="214471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1" name="公式" r:id="rId4" imgW="2047770" imgH="438240" progId="Equation.3">
                  <p:embed/>
                </p:oleObj>
              </mc:Choice>
              <mc:Fallback>
                <p:oleObj name="公式" r:id="rId4" imgW="2047770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3029" y="2142075"/>
                        <a:ext cx="2144713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341" name="Text Box 5"/>
          <p:cNvSpPr txBox="1">
            <a:spLocks noChangeArrowheads="1"/>
          </p:cNvSpPr>
          <p:nvPr/>
        </p:nvSpPr>
        <p:spPr bwMode="auto">
          <a:xfrm>
            <a:off x="5640917" y="2074217"/>
            <a:ext cx="20907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是开集，</a:t>
            </a:r>
          </a:p>
        </p:txBody>
      </p:sp>
      <p:sp>
        <p:nvSpPr>
          <p:cNvPr id="142342" name="Text Box 6"/>
          <p:cNvSpPr txBox="1">
            <a:spLocks noChangeArrowheads="1"/>
          </p:cNvSpPr>
          <p:nvPr/>
        </p:nvSpPr>
        <p:spPr bwMode="auto">
          <a:xfrm>
            <a:off x="4109976" y="1002220"/>
            <a:ext cx="2743200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是最大的开域 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</a:p>
        </p:txBody>
      </p:sp>
      <p:sp>
        <p:nvSpPr>
          <p:cNvPr id="142343" name="Text Box 7"/>
          <p:cNvSpPr txBox="1">
            <a:spLocks noChangeArrowheads="1"/>
          </p:cNvSpPr>
          <p:nvPr/>
        </p:nvSpPr>
        <p:spPr bwMode="auto">
          <a:xfrm>
            <a:off x="2684160" y="1550747"/>
            <a:ext cx="3767138" cy="4556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也是最大的闭域；</a:t>
            </a:r>
          </a:p>
        </p:txBody>
      </p:sp>
      <p:sp>
        <p:nvSpPr>
          <p:cNvPr id="142344" name="Text Box 8"/>
          <p:cNvSpPr txBox="1">
            <a:spLocks noChangeArrowheads="1"/>
          </p:cNvSpPr>
          <p:nvPr/>
        </p:nvSpPr>
        <p:spPr bwMode="auto">
          <a:xfrm>
            <a:off x="2689225" y="2650820"/>
            <a:ext cx="2133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但非区域 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grpSp>
        <p:nvGrpSpPr>
          <p:cNvPr id="142351" name="Group 15"/>
          <p:cNvGrpSpPr>
            <a:grpSpLocks/>
          </p:cNvGrpSpPr>
          <p:nvPr/>
        </p:nvGrpSpPr>
        <p:grpSpPr bwMode="auto">
          <a:xfrm>
            <a:off x="7467600" y="746125"/>
            <a:ext cx="730250" cy="1854200"/>
            <a:chOff x="4272" y="2928"/>
            <a:chExt cx="511" cy="1296"/>
          </a:xfrm>
        </p:grpSpPr>
        <p:grpSp>
          <p:nvGrpSpPr>
            <p:cNvPr id="10273" name="Group 16"/>
            <p:cNvGrpSpPr>
              <a:grpSpLocks/>
            </p:cNvGrpSpPr>
            <p:nvPr/>
          </p:nvGrpSpPr>
          <p:grpSpPr bwMode="auto">
            <a:xfrm>
              <a:off x="4272" y="2928"/>
              <a:ext cx="480" cy="1296"/>
              <a:chOff x="4272" y="2928"/>
              <a:chExt cx="480" cy="1296"/>
            </a:xfrm>
          </p:grpSpPr>
          <p:sp>
            <p:nvSpPr>
              <p:cNvPr id="10275" name="Rectangle 17"/>
              <p:cNvSpPr>
                <a:spLocks noChangeArrowheads="1"/>
              </p:cNvSpPr>
              <p:nvPr/>
            </p:nvSpPr>
            <p:spPr bwMode="auto">
              <a:xfrm>
                <a:off x="4272" y="2928"/>
                <a:ext cx="480" cy="1296"/>
              </a:xfrm>
              <a:prstGeom prst="rect">
                <a:avLst/>
              </a:prstGeom>
              <a:solidFill>
                <a:schemeClr val="bg2">
                  <a:lumMod val="50000"/>
                  <a:alpha val="50000"/>
                </a:schemeClr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76" name="Line 18"/>
              <p:cNvSpPr>
                <a:spLocks noChangeShapeType="1"/>
              </p:cNvSpPr>
              <p:nvPr/>
            </p:nvSpPr>
            <p:spPr bwMode="auto">
              <a:xfrm>
                <a:off x="4752" y="2976"/>
                <a:ext cx="0" cy="124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0274" name="Object 19"/>
            <p:cNvGraphicFramePr>
              <a:graphicFrameLocks noChangeAspect="1"/>
            </p:cNvGraphicFramePr>
            <p:nvPr/>
          </p:nvGraphicFramePr>
          <p:xfrm>
            <a:off x="4464" y="3552"/>
            <a:ext cx="319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72" name="公式" r:id="rId6" imgW="190514" imgH="152567" progId="Equation.3">
                    <p:embed/>
                  </p:oleObj>
                </mc:Choice>
                <mc:Fallback>
                  <p:oleObj name="公式" r:id="rId6" imgW="190514" imgH="1525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3552"/>
                          <a:ext cx="319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2356" name="Group 20"/>
          <p:cNvGrpSpPr>
            <a:grpSpLocks/>
          </p:cNvGrpSpPr>
          <p:nvPr/>
        </p:nvGrpSpPr>
        <p:grpSpPr bwMode="auto">
          <a:xfrm>
            <a:off x="8702676" y="746125"/>
            <a:ext cx="746125" cy="1854200"/>
            <a:chOff x="5136" y="2928"/>
            <a:chExt cx="521" cy="1296"/>
          </a:xfrm>
        </p:grpSpPr>
        <p:grpSp>
          <p:nvGrpSpPr>
            <p:cNvPr id="10269" name="Group 21"/>
            <p:cNvGrpSpPr>
              <a:grpSpLocks/>
            </p:cNvGrpSpPr>
            <p:nvPr/>
          </p:nvGrpSpPr>
          <p:grpSpPr bwMode="auto">
            <a:xfrm>
              <a:off x="5136" y="2928"/>
              <a:ext cx="521" cy="1296"/>
              <a:chOff x="5136" y="2928"/>
              <a:chExt cx="521" cy="1296"/>
            </a:xfrm>
          </p:grpSpPr>
          <p:sp>
            <p:nvSpPr>
              <p:cNvPr id="10271" name="Rectangle 22"/>
              <p:cNvSpPr>
                <a:spLocks noChangeArrowheads="1"/>
              </p:cNvSpPr>
              <p:nvPr/>
            </p:nvSpPr>
            <p:spPr bwMode="auto">
              <a:xfrm>
                <a:off x="5136" y="2928"/>
                <a:ext cx="521" cy="1296"/>
              </a:xfrm>
              <a:prstGeom prst="rect">
                <a:avLst/>
              </a:prstGeom>
              <a:solidFill>
                <a:schemeClr val="bg2">
                  <a:lumMod val="50000"/>
                  <a:alpha val="50000"/>
                </a:schemeClr>
              </a:solidFill>
              <a:ln w="9525">
                <a:solidFill>
                  <a:schemeClr val="bg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0272" name="Line 23"/>
              <p:cNvSpPr>
                <a:spLocks noChangeShapeType="1"/>
              </p:cNvSpPr>
              <p:nvPr/>
            </p:nvSpPr>
            <p:spPr bwMode="auto">
              <a:xfrm flipV="1">
                <a:off x="5136" y="2928"/>
                <a:ext cx="0" cy="129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0270" name="Object 24"/>
            <p:cNvGraphicFramePr>
              <a:graphicFrameLocks noChangeAspect="1"/>
            </p:cNvGraphicFramePr>
            <p:nvPr/>
          </p:nvGraphicFramePr>
          <p:xfrm>
            <a:off x="5136" y="3552"/>
            <a:ext cx="139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73" name="公式" r:id="rId8" imgW="76345" imgH="152567" progId="Equation.3">
                    <p:embed/>
                  </p:oleObj>
                </mc:Choice>
                <mc:Fallback>
                  <p:oleObj name="公式" r:id="rId8" imgW="76345" imgH="1525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6" y="3552"/>
                          <a:ext cx="139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2361" name="Group 25"/>
          <p:cNvGrpSpPr>
            <a:grpSpLocks/>
          </p:cNvGrpSpPr>
          <p:nvPr/>
        </p:nvGrpSpPr>
        <p:grpSpPr bwMode="auto">
          <a:xfrm>
            <a:off x="7467601" y="609601"/>
            <a:ext cx="1990725" cy="1990725"/>
            <a:chOff x="4272" y="2832"/>
            <a:chExt cx="1392" cy="1392"/>
          </a:xfrm>
        </p:grpSpPr>
        <p:sp>
          <p:nvSpPr>
            <p:cNvPr id="10264" name="Text Box 26"/>
            <p:cNvSpPr txBox="1">
              <a:spLocks noChangeArrowheads="1"/>
            </p:cNvSpPr>
            <p:nvPr/>
          </p:nvSpPr>
          <p:spPr bwMode="auto">
            <a:xfrm>
              <a:off x="4752" y="3504"/>
              <a:ext cx="480" cy="3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b="1">
                  <a:ea typeface="仿宋_GB2312" pitchFamily="49" charset="-122"/>
                </a:rPr>
                <a:t>o</a:t>
              </a:r>
            </a:p>
          </p:txBody>
        </p:sp>
        <p:sp>
          <p:nvSpPr>
            <p:cNvPr id="10265" name="Line 27"/>
            <p:cNvSpPr>
              <a:spLocks noChangeShapeType="1"/>
            </p:cNvSpPr>
            <p:nvPr/>
          </p:nvSpPr>
          <p:spPr bwMode="auto">
            <a:xfrm>
              <a:off x="4272" y="3600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6" name="Line 28"/>
            <p:cNvSpPr>
              <a:spLocks noChangeShapeType="1"/>
            </p:cNvSpPr>
            <p:nvPr/>
          </p:nvSpPr>
          <p:spPr bwMode="auto">
            <a:xfrm flipV="1">
              <a:off x="4944" y="2880"/>
              <a:ext cx="0" cy="1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267" name="Object 29"/>
            <p:cNvGraphicFramePr>
              <a:graphicFrameLocks noChangeAspect="1"/>
            </p:cNvGraphicFramePr>
            <p:nvPr/>
          </p:nvGraphicFramePr>
          <p:xfrm>
            <a:off x="5449" y="3600"/>
            <a:ext cx="21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74" name="公式" r:id="rId10" imgW="114170" imgH="133453" progId="Equation.3">
                    <p:embed/>
                  </p:oleObj>
                </mc:Choice>
                <mc:Fallback>
                  <p:oleObj name="公式" r:id="rId10" imgW="114170" imgH="13345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49" y="3600"/>
                          <a:ext cx="215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68" name="Object 30"/>
            <p:cNvGraphicFramePr>
              <a:graphicFrameLocks noChangeAspect="1"/>
            </p:cNvGraphicFramePr>
            <p:nvPr/>
          </p:nvGraphicFramePr>
          <p:xfrm>
            <a:off x="4722" y="2832"/>
            <a:ext cx="222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375" name="公式" r:id="rId12" imgW="133256" imgH="152567" progId="Equation.3">
                    <p:embed/>
                  </p:oleObj>
                </mc:Choice>
                <mc:Fallback>
                  <p:oleObj name="公式" r:id="rId12" imgW="133256" imgH="1525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2" y="2832"/>
                          <a:ext cx="222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2367" name="Rectangle 31"/>
          <p:cNvSpPr>
            <a:spLocks noChangeArrowheads="1"/>
          </p:cNvSpPr>
          <p:nvPr/>
        </p:nvSpPr>
        <p:spPr bwMode="auto">
          <a:xfrm>
            <a:off x="1991544" y="3308349"/>
            <a:ext cx="8534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lang="en-US" altLang="zh-CN" sz="2800" b="1" dirty="0">
                <a:solidFill>
                  <a:srgbClr val="66FF33"/>
                </a:solidFill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对区域 </a:t>
            </a:r>
            <a:r>
              <a:rPr lang="en-US" altLang="zh-CN" sz="2800" b="1" i="1" dirty="0">
                <a:ea typeface="楷体_GB2312" pitchFamily="49" charset="-122"/>
              </a:rPr>
              <a:t>D 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若存在正数</a:t>
            </a:r>
            <a:r>
              <a:rPr lang="zh-CN" altLang="en-US" sz="2800" b="1" i="1" dirty="0">
                <a:ea typeface="楷体_GB2312" pitchFamily="49" charset="-122"/>
              </a:rPr>
              <a:t> </a:t>
            </a:r>
            <a:r>
              <a:rPr lang="en-US" altLang="zh-CN" sz="2800" b="1" i="1" dirty="0">
                <a:ea typeface="楷体_GB2312" pitchFamily="49" charset="-122"/>
              </a:rPr>
              <a:t>K 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使一切点 </a:t>
            </a:r>
            <a:r>
              <a:rPr lang="en-US" altLang="zh-CN" sz="2800" b="1" i="1" dirty="0">
                <a:ea typeface="楷体_GB2312" pitchFamily="49" charset="-122"/>
              </a:rPr>
              <a:t>P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D 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与某定点 </a:t>
            </a:r>
            <a:endParaRPr lang="zh-CN" altLang="en-US" sz="2800" b="1" i="1" dirty="0"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142368" name="Text Box 32"/>
          <p:cNvSpPr txBox="1">
            <a:spLocks noChangeArrowheads="1"/>
          </p:cNvSpPr>
          <p:nvPr/>
        </p:nvSpPr>
        <p:spPr bwMode="auto">
          <a:xfrm>
            <a:off x="2285960" y="3985807"/>
            <a:ext cx="335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A 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的距离 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AP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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 K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 ,</a:t>
            </a:r>
          </a:p>
        </p:txBody>
      </p:sp>
      <p:sp>
        <p:nvSpPr>
          <p:cNvPr id="142369" name="Text Box 33"/>
          <p:cNvSpPr txBox="1">
            <a:spLocks noChangeArrowheads="1"/>
          </p:cNvSpPr>
          <p:nvPr/>
        </p:nvSpPr>
        <p:spPr bwMode="auto">
          <a:xfrm>
            <a:off x="5221897" y="3993565"/>
            <a:ext cx="3048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则称</a:t>
            </a:r>
            <a:r>
              <a:rPr lang="zh-CN" altLang="en-US" sz="2800" b="1" i="1" dirty="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D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为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  <a:sym typeface="Symbol" panose="05050102010706020507" pitchFamily="18" charset="2"/>
              </a:rPr>
              <a:t>有界域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,</a:t>
            </a:r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  <a:sym typeface="Symbol" panose="05050102010706020507" pitchFamily="18" charset="2"/>
              </a:rPr>
              <a:t>   </a:t>
            </a:r>
          </a:p>
        </p:txBody>
      </p:sp>
      <p:sp>
        <p:nvSpPr>
          <p:cNvPr id="142370" name="Text Box 34"/>
          <p:cNvSpPr txBox="1">
            <a:spLocks noChangeArrowheads="1"/>
          </p:cNvSpPr>
          <p:nvPr/>
        </p:nvSpPr>
        <p:spPr bwMode="auto">
          <a:xfrm>
            <a:off x="2181429" y="4671988"/>
            <a:ext cx="1371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  <a:sym typeface="Symbol" panose="05050102010706020507" pitchFamily="18" charset="2"/>
              </a:rPr>
              <a:t>界域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42371" name="Text Box 35"/>
          <p:cNvSpPr txBox="1">
            <a:spLocks noChangeArrowheads="1"/>
          </p:cNvSpPr>
          <p:nvPr/>
        </p:nvSpPr>
        <p:spPr bwMode="auto">
          <a:xfrm>
            <a:off x="8164319" y="3993565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否则称为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  <a:sym typeface="Symbol" panose="05050102010706020507" pitchFamily="18" charset="2"/>
              </a:rPr>
              <a:t>无</a:t>
            </a:r>
          </a:p>
        </p:txBody>
      </p:sp>
    </p:spTree>
    <p:extLst>
      <p:ext uri="{BB962C8B-B14F-4D97-AF65-F5344CB8AC3E}">
        <p14:creationId xmlns:p14="http://schemas.microsoft.com/office/powerpoint/2010/main" val="283754149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2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2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2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2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2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2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2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42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2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423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423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42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42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42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38" grpId="0" autoUpdateAnimBg="0"/>
      <p:bldP spid="142339" grpId="0" autoUpdateAnimBg="0"/>
      <p:bldP spid="142341" grpId="0" autoUpdateAnimBg="0"/>
      <p:bldP spid="142342" grpId="0" autoUpdateAnimBg="0"/>
      <p:bldP spid="142343" grpId="0" autoUpdateAnimBg="0"/>
      <p:bldP spid="142344" grpId="0" autoUpdateAnimBg="0"/>
      <p:bldP spid="142367" grpId="0" build="p" autoUpdateAnimBg="0"/>
      <p:bldP spid="142368" grpId="0" build="p" autoUpdateAnimBg="0"/>
      <p:bldP spid="142369" grpId="0" build="p" autoUpdateAnimBg="0"/>
      <p:bldP spid="142370" grpId="0" build="p" autoUpdateAnimBg="0" advAuto="0"/>
      <p:bldP spid="142371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33600" y="250825"/>
            <a:ext cx="4250432" cy="823914"/>
          </a:xfrm>
          <a:noFill/>
        </p:spPr>
        <p:txBody>
          <a:bodyPr/>
          <a:lstStyle/>
          <a:p>
            <a:pPr algn="l" eaLnBrk="1" hangingPunct="1"/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二、多元函数的概念  </a:t>
            </a:r>
          </a:p>
        </p:txBody>
      </p:sp>
      <p:sp>
        <p:nvSpPr>
          <p:cNvPr id="146435" name="Text Box 3"/>
          <p:cNvSpPr txBox="1">
            <a:spLocks noChangeArrowheads="1"/>
          </p:cNvSpPr>
          <p:nvPr/>
        </p:nvSpPr>
        <p:spPr bwMode="auto">
          <a:xfrm>
            <a:off x="2133600" y="1081088"/>
            <a:ext cx="114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1A0A92"/>
                </a:solidFill>
                <a:latin typeface="楷体_GB2312" pitchFamily="49" charset="-122"/>
                <a:ea typeface="楷体_GB2312" pitchFamily="49" charset="-122"/>
              </a:rPr>
              <a:t>引例</a:t>
            </a:r>
            <a:r>
              <a:rPr lang="en-US" altLang="zh-CN" sz="2800" b="1" dirty="0">
                <a:solidFill>
                  <a:srgbClr val="1A0A92"/>
                </a:solidFill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sp>
        <p:nvSpPr>
          <p:cNvPr id="146436" name="Text Box 4"/>
          <p:cNvSpPr txBox="1">
            <a:spLocks noChangeArrowheads="1"/>
          </p:cNvSpPr>
          <p:nvPr/>
        </p:nvSpPr>
        <p:spPr bwMode="auto">
          <a:xfrm>
            <a:off x="1981200" y="1676401"/>
            <a:ext cx="3048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66FF33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圆柱体的体积</a:t>
            </a:r>
          </a:p>
        </p:txBody>
      </p:sp>
      <p:sp>
        <p:nvSpPr>
          <p:cNvPr id="146437" name="Text Box 5"/>
          <p:cNvSpPr txBox="1">
            <a:spLocks noChangeArrowheads="1"/>
          </p:cNvSpPr>
          <p:nvPr/>
        </p:nvSpPr>
        <p:spPr bwMode="auto">
          <a:xfrm>
            <a:off x="1981200" y="2743201"/>
            <a:ext cx="411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66FF33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定量理想气体的压强</a:t>
            </a:r>
          </a:p>
        </p:txBody>
      </p:sp>
      <p:sp>
        <p:nvSpPr>
          <p:cNvPr id="146438" name="Text Box 6"/>
          <p:cNvSpPr txBox="1">
            <a:spLocks noChangeArrowheads="1"/>
          </p:cNvSpPr>
          <p:nvPr/>
        </p:nvSpPr>
        <p:spPr bwMode="auto">
          <a:xfrm>
            <a:off x="1981200" y="4252913"/>
            <a:ext cx="449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solidFill>
                  <a:srgbClr val="66FF33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 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三角形面积的海伦公式</a:t>
            </a:r>
          </a:p>
        </p:txBody>
      </p:sp>
      <p:graphicFrame>
        <p:nvGraphicFramePr>
          <p:cNvPr id="146439" name="Object 7"/>
          <p:cNvGraphicFramePr>
            <a:graphicFrameLocks noChangeAspect="1"/>
          </p:cNvGraphicFramePr>
          <p:nvPr/>
        </p:nvGraphicFramePr>
        <p:xfrm>
          <a:off x="3079750" y="2201863"/>
          <a:ext cx="1574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8" name="公式" r:id="rId3" imgW="1561941" imgH="495236" progId="Equation.3">
                  <p:embed/>
                </p:oleObj>
              </mc:Choice>
              <mc:Fallback>
                <p:oleObj name="公式" r:id="rId3" imgW="1561941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750" y="2201863"/>
                        <a:ext cx="15748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40" name="Object 8"/>
          <p:cNvGraphicFramePr>
            <a:graphicFrameLocks noChangeAspect="1"/>
          </p:cNvGraphicFramePr>
          <p:nvPr/>
        </p:nvGraphicFramePr>
        <p:xfrm>
          <a:off x="3067050" y="3344863"/>
          <a:ext cx="3200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9" name="公式" r:id="rId5" imgW="3190857" imgH="828521" progId="Equation.3">
                  <p:embed/>
                </p:oleObj>
              </mc:Choice>
              <mc:Fallback>
                <p:oleObj name="公式" r:id="rId5" imgW="3190857" imgH="82852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7050" y="3344863"/>
                        <a:ext cx="32004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41" name="Object 9"/>
          <p:cNvGraphicFramePr>
            <a:graphicFrameLocks noChangeAspect="1"/>
          </p:cNvGraphicFramePr>
          <p:nvPr/>
        </p:nvGraphicFramePr>
        <p:xfrm>
          <a:off x="6192838" y="4113213"/>
          <a:ext cx="215741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0" name="公式" r:id="rId7" imgW="2152570" imgH="819137" progId="Equation.3">
                  <p:embed/>
                </p:oleObj>
              </mc:Choice>
              <mc:Fallback>
                <p:oleObj name="公式" r:id="rId7" imgW="2152570" imgH="81913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2838" y="4113213"/>
                        <a:ext cx="215741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6442" name="Group 10"/>
          <p:cNvGrpSpPr>
            <a:grpSpLocks/>
          </p:cNvGrpSpPr>
          <p:nvPr/>
        </p:nvGrpSpPr>
        <p:grpSpPr bwMode="auto">
          <a:xfrm>
            <a:off x="8610600" y="4343400"/>
            <a:ext cx="1447800" cy="1219200"/>
            <a:chOff x="4224" y="2400"/>
            <a:chExt cx="912" cy="768"/>
          </a:xfrm>
        </p:grpSpPr>
        <p:sp>
          <p:nvSpPr>
            <p:cNvPr id="146443" name="Freeform 11"/>
            <p:cNvSpPr>
              <a:spLocks/>
            </p:cNvSpPr>
            <p:nvPr/>
          </p:nvSpPr>
          <p:spPr bwMode="auto">
            <a:xfrm>
              <a:off x="4224" y="2400"/>
              <a:ext cx="912" cy="768"/>
            </a:xfrm>
            <a:custGeom>
              <a:avLst/>
              <a:gdLst>
                <a:gd name="T0" fmla="*/ 480 w 912"/>
                <a:gd name="T1" fmla="*/ 0 h 768"/>
                <a:gd name="T2" fmla="*/ 0 w 912"/>
                <a:gd name="T3" fmla="*/ 480 h 768"/>
                <a:gd name="T4" fmla="*/ 912 w 912"/>
                <a:gd name="T5" fmla="*/ 768 h 768"/>
                <a:gd name="T6" fmla="*/ 480 w 912"/>
                <a:gd name="T7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12" h="768">
                  <a:moveTo>
                    <a:pt x="480" y="0"/>
                  </a:moveTo>
                  <a:lnTo>
                    <a:pt x="0" y="480"/>
                  </a:lnTo>
                  <a:lnTo>
                    <a:pt x="912" y="768"/>
                  </a:lnTo>
                  <a:lnTo>
                    <a:pt x="48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graphicFrame>
          <p:nvGraphicFramePr>
            <p:cNvPr id="13344" name="Object 12"/>
            <p:cNvGraphicFramePr>
              <a:graphicFrameLocks noChangeAspect="1"/>
            </p:cNvGraphicFramePr>
            <p:nvPr/>
          </p:nvGraphicFramePr>
          <p:xfrm>
            <a:off x="4492" y="3016"/>
            <a:ext cx="128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61" name="Equation" r:id="rId9" imgW="190514" imgH="228677" progId="Equation.3">
                    <p:embed/>
                  </p:oleObj>
                </mc:Choice>
                <mc:Fallback>
                  <p:oleObj name="Equation" r:id="rId9" imgW="190514" imgH="228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2" y="3016"/>
                          <a:ext cx="128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5" name="Object 13"/>
            <p:cNvGraphicFramePr>
              <a:graphicFrameLocks noChangeAspect="1"/>
            </p:cNvGraphicFramePr>
            <p:nvPr/>
          </p:nvGraphicFramePr>
          <p:xfrm>
            <a:off x="4328" y="2448"/>
            <a:ext cx="136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62" name="Equation" r:id="rId11" imgW="209601" imgH="323901" progId="Equation.3">
                    <p:embed/>
                  </p:oleObj>
                </mc:Choice>
                <mc:Fallback>
                  <p:oleObj name="Equation" r:id="rId11" imgW="209601" imgH="3239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8" y="2448"/>
                          <a:ext cx="136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46" name="Object 14"/>
            <p:cNvGraphicFramePr>
              <a:graphicFrameLocks noChangeAspect="1"/>
            </p:cNvGraphicFramePr>
            <p:nvPr/>
          </p:nvGraphicFramePr>
          <p:xfrm>
            <a:off x="4944" y="2611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63" name="Equation" r:id="rId13" imgW="218970" imgH="228677" progId="Equation.3">
                    <p:embed/>
                  </p:oleObj>
                </mc:Choice>
                <mc:Fallback>
                  <p:oleObj name="Equation" r:id="rId13" imgW="218970" imgH="228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2611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6447" name="Object 15"/>
          <p:cNvGraphicFramePr>
            <a:graphicFrameLocks noChangeAspect="1"/>
          </p:cNvGraphicFramePr>
          <p:nvPr/>
        </p:nvGraphicFramePr>
        <p:xfrm>
          <a:off x="5149850" y="2271713"/>
          <a:ext cx="2946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4" name="公式" r:id="rId15" imgW="2933714" imgH="438240" progId="Equation.3">
                  <p:embed/>
                </p:oleObj>
              </mc:Choice>
              <mc:Fallback>
                <p:oleObj name="公式" r:id="rId15" imgW="2933714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9850" y="2271713"/>
                        <a:ext cx="2946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48" name="Object 16"/>
          <p:cNvGraphicFramePr>
            <a:graphicFrameLocks noChangeAspect="1"/>
          </p:cNvGraphicFramePr>
          <p:nvPr/>
        </p:nvGraphicFramePr>
        <p:xfrm>
          <a:off x="6584951" y="3503613"/>
          <a:ext cx="33893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5" name="公式" r:id="rId17" imgW="3381371" imgH="438240" progId="Equation.3">
                  <p:embed/>
                </p:oleObj>
              </mc:Choice>
              <mc:Fallback>
                <p:oleObj name="公式" r:id="rId17" imgW="3381371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4951" y="3503613"/>
                        <a:ext cx="3389313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49" name="Object 17"/>
          <p:cNvGraphicFramePr>
            <a:graphicFrameLocks noChangeAspect="1"/>
          </p:cNvGraphicFramePr>
          <p:nvPr/>
        </p:nvGraphicFramePr>
        <p:xfrm>
          <a:off x="2514601" y="5700713"/>
          <a:ext cx="56626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6" name="公式" r:id="rId19" imgW="5657828" imgH="438240" progId="Equation.3">
                  <p:embed/>
                </p:oleObj>
              </mc:Choice>
              <mc:Fallback>
                <p:oleObj name="公式" r:id="rId19" imgW="5657828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1" y="5700713"/>
                        <a:ext cx="5662613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450" name="Object 18"/>
          <p:cNvGraphicFramePr>
            <a:graphicFrameLocks noChangeAspect="1"/>
          </p:cNvGraphicFramePr>
          <p:nvPr/>
        </p:nvGraphicFramePr>
        <p:xfrm>
          <a:off x="3149601" y="5002213"/>
          <a:ext cx="41132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67" name="公式" r:id="rId21" imgW="4105257" imgH="457354" progId="Equation.3">
                  <p:embed/>
                </p:oleObj>
              </mc:Choice>
              <mc:Fallback>
                <p:oleObj name="公式" r:id="rId21" imgW="4105257" imgH="4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601" y="5002213"/>
                        <a:ext cx="41132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6457" name="Group 25"/>
          <p:cNvGrpSpPr>
            <a:grpSpLocks/>
          </p:cNvGrpSpPr>
          <p:nvPr/>
        </p:nvGrpSpPr>
        <p:grpSpPr bwMode="auto">
          <a:xfrm>
            <a:off x="8688389" y="1700214"/>
            <a:ext cx="1373187" cy="1406525"/>
            <a:chOff x="4511" y="528"/>
            <a:chExt cx="865" cy="886"/>
          </a:xfrm>
        </p:grpSpPr>
        <p:sp>
          <p:nvSpPr>
            <p:cNvPr id="13335" name="Freeform 26"/>
            <p:cNvSpPr>
              <a:spLocks/>
            </p:cNvSpPr>
            <p:nvPr/>
          </p:nvSpPr>
          <p:spPr bwMode="auto">
            <a:xfrm>
              <a:off x="4512" y="624"/>
              <a:ext cx="672" cy="672"/>
            </a:xfrm>
            <a:custGeom>
              <a:avLst/>
              <a:gdLst>
                <a:gd name="T0" fmla="*/ 0 w 672"/>
                <a:gd name="T1" fmla="*/ 672 h 672"/>
                <a:gd name="T2" fmla="*/ 672 w 672"/>
                <a:gd name="T3" fmla="*/ 672 h 672"/>
                <a:gd name="T4" fmla="*/ 672 w 672"/>
                <a:gd name="T5" fmla="*/ 0 h 672"/>
                <a:gd name="T6" fmla="*/ 0 w 672"/>
                <a:gd name="T7" fmla="*/ 0 h 672"/>
                <a:gd name="T8" fmla="*/ 0 w 672"/>
                <a:gd name="T9" fmla="*/ 672 h 6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72" h="672">
                  <a:moveTo>
                    <a:pt x="0" y="672"/>
                  </a:moveTo>
                  <a:lnTo>
                    <a:pt x="672" y="672"/>
                  </a:lnTo>
                  <a:lnTo>
                    <a:pt x="672" y="0"/>
                  </a:lnTo>
                  <a:lnTo>
                    <a:pt x="0" y="0"/>
                  </a:lnTo>
                  <a:lnTo>
                    <a:pt x="0" y="672"/>
                  </a:lnTo>
                  <a:close/>
                </a:path>
              </a:pathLst>
            </a:custGeom>
            <a:solidFill>
              <a:srgbClr val="33CC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6" name="Oval 27"/>
            <p:cNvSpPr>
              <a:spLocks noChangeArrowheads="1"/>
            </p:cNvSpPr>
            <p:nvPr/>
          </p:nvSpPr>
          <p:spPr bwMode="auto">
            <a:xfrm>
              <a:off x="4512" y="528"/>
              <a:ext cx="672" cy="19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aphicFrame>
          <p:nvGraphicFramePr>
            <p:cNvPr id="13337" name="Object 28"/>
            <p:cNvGraphicFramePr>
              <a:graphicFrameLocks noChangeAspect="1"/>
            </p:cNvGraphicFramePr>
            <p:nvPr/>
          </p:nvGraphicFramePr>
          <p:xfrm>
            <a:off x="5232" y="864"/>
            <a:ext cx="144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68" name="Equation" r:id="rId23" imgW="218970" imgH="323901" progId="Equation.3">
                    <p:embed/>
                  </p:oleObj>
                </mc:Choice>
                <mc:Fallback>
                  <p:oleObj name="Equation" r:id="rId23" imgW="218970" imgH="3239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2" y="864"/>
                          <a:ext cx="144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8" name="Object 29"/>
            <p:cNvGraphicFramePr>
              <a:graphicFrameLocks noChangeAspect="1"/>
            </p:cNvGraphicFramePr>
            <p:nvPr/>
          </p:nvGraphicFramePr>
          <p:xfrm>
            <a:off x="4896" y="528"/>
            <a:ext cx="128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769" name="Equation" r:id="rId25" imgW="190514" imgH="218946" progId="Equation.3">
                    <p:embed/>
                  </p:oleObj>
                </mc:Choice>
                <mc:Fallback>
                  <p:oleObj name="Equation" r:id="rId25" imgW="190514" imgH="218946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6" y="528"/>
                          <a:ext cx="128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3339" name="Group 30"/>
            <p:cNvGrpSpPr>
              <a:grpSpLocks/>
            </p:cNvGrpSpPr>
            <p:nvPr/>
          </p:nvGrpSpPr>
          <p:grpSpPr bwMode="auto">
            <a:xfrm>
              <a:off x="4511" y="1174"/>
              <a:ext cx="676" cy="240"/>
              <a:chOff x="4504" y="1441"/>
              <a:chExt cx="683" cy="240"/>
            </a:xfrm>
          </p:grpSpPr>
          <p:sp>
            <p:nvSpPr>
              <p:cNvPr id="13341" name="Arc 31"/>
              <p:cNvSpPr>
                <a:spLocks/>
              </p:cNvSpPr>
              <p:nvPr/>
            </p:nvSpPr>
            <p:spPr bwMode="auto">
              <a:xfrm>
                <a:off x="4515" y="1540"/>
                <a:ext cx="672" cy="141"/>
              </a:xfrm>
              <a:custGeom>
                <a:avLst/>
                <a:gdLst>
                  <a:gd name="T0" fmla="*/ 667 w 42698"/>
                  <a:gd name="T1" fmla="*/ 0 h 25353"/>
                  <a:gd name="T2" fmla="*/ 0 w 42698"/>
                  <a:gd name="T3" fmla="*/ 47 h 25353"/>
                  <a:gd name="T4" fmla="*/ 332 w 42698"/>
                  <a:gd name="T5" fmla="*/ 21 h 253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2698" h="25353" fill="none" extrusionOk="0">
                    <a:moveTo>
                      <a:pt x="42369" y="0"/>
                    </a:moveTo>
                    <a:cubicBezTo>
                      <a:pt x="42588" y="1239"/>
                      <a:pt x="42698" y="2494"/>
                      <a:pt x="42698" y="3753"/>
                    </a:cubicBezTo>
                    <a:cubicBezTo>
                      <a:pt x="42698" y="15682"/>
                      <a:pt x="33027" y="25353"/>
                      <a:pt x="21098" y="25353"/>
                    </a:cubicBezTo>
                    <a:cubicBezTo>
                      <a:pt x="10952" y="25353"/>
                      <a:pt x="2173" y="18291"/>
                      <a:pt x="-1" y="8381"/>
                    </a:cubicBezTo>
                  </a:path>
                  <a:path w="42698" h="25353" stroke="0" extrusionOk="0">
                    <a:moveTo>
                      <a:pt x="42369" y="0"/>
                    </a:moveTo>
                    <a:cubicBezTo>
                      <a:pt x="42588" y="1239"/>
                      <a:pt x="42698" y="2494"/>
                      <a:pt x="42698" y="3753"/>
                    </a:cubicBezTo>
                    <a:cubicBezTo>
                      <a:pt x="42698" y="15682"/>
                      <a:pt x="33027" y="25353"/>
                      <a:pt x="21098" y="25353"/>
                    </a:cubicBezTo>
                    <a:cubicBezTo>
                      <a:pt x="10952" y="25353"/>
                      <a:pt x="2173" y="18291"/>
                      <a:pt x="-1" y="8381"/>
                    </a:cubicBezTo>
                    <a:lnTo>
                      <a:pt x="21098" y="3753"/>
                    </a:lnTo>
                    <a:lnTo>
                      <a:pt x="42369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42" name="Arc 32"/>
              <p:cNvSpPr>
                <a:spLocks/>
              </p:cNvSpPr>
              <p:nvPr/>
            </p:nvSpPr>
            <p:spPr bwMode="auto">
              <a:xfrm flipV="1">
                <a:off x="4504" y="1441"/>
                <a:ext cx="677" cy="154"/>
              </a:xfrm>
              <a:custGeom>
                <a:avLst/>
                <a:gdLst>
                  <a:gd name="T0" fmla="*/ 677 w 43027"/>
                  <a:gd name="T1" fmla="*/ 49 h 27737"/>
                  <a:gd name="T2" fmla="*/ 14 w 43027"/>
                  <a:gd name="T3" fmla="*/ 0 h 27737"/>
                  <a:gd name="T4" fmla="*/ 340 w 43027"/>
                  <a:gd name="T5" fmla="*/ 34 h 2773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027" h="27737" fill="none" extrusionOk="0">
                    <a:moveTo>
                      <a:pt x="43026" y="8865"/>
                    </a:moveTo>
                    <a:cubicBezTo>
                      <a:pt x="41653" y="19653"/>
                      <a:pt x="32474" y="27736"/>
                      <a:pt x="21600" y="27737"/>
                    </a:cubicBezTo>
                    <a:cubicBezTo>
                      <a:pt x="9670" y="27737"/>
                      <a:pt x="0" y="18066"/>
                      <a:pt x="0" y="6137"/>
                    </a:cubicBezTo>
                    <a:cubicBezTo>
                      <a:pt x="-1" y="4059"/>
                      <a:pt x="299" y="1992"/>
                      <a:pt x="890" y="0"/>
                    </a:cubicBezTo>
                  </a:path>
                  <a:path w="43027" h="27737" stroke="0" extrusionOk="0">
                    <a:moveTo>
                      <a:pt x="43026" y="8865"/>
                    </a:moveTo>
                    <a:cubicBezTo>
                      <a:pt x="41653" y="19653"/>
                      <a:pt x="32474" y="27736"/>
                      <a:pt x="21600" y="27737"/>
                    </a:cubicBezTo>
                    <a:cubicBezTo>
                      <a:pt x="9670" y="27737"/>
                      <a:pt x="0" y="18066"/>
                      <a:pt x="0" y="6137"/>
                    </a:cubicBezTo>
                    <a:cubicBezTo>
                      <a:pt x="-1" y="4059"/>
                      <a:pt x="299" y="1992"/>
                      <a:pt x="890" y="0"/>
                    </a:cubicBezTo>
                    <a:lnTo>
                      <a:pt x="21600" y="6137"/>
                    </a:lnTo>
                    <a:lnTo>
                      <a:pt x="43026" y="8865"/>
                    </a:lnTo>
                    <a:close/>
                  </a:path>
                </a:pathLst>
              </a:custGeom>
              <a:solidFill>
                <a:schemeClr val="accent1"/>
              </a:solidFill>
              <a:ln w="1270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3340" name="Line 33"/>
            <p:cNvSpPr>
              <a:spLocks noChangeShapeType="1"/>
            </p:cNvSpPr>
            <p:nvPr/>
          </p:nvSpPr>
          <p:spPr bwMode="auto">
            <a:xfrm>
              <a:off x="4848" y="62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3785026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6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6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6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6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6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6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6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6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6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6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6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6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6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5" grpId="0" autoUpdateAnimBg="0"/>
      <p:bldP spid="146436" grpId="0" autoUpdateAnimBg="0"/>
      <p:bldP spid="146437" grpId="0" autoUpdateAnimBg="0"/>
      <p:bldP spid="146438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710606" y="340034"/>
            <a:ext cx="1261195" cy="786781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定义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.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47460" name="Object 4"/>
          <p:cNvGraphicFramePr>
            <a:graphicFrameLocks noChangeAspect="1"/>
          </p:cNvGraphicFramePr>
          <p:nvPr/>
        </p:nvGraphicFramePr>
        <p:xfrm>
          <a:off x="6108700" y="1739900"/>
          <a:ext cx="2895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1" name="公式" r:id="rId3" imgW="2886173" imgH="419126" progId="Equation.3">
                  <p:embed/>
                </p:oleObj>
              </mc:Choice>
              <mc:Fallback>
                <p:oleObj name="公式" r:id="rId3" imgW="2886173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8700" y="1739900"/>
                        <a:ext cx="2895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461" name="Text Box 5"/>
          <p:cNvSpPr txBox="1">
            <a:spLocks noChangeArrowheads="1"/>
          </p:cNvSpPr>
          <p:nvPr/>
        </p:nvSpPr>
        <p:spPr bwMode="auto">
          <a:xfrm>
            <a:off x="1828800" y="2286001"/>
            <a:ext cx="541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点集 </a:t>
            </a:r>
            <a:r>
              <a:rPr lang="en-US" altLang="zh-CN" sz="2800" b="1" i="1" dirty="0">
                <a:ea typeface="楷体_GB2312" pitchFamily="49" charset="-122"/>
              </a:rPr>
              <a:t>D</a:t>
            </a:r>
            <a:r>
              <a:rPr lang="en-US" altLang="zh-CN" sz="2800" b="1" i="1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称为函数的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定义域</a:t>
            </a:r>
            <a:r>
              <a:rPr lang="zh-CN" altLang="en-US" sz="2800" b="1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en-US" altLang="zh-CN" sz="2800" b="1" dirty="0">
                <a:ea typeface="楷体_GB2312" pitchFamily="49" charset="-122"/>
              </a:rPr>
              <a:t>;  </a:t>
            </a:r>
          </a:p>
        </p:txBody>
      </p:sp>
      <p:sp>
        <p:nvSpPr>
          <p:cNvPr id="147462" name="Text Box 6"/>
          <p:cNvSpPr txBox="1">
            <a:spLocks noChangeArrowheads="1"/>
          </p:cNvSpPr>
          <p:nvPr/>
        </p:nvSpPr>
        <p:spPr bwMode="auto">
          <a:xfrm>
            <a:off x="6172200" y="2286001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数集</a:t>
            </a:r>
          </a:p>
        </p:txBody>
      </p:sp>
      <p:graphicFrame>
        <p:nvGraphicFramePr>
          <p:cNvPr id="147463" name="Object 7"/>
          <p:cNvGraphicFramePr>
            <a:graphicFrameLocks noChangeAspect="1"/>
          </p:cNvGraphicFramePr>
          <p:nvPr/>
        </p:nvGraphicFramePr>
        <p:xfrm>
          <a:off x="7032626" y="2374900"/>
          <a:ext cx="32480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2" name="公式" r:id="rId5" imgW="3238399" imgH="438240" progId="Equation.3">
                  <p:embed/>
                </p:oleObj>
              </mc:Choice>
              <mc:Fallback>
                <p:oleObj name="公式" r:id="rId5" imgW="3238399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626" y="2374900"/>
                        <a:ext cx="324802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464" name="Text Box 8"/>
          <p:cNvSpPr txBox="1">
            <a:spLocks noChangeArrowheads="1"/>
          </p:cNvSpPr>
          <p:nvPr/>
        </p:nvSpPr>
        <p:spPr bwMode="auto">
          <a:xfrm>
            <a:off x="1828800" y="2833688"/>
            <a:ext cx="3048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称为函数的</a:t>
            </a:r>
            <a:r>
              <a:rPr lang="zh-CN" altLang="en-US" sz="2800" b="1" dirty="0">
                <a:solidFill>
                  <a:srgbClr val="1A0A92"/>
                </a:solidFill>
                <a:latin typeface="楷体_GB2312" pitchFamily="49" charset="-122"/>
                <a:ea typeface="楷体_GB2312" pitchFamily="49" charset="-122"/>
              </a:rPr>
              <a:t>值域</a:t>
            </a:r>
            <a:r>
              <a:rPr lang="zh-CN" altLang="en-US" sz="2800" b="1" dirty="0">
                <a:solidFill>
                  <a:srgbClr val="FFCC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b="1" dirty="0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147465" name="Text Box 9"/>
          <p:cNvSpPr txBox="1">
            <a:spLocks noChangeArrowheads="1"/>
          </p:cNvSpPr>
          <p:nvPr/>
        </p:nvSpPr>
        <p:spPr bwMode="auto">
          <a:xfrm>
            <a:off x="2286000" y="3429001"/>
            <a:ext cx="533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特别地 </a:t>
            </a:r>
            <a:r>
              <a:rPr lang="en-US" altLang="zh-CN" sz="2800" b="1">
                <a:ea typeface="楷体_GB2312" pitchFamily="49" charset="-122"/>
              </a:rPr>
              <a:t>, </a:t>
            </a:r>
            <a:r>
              <a:rPr lang="zh-CN" altLang="en-US" sz="2800" b="1">
                <a:ea typeface="楷体_GB2312" pitchFamily="49" charset="-122"/>
              </a:rPr>
              <a:t>当 </a:t>
            </a:r>
            <a:r>
              <a:rPr lang="en-US" altLang="zh-CN" sz="2800" b="1" i="1">
                <a:ea typeface="楷体_GB2312" pitchFamily="49" charset="-122"/>
              </a:rPr>
              <a:t>n</a:t>
            </a:r>
            <a:r>
              <a:rPr lang="en-US" altLang="zh-CN" sz="2800" b="1">
                <a:ea typeface="楷体_GB2312" pitchFamily="49" charset="-122"/>
              </a:rPr>
              <a:t> = 2 </a:t>
            </a:r>
            <a:r>
              <a:rPr lang="zh-CN" altLang="en-US" sz="2800" b="1">
                <a:ea typeface="楷体_GB2312" pitchFamily="49" charset="-122"/>
              </a:rPr>
              <a:t>时</a:t>
            </a:r>
            <a:r>
              <a:rPr lang="en-US" altLang="zh-CN" sz="2800" b="1">
                <a:ea typeface="楷体_GB2312" pitchFamily="49" charset="-122"/>
              </a:rPr>
              <a:t>, </a:t>
            </a:r>
            <a:r>
              <a:rPr lang="zh-CN" altLang="en-US" sz="2800" b="1">
                <a:ea typeface="楷体_GB2312" pitchFamily="49" charset="-122"/>
              </a:rPr>
              <a:t>有二元函数</a:t>
            </a:r>
          </a:p>
        </p:txBody>
      </p:sp>
      <p:graphicFrame>
        <p:nvGraphicFramePr>
          <p:cNvPr id="147466" name="Object 10"/>
          <p:cNvGraphicFramePr>
            <a:graphicFrameLocks noChangeAspect="1"/>
          </p:cNvGraphicFramePr>
          <p:nvPr/>
        </p:nvGraphicFramePr>
        <p:xfrm>
          <a:off x="3282951" y="3968750"/>
          <a:ext cx="44434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3" name="公式" r:id="rId7" imgW="4438744" imgH="495236" progId="Equation.3">
                  <p:embed/>
                </p:oleObj>
              </mc:Choice>
              <mc:Fallback>
                <p:oleObj name="公式" r:id="rId7" imgW="4438744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2951" y="3968750"/>
                        <a:ext cx="44434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467" name="Text Box 11"/>
          <p:cNvSpPr txBox="1">
            <a:spLocks noChangeArrowheads="1"/>
          </p:cNvSpPr>
          <p:nvPr/>
        </p:nvSpPr>
        <p:spPr bwMode="auto">
          <a:xfrm>
            <a:off x="1962151" y="4578352"/>
            <a:ext cx="5257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当 </a:t>
            </a:r>
            <a:r>
              <a:rPr lang="en-US" altLang="zh-CN" sz="2800" b="1" i="1" dirty="0">
                <a:ea typeface="楷体_GB2312" pitchFamily="49" charset="-122"/>
              </a:rPr>
              <a:t>n</a:t>
            </a:r>
            <a:r>
              <a:rPr lang="en-US" altLang="zh-CN" sz="2800" b="1" dirty="0">
                <a:ea typeface="楷体_GB2312" pitchFamily="49" charset="-122"/>
              </a:rPr>
              <a:t> = 3 </a:t>
            </a:r>
            <a:r>
              <a:rPr lang="zh-CN" altLang="en-US" sz="2800" b="1" dirty="0">
                <a:ea typeface="楷体_GB2312" pitchFamily="49" charset="-122"/>
              </a:rPr>
              <a:t>时</a:t>
            </a:r>
            <a:r>
              <a:rPr lang="en-US" altLang="zh-CN" sz="2800" b="1" dirty="0">
                <a:ea typeface="楷体_GB2312" pitchFamily="49" charset="-122"/>
              </a:rPr>
              <a:t>,  </a:t>
            </a:r>
            <a:r>
              <a:rPr lang="zh-CN" altLang="en-US" sz="2800" b="1" dirty="0">
                <a:ea typeface="楷体_GB2312" pitchFamily="49" charset="-122"/>
              </a:rPr>
              <a:t>有三元函数</a:t>
            </a:r>
          </a:p>
        </p:txBody>
      </p:sp>
      <p:graphicFrame>
        <p:nvGraphicFramePr>
          <p:cNvPr id="147468" name="Object 12"/>
          <p:cNvGraphicFramePr>
            <a:graphicFrameLocks noChangeAspect="1"/>
          </p:cNvGraphicFramePr>
          <p:nvPr/>
        </p:nvGraphicFramePr>
        <p:xfrm>
          <a:off x="2971801" y="5124450"/>
          <a:ext cx="50657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4" name="公式" r:id="rId9" imgW="5057829" imgH="495236" progId="Equation.3">
                  <p:embed/>
                </p:oleObj>
              </mc:Choice>
              <mc:Fallback>
                <p:oleObj name="公式" r:id="rId9" imgW="5057829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1" y="5124450"/>
                        <a:ext cx="50657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469" name="Text Box 13"/>
          <p:cNvSpPr txBox="1">
            <a:spLocks noChangeArrowheads="1"/>
          </p:cNvSpPr>
          <p:nvPr/>
        </p:nvSpPr>
        <p:spPr bwMode="auto">
          <a:xfrm>
            <a:off x="6153151" y="482600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映射</a:t>
            </a:r>
          </a:p>
        </p:txBody>
      </p:sp>
      <p:graphicFrame>
        <p:nvGraphicFramePr>
          <p:cNvPr id="14747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0508497"/>
              </p:ext>
            </p:extLst>
          </p:nvPr>
        </p:nvGraphicFramePr>
        <p:xfrm>
          <a:off x="7032626" y="615156"/>
          <a:ext cx="16113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5" name="公式" r:id="rId11" imgW="1600113" imgH="380897" progId="Equation.3">
                  <p:embed/>
                </p:oleObj>
              </mc:Choice>
              <mc:Fallback>
                <p:oleObj name="公式" r:id="rId11" imgW="1600113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626" y="615156"/>
                        <a:ext cx="161131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7471" name="Text Box 15"/>
          <p:cNvSpPr txBox="1">
            <a:spLocks noChangeArrowheads="1"/>
          </p:cNvSpPr>
          <p:nvPr/>
        </p:nvSpPr>
        <p:spPr bwMode="auto">
          <a:xfrm>
            <a:off x="8643939" y="538985"/>
            <a:ext cx="175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称为定义</a:t>
            </a:r>
          </a:p>
        </p:txBody>
      </p:sp>
      <p:sp>
        <p:nvSpPr>
          <p:cNvPr id="147472" name="Text Box 16"/>
          <p:cNvSpPr txBox="1">
            <a:spLocks noChangeArrowheads="1"/>
          </p:cNvSpPr>
          <p:nvPr/>
        </p:nvSpPr>
        <p:spPr bwMode="auto">
          <a:xfrm>
            <a:off x="1828800" y="1081088"/>
            <a:ext cx="4495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在</a:t>
            </a:r>
            <a:r>
              <a:rPr lang="zh-CN" altLang="en-US" sz="2800" b="1" i="1" dirty="0">
                <a:ea typeface="楷体_GB2312" pitchFamily="49" charset="-122"/>
              </a:rPr>
              <a:t> </a:t>
            </a:r>
            <a:r>
              <a:rPr lang="en-US" altLang="zh-CN" sz="2800" b="1" i="1" dirty="0">
                <a:ea typeface="楷体_GB2312" pitchFamily="49" charset="-122"/>
              </a:rPr>
              <a:t>D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上的 </a:t>
            </a:r>
            <a:r>
              <a:rPr lang="en-US" altLang="zh-CN" sz="2800" b="1" i="1" dirty="0">
                <a:solidFill>
                  <a:srgbClr val="1A0A92"/>
                </a:solidFill>
                <a:ea typeface="楷体_GB2312" pitchFamily="49" charset="-122"/>
              </a:rPr>
              <a:t>n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元函数 </a:t>
            </a:r>
            <a:r>
              <a:rPr lang="en-US" altLang="zh-CN" sz="2800" b="1" dirty="0">
                <a:ea typeface="楷体_GB2312" pitchFamily="49" charset="-122"/>
              </a:rPr>
              <a:t>,  </a:t>
            </a:r>
            <a:r>
              <a:rPr lang="zh-CN" altLang="en-US" sz="2800" b="1" dirty="0">
                <a:ea typeface="楷体_GB2312" pitchFamily="49" charset="-122"/>
              </a:rPr>
              <a:t>记作</a:t>
            </a:r>
          </a:p>
        </p:txBody>
      </p:sp>
      <p:graphicFrame>
        <p:nvGraphicFramePr>
          <p:cNvPr id="147473" name="Object 17"/>
          <p:cNvGraphicFramePr>
            <a:graphicFrameLocks noChangeAspect="1"/>
          </p:cNvGraphicFramePr>
          <p:nvPr/>
        </p:nvGraphicFramePr>
        <p:xfrm>
          <a:off x="3132138" y="1758950"/>
          <a:ext cx="29829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6" name="公式" r:id="rId13" imgW="2971887" imgH="419126" progId="Equation.3">
                  <p:embed/>
                </p:oleObj>
              </mc:Choice>
              <mc:Fallback>
                <p:oleObj name="公式" r:id="rId13" imgW="2971887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1758950"/>
                        <a:ext cx="29829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2851330" y="346695"/>
            <a:ext cx="3250460" cy="786781"/>
            <a:chOff x="2851330" y="346695"/>
            <a:chExt cx="3250460" cy="786781"/>
          </a:xfrm>
        </p:grpSpPr>
        <p:graphicFrame>
          <p:nvGraphicFramePr>
            <p:cNvPr id="14339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40731344"/>
                </p:ext>
              </p:extLst>
            </p:nvPr>
          </p:nvGraphicFramePr>
          <p:xfrm>
            <a:off x="4819090" y="500857"/>
            <a:ext cx="12827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577" name="公式" r:id="rId15" imgW="1276343" imgH="476121" progId="Equation.3">
                    <p:embed/>
                  </p:oleObj>
                </mc:Choice>
                <mc:Fallback>
                  <p:oleObj name="公式" r:id="rId15" imgW="1276343" imgH="47612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grayscl/>
                          <a:biLevel thresh="50000"/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19090" y="500857"/>
                          <a:ext cx="1282700" cy="482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Rectangle 2"/>
            <p:cNvSpPr txBox="1">
              <a:spLocks noChangeArrowheads="1"/>
            </p:cNvSpPr>
            <p:nvPr/>
          </p:nvSpPr>
          <p:spPr bwMode="auto">
            <a:xfrm>
              <a:off x="2851330" y="346695"/>
              <a:ext cx="2088232" cy="7867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lvl1pPr algn="r" rtl="0" eaLnBrk="0" fontAlgn="base" hangingPunct="0">
                <a:spcBef>
                  <a:spcPct val="0"/>
                </a:spcBef>
                <a:spcAft>
                  <a:spcPct val="0"/>
                </a:spcAft>
                <a:defRPr sz="3600" b="0" kern="1200">
                  <a:solidFill>
                    <a:schemeClr val="bg2">
                      <a:lumMod val="10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+mj-cs"/>
                </a:defRPr>
              </a:lvl1pPr>
              <a:lvl2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2pPr>
              <a:lvl3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3pPr>
              <a:lvl4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4pPr>
              <a:lvl5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5pPr>
              <a:lvl6pPr marL="4572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6pPr>
              <a:lvl7pPr marL="9144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7pPr>
              <a:lvl8pPr marL="13716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8pPr>
              <a:lvl9pPr marL="1828800" algn="ctr" rtl="0" fontAlgn="base">
                <a:spcBef>
                  <a:spcPct val="0"/>
                </a:spcBef>
                <a:spcAft>
                  <a:spcPct val="0"/>
                </a:spcAft>
                <a:defRPr sz="4400">
                  <a:solidFill>
                    <a:schemeClr val="tx1"/>
                  </a:solidFill>
                  <a:latin typeface="Calibri" pitchFamily="34" charset="0"/>
                  <a:ea typeface="宋体" charset="-122"/>
                </a:defRPr>
              </a:lvl9pPr>
            </a:lstStyle>
            <a:p>
              <a:pPr algn="l" eaLnBrk="1" hangingPunct="1"/>
              <a:r>
                <a:rPr lang="zh-CN" altLang="en-US" sz="2800" b="1" dirty="0" smtClean="0">
                  <a:solidFill>
                    <a:schemeClr val="tx1"/>
                  </a:solidFill>
                  <a:latin typeface="楷体_GB2312" pitchFamily="49" charset="-122"/>
                  <a:ea typeface="楷体_GB2312" pitchFamily="49" charset="-122"/>
                </a:rPr>
                <a:t>设非空点集</a:t>
              </a:r>
              <a:endParaRPr lang="zh-CN" altLang="en-US" sz="2800" b="1" dirty="0">
                <a:latin typeface="楷体_GB2312" pitchFamily="49" charset="-122"/>
                <a:ea typeface="楷体_GB2312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906608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74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7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7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7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7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7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7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7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7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7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7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7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7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47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61" grpId="0" autoUpdateAnimBg="0"/>
      <p:bldP spid="147462" grpId="0" autoUpdateAnimBg="0"/>
      <p:bldP spid="147464" grpId="0" autoUpdateAnimBg="0"/>
      <p:bldP spid="147465" grpId="0" autoUpdateAnimBg="0"/>
      <p:bldP spid="147467" grpId="0" build="p" autoUpdateAnimBg="0"/>
      <p:bldP spid="147469" grpId="0" build="p" autoUpdateAnimBg="0"/>
      <p:bldP spid="147471" grpId="0" autoUpdateAnimBg="0"/>
      <p:bldP spid="147472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482" name="Group 2"/>
          <p:cNvGrpSpPr>
            <a:grpSpLocks/>
          </p:cNvGrpSpPr>
          <p:nvPr/>
        </p:nvGrpSpPr>
        <p:grpSpPr bwMode="auto">
          <a:xfrm>
            <a:off x="8229601" y="457201"/>
            <a:ext cx="2124075" cy="1846263"/>
            <a:chOff x="4176" y="336"/>
            <a:chExt cx="1488" cy="1292"/>
          </a:xfrm>
        </p:grpSpPr>
        <p:sp>
          <p:nvSpPr>
            <p:cNvPr id="15407" name="Oval 3"/>
            <p:cNvSpPr>
              <a:spLocks noChangeArrowheads="1"/>
            </p:cNvSpPr>
            <p:nvPr/>
          </p:nvSpPr>
          <p:spPr bwMode="auto">
            <a:xfrm>
              <a:off x="4176" y="1056"/>
              <a:ext cx="1056" cy="288"/>
            </a:xfrm>
            <a:prstGeom prst="ellipse">
              <a:avLst/>
            </a:prstGeom>
            <a:solidFill>
              <a:srgbClr val="666633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15408" name="Group 4"/>
            <p:cNvGrpSpPr>
              <a:grpSpLocks/>
            </p:cNvGrpSpPr>
            <p:nvPr/>
          </p:nvGrpSpPr>
          <p:grpSpPr bwMode="auto">
            <a:xfrm>
              <a:off x="4368" y="384"/>
              <a:ext cx="1296" cy="1152"/>
              <a:chOff x="4368" y="384"/>
              <a:chExt cx="1296" cy="1152"/>
            </a:xfrm>
          </p:grpSpPr>
          <p:sp>
            <p:nvSpPr>
              <p:cNvPr id="15412" name="Line 5"/>
              <p:cNvSpPr>
                <a:spLocks noChangeShapeType="1"/>
              </p:cNvSpPr>
              <p:nvPr/>
            </p:nvSpPr>
            <p:spPr bwMode="auto">
              <a:xfrm>
                <a:off x="4704" y="1200"/>
                <a:ext cx="5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5413" name="Group 6"/>
              <p:cNvGrpSpPr>
                <a:grpSpLocks/>
              </p:cNvGrpSpPr>
              <p:nvPr/>
            </p:nvGrpSpPr>
            <p:grpSpPr bwMode="auto">
              <a:xfrm>
                <a:off x="4368" y="384"/>
                <a:ext cx="1296" cy="1152"/>
                <a:chOff x="4368" y="384"/>
                <a:chExt cx="1296" cy="1152"/>
              </a:xfrm>
            </p:grpSpPr>
            <p:sp>
              <p:nvSpPr>
                <p:cNvPr id="15414" name="Line 7"/>
                <p:cNvSpPr>
                  <a:spLocks noChangeShapeType="1"/>
                </p:cNvSpPr>
                <p:nvPr/>
              </p:nvSpPr>
              <p:spPr bwMode="auto">
                <a:xfrm>
                  <a:off x="5232" y="1200"/>
                  <a:ext cx="43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15" name="Line 8"/>
                <p:cNvSpPr>
                  <a:spLocks noChangeShapeType="1"/>
                </p:cNvSpPr>
                <p:nvPr/>
              </p:nvSpPr>
              <p:spPr bwMode="auto">
                <a:xfrm flipV="1">
                  <a:off x="4704" y="384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16" name="Line 9"/>
                <p:cNvSpPr>
                  <a:spLocks noChangeShapeType="1"/>
                </p:cNvSpPr>
                <p:nvPr/>
              </p:nvSpPr>
              <p:spPr bwMode="auto">
                <a:xfrm flipH="1">
                  <a:off x="4560" y="1200"/>
                  <a:ext cx="144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17" name="Line 10"/>
                <p:cNvSpPr>
                  <a:spLocks noChangeShapeType="1"/>
                </p:cNvSpPr>
                <p:nvPr/>
              </p:nvSpPr>
              <p:spPr bwMode="auto">
                <a:xfrm flipH="1">
                  <a:off x="4368" y="1344"/>
                  <a:ext cx="192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18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4704" y="624"/>
                  <a:ext cx="0" cy="5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aphicFrame>
          <p:nvGraphicFramePr>
            <p:cNvPr id="15409" name="Object 12"/>
            <p:cNvGraphicFramePr>
              <a:graphicFrameLocks noChangeAspect="1"/>
            </p:cNvGraphicFramePr>
            <p:nvPr/>
          </p:nvGraphicFramePr>
          <p:xfrm>
            <a:off x="4464" y="1440"/>
            <a:ext cx="169" cy="1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48" name="公式" r:id="rId3" imgW="114170" imgH="133453" progId="Equation.3">
                    <p:embed/>
                  </p:oleObj>
                </mc:Choice>
                <mc:Fallback>
                  <p:oleObj name="公式" r:id="rId3" imgW="114170" imgH="13345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1440"/>
                          <a:ext cx="169" cy="1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10" name="Object 13"/>
            <p:cNvGraphicFramePr>
              <a:graphicFrameLocks noChangeAspect="1"/>
            </p:cNvGraphicFramePr>
            <p:nvPr/>
          </p:nvGraphicFramePr>
          <p:xfrm>
            <a:off x="4752" y="336"/>
            <a:ext cx="168" cy="1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49" name="公式" r:id="rId5" imgW="114170" imgH="114339" progId="Equation.3">
                    <p:embed/>
                  </p:oleObj>
                </mc:Choice>
                <mc:Fallback>
                  <p:oleObj name="公式" r:id="rId5" imgW="114170" imgH="11433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" y="336"/>
                          <a:ext cx="168" cy="1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11" name="Object 14"/>
            <p:cNvGraphicFramePr>
              <a:graphicFrameLocks noChangeAspect="1"/>
            </p:cNvGraphicFramePr>
            <p:nvPr/>
          </p:nvGraphicFramePr>
          <p:xfrm>
            <a:off x="5472" y="1248"/>
            <a:ext cx="188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50" name="公式" r:id="rId7" imgW="133256" imgH="152567" progId="Equation.3">
                    <p:embed/>
                  </p:oleObj>
                </mc:Choice>
                <mc:Fallback>
                  <p:oleObj name="公式" r:id="rId7" imgW="133256" imgH="15256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72" y="1248"/>
                          <a:ext cx="188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363" name="Rectangle 15"/>
          <p:cNvSpPr>
            <a:spLocks noGrp="1" noChangeArrowheads="1"/>
          </p:cNvSpPr>
          <p:nvPr>
            <p:ph type="title" idx="4294967295"/>
          </p:nvPr>
        </p:nvSpPr>
        <p:spPr>
          <a:xfrm>
            <a:off x="1795134" y="656876"/>
            <a:ext cx="3170312" cy="6858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例如</a:t>
            </a:r>
            <a:r>
              <a:rPr lang="en-US" altLang="zh-CN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二元函数</a:t>
            </a:r>
          </a:p>
        </p:txBody>
      </p:sp>
      <p:graphicFrame>
        <p:nvGraphicFramePr>
          <p:cNvPr id="148496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2483623"/>
              </p:ext>
            </p:extLst>
          </p:nvPr>
        </p:nvGraphicFramePr>
        <p:xfrm>
          <a:off x="4694394" y="722316"/>
          <a:ext cx="24511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51" name="公式" r:id="rId9" imgW="2438516" imgH="533464" progId="Equation.3">
                  <p:embed/>
                </p:oleObj>
              </mc:Choice>
              <mc:Fallback>
                <p:oleObj name="公式" r:id="rId9" imgW="2438516" imgH="53346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4394" y="722316"/>
                        <a:ext cx="24511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497" name="Text Box 17"/>
          <p:cNvSpPr txBox="1">
            <a:spLocks noChangeArrowheads="1"/>
          </p:cNvSpPr>
          <p:nvPr/>
        </p:nvSpPr>
        <p:spPr bwMode="auto">
          <a:xfrm>
            <a:off x="1787197" y="1306910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定义域为</a:t>
            </a:r>
          </a:p>
        </p:txBody>
      </p:sp>
      <p:graphicFrame>
        <p:nvGraphicFramePr>
          <p:cNvPr id="14849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91074"/>
              </p:ext>
            </p:extLst>
          </p:nvPr>
        </p:nvGraphicFramePr>
        <p:xfrm>
          <a:off x="4180862" y="1285084"/>
          <a:ext cx="30353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52" name="公式" r:id="rId11" imgW="3028798" imgH="514350" progId="Equation.3">
                  <p:embed/>
                </p:oleObj>
              </mc:Choice>
              <mc:Fallback>
                <p:oleObj name="公式" r:id="rId11" imgW="3028798" imgH="514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0862" y="1285084"/>
                        <a:ext cx="30353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499" name="Text Box 19"/>
          <p:cNvSpPr txBox="1">
            <a:spLocks noChangeArrowheads="1"/>
          </p:cNvSpPr>
          <p:nvPr/>
        </p:nvSpPr>
        <p:spPr bwMode="auto">
          <a:xfrm>
            <a:off x="3263211" y="1316494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圆域</a:t>
            </a:r>
          </a:p>
        </p:txBody>
      </p:sp>
      <p:sp>
        <p:nvSpPr>
          <p:cNvPr id="148500" name="Text Box 20"/>
          <p:cNvSpPr txBox="1">
            <a:spLocks noChangeArrowheads="1"/>
          </p:cNvSpPr>
          <p:nvPr/>
        </p:nvSpPr>
        <p:spPr bwMode="auto">
          <a:xfrm>
            <a:off x="2133600" y="2895601"/>
            <a:ext cx="114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说明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: </a:t>
            </a:r>
          </a:p>
        </p:txBody>
      </p:sp>
      <p:sp>
        <p:nvSpPr>
          <p:cNvPr id="148501" name="Text Box 21"/>
          <p:cNvSpPr txBox="1">
            <a:spLocks noChangeArrowheads="1"/>
          </p:cNvSpPr>
          <p:nvPr/>
        </p:nvSpPr>
        <p:spPr bwMode="auto">
          <a:xfrm>
            <a:off x="3048000" y="2895601"/>
            <a:ext cx="502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二元函数</a:t>
            </a:r>
            <a:r>
              <a:rPr lang="zh-CN" altLang="en-US" sz="2800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  </a:t>
            </a:r>
            <a:r>
              <a:rPr lang="en-US" altLang="zh-CN" sz="2800" b="1" i="1" dirty="0">
                <a:ea typeface="楷体_GB2312" pitchFamily="49" charset="-122"/>
              </a:rPr>
              <a:t>z = f </a:t>
            </a:r>
            <a:r>
              <a:rPr lang="en-US" altLang="zh-CN" sz="2800" b="1" dirty="0">
                <a:ea typeface="楷体_GB2312" pitchFamily="49" charset="-122"/>
              </a:rPr>
              <a:t>(</a:t>
            </a:r>
            <a:r>
              <a:rPr lang="en-US" altLang="zh-CN" sz="2800" b="1" i="1" dirty="0">
                <a:ea typeface="楷体_GB2312" pitchFamily="49" charset="-122"/>
              </a:rPr>
              <a:t>x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en-US" altLang="zh-CN" sz="2800" b="1" i="1" dirty="0">
                <a:ea typeface="楷体_GB2312" pitchFamily="49" charset="-122"/>
              </a:rPr>
              <a:t>y</a:t>
            </a:r>
            <a:r>
              <a:rPr lang="en-US" altLang="zh-CN" sz="2800" b="1" dirty="0">
                <a:ea typeface="楷体_GB2312" pitchFamily="49" charset="-122"/>
              </a:rPr>
              <a:t>), (</a:t>
            </a:r>
            <a:r>
              <a:rPr lang="en-US" altLang="zh-CN" sz="2800" b="1" i="1" dirty="0">
                <a:ea typeface="楷体_GB2312" pitchFamily="49" charset="-122"/>
              </a:rPr>
              <a:t>x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en-US" altLang="zh-CN" sz="2800" b="1" i="1" dirty="0">
                <a:ea typeface="楷体_GB2312" pitchFamily="49" charset="-122"/>
              </a:rPr>
              <a:t>y</a:t>
            </a:r>
            <a:r>
              <a:rPr lang="en-US" altLang="zh-CN" sz="2800" b="1" dirty="0">
                <a:ea typeface="楷体_GB2312" pitchFamily="49" charset="-122"/>
              </a:rPr>
              <a:t>) 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 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D</a:t>
            </a:r>
            <a:endParaRPr lang="en-US" altLang="zh-CN" sz="2800" b="1" dirty="0">
              <a:ea typeface="楷体_GB2312" pitchFamily="49" charset="-122"/>
            </a:endParaRPr>
          </a:p>
        </p:txBody>
      </p:sp>
      <p:sp>
        <p:nvSpPr>
          <p:cNvPr id="148502" name="Text Box 22"/>
          <p:cNvSpPr txBox="1">
            <a:spLocks noChangeArrowheads="1"/>
          </p:cNvSpPr>
          <p:nvPr/>
        </p:nvSpPr>
        <p:spPr bwMode="auto">
          <a:xfrm>
            <a:off x="1828800" y="1858171"/>
            <a:ext cx="5029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图形为中心在原点的上半球面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graphicFrame>
        <p:nvGraphicFramePr>
          <p:cNvPr id="148503" name="Object 23"/>
          <p:cNvGraphicFramePr>
            <a:graphicFrameLocks noChangeAspect="1"/>
          </p:cNvGraphicFramePr>
          <p:nvPr/>
        </p:nvGraphicFramePr>
        <p:xfrm>
          <a:off x="8229600" y="4267200"/>
          <a:ext cx="1900238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53" name="BMP 图象" r:id="rId13" imgW="5934903" imgH="4552381" progId="Paint.Picture">
                  <p:embed/>
                </p:oleObj>
              </mc:Choice>
              <mc:Fallback>
                <p:oleObj name="BMP 图象" r:id="rId13" imgW="5934903" imgH="4552381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0" y="4267200"/>
                        <a:ext cx="1900238" cy="1905000"/>
                      </a:xfrm>
                      <a:prstGeom prst="rect">
                        <a:avLst/>
                      </a:prstGeom>
                      <a:noFill/>
                      <a:ln w="3175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504" name="Object 24"/>
          <p:cNvGraphicFramePr>
            <a:graphicFrameLocks noChangeAspect="1"/>
          </p:cNvGraphicFramePr>
          <p:nvPr/>
        </p:nvGraphicFramePr>
        <p:xfrm>
          <a:off x="2241550" y="2397126"/>
          <a:ext cx="26289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54" name="公式" r:id="rId15" imgW="2619314" imgH="409742" progId="Equation.3">
                  <p:embed/>
                </p:oleObj>
              </mc:Choice>
              <mc:Fallback>
                <p:oleObj name="公式" r:id="rId15" imgW="2619314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1550" y="2397126"/>
                        <a:ext cx="262890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511" name="Text Box 31"/>
          <p:cNvSpPr txBox="1">
            <a:spLocks noChangeArrowheads="1"/>
          </p:cNvSpPr>
          <p:nvPr/>
        </p:nvSpPr>
        <p:spPr bwMode="auto">
          <a:xfrm>
            <a:off x="1752600" y="3519488"/>
            <a:ext cx="495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  <a:sym typeface="Symbol" panose="05050102010706020507" pitchFamily="18" charset="2"/>
              </a:rPr>
              <a:t>的图形一般为空间曲面  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  <a:sym typeface="Symbol" panose="05050102010706020507" pitchFamily="18" charset="2"/>
              </a:rPr>
              <a:t>.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</p:txBody>
      </p:sp>
      <p:graphicFrame>
        <p:nvGraphicFramePr>
          <p:cNvPr id="148512" name="Object 32"/>
          <p:cNvGraphicFramePr>
            <a:graphicFrameLocks noChangeAspect="1"/>
          </p:cNvGraphicFramePr>
          <p:nvPr/>
        </p:nvGraphicFramePr>
        <p:xfrm>
          <a:off x="9761539" y="1752600"/>
          <a:ext cx="136525" cy="27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55" name="Equation" r:id="rId17" imgW="142973" imgH="295404" progId="Equation.3">
                  <p:embed/>
                </p:oleObj>
              </mc:Choice>
              <mc:Fallback>
                <p:oleObj name="Equation" r:id="rId17" imgW="142973" imgH="2954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61539" y="1752600"/>
                        <a:ext cx="136525" cy="274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8513" name="Object 33"/>
          <p:cNvGraphicFramePr>
            <a:graphicFrameLocks noChangeAspect="1"/>
          </p:cNvGraphicFramePr>
          <p:nvPr/>
        </p:nvGraphicFramePr>
        <p:xfrm>
          <a:off x="4895850" y="2332039"/>
          <a:ext cx="15875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56" name="公式" r:id="rId19" imgW="1581027" imgH="495236" progId="Equation.3">
                  <p:embed/>
                </p:oleObj>
              </mc:Choice>
              <mc:Fallback>
                <p:oleObj name="公式" r:id="rId19" imgW="1581027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5850" y="2332039"/>
                        <a:ext cx="158750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514" name="Text Box 34"/>
          <p:cNvSpPr txBox="1">
            <a:spLocks noChangeArrowheads="1"/>
          </p:cNvSpPr>
          <p:nvPr/>
        </p:nvSpPr>
        <p:spPr bwMode="auto">
          <a:xfrm>
            <a:off x="2133600" y="4068763"/>
            <a:ext cx="2438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三元函数 </a:t>
            </a:r>
          </a:p>
        </p:txBody>
      </p:sp>
      <p:graphicFrame>
        <p:nvGraphicFramePr>
          <p:cNvPr id="148515" name="Object 35"/>
          <p:cNvGraphicFramePr>
            <a:graphicFrameLocks noChangeAspect="1"/>
          </p:cNvGraphicFramePr>
          <p:nvPr/>
        </p:nvGraphicFramePr>
        <p:xfrm>
          <a:off x="3803650" y="4064000"/>
          <a:ext cx="3556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57" name="公式" r:id="rId21" imgW="3543430" imgH="495236" progId="Equation.3">
                  <p:embed/>
                </p:oleObj>
              </mc:Choice>
              <mc:Fallback>
                <p:oleObj name="公式" r:id="rId21" imgW="3543430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3650" y="4064000"/>
                        <a:ext cx="3556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516" name="Text Box 36"/>
          <p:cNvSpPr txBox="1">
            <a:spLocks noChangeArrowheads="1"/>
          </p:cNvSpPr>
          <p:nvPr/>
        </p:nvSpPr>
        <p:spPr bwMode="auto">
          <a:xfrm>
            <a:off x="1828800" y="4572001"/>
            <a:ext cx="1752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定义域为</a:t>
            </a:r>
          </a:p>
        </p:txBody>
      </p:sp>
      <p:graphicFrame>
        <p:nvGraphicFramePr>
          <p:cNvPr id="148517" name="Object 37"/>
          <p:cNvGraphicFramePr>
            <a:graphicFrameLocks noChangeAspect="1"/>
          </p:cNvGraphicFramePr>
          <p:nvPr/>
        </p:nvGraphicFramePr>
        <p:xfrm>
          <a:off x="2876550" y="5124450"/>
          <a:ext cx="39497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58" name="公式" r:id="rId23" imgW="3943198" imgH="514350" progId="Equation.3">
                  <p:embed/>
                </p:oleObj>
              </mc:Choice>
              <mc:Fallback>
                <p:oleObj name="公式" r:id="rId23" imgW="3943198" imgH="5143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6550" y="5124450"/>
                        <a:ext cx="39497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518" name="Text Box 38"/>
          <p:cNvSpPr txBox="1">
            <a:spLocks noChangeArrowheads="1"/>
          </p:cNvSpPr>
          <p:nvPr/>
        </p:nvSpPr>
        <p:spPr bwMode="auto">
          <a:xfrm>
            <a:off x="1828800" y="5715001"/>
            <a:ext cx="1600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图形为</a:t>
            </a:r>
          </a:p>
        </p:txBody>
      </p:sp>
      <p:graphicFrame>
        <p:nvGraphicFramePr>
          <p:cNvPr id="148519" name="Object 39"/>
          <p:cNvGraphicFramePr>
            <a:graphicFrameLocks noChangeAspect="1"/>
          </p:cNvGraphicFramePr>
          <p:nvPr/>
        </p:nvGraphicFramePr>
        <p:xfrm>
          <a:off x="3048000" y="5715000"/>
          <a:ext cx="457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59" name="Equation" r:id="rId25" imgW="447657" imgH="419126" progId="Equation.3">
                  <p:embed/>
                </p:oleObj>
              </mc:Choice>
              <mc:Fallback>
                <p:oleObj name="Equation" r:id="rId25" imgW="447657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715000"/>
                        <a:ext cx="457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520" name="Text Box 40"/>
          <p:cNvSpPr txBox="1">
            <a:spLocks noChangeArrowheads="1"/>
          </p:cNvSpPr>
          <p:nvPr/>
        </p:nvSpPr>
        <p:spPr bwMode="auto">
          <a:xfrm>
            <a:off x="3429000" y="5715001"/>
            <a:ext cx="2895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空间中的超曲面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sp>
        <p:nvSpPr>
          <p:cNvPr id="148521" name="Text Box 41"/>
          <p:cNvSpPr txBox="1">
            <a:spLocks noChangeArrowheads="1"/>
          </p:cNvSpPr>
          <p:nvPr/>
        </p:nvSpPr>
        <p:spPr bwMode="auto">
          <a:xfrm>
            <a:off x="3276600" y="4586288"/>
            <a:ext cx="1828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单位闭球</a:t>
            </a:r>
          </a:p>
        </p:txBody>
      </p:sp>
      <p:grpSp>
        <p:nvGrpSpPr>
          <p:cNvPr id="148522" name="Group 42"/>
          <p:cNvGrpSpPr>
            <a:grpSpLocks/>
          </p:cNvGrpSpPr>
          <p:nvPr/>
        </p:nvGrpSpPr>
        <p:grpSpPr bwMode="auto">
          <a:xfrm>
            <a:off x="8077201" y="2389188"/>
            <a:ext cx="2087563" cy="1573212"/>
            <a:chOff x="4128" y="1505"/>
            <a:chExt cx="1315" cy="991"/>
          </a:xfrm>
        </p:grpSpPr>
        <p:graphicFrame>
          <p:nvGraphicFramePr>
            <p:cNvPr id="15403" name="Object 43"/>
            <p:cNvGraphicFramePr>
              <a:graphicFrameLocks noChangeAspect="1"/>
            </p:cNvGraphicFramePr>
            <p:nvPr/>
          </p:nvGraphicFramePr>
          <p:xfrm>
            <a:off x="4128" y="1505"/>
            <a:ext cx="1315" cy="9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60" name="位图图像" r:id="rId27" imgW="1895238" imgH="1428949" progId="Paint.Picture">
                    <p:embed/>
                  </p:oleObj>
                </mc:Choice>
                <mc:Fallback>
                  <p:oleObj name="位图图像" r:id="rId27" imgW="1895238" imgH="1428949" progId="Paint.Picture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8" y="1505"/>
                          <a:ext cx="1315" cy="9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hlink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04" name="Object 44"/>
            <p:cNvGraphicFramePr>
              <a:graphicFrameLocks noChangeAspect="1"/>
            </p:cNvGraphicFramePr>
            <p:nvPr/>
          </p:nvGraphicFramePr>
          <p:xfrm>
            <a:off x="4464" y="2304"/>
            <a:ext cx="108" cy="1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61" name="Equation" r:id="rId29" imgW="218970" imgH="228677" progId="Equation.3">
                    <p:embed/>
                  </p:oleObj>
                </mc:Choice>
                <mc:Fallback>
                  <p:oleObj name="Equation" r:id="rId29" imgW="218970" imgH="228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2304"/>
                          <a:ext cx="108" cy="1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05" name="Object 45"/>
            <p:cNvGraphicFramePr>
              <a:graphicFrameLocks noChangeAspect="1"/>
            </p:cNvGraphicFramePr>
            <p:nvPr/>
          </p:nvGraphicFramePr>
          <p:xfrm>
            <a:off x="5280" y="2181"/>
            <a:ext cx="114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62" name="Equation" r:id="rId31" imgW="228687" imgH="304787" progId="Equation.3">
                    <p:embed/>
                  </p:oleObj>
                </mc:Choice>
                <mc:Fallback>
                  <p:oleObj name="Equation" r:id="rId31" imgW="228687" imgH="30478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0" y="2181"/>
                          <a:ext cx="114" cy="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06" name="Object 46"/>
            <p:cNvGraphicFramePr>
              <a:graphicFrameLocks noChangeAspect="1"/>
            </p:cNvGraphicFramePr>
            <p:nvPr/>
          </p:nvGraphicFramePr>
          <p:xfrm>
            <a:off x="4822" y="1510"/>
            <a:ext cx="102" cy="1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063" name="Equation" r:id="rId33" imgW="209601" imgH="209563" progId="Equation.3">
                    <p:embed/>
                  </p:oleObj>
                </mc:Choice>
                <mc:Fallback>
                  <p:oleObj name="Equation" r:id="rId33" imgW="209601" imgH="20956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2" y="1510"/>
                          <a:ext cx="102" cy="1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8527" name="Group 47"/>
          <p:cNvGrpSpPr>
            <a:grpSpLocks/>
          </p:cNvGrpSpPr>
          <p:nvPr/>
        </p:nvGrpSpPr>
        <p:grpSpPr bwMode="auto">
          <a:xfrm>
            <a:off x="8229601" y="838200"/>
            <a:ext cx="1508125" cy="1066800"/>
            <a:chOff x="4224" y="528"/>
            <a:chExt cx="950" cy="672"/>
          </a:xfrm>
        </p:grpSpPr>
        <p:grpSp>
          <p:nvGrpSpPr>
            <p:cNvPr id="15394" name="Group 48"/>
            <p:cNvGrpSpPr>
              <a:grpSpLocks/>
            </p:cNvGrpSpPr>
            <p:nvPr/>
          </p:nvGrpSpPr>
          <p:grpSpPr bwMode="auto">
            <a:xfrm>
              <a:off x="4224" y="528"/>
              <a:ext cx="950" cy="672"/>
              <a:chOff x="4224" y="528"/>
              <a:chExt cx="950" cy="672"/>
            </a:xfrm>
          </p:grpSpPr>
          <p:grpSp>
            <p:nvGrpSpPr>
              <p:cNvPr id="15396" name="Group 49"/>
              <p:cNvGrpSpPr>
                <a:grpSpLocks/>
              </p:cNvGrpSpPr>
              <p:nvPr/>
            </p:nvGrpSpPr>
            <p:grpSpPr bwMode="auto">
              <a:xfrm>
                <a:off x="4224" y="544"/>
                <a:ext cx="950" cy="656"/>
                <a:chOff x="2976" y="663"/>
                <a:chExt cx="1057" cy="729"/>
              </a:xfrm>
            </p:grpSpPr>
            <p:sp>
              <p:nvSpPr>
                <p:cNvPr id="15401" name="Oval 50"/>
                <p:cNvSpPr>
                  <a:spLocks noChangeArrowheads="1"/>
                </p:cNvSpPr>
                <p:nvPr/>
              </p:nvSpPr>
              <p:spPr bwMode="auto">
                <a:xfrm>
                  <a:off x="2976" y="1104"/>
                  <a:ext cx="1056" cy="288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005CBF"/>
                    </a:gs>
                    <a:gs pos="25000">
                      <a:srgbClr val="0087E6"/>
                    </a:gs>
                    <a:gs pos="75000">
                      <a:srgbClr val="21D6E0"/>
                    </a:gs>
                    <a:gs pos="100000">
                      <a:srgbClr val="03D4A8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5402" name="Arc 51"/>
                <p:cNvSpPr>
                  <a:spLocks/>
                </p:cNvSpPr>
                <p:nvPr/>
              </p:nvSpPr>
              <p:spPr bwMode="auto">
                <a:xfrm>
                  <a:off x="2976" y="663"/>
                  <a:ext cx="1057" cy="585"/>
                </a:xfrm>
                <a:custGeom>
                  <a:avLst/>
                  <a:gdLst>
                    <a:gd name="T0" fmla="*/ 0 w 43194"/>
                    <a:gd name="T1" fmla="*/ 571 h 21600"/>
                    <a:gd name="T2" fmla="*/ 1057 w 43194"/>
                    <a:gd name="T3" fmla="*/ 585 h 21600"/>
                    <a:gd name="T4" fmla="*/ 528 w 43194"/>
                    <a:gd name="T5" fmla="*/ 585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3194" h="21600" fill="none" extrusionOk="0">
                      <a:moveTo>
                        <a:pt x="0" y="21071"/>
                      </a:moveTo>
                      <a:cubicBezTo>
                        <a:pt x="287" y="9351"/>
                        <a:pt x="9870" y="-1"/>
                        <a:pt x="21594" y="0"/>
                      </a:cubicBezTo>
                      <a:cubicBezTo>
                        <a:pt x="33523" y="0"/>
                        <a:pt x="43194" y="9670"/>
                        <a:pt x="43194" y="21600"/>
                      </a:cubicBezTo>
                    </a:path>
                    <a:path w="43194" h="21600" stroke="0" extrusionOk="0">
                      <a:moveTo>
                        <a:pt x="0" y="21071"/>
                      </a:moveTo>
                      <a:cubicBezTo>
                        <a:pt x="287" y="9351"/>
                        <a:pt x="9870" y="-1"/>
                        <a:pt x="21594" y="0"/>
                      </a:cubicBezTo>
                      <a:cubicBezTo>
                        <a:pt x="33523" y="0"/>
                        <a:pt x="43194" y="9670"/>
                        <a:pt x="43194" y="21600"/>
                      </a:cubicBezTo>
                      <a:lnTo>
                        <a:pt x="21594" y="21600"/>
                      </a:lnTo>
                      <a:lnTo>
                        <a:pt x="0" y="21071"/>
                      </a:lnTo>
                      <a:close/>
                    </a:path>
                  </a:pathLst>
                </a:custGeom>
                <a:gradFill rotWithShape="0">
                  <a:gsLst>
                    <a:gs pos="0">
                      <a:srgbClr val="005CBF"/>
                    </a:gs>
                    <a:gs pos="25000">
                      <a:srgbClr val="0087E6"/>
                    </a:gs>
                    <a:gs pos="75000">
                      <a:srgbClr val="21D6E0"/>
                    </a:gs>
                    <a:gs pos="100000">
                      <a:srgbClr val="03D4A8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5397" name="Line 52"/>
              <p:cNvSpPr>
                <a:spLocks noChangeShapeType="1"/>
              </p:cNvSpPr>
              <p:nvPr/>
            </p:nvSpPr>
            <p:spPr bwMode="auto">
              <a:xfrm flipH="1">
                <a:off x="4570" y="1071"/>
                <a:ext cx="129" cy="1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98" name="Line 53"/>
              <p:cNvSpPr>
                <a:spLocks noChangeShapeType="1"/>
              </p:cNvSpPr>
              <p:nvPr/>
            </p:nvSpPr>
            <p:spPr bwMode="auto">
              <a:xfrm flipV="1">
                <a:off x="4699" y="646"/>
                <a:ext cx="0" cy="43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99" name="Line 54"/>
              <p:cNvSpPr>
                <a:spLocks noChangeShapeType="1"/>
              </p:cNvSpPr>
              <p:nvPr/>
            </p:nvSpPr>
            <p:spPr bwMode="auto">
              <a:xfrm>
                <a:off x="4699" y="1071"/>
                <a:ext cx="4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00" name="Line 55"/>
              <p:cNvSpPr>
                <a:spLocks noChangeShapeType="1"/>
              </p:cNvSpPr>
              <p:nvPr/>
            </p:nvSpPr>
            <p:spPr bwMode="auto">
              <a:xfrm flipV="1">
                <a:off x="4699" y="5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395" name="Arc 56"/>
            <p:cNvSpPr>
              <a:spLocks/>
            </p:cNvSpPr>
            <p:nvPr/>
          </p:nvSpPr>
          <p:spPr bwMode="auto">
            <a:xfrm>
              <a:off x="4237" y="941"/>
              <a:ext cx="936" cy="145"/>
            </a:xfrm>
            <a:custGeom>
              <a:avLst/>
              <a:gdLst>
                <a:gd name="T0" fmla="*/ 1 w 43200"/>
                <a:gd name="T1" fmla="*/ 145 h 23107"/>
                <a:gd name="T2" fmla="*/ 936 w 43200"/>
                <a:gd name="T3" fmla="*/ 136 h 23107"/>
                <a:gd name="T4" fmla="*/ 468 w 43200"/>
                <a:gd name="T5" fmla="*/ 136 h 2310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0" h="23107" fill="none" extrusionOk="0">
                  <a:moveTo>
                    <a:pt x="52" y="23107"/>
                  </a:moveTo>
                  <a:cubicBezTo>
                    <a:pt x="17" y="22605"/>
                    <a:pt x="0" y="2210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3107" stroke="0" extrusionOk="0">
                  <a:moveTo>
                    <a:pt x="52" y="23107"/>
                  </a:moveTo>
                  <a:cubicBezTo>
                    <a:pt x="17" y="22605"/>
                    <a:pt x="0" y="2210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52" y="2310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48537" name="Object 57"/>
          <p:cNvGraphicFramePr>
            <a:graphicFrameLocks noChangeAspect="1"/>
          </p:cNvGraphicFramePr>
          <p:nvPr/>
        </p:nvGraphicFramePr>
        <p:xfrm>
          <a:off x="8723314" y="1524000"/>
          <a:ext cx="268287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64" name="公式" r:id="rId35" imgW="114170" imgH="133453" progId="Equation.3">
                  <p:embed/>
                </p:oleObj>
              </mc:Choice>
              <mc:Fallback>
                <p:oleObj name="公式" r:id="rId35" imgW="114170" imgH="13345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23314" y="1524000"/>
                        <a:ext cx="268287" cy="298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605586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8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8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8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8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8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8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8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5" dur="500"/>
                                        <p:tgtEl>
                                          <p:spTgt spid="148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8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8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48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48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48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48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48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48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48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48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48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48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48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48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48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97" grpId="0" autoUpdateAnimBg="0"/>
      <p:bldP spid="148499" grpId="0" autoUpdateAnimBg="0"/>
      <p:bldP spid="148500" grpId="0" autoUpdateAnimBg="0"/>
      <p:bldP spid="148501" grpId="0" autoUpdateAnimBg="0"/>
      <p:bldP spid="148502" grpId="0" autoUpdateAnimBg="0"/>
      <p:bldP spid="148511" grpId="0" autoUpdateAnimBg="0"/>
      <p:bldP spid="148514" grpId="0" autoUpdateAnimBg="0"/>
      <p:bldP spid="148516" grpId="0" autoUpdateAnimBg="0"/>
      <p:bldP spid="148518" grpId="0" autoUpdateAnimBg="0"/>
      <p:bldP spid="148520" grpId="0" autoUpdateAnimBg="0"/>
      <p:bldP spid="148521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96671" y="578516"/>
            <a:ext cx="4343400" cy="609600"/>
          </a:xfrm>
        </p:spPr>
        <p:txBody>
          <a:bodyPr/>
          <a:lstStyle/>
          <a:p>
            <a:pPr algn="l" eaLnBrk="1" hangingPunct="1"/>
            <a:r>
              <a:rPr lang="zh-CN" alt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三、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多元函数的极限</a:t>
            </a:r>
          </a:p>
        </p:txBody>
      </p:sp>
      <p:sp>
        <p:nvSpPr>
          <p:cNvPr id="149507" name="Text Box 3"/>
          <p:cNvSpPr txBox="1">
            <a:spLocks noChangeArrowheads="1"/>
          </p:cNvSpPr>
          <p:nvPr/>
        </p:nvSpPr>
        <p:spPr bwMode="auto">
          <a:xfrm>
            <a:off x="2171321" y="1272613"/>
            <a:ext cx="335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定义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2.</a:t>
            </a:r>
            <a:r>
              <a:rPr lang="en-US" altLang="zh-CN" sz="2800" b="1" dirty="0">
                <a:solidFill>
                  <a:srgbClr val="FFCC00"/>
                </a:solidFill>
                <a:ea typeface="楷体_GB2312" pitchFamily="49" charset="-122"/>
              </a:rPr>
              <a:t>  </a:t>
            </a:r>
            <a:r>
              <a:rPr lang="zh-CN" altLang="en-US" sz="2800" b="1" dirty="0">
                <a:ea typeface="楷体_GB2312" pitchFamily="49" charset="-122"/>
              </a:rPr>
              <a:t>设 </a:t>
            </a:r>
            <a:r>
              <a:rPr lang="en-US" altLang="zh-CN" sz="2800" b="1" i="1" dirty="0">
                <a:ea typeface="楷体_GB2312" pitchFamily="49" charset="-122"/>
              </a:rPr>
              <a:t>n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元函数</a:t>
            </a:r>
          </a:p>
        </p:txBody>
      </p:sp>
      <p:graphicFrame>
        <p:nvGraphicFramePr>
          <p:cNvPr id="14950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1327533"/>
              </p:ext>
            </p:extLst>
          </p:nvPr>
        </p:nvGraphicFramePr>
        <p:xfrm>
          <a:off x="5283016" y="1266907"/>
          <a:ext cx="28432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56" name="公式" r:id="rId3" imgW="2838284" imgH="495236" progId="Equation.3">
                  <p:embed/>
                </p:oleObj>
              </mc:Choice>
              <mc:Fallback>
                <p:oleObj name="公式" r:id="rId3" imgW="2838284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3016" y="1266907"/>
                        <a:ext cx="284321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09" name="Text Box 5"/>
          <p:cNvSpPr txBox="1">
            <a:spLocks noChangeArrowheads="1"/>
          </p:cNvSpPr>
          <p:nvPr/>
        </p:nvSpPr>
        <p:spPr bwMode="auto">
          <a:xfrm>
            <a:off x="1915190" y="1835151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点 </a:t>
            </a:r>
            <a:r>
              <a:rPr lang="en-US" altLang="zh-CN" sz="2800" b="1" dirty="0">
                <a:ea typeface="楷体_GB2312" pitchFamily="49" charset="-122"/>
              </a:rPr>
              <a:t>,</a:t>
            </a:r>
          </a:p>
        </p:txBody>
      </p:sp>
      <p:graphicFrame>
        <p:nvGraphicFramePr>
          <p:cNvPr id="14951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3523449"/>
              </p:ext>
            </p:extLst>
          </p:nvPr>
        </p:nvGraphicFramePr>
        <p:xfrm>
          <a:off x="2443992" y="2292210"/>
          <a:ext cx="2586037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57" name="公式" r:id="rId5" imgW="2571772" imgH="685684" progId="Equation.3">
                  <p:embed/>
                </p:oleObj>
              </mc:Choice>
              <mc:Fallback>
                <p:oleObj name="公式" r:id="rId5" imgW="2571772" imgH="68568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3992" y="2292210"/>
                        <a:ext cx="2586037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5835809"/>
              </p:ext>
            </p:extLst>
          </p:nvPr>
        </p:nvGraphicFramePr>
        <p:xfrm>
          <a:off x="5884309" y="2469357"/>
          <a:ext cx="2092541" cy="542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58" name="Equation" r:id="rId7" imgW="939600" imgH="241200" progId="Equation.DSMT4">
                  <p:embed/>
                </p:oleObj>
              </mc:Choice>
              <mc:Fallback>
                <p:oleObj name="Equation" r:id="rId7" imgW="9396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84309" y="2469357"/>
                        <a:ext cx="2092541" cy="5425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12" name="Text Box 8"/>
          <p:cNvSpPr txBox="1">
            <a:spLocks noChangeArrowheads="1"/>
          </p:cNvSpPr>
          <p:nvPr/>
        </p:nvSpPr>
        <p:spPr bwMode="auto">
          <a:xfrm>
            <a:off x="7957226" y="2488405"/>
            <a:ext cx="243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则称 </a:t>
            </a:r>
            <a:r>
              <a:rPr lang="en-US" altLang="zh-CN" sz="2800" b="1" i="1" dirty="0">
                <a:ea typeface="楷体_GB2312" pitchFamily="49" charset="-122"/>
              </a:rPr>
              <a:t>A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为函数</a:t>
            </a:r>
          </a:p>
        </p:txBody>
      </p:sp>
      <p:sp>
        <p:nvSpPr>
          <p:cNvPr id="149513" name="Text Box 9"/>
          <p:cNvSpPr txBox="1">
            <a:spLocks noChangeArrowheads="1"/>
          </p:cNvSpPr>
          <p:nvPr/>
        </p:nvSpPr>
        <p:spPr bwMode="auto">
          <a:xfrm>
            <a:off x="5715000" y="3632200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(</a:t>
            </a:r>
            <a:r>
              <a:rPr lang="zh-CN" altLang="en-US" sz="2800" b="1" dirty="0">
                <a:ea typeface="楷体_GB2312" pitchFamily="49" charset="-122"/>
              </a:rPr>
              <a:t>也称为 </a:t>
            </a:r>
            <a:r>
              <a:rPr lang="en-US" altLang="zh-CN" sz="2800" b="1" i="1" dirty="0">
                <a:solidFill>
                  <a:srgbClr val="FF0000"/>
                </a:solidFill>
                <a:ea typeface="楷体_GB2312" pitchFamily="49" charset="-122"/>
              </a:rPr>
              <a:t>n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重极限</a:t>
            </a:r>
            <a:r>
              <a:rPr lang="en-US" altLang="zh-CN" sz="2800" b="1" dirty="0">
                <a:ea typeface="楷体_GB2312" pitchFamily="49" charset="-122"/>
              </a:rPr>
              <a:t>)</a:t>
            </a:r>
          </a:p>
        </p:txBody>
      </p:sp>
      <p:sp>
        <p:nvSpPr>
          <p:cNvPr id="149514" name="Text Box 10"/>
          <p:cNvSpPr txBox="1">
            <a:spLocks noChangeArrowheads="1"/>
          </p:cNvSpPr>
          <p:nvPr/>
        </p:nvSpPr>
        <p:spPr bwMode="auto">
          <a:xfrm>
            <a:off x="2110227" y="4475527"/>
            <a:ext cx="2362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当 </a:t>
            </a:r>
            <a:r>
              <a:rPr lang="en-US" altLang="zh-CN" sz="2800" b="1" i="1" dirty="0">
                <a:ea typeface="楷体_GB2312" pitchFamily="49" charset="-122"/>
              </a:rPr>
              <a:t>n </a:t>
            </a:r>
            <a:r>
              <a:rPr lang="en-US" altLang="zh-CN" sz="2800" b="1" dirty="0">
                <a:ea typeface="楷体_GB2312" pitchFamily="49" charset="-122"/>
              </a:rPr>
              <a:t>=2 </a:t>
            </a:r>
            <a:r>
              <a:rPr lang="zh-CN" altLang="en-US" sz="2800" b="1" dirty="0">
                <a:ea typeface="楷体_GB2312" pitchFamily="49" charset="-122"/>
              </a:rPr>
              <a:t>时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149516" name="Text Box 12"/>
          <p:cNvSpPr txBox="1">
            <a:spLocks noChangeArrowheads="1"/>
          </p:cNvSpPr>
          <p:nvPr/>
        </p:nvSpPr>
        <p:spPr bwMode="auto">
          <a:xfrm>
            <a:off x="3965966" y="4482876"/>
            <a:ext cx="58467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二元函数的极限可写作：</a:t>
            </a:r>
          </a:p>
        </p:txBody>
      </p:sp>
      <p:graphicFrame>
        <p:nvGraphicFramePr>
          <p:cNvPr id="14951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753125"/>
              </p:ext>
            </p:extLst>
          </p:nvPr>
        </p:nvGraphicFramePr>
        <p:xfrm>
          <a:off x="2024495" y="5063453"/>
          <a:ext cx="3646452" cy="7620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59" name="Equation" r:id="rId9" imgW="1409400" imgH="291960" progId="Equation.DSMT4">
                  <p:embed/>
                </p:oleObj>
              </mc:Choice>
              <mc:Fallback>
                <p:oleObj name="Equation" r:id="rId9" imgW="14094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4495" y="5063453"/>
                        <a:ext cx="3646452" cy="7620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1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2686591"/>
              </p:ext>
            </p:extLst>
          </p:nvPr>
        </p:nvGraphicFramePr>
        <p:xfrm>
          <a:off x="3418042" y="3698876"/>
          <a:ext cx="2216150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60" name="公式" r:id="rId11" imgW="2209829" imgH="647803" progId="Equation.3">
                  <p:embed/>
                </p:oleObj>
              </mc:Choice>
              <mc:Fallback>
                <p:oleObj name="公式" r:id="rId11" imgW="2209829" imgH="64780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8042" y="3698876"/>
                        <a:ext cx="2216150" cy="65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19" name="Text Box 15"/>
          <p:cNvSpPr txBox="1">
            <a:spLocks noChangeArrowheads="1"/>
          </p:cNvSpPr>
          <p:nvPr/>
        </p:nvSpPr>
        <p:spPr bwMode="auto">
          <a:xfrm>
            <a:off x="8180647" y="1290947"/>
            <a:ext cx="228600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50000"/>
              </a:spcBef>
            </a:pPr>
            <a:r>
              <a:rPr lang="en-US" altLang="zh-CN" sz="2800" b="1" i="1" dirty="0">
                <a:ea typeface="楷体_GB2312" pitchFamily="49" charset="-122"/>
              </a:rPr>
              <a:t>P</a:t>
            </a:r>
            <a:r>
              <a:rPr lang="en-US" altLang="zh-CN" sz="2800" b="1" baseline="-25000" dirty="0">
                <a:ea typeface="楷体_GB2312" pitchFamily="49" charset="-122"/>
              </a:rPr>
              <a:t>0 </a:t>
            </a:r>
            <a:r>
              <a:rPr lang="zh-CN" altLang="en-US" sz="2800" b="1" dirty="0">
                <a:ea typeface="楷体_GB2312" pitchFamily="49" charset="-122"/>
              </a:rPr>
              <a:t>是 </a:t>
            </a:r>
            <a:r>
              <a:rPr lang="en-US" altLang="zh-CN" sz="2800" b="1" i="1" dirty="0">
                <a:ea typeface="楷体_GB2312" pitchFamily="49" charset="-122"/>
              </a:rPr>
              <a:t>D </a:t>
            </a:r>
            <a:r>
              <a:rPr lang="zh-CN" altLang="en-US" sz="2800" b="1" dirty="0">
                <a:ea typeface="楷体_GB2312" pitchFamily="49" charset="-122"/>
              </a:rPr>
              <a:t>的聚</a:t>
            </a:r>
          </a:p>
        </p:txBody>
      </p:sp>
      <p:sp>
        <p:nvSpPr>
          <p:cNvPr id="149520" name="Text Box 16"/>
          <p:cNvSpPr txBox="1">
            <a:spLocks noChangeArrowheads="1"/>
          </p:cNvSpPr>
          <p:nvPr/>
        </p:nvSpPr>
        <p:spPr bwMode="auto">
          <a:xfrm>
            <a:off x="2543884" y="1830697"/>
            <a:ext cx="2590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若存在常数 </a:t>
            </a:r>
            <a:r>
              <a:rPr lang="en-US" altLang="zh-CN" sz="2800" b="1" i="1" dirty="0">
                <a:ea typeface="楷体_GB2312" pitchFamily="49" charset="-122"/>
              </a:rPr>
              <a:t>A</a:t>
            </a:r>
            <a:r>
              <a:rPr lang="en-US" altLang="zh-CN" sz="2800" b="1" dirty="0">
                <a:ea typeface="楷体_GB2312" pitchFamily="49" charset="-122"/>
              </a:rPr>
              <a:t> ,</a:t>
            </a:r>
            <a:endParaRPr lang="en-US" altLang="zh-CN" sz="2800" b="1" i="1" dirty="0">
              <a:ea typeface="楷体_GB2312" pitchFamily="49" charset="-122"/>
            </a:endParaRPr>
          </a:p>
        </p:txBody>
      </p:sp>
      <p:sp>
        <p:nvSpPr>
          <p:cNvPr id="149521" name="Text Box 17"/>
          <p:cNvSpPr txBox="1">
            <a:spLocks noChangeArrowheads="1"/>
          </p:cNvSpPr>
          <p:nvPr/>
        </p:nvSpPr>
        <p:spPr bwMode="auto">
          <a:xfrm>
            <a:off x="9372600" y="1845466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对一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149522" name="Text Box 18"/>
          <p:cNvSpPr txBox="1">
            <a:spLocks noChangeArrowheads="1"/>
          </p:cNvSpPr>
          <p:nvPr/>
        </p:nvSpPr>
        <p:spPr bwMode="auto">
          <a:xfrm>
            <a:off x="5990840" y="3069430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记作</a:t>
            </a:r>
          </a:p>
        </p:txBody>
      </p:sp>
      <p:graphicFrame>
        <p:nvGraphicFramePr>
          <p:cNvPr id="149523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4538118"/>
              </p:ext>
            </p:extLst>
          </p:nvPr>
        </p:nvGraphicFramePr>
        <p:xfrm>
          <a:off x="2109788" y="3151187"/>
          <a:ext cx="3898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61" name="公式" r:id="rId13" imgW="3886287" imgH="438240" progId="Equation.3">
                  <p:embed/>
                </p:oleObj>
              </mc:Choice>
              <mc:Fallback>
                <p:oleObj name="公式" r:id="rId13" imgW="3886287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9788" y="3151187"/>
                        <a:ext cx="3898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2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075778"/>
              </p:ext>
            </p:extLst>
          </p:nvPr>
        </p:nvGraphicFramePr>
        <p:xfrm>
          <a:off x="5878430" y="5126830"/>
          <a:ext cx="2939677" cy="946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62" name="Equation" r:id="rId15" imgW="1231560" imgH="393480" progId="Equation.DSMT4">
                  <p:embed/>
                </p:oleObj>
              </mc:Choice>
              <mc:Fallback>
                <p:oleObj name="Equation" r:id="rId15" imgW="1231560" imgH="393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8430" y="5126830"/>
                        <a:ext cx="2939677" cy="9467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25" name="Text Box 21"/>
          <p:cNvSpPr txBox="1">
            <a:spLocks noChangeArrowheads="1"/>
          </p:cNvSpPr>
          <p:nvPr/>
        </p:nvSpPr>
        <p:spPr bwMode="auto">
          <a:xfrm>
            <a:off x="5047697" y="2494755"/>
            <a:ext cx="1212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都有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149532" name="Text Box 28"/>
          <p:cNvSpPr txBox="1">
            <a:spLocks noChangeArrowheads="1"/>
          </p:cNvSpPr>
          <p:nvPr/>
        </p:nvSpPr>
        <p:spPr bwMode="auto">
          <a:xfrm>
            <a:off x="4876800" y="1830697"/>
            <a:ext cx="480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对任意正数 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</a:t>
            </a:r>
            <a:r>
              <a:rPr lang="zh-CN" altLang="en-US" sz="2800" b="1" i="1" dirty="0"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ea typeface="楷体_GB2312" pitchFamily="49" charset="-122"/>
                <a:sym typeface="Symbol" panose="05050102010706020507" pitchFamily="18" charset="2"/>
              </a:rPr>
              <a:t>, </a:t>
            </a:r>
            <a:r>
              <a:rPr lang="zh-CN" altLang="en-US" sz="2800" b="1" dirty="0">
                <a:ea typeface="楷体_GB2312" pitchFamily="49" charset="-122"/>
                <a:sym typeface="Symbol" panose="05050102010706020507" pitchFamily="18" charset="2"/>
              </a:rPr>
              <a:t>总存在正数 </a:t>
            </a:r>
            <a:r>
              <a:rPr lang="en-US" altLang="zh-CN" sz="2800" b="1" i="1" dirty="0">
                <a:ea typeface="楷体_GB2312" pitchFamily="49" charset="-122"/>
                <a:sym typeface="Symbol" panose="05050102010706020507" pitchFamily="18" charset="2"/>
              </a:rPr>
              <a:t>,</a:t>
            </a:r>
            <a:endParaRPr lang="en-US" altLang="zh-CN" sz="2800" b="1" i="1" dirty="0">
              <a:ea typeface="楷体_GB2312" pitchFamily="49" charset="-122"/>
            </a:endParaRPr>
          </a:p>
        </p:txBody>
      </p:sp>
      <p:sp>
        <p:nvSpPr>
          <p:cNvPr id="149533" name="Text Box 29"/>
          <p:cNvSpPr txBox="1">
            <a:spLocks noChangeArrowheads="1"/>
          </p:cNvSpPr>
          <p:nvPr/>
        </p:nvSpPr>
        <p:spPr bwMode="auto">
          <a:xfrm>
            <a:off x="1898650" y="2469357"/>
            <a:ext cx="54534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切</a:t>
            </a:r>
          </a:p>
        </p:txBody>
      </p:sp>
    </p:spTree>
    <p:extLst>
      <p:ext uri="{BB962C8B-B14F-4D97-AF65-F5344CB8AC3E}">
        <p14:creationId xmlns:p14="http://schemas.microsoft.com/office/powerpoint/2010/main" val="367969991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9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9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9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9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9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9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9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9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9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9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9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49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9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9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49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9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49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49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49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9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7" grpId="0" autoUpdateAnimBg="0"/>
      <p:bldP spid="149509" grpId="0" autoUpdateAnimBg="0"/>
      <p:bldP spid="149512" grpId="0" autoUpdateAnimBg="0"/>
      <p:bldP spid="149513" grpId="0" autoUpdateAnimBg="0"/>
      <p:bldP spid="149514" grpId="0" autoUpdateAnimBg="0"/>
      <p:bldP spid="149516" grpId="0" autoUpdateAnimBg="0"/>
      <p:bldP spid="149519" grpId="0" autoUpdateAnimBg="0"/>
      <p:bldP spid="149520" grpId="0" autoUpdateAnimBg="0"/>
      <p:bldP spid="149521" grpId="0" autoUpdateAnimBg="0"/>
      <p:bldP spid="149522" grpId="0" autoUpdateAnimBg="0"/>
      <p:bldP spid="149525" grpId="0" autoUpdateAnimBg="0"/>
      <p:bldP spid="149532" grpId="0" autoUpdateAnimBg="0"/>
      <p:bldP spid="149533" grpId="0" build="p" autoUpdateAnimBg="0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99456" y="83671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注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9571041"/>
              </p:ext>
            </p:extLst>
          </p:nvPr>
        </p:nvGraphicFramePr>
        <p:xfrm>
          <a:off x="1847529" y="836712"/>
          <a:ext cx="3096344" cy="5372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78" name="Equation" r:id="rId3" imgW="1320480" imgH="228600" progId="Equation.DSMT4">
                  <p:embed/>
                </p:oleObj>
              </mc:Choice>
              <mc:Fallback>
                <p:oleObj name="Equation" r:id="rId3" imgW="1320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47529" y="836712"/>
                        <a:ext cx="3096344" cy="5372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3530589"/>
              </p:ext>
            </p:extLst>
          </p:nvPr>
        </p:nvGraphicFramePr>
        <p:xfrm>
          <a:off x="1847527" y="1345892"/>
          <a:ext cx="7776865" cy="5449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79" name="Equation" r:id="rId5" imgW="3263760" imgH="228600" progId="Equation.DSMT4">
                  <p:embed/>
                </p:oleObj>
              </mc:Choice>
              <mc:Fallback>
                <p:oleObj name="Equation" r:id="rId5" imgW="32637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47527" y="1345892"/>
                        <a:ext cx="7776865" cy="5449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4885824"/>
              </p:ext>
            </p:extLst>
          </p:nvPr>
        </p:nvGraphicFramePr>
        <p:xfrm>
          <a:off x="1978025" y="1920875"/>
          <a:ext cx="2405063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80" name="Equation" r:id="rId7" imgW="1015920" imgH="215640" progId="Equation.DSMT4">
                  <p:embed/>
                </p:oleObj>
              </mc:Choice>
              <mc:Fallback>
                <p:oleObj name="Equation" r:id="rId7" imgW="10159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78025" y="1920875"/>
                        <a:ext cx="2405063" cy="511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5042783"/>
              </p:ext>
            </p:extLst>
          </p:nvPr>
        </p:nvGraphicFramePr>
        <p:xfrm>
          <a:off x="1847527" y="2462074"/>
          <a:ext cx="3384377" cy="523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81" name="Equation" r:id="rId9" imgW="1396800" imgH="215640" progId="Equation.DSMT4">
                  <p:embed/>
                </p:oleObj>
              </mc:Choice>
              <mc:Fallback>
                <p:oleObj name="Equation" r:id="rId9" imgW="13968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47527" y="2462074"/>
                        <a:ext cx="3384377" cy="5230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6222102"/>
              </p:ext>
            </p:extLst>
          </p:nvPr>
        </p:nvGraphicFramePr>
        <p:xfrm>
          <a:off x="5303912" y="2454364"/>
          <a:ext cx="4608512" cy="47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82" name="Equation" r:id="rId11" imgW="1955520" imgH="203040" progId="Equation.DSMT4">
                  <p:embed/>
                </p:oleObj>
              </mc:Choice>
              <mc:Fallback>
                <p:oleObj name="Equation" r:id="rId11" imgW="19555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03912" y="2454364"/>
                        <a:ext cx="4608512" cy="478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5003960"/>
              </p:ext>
            </p:extLst>
          </p:nvPr>
        </p:nvGraphicFramePr>
        <p:xfrm>
          <a:off x="1956241" y="3068973"/>
          <a:ext cx="2101751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83" name="Equation" r:id="rId13" imgW="876240" imgH="203040" progId="Equation.DSMT4">
                  <p:embed/>
                </p:oleObj>
              </mc:Choice>
              <mc:Fallback>
                <p:oleObj name="Equation" r:id="rId13" imgW="8762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956241" y="3068973"/>
                        <a:ext cx="2101751" cy="487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9400907"/>
              </p:ext>
            </p:extLst>
          </p:nvPr>
        </p:nvGraphicFramePr>
        <p:xfrm>
          <a:off x="4057992" y="3051111"/>
          <a:ext cx="2178782" cy="50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84" name="Equation" r:id="rId15" imgW="876240" imgH="203040" progId="Equation.DSMT4">
                  <p:embed/>
                </p:oleObj>
              </mc:Choice>
              <mc:Fallback>
                <p:oleObj name="Equation" r:id="rId15" imgW="8762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057992" y="3051111"/>
                        <a:ext cx="2178782" cy="505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271461"/>
              </p:ext>
            </p:extLst>
          </p:nvPr>
        </p:nvGraphicFramePr>
        <p:xfrm>
          <a:off x="6384032" y="3051111"/>
          <a:ext cx="21177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85" name="Equation" r:id="rId17" imgW="850680" imgH="203040" progId="Equation.DSMT4">
                  <p:embed/>
                </p:oleObj>
              </mc:Choice>
              <mc:Fallback>
                <p:oleObj name="Equation" r:id="rId17" imgW="8506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384032" y="3051111"/>
                        <a:ext cx="2117725" cy="504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8178886"/>
              </p:ext>
            </p:extLst>
          </p:nvPr>
        </p:nvGraphicFramePr>
        <p:xfrm>
          <a:off x="1956241" y="3669094"/>
          <a:ext cx="6602680" cy="495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886" name="Equation" r:id="rId19" imgW="2705040" imgH="203040" progId="Equation.DSMT4">
                  <p:embed/>
                </p:oleObj>
              </mc:Choice>
              <mc:Fallback>
                <p:oleObj name="Equation" r:id="rId19" imgW="27050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956241" y="3669094"/>
                        <a:ext cx="6602680" cy="4959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26549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3472" y="836712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1604450"/>
              </p:ext>
            </p:extLst>
          </p:nvPr>
        </p:nvGraphicFramePr>
        <p:xfrm>
          <a:off x="2085028" y="620688"/>
          <a:ext cx="3871849" cy="10863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90" name="Equation" r:id="rId3" imgW="1765080" imgH="495000" progId="Equation.DSMT4">
                  <p:embed/>
                </p:oleObj>
              </mc:Choice>
              <mc:Fallback>
                <p:oleObj name="Equation" r:id="rId3" imgW="176508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85028" y="620688"/>
                        <a:ext cx="3871849" cy="10863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354916" y="1628800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解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4534563"/>
              </p:ext>
            </p:extLst>
          </p:nvPr>
        </p:nvGraphicFramePr>
        <p:xfrm>
          <a:off x="2016125" y="1704975"/>
          <a:ext cx="2660650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91" name="Equation" r:id="rId5" imgW="1244520" imgH="291960" progId="Equation.DSMT4">
                  <p:embed/>
                </p:oleObj>
              </mc:Choice>
              <mc:Fallback>
                <p:oleObj name="Equation" r:id="rId5" imgW="124452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16125" y="1704975"/>
                        <a:ext cx="2660650" cy="623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6637397"/>
              </p:ext>
            </p:extLst>
          </p:nvPr>
        </p:nvGraphicFramePr>
        <p:xfrm>
          <a:off x="4660900" y="1674813"/>
          <a:ext cx="2174875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92" name="Equation" r:id="rId7" imgW="1015920" imgH="304560" progId="Equation.DSMT4">
                  <p:embed/>
                </p:oleObj>
              </mc:Choice>
              <mc:Fallback>
                <p:oleObj name="Equation" r:id="rId7" imgW="101592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660900" y="1674813"/>
                        <a:ext cx="2174875" cy="650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7807147"/>
              </p:ext>
            </p:extLst>
          </p:nvPr>
        </p:nvGraphicFramePr>
        <p:xfrm>
          <a:off x="1474788" y="2420938"/>
          <a:ext cx="3475037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93" name="Equation" r:id="rId9" imgW="1625400" imgH="304560" progId="Equation.DSMT4">
                  <p:embed/>
                </p:oleObj>
              </mc:Choice>
              <mc:Fallback>
                <p:oleObj name="Equation" r:id="rId9" imgW="162540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74788" y="2420938"/>
                        <a:ext cx="3475037" cy="650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2644426"/>
              </p:ext>
            </p:extLst>
          </p:nvPr>
        </p:nvGraphicFramePr>
        <p:xfrm>
          <a:off x="1487488" y="3151374"/>
          <a:ext cx="3312369" cy="4568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94" name="Equation" r:id="rId11" imgW="1473120" imgH="203040" progId="Equation.DSMT4">
                  <p:embed/>
                </p:oleObj>
              </mc:Choice>
              <mc:Fallback>
                <p:oleObj name="Equation" r:id="rId11" imgW="14731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87488" y="3151374"/>
                        <a:ext cx="3312369" cy="4568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0477643"/>
              </p:ext>
            </p:extLst>
          </p:nvPr>
        </p:nvGraphicFramePr>
        <p:xfrm>
          <a:off x="4799857" y="3054375"/>
          <a:ext cx="3421063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95" name="Equation" r:id="rId13" imgW="1600200" imgH="304560" progId="Equation.DSMT4">
                  <p:embed/>
                </p:oleObj>
              </mc:Choice>
              <mc:Fallback>
                <p:oleObj name="Equation" r:id="rId13" imgW="160020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799857" y="3054375"/>
                        <a:ext cx="3421063" cy="650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1475075"/>
              </p:ext>
            </p:extLst>
          </p:nvPr>
        </p:nvGraphicFramePr>
        <p:xfrm>
          <a:off x="1526475" y="3786390"/>
          <a:ext cx="3475038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96" name="Equation" r:id="rId15" imgW="1625400" imgH="342720" progId="Equation.DSMT4">
                  <p:embed/>
                </p:oleObj>
              </mc:Choice>
              <mc:Fallback>
                <p:oleObj name="Equation" r:id="rId15" imgW="16254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26475" y="3786390"/>
                        <a:ext cx="3475038" cy="731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1526475" y="4518227"/>
            <a:ext cx="118974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600" b="1" dirty="0" smtClean="0"/>
              <a:t>所以，</a:t>
            </a:r>
            <a:endParaRPr lang="zh-CN" altLang="en-US" sz="2600" b="1" dirty="0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4140189"/>
              </p:ext>
            </p:extLst>
          </p:nvPr>
        </p:nvGraphicFramePr>
        <p:xfrm>
          <a:off x="1904206" y="4599367"/>
          <a:ext cx="5545137" cy="1363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97" name="Equation" r:id="rId17" imgW="2527200" imgH="622080" progId="Equation.DSMT4">
                  <p:embed/>
                </p:oleObj>
              </mc:Choice>
              <mc:Fallback>
                <p:oleObj name="Equation" r:id="rId17" imgW="2527200" imgH="622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904206" y="4599367"/>
                        <a:ext cx="5545137" cy="1363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9341659"/>
              </p:ext>
            </p:extLst>
          </p:nvPr>
        </p:nvGraphicFramePr>
        <p:xfrm>
          <a:off x="7449343" y="5084615"/>
          <a:ext cx="850007" cy="3606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898" name="Equation" r:id="rId19" imgW="419040" imgH="177480" progId="Equation.DSMT4">
                  <p:embed/>
                </p:oleObj>
              </mc:Choice>
              <mc:Fallback>
                <p:oleObj name="Equation" r:id="rId19" imgW="41904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449343" y="5084615"/>
                        <a:ext cx="850007" cy="36060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13229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838226" y="837231"/>
            <a:ext cx="1404938" cy="533400"/>
          </a:xfrm>
        </p:spPr>
        <p:txBody>
          <a:bodyPr/>
          <a:lstStyle/>
          <a:p>
            <a:pPr algn="l" eaLnBrk="1" hangingPunct="1"/>
            <a:r>
              <a:rPr lang="zh-CN" altLang="en-US" sz="2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2.</a:t>
            </a:r>
            <a:r>
              <a:rPr lang="en-US" altLang="zh-CN" sz="2800" b="1" dirty="0" smtClean="0">
                <a:ea typeface="楷体_GB2312" pitchFamily="49" charset="-122"/>
              </a:rPr>
              <a:t> 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505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4450851"/>
              </p:ext>
            </p:extLst>
          </p:nvPr>
        </p:nvGraphicFramePr>
        <p:xfrm>
          <a:off x="3149600" y="664369"/>
          <a:ext cx="6732587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12" name="公式" r:id="rId3" imgW="6696115" imgH="933476" progId="Equation.3">
                  <p:embed/>
                </p:oleObj>
              </mc:Choice>
              <mc:Fallback>
                <p:oleObj name="公式" r:id="rId3" imgW="6696115" imgH="93347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600" y="664369"/>
                        <a:ext cx="6732587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532" name="Text Box 4"/>
          <p:cNvSpPr txBox="1">
            <a:spLocks noChangeArrowheads="1"/>
          </p:cNvSpPr>
          <p:nvPr/>
        </p:nvSpPr>
        <p:spPr bwMode="auto">
          <a:xfrm>
            <a:off x="1775520" y="1497806"/>
            <a:ext cx="15303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求证：</a:t>
            </a:r>
          </a:p>
        </p:txBody>
      </p:sp>
      <p:graphicFrame>
        <p:nvGraphicFramePr>
          <p:cNvPr id="15053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0765911"/>
              </p:ext>
            </p:extLst>
          </p:nvPr>
        </p:nvGraphicFramePr>
        <p:xfrm>
          <a:off x="2943260" y="1532732"/>
          <a:ext cx="23622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13" name="公式" r:id="rId5" imgW="2352802" imgH="895247" progId="Equation.3">
                  <p:embed/>
                </p:oleObj>
              </mc:Choice>
              <mc:Fallback>
                <p:oleObj name="公式" r:id="rId5" imgW="2352802" imgH="89524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3260" y="1532732"/>
                        <a:ext cx="23622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534" name="Text Box 6"/>
          <p:cNvSpPr txBox="1">
            <a:spLocks noChangeArrowheads="1"/>
          </p:cNvSpPr>
          <p:nvPr/>
        </p:nvSpPr>
        <p:spPr bwMode="auto">
          <a:xfrm>
            <a:off x="1835150" y="2580084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证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</a:p>
        </p:txBody>
      </p:sp>
      <p:graphicFrame>
        <p:nvGraphicFramePr>
          <p:cNvPr id="15053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081338"/>
              </p:ext>
            </p:extLst>
          </p:nvPr>
        </p:nvGraphicFramePr>
        <p:xfrm>
          <a:off x="2709865" y="2366854"/>
          <a:ext cx="41148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14" name="公式" r:id="rId7" imgW="4105257" imgH="1019317" progId="Equation.3">
                  <p:embed/>
                </p:oleObj>
              </mc:Choice>
              <mc:Fallback>
                <p:oleObj name="公式" r:id="rId7" imgW="4105257" imgH="101931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9865" y="2366854"/>
                        <a:ext cx="4114800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536" name="Text Box 8"/>
          <p:cNvSpPr txBox="1">
            <a:spLocks noChangeArrowheads="1"/>
          </p:cNvSpPr>
          <p:nvPr/>
        </p:nvSpPr>
        <p:spPr bwMode="auto">
          <a:xfrm>
            <a:off x="1911928" y="5057556"/>
            <a:ext cx="685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故</a:t>
            </a:r>
          </a:p>
        </p:txBody>
      </p:sp>
      <p:graphicFrame>
        <p:nvGraphicFramePr>
          <p:cNvPr id="15053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871949"/>
              </p:ext>
            </p:extLst>
          </p:nvPr>
        </p:nvGraphicFramePr>
        <p:xfrm>
          <a:off x="3030024" y="5080109"/>
          <a:ext cx="22479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15" name="公式" r:id="rId9" imgW="2238285" imgH="895247" progId="Equation.3">
                  <p:embed/>
                </p:oleObj>
              </mc:Choice>
              <mc:Fallback>
                <p:oleObj name="公式" r:id="rId9" imgW="2238285" imgH="89524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0024" y="5080109"/>
                        <a:ext cx="22479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38" name="Object 10"/>
          <p:cNvGraphicFramePr>
            <a:graphicFrameLocks noChangeAspect="1"/>
          </p:cNvGraphicFramePr>
          <p:nvPr/>
        </p:nvGraphicFramePr>
        <p:xfrm>
          <a:off x="2330450" y="3662363"/>
          <a:ext cx="1498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16" name="公式" r:id="rId11" imgW="1485943" imgH="380897" progId="Equation.3">
                  <p:embed/>
                </p:oleObj>
              </mc:Choice>
              <mc:Fallback>
                <p:oleObj name="公式" r:id="rId11" imgW="1485943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0450" y="3662363"/>
                        <a:ext cx="1498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3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2127037"/>
              </p:ext>
            </p:extLst>
          </p:nvPr>
        </p:nvGraphicFramePr>
        <p:xfrm>
          <a:off x="3681413" y="4419600"/>
          <a:ext cx="1943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17" name="Equation" r:id="rId13" imgW="1933600" imgH="438240" progId="Equation.DSMT4">
                  <p:embed/>
                </p:oleObj>
              </mc:Choice>
              <mc:Fallback>
                <p:oleObj name="Equation" r:id="rId13" imgW="1933600" imgH="438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1413" y="4419600"/>
                        <a:ext cx="19431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40" name="Object 12"/>
          <p:cNvGraphicFramePr>
            <a:graphicFrameLocks noChangeAspect="1"/>
          </p:cNvGraphicFramePr>
          <p:nvPr/>
        </p:nvGraphicFramePr>
        <p:xfrm>
          <a:off x="5588000" y="3586163"/>
          <a:ext cx="37973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18" name="公式" r:id="rId15" imgW="3790856" imgH="533464" progId="Equation.3">
                  <p:embed/>
                </p:oleObj>
              </mc:Choice>
              <mc:Fallback>
                <p:oleObj name="公式" r:id="rId15" imgW="3790856" imgH="53346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000" y="3586163"/>
                        <a:ext cx="37973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41" name="Object 13"/>
          <p:cNvGraphicFramePr>
            <a:graphicFrameLocks noChangeAspect="1"/>
          </p:cNvGraphicFramePr>
          <p:nvPr/>
        </p:nvGraphicFramePr>
        <p:xfrm>
          <a:off x="5715000" y="4348163"/>
          <a:ext cx="1397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19" name="公式" r:id="rId17" imgW="1390513" imgH="495236" progId="Equation.3">
                  <p:embed/>
                </p:oleObj>
              </mc:Choice>
              <mc:Fallback>
                <p:oleObj name="公式" r:id="rId17" imgW="1390513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4348163"/>
                        <a:ext cx="1397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42" name="Object 14"/>
          <p:cNvGraphicFramePr>
            <a:graphicFrameLocks noChangeAspect="1"/>
          </p:cNvGraphicFramePr>
          <p:nvPr/>
        </p:nvGraphicFramePr>
        <p:xfrm>
          <a:off x="7188200" y="4368800"/>
          <a:ext cx="635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20" name="公式" r:id="rId19" imgW="628802" imgH="419126" progId="Equation.3">
                  <p:embed/>
                </p:oleObj>
              </mc:Choice>
              <mc:Fallback>
                <p:oleObj name="公式" r:id="rId19" imgW="628802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8200" y="4368800"/>
                        <a:ext cx="635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4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0401088"/>
              </p:ext>
            </p:extLst>
          </p:nvPr>
        </p:nvGraphicFramePr>
        <p:xfrm>
          <a:off x="7000880" y="2620964"/>
          <a:ext cx="1397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21" name="公式" r:id="rId21" imgW="1390513" imgH="495236" progId="Equation.3">
                  <p:embed/>
                </p:oleObj>
              </mc:Choice>
              <mc:Fallback>
                <p:oleObj name="公式" r:id="rId21" imgW="1390513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0880" y="2620964"/>
                        <a:ext cx="1397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544" name="Object 16"/>
          <p:cNvGraphicFramePr>
            <a:graphicFrameLocks noChangeAspect="1"/>
          </p:cNvGraphicFramePr>
          <p:nvPr/>
        </p:nvGraphicFramePr>
        <p:xfrm>
          <a:off x="4032250" y="3649663"/>
          <a:ext cx="1511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22" name="公式" r:id="rId23" imgW="1505030" imgH="457354" progId="Equation.3">
                  <p:embed/>
                </p:oleObj>
              </mc:Choice>
              <mc:Fallback>
                <p:oleObj name="公式" r:id="rId23" imgW="1505030" imgH="4573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250" y="3649663"/>
                        <a:ext cx="1511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0545" name="Text Box 17"/>
          <p:cNvSpPr txBox="1">
            <a:spLocks noChangeArrowheads="1"/>
          </p:cNvSpPr>
          <p:nvPr/>
        </p:nvSpPr>
        <p:spPr bwMode="auto">
          <a:xfrm>
            <a:off x="9448800" y="3586163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总有</a:t>
            </a:r>
          </a:p>
        </p:txBody>
      </p:sp>
      <p:graphicFrame>
        <p:nvGraphicFramePr>
          <p:cNvPr id="150546" name="Object 18"/>
          <p:cNvGraphicFramePr>
            <a:graphicFrameLocks noChangeAspect="1"/>
          </p:cNvGraphicFramePr>
          <p:nvPr/>
        </p:nvGraphicFramePr>
        <p:xfrm>
          <a:off x="7975600" y="4570413"/>
          <a:ext cx="46355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23" name="公式" r:id="rId25" imgW="457374" imgH="218946" progId="Equation.3">
                  <p:embed/>
                </p:oleObj>
              </mc:Choice>
              <mc:Fallback>
                <p:oleObj name="公式" r:id="rId25" imgW="457374" imgH="2189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5600" y="4570413"/>
                        <a:ext cx="463550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0553" name="Group 25"/>
          <p:cNvGrpSpPr>
            <a:grpSpLocks/>
          </p:cNvGrpSpPr>
          <p:nvPr/>
        </p:nvGrpSpPr>
        <p:grpSpPr bwMode="auto">
          <a:xfrm>
            <a:off x="8439150" y="2366854"/>
            <a:ext cx="881063" cy="714375"/>
            <a:chOff x="4608" y="1469"/>
            <a:chExt cx="555" cy="450"/>
          </a:xfrm>
        </p:grpSpPr>
        <p:graphicFrame>
          <p:nvGraphicFramePr>
            <p:cNvPr id="17435" name="Object 26"/>
            <p:cNvGraphicFramePr>
              <a:graphicFrameLocks noChangeAspect="1"/>
            </p:cNvGraphicFramePr>
            <p:nvPr/>
          </p:nvGraphicFramePr>
          <p:xfrm>
            <a:off x="4694" y="1769"/>
            <a:ext cx="296" cy="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924" name="公式" r:id="rId27" imgW="457374" imgH="228677" progId="Equation.3">
                    <p:embed/>
                  </p:oleObj>
                </mc:Choice>
                <mc:Fallback>
                  <p:oleObj name="公式" r:id="rId27" imgW="457374" imgH="228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4" y="1769"/>
                          <a:ext cx="296" cy="1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chemeClr val="accent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6" name="Text Box 27"/>
            <p:cNvSpPr txBox="1">
              <a:spLocks noChangeArrowheads="1"/>
            </p:cNvSpPr>
            <p:nvPr/>
          </p:nvSpPr>
          <p:spPr bwMode="auto">
            <a:xfrm>
              <a:off x="4608" y="1469"/>
              <a:ext cx="55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hlink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 dirty="0">
                  <a:solidFill>
                    <a:srgbClr val="FF0000"/>
                  </a:solidFill>
                  <a:ea typeface="楷体_GB2312" pitchFamily="49" charset="-122"/>
                </a:rPr>
                <a:t>要证</a:t>
              </a:r>
              <a:r>
                <a:rPr lang="zh-CN" altLang="en-US" b="1" dirty="0">
                  <a:solidFill>
                    <a:schemeClr val="accent2"/>
                  </a:solidFill>
                  <a:ea typeface="楷体_GB2312" pitchFamily="49" charset="-122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558849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0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0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0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0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0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0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0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0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0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0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0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0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50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50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50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505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50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2" grpId="0" build="p" autoUpdateAnimBg="0"/>
      <p:bldP spid="150534" grpId="0" build="p" autoUpdateAnimBg="0"/>
      <p:bldP spid="150536" grpId="0" build="p" autoUpdateAnimBg="0"/>
      <p:bldP spid="150545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009229" y="345358"/>
            <a:ext cx="1445171" cy="1115144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3.</a:t>
            </a:r>
            <a:r>
              <a:rPr lang="en-US" altLang="zh-CN" sz="2800" b="1" dirty="0" smtClean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设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515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619301"/>
              </p:ext>
            </p:extLst>
          </p:nvPr>
        </p:nvGraphicFramePr>
        <p:xfrm>
          <a:off x="3516901" y="391038"/>
          <a:ext cx="5254625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68" name="公式" r:id="rId3" imgW="5248344" imgH="1019317" progId="Equation.3">
                  <p:embed/>
                </p:oleObj>
              </mc:Choice>
              <mc:Fallback>
                <p:oleObj name="公式" r:id="rId3" imgW="5248344" imgH="101931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6901" y="391038"/>
                        <a:ext cx="5254625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556" name="Text Box 4"/>
          <p:cNvSpPr txBox="1">
            <a:spLocks noChangeArrowheads="1"/>
          </p:cNvSpPr>
          <p:nvPr/>
        </p:nvSpPr>
        <p:spPr bwMode="auto">
          <a:xfrm>
            <a:off x="2051664" y="1536700"/>
            <a:ext cx="117925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求证：</a:t>
            </a:r>
          </a:p>
        </p:txBody>
      </p:sp>
      <p:graphicFrame>
        <p:nvGraphicFramePr>
          <p:cNvPr id="1515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8307274"/>
              </p:ext>
            </p:extLst>
          </p:nvPr>
        </p:nvGraphicFramePr>
        <p:xfrm>
          <a:off x="3181350" y="1540388"/>
          <a:ext cx="23622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69" name="公式" r:id="rId5" imgW="2352802" imgH="895247" progId="Equation.3">
                  <p:embed/>
                </p:oleObj>
              </mc:Choice>
              <mc:Fallback>
                <p:oleObj name="公式" r:id="rId5" imgW="2352802" imgH="89524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1350" y="1540388"/>
                        <a:ext cx="23622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558" name="Text Box 6"/>
          <p:cNvSpPr txBox="1">
            <a:spLocks noChangeArrowheads="1"/>
          </p:cNvSpPr>
          <p:nvPr/>
        </p:nvSpPr>
        <p:spPr bwMode="auto">
          <a:xfrm>
            <a:off x="2070100" y="2564140"/>
            <a:ext cx="838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证：</a:t>
            </a:r>
          </a:p>
        </p:txBody>
      </p:sp>
      <p:graphicFrame>
        <p:nvGraphicFramePr>
          <p:cNvPr id="151559" name="Object 7"/>
          <p:cNvGraphicFramePr>
            <a:graphicFrameLocks noChangeAspect="1"/>
          </p:cNvGraphicFramePr>
          <p:nvPr/>
        </p:nvGraphicFramePr>
        <p:xfrm>
          <a:off x="2832100" y="2603500"/>
          <a:ext cx="2044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70" name="公式" r:id="rId7" imgW="2038401" imgH="438240" progId="Equation.3">
                  <p:embed/>
                </p:oleObj>
              </mc:Choice>
              <mc:Fallback>
                <p:oleObj name="公式" r:id="rId7" imgW="2038401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2100" y="2603500"/>
                        <a:ext cx="2044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560" name="Text Box 8"/>
          <p:cNvSpPr txBox="1">
            <a:spLocks noChangeArrowheads="1"/>
          </p:cNvSpPr>
          <p:nvPr/>
        </p:nvSpPr>
        <p:spPr bwMode="auto">
          <a:xfrm>
            <a:off x="2019300" y="5367338"/>
            <a:ext cx="83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故</a:t>
            </a:r>
          </a:p>
        </p:txBody>
      </p:sp>
      <p:graphicFrame>
        <p:nvGraphicFramePr>
          <p:cNvPr id="15156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1459637"/>
              </p:ext>
            </p:extLst>
          </p:nvPr>
        </p:nvGraphicFramePr>
        <p:xfrm>
          <a:off x="3175000" y="5435600"/>
          <a:ext cx="22479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71" name="公式" r:id="rId9" imgW="2238285" imgH="895247" progId="Equation.3">
                  <p:embed/>
                </p:oleObj>
              </mc:Choice>
              <mc:Fallback>
                <p:oleObj name="公式" r:id="rId9" imgW="2238285" imgH="89524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000" y="5435600"/>
                        <a:ext cx="22479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62" name="Object 10"/>
          <p:cNvGraphicFramePr>
            <a:graphicFrameLocks noChangeAspect="1"/>
          </p:cNvGraphicFramePr>
          <p:nvPr/>
        </p:nvGraphicFramePr>
        <p:xfrm>
          <a:off x="2019300" y="4127500"/>
          <a:ext cx="1435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72" name="公式" r:id="rId11" imgW="1428685" imgH="380897" progId="Equation.3">
                  <p:embed/>
                </p:oleObj>
              </mc:Choice>
              <mc:Fallback>
                <p:oleObj name="公式" r:id="rId11" imgW="142868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9300" y="4127500"/>
                        <a:ext cx="1435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63" name="Object 11"/>
          <p:cNvGraphicFramePr>
            <a:graphicFrameLocks noChangeAspect="1"/>
          </p:cNvGraphicFramePr>
          <p:nvPr/>
        </p:nvGraphicFramePr>
        <p:xfrm>
          <a:off x="3181350" y="4705350"/>
          <a:ext cx="40259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73" name="公式" r:id="rId13" imgW="4019543" imgH="533464" progId="Equation.3">
                  <p:embed/>
                </p:oleObj>
              </mc:Choice>
              <mc:Fallback>
                <p:oleObj name="公式" r:id="rId13" imgW="4019543" imgH="53346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1350" y="4705350"/>
                        <a:ext cx="40259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64" name="Object 12"/>
          <p:cNvGraphicFramePr>
            <a:graphicFrameLocks noChangeAspect="1"/>
          </p:cNvGraphicFramePr>
          <p:nvPr/>
        </p:nvGraphicFramePr>
        <p:xfrm>
          <a:off x="4883150" y="3429000"/>
          <a:ext cx="1562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74" name="公式" r:id="rId15" imgW="1552571" imgH="438240" progId="Equation.3">
                  <p:embed/>
                </p:oleObj>
              </mc:Choice>
              <mc:Fallback>
                <p:oleObj name="公式" r:id="rId15" imgW="1552571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3150" y="3429000"/>
                        <a:ext cx="15621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65" name="Object 13"/>
          <p:cNvGraphicFramePr>
            <a:graphicFrameLocks noChangeAspect="1"/>
          </p:cNvGraphicFramePr>
          <p:nvPr/>
        </p:nvGraphicFramePr>
        <p:xfrm>
          <a:off x="6413500" y="3340100"/>
          <a:ext cx="19558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75" name="公式" r:id="rId17" imgW="1942970" imgH="533464" progId="Equation.3">
                  <p:embed/>
                </p:oleObj>
              </mc:Choice>
              <mc:Fallback>
                <p:oleObj name="公式" r:id="rId17" imgW="1942970" imgH="53346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3500" y="3340100"/>
                        <a:ext cx="19558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66" name="Object 14"/>
          <p:cNvGraphicFramePr>
            <a:graphicFrameLocks noChangeAspect="1"/>
          </p:cNvGraphicFramePr>
          <p:nvPr/>
        </p:nvGraphicFramePr>
        <p:xfrm>
          <a:off x="3562350" y="4114800"/>
          <a:ext cx="1473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76" name="公式" r:id="rId19" imgW="1466857" imgH="409742" progId="Equation.3">
                  <p:embed/>
                </p:oleObj>
              </mc:Choice>
              <mc:Fallback>
                <p:oleObj name="公式" r:id="rId19" imgW="1466857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2350" y="4114800"/>
                        <a:ext cx="1473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67" name="Object 15"/>
          <p:cNvGraphicFramePr>
            <a:graphicFrameLocks noChangeAspect="1"/>
          </p:cNvGraphicFramePr>
          <p:nvPr/>
        </p:nvGraphicFramePr>
        <p:xfrm>
          <a:off x="5213350" y="4038600"/>
          <a:ext cx="38735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77" name="公式" r:id="rId21" imgW="3867201" imgH="533464" progId="Equation.3">
                  <p:embed/>
                </p:oleObj>
              </mc:Choice>
              <mc:Fallback>
                <p:oleObj name="公式" r:id="rId21" imgW="3867201" imgH="53346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3350" y="4038600"/>
                        <a:ext cx="38735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68" name="Object 16"/>
          <p:cNvGraphicFramePr>
            <a:graphicFrameLocks noChangeAspect="1"/>
          </p:cNvGraphicFramePr>
          <p:nvPr/>
        </p:nvGraphicFramePr>
        <p:xfrm>
          <a:off x="4953000" y="2520950"/>
          <a:ext cx="26670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78" name="公式" r:id="rId23" imgW="2657486" imgH="638072" progId="Equation.3">
                  <p:embed/>
                </p:oleObj>
              </mc:Choice>
              <mc:Fallback>
                <p:oleObj name="公式" r:id="rId23" imgW="2657486" imgH="63807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520950"/>
                        <a:ext cx="26670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569" name="Text Box 17"/>
          <p:cNvSpPr txBox="1">
            <a:spLocks noChangeArrowheads="1"/>
          </p:cNvSpPr>
          <p:nvPr/>
        </p:nvSpPr>
        <p:spPr bwMode="auto">
          <a:xfrm>
            <a:off x="9067800" y="4051301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总有</a:t>
            </a:r>
          </a:p>
        </p:txBody>
      </p:sp>
      <p:graphicFrame>
        <p:nvGraphicFramePr>
          <p:cNvPr id="151570" name="Object 18"/>
          <p:cNvGraphicFramePr>
            <a:graphicFrameLocks noChangeAspect="1"/>
          </p:cNvGraphicFramePr>
          <p:nvPr/>
        </p:nvGraphicFramePr>
        <p:xfrm>
          <a:off x="7042150" y="4864100"/>
          <a:ext cx="1130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79" name="公式" r:id="rId25" imgW="1124001" imgH="304787" progId="Equation.3">
                  <p:embed/>
                </p:oleObj>
              </mc:Choice>
              <mc:Fallback>
                <p:oleObj name="公式" r:id="rId25" imgW="1124001" imgH="3047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2150" y="4864100"/>
                        <a:ext cx="1130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1571" name="Object 19"/>
          <p:cNvGraphicFramePr>
            <a:graphicFrameLocks noChangeAspect="1"/>
          </p:cNvGraphicFramePr>
          <p:nvPr/>
        </p:nvGraphicFramePr>
        <p:xfrm>
          <a:off x="7943851" y="4922838"/>
          <a:ext cx="461963" cy="22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80" name="公式" r:id="rId27" imgW="457374" imgH="218946" progId="Equation.3">
                  <p:embed/>
                </p:oleObj>
              </mc:Choice>
              <mc:Fallback>
                <p:oleObj name="公式" r:id="rId27" imgW="457374" imgH="21894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43851" y="4922838"/>
                        <a:ext cx="461963" cy="227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1572" name="Group 20"/>
          <p:cNvGrpSpPr>
            <a:grpSpLocks/>
          </p:cNvGrpSpPr>
          <p:nvPr/>
        </p:nvGrpSpPr>
        <p:grpSpPr bwMode="auto">
          <a:xfrm>
            <a:off x="8382000" y="3048001"/>
            <a:ext cx="838200" cy="727075"/>
            <a:chOff x="4320" y="1920"/>
            <a:chExt cx="528" cy="458"/>
          </a:xfrm>
        </p:grpSpPr>
        <p:graphicFrame>
          <p:nvGraphicFramePr>
            <p:cNvPr id="18460" name="Object 21"/>
            <p:cNvGraphicFramePr>
              <a:graphicFrameLocks noChangeAspect="1"/>
            </p:cNvGraphicFramePr>
            <p:nvPr/>
          </p:nvGraphicFramePr>
          <p:xfrm>
            <a:off x="4412" y="2196"/>
            <a:ext cx="323" cy="1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81" name="Equation" r:id="rId29" imgW="514285" imgH="285673" progId="Equation.3">
                    <p:embed/>
                  </p:oleObj>
                </mc:Choice>
                <mc:Fallback>
                  <p:oleObj name="Equation" r:id="rId29" imgW="514285" imgH="28567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2" y="2196"/>
                          <a:ext cx="323" cy="1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33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28575">
                              <a:solidFill>
                                <a:srgbClr val="66FF33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61" name="Text Box 22"/>
            <p:cNvSpPr txBox="1">
              <a:spLocks noChangeArrowheads="1"/>
            </p:cNvSpPr>
            <p:nvPr/>
          </p:nvSpPr>
          <p:spPr bwMode="auto">
            <a:xfrm>
              <a:off x="4320" y="1920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zh-CN" altLang="en-US" b="1">
                  <a:solidFill>
                    <a:schemeClr val="accent2"/>
                  </a:solidFill>
                  <a:ea typeface="楷体_GB2312" pitchFamily="49" charset="-122"/>
                </a:rPr>
                <a:t>要证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4198811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1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1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1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1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1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1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1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1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1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1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1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1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51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51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51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1" dur="500"/>
                                        <p:tgtEl>
                                          <p:spTgt spid="151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51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51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6" grpId="0" autoUpdateAnimBg="0"/>
      <p:bldP spid="151558" grpId="0" autoUpdateAnimBg="0"/>
      <p:bldP spid="151560" grpId="0" autoUpdateAnimBg="0"/>
      <p:bldP spid="151569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14951" y="851601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3345036"/>
              </p:ext>
            </p:extLst>
          </p:nvPr>
        </p:nvGraphicFramePr>
        <p:xfrm>
          <a:off x="2083282" y="616396"/>
          <a:ext cx="3503666" cy="9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32" name="Equation" r:id="rId3" imgW="1574640" imgH="444240" progId="Equation.DSMT4">
                  <p:embed/>
                </p:oleObj>
              </mc:Choice>
              <mc:Fallback>
                <p:oleObj name="Equation" r:id="rId3" imgW="157464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83282" y="616396"/>
                        <a:ext cx="3503666" cy="988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2557405"/>
              </p:ext>
            </p:extLst>
          </p:nvPr>
        </p:nvGraphicFramePr>
        <p:xfrm>
          <a:off x="2106439" y="1672544"/>
          <a:ext cx="1852260" cy="520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33" name="Equation" r:id="rId5" imgW="812520" imgH="228600" progId="Equation.DSMT4">
                  <p:embed/>
                </p:oleObj>
              </mc:Choice>
              <mc:Fallback>
                <p:oleObj name="Equation" r:id="rId5" imgW="8125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06439" y="1672544"/>
                        <a:ext cx="1852260" cy="5209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162292" y="168222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解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2255187"/>
              </p:ext>
            </p:extLst>
          </p:nvPr>
        </p:nvGraphicFramePr>
        <p:xfrm>
          <a:off x="3956559" y="1678437"/>
          <a:ext cx="1852260" cy="520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34" name="Equation" r:id="rId7" imgW="812520" imgH="228600" progId="Equation.DSMT4">
                  <p:embed/>
                </p:oleObj>
              </mc:Choice>
              <mc:Fallback>
                <p:oleObj name="Equation" r:id="rId7" imgW="8125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56559" y="1678437"/>
                        <a:ext cx="1852260" cy="5209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7459020"/>
              </p:ext>
            </p:extLst>
          </p:nvPr>
        </p:nvGraphicFramePr>
        <p:xfrm>
          <a:off x="5808819" y="1709650"/>
          <a:ext cx="3270396" cy="520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35" name="Equation" r:id="rId9" imgW="1434960" imgH="228600" progId="Equation.DSMT4">
                  <p:embed/>
                </p:oleObj>
              </mc:Choice>
              <mc:Fallback>
                <p:oleObj name="Equation" r:id="rId9" imgW="14349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08819" y="1709650"/>
                        <a:ext cx="3270396" cy="5209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186718" y="2564904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从而，</a:t>
            </a:r>
            <a:endParaRPr lang="zh-CN" altLang="en-US" sz="2800" b="1" dirty="0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2479273"/>
              </p:ext>
            </p:extLst>
          </p:nvPr>
        </p:nvGraphicFramePr>
        <p:xfrm>
          <a:off x="2711624" y="2569823"/>
          <a:ext cx="3000970" cy="1151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36" name="Equation" r:id="rId11" imgW="1257120" imgH="482400" progId="Equation.DSMT4">
                  <p:embed/>
                </p:oleObj>
              </mc:Choice>
              <mc:Fallback>
                <p:oleObj name="Equation" r:id="rId11" imgW="125712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711624" y="2569823"/>
                        <a:ext cx="3000970" cy="1151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1744187"/>
              </p:ext>
            </p:extLst>
          </p:nvPr>
        </p:nvGraphicFramePr>
        <p:xfrm>
          <a:off x="1343472" y="3843463"/>
          <a:ext cx="5256584" cy="5351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37" name="Equation" r:id="rId13" imgW="2120760" imgH="215640" progId="Equation.DSMT4">
                  <p:embed/>
                </p:oleObj>
              </mc:Choice>
              <mc:Fallback>
                <p:oleObj name="Equation" r:id="rId13" imgW="2120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343472" y="3843463"/>
                        <a:ext cx="5256584" cy="5351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6672064" y="3855344"/>
            <a:ext cx="30700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所以由夹挤定理，</a:t>
            </a:r>
            <a:endParaRPr lang="zh-CN" altLang="en-US" sz="2800" b="1" dirty="0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6281328"/>
              </p:ext>
            </p:extLst>
          </p:nvPr>
        </p:nvGraphicFramePr>
        <p:xfrm>
          <a:off x="3287688" y="4558881"/>
          <a:ext cx="2938463" cy="9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38" name="Equation" r:id="rId15" imgW="1320480" imgH="444240" progId="Equation.DSMT4">
                  <p:embed/>
                </p:oleObj>
              </mc:Choice>
              <mc:Fallback>
                <p:oleObj name="Equation" r:id="rId15" imgW="132048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287688" y="4558881"/>
                        <a:ext cx="2938463" cy="989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73363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09800" y="820737"/>
            <a:ext cx="1658938" cy="609600"/>
          </a:xfrm>
        </p:spPr>
        <p:txBody>
          <a:bodyPr/>
          <a:lstStyle/>
          <a:p>
            <a:pPr algn="l" eaLnBrk="1" hangingPunct="1"/>
            <a:r>
              <a:rPr lang="zh-CN" altLang="en-US" sz="2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5.</a:t>
            </a:r>
            <a:r>
              <a:rPr lang="en-US" altLang="zh-CN" sz="2800" b="1" dirty="0" smtClean="0">
                <a:ea typeface="楷体_GB2312" pitchFamily="49" charset="-122"/>
              </a:rPr>
              <a:t> 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0483" name="Object 3"/>
          <p:cNvGraphicFramePr>
            <a:graphicFrameLocks noChangeAspect="1"/>
          </p:cNvGraphicFramePr>
          <p:nvPr>
            <p:extLst/>
          </p:nvPr>
        </p:nvGraphicFramePr>
        <p:xfrm>
          <a:off x="3717108" y="544224"/>
          <a:ext cx="2957513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49" name="公式" r:id="rId3" imgW="2952801" imgH="1200034" progId="Equation.3">
                  <p:embed/>
                </p:oleObj>
              </mc:Choice>
              <mc:Fallback>
                <p:oleObj name="公式" r:id="rId3" imgW="2952801" imgH="12000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7108" y="544224"/>
                        <a:ext cx="2957513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04" name="Text Box 4"/>
          <p:cNvSpPr txBox="1">
            <a:spLocks noChangeArrowheads="1"/>
          </p:cNvSpPr>
          <p:nvPr/>
        </p:nvSpPr>
        <p:spPr bwMode="auto">
          <a:xfrm>
            <a:off x="2209800" y="1841501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</a:rPr>
              <a:t>  </a:t>
            </a:r>
            <a:r>
              <a:rPr lang="zh-CN" altLang="en-US" sz="2800" b="1" dirty="0">
                <a:ea typeface="楷体_GB2312" pitchFamily="49" charset="-122"/>
              </a:rPr>
              <a:t>因</a:t>
            </a:r>
          </a:p>
        </p:txBody>
      </p:sp>
      <p:graphicFrame>
        <p:nvGraphicFramePr>
          <p:cNvPr id="153605" name="Object 5"/>
          <p:cNvGraphicFramePr>
            <a:graphicFrameLocks noChangeAspect="1"/>
          </p:cNvGraphicFramePr>
          <p:nvPr/>
        </p:nvGraphicFramePr>
        <p:xfrm>
          <a:off x="3487738" y="1825625"/>
          <a:ext cx="2944812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50" name="公式" r:id="rId5" imgW="2933714" imgH="552579" progId="Equation.3">
                  <p:embed/>
                </p:oleObj>
              </mc:Choice>
              <mc:Fallback>
                <p:oleObj name="公式" r:id="rId5" imgW="2933714" imgH="55257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7738" y="1825625"/>
                        <a:ext cx="2944812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06" name="Object 6"/>
          <p:cNvGraphicFramePr>
            <a:graphicFrameLocks noChangeAspect="1"/>
          </p:cNvGraphicFramePr>
          <p:nvPr/>
        </p:nvGraphicFramePr>
        <p:xfrm>
          <a:off x="3683001" y="2495550"/>
          <a:ext cx="2627313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51" name="公式" r:id="rId7" imgW="2619314" imgH="1009586" progId="Equation.3">
                  <p:embed/>
                </p:oleObj>
              </mc:Choice>
              <mc:Fallback>
                <p:oleObj name="公式" r:id="rId7" imgW="2619314" imgH="100958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3001" y="2495550"/>
                        <a:ext cx="2627313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07" name="Text Box 7"/>
          <p:cNvSpPr txBox="1">
            <a:spLocks noChangeArrowheads="1"/>
          </p:cNvSpPr>
          <p:nvPr/>
        </p:nvSpPr>
        <p:spPr bwMode="auto">
          <a:xfrm>
            <a:off x="2133600" y="4052888"/>
            <a:ext cx="83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而</a:t>
            </a:r>
          </a:p>
        </p:txBody>
      </p:sp>
      <p:graphicFrame>
        <p:nvGraphicFramePr>
          <p:cNvPr id="153608" name="Object 8"/>
          <p:cNvGraphicFramePr>
            <a:graphicFrameLocks noChangeAspect="1"/>
          </p:cNvGraphicFramePr>
          <p:nvPr/>
        </p:nvGraphicFramePr>
        <p:xfrm>
          <a:off x="2960688" y="3835400"/>
          <a:ext cx="2411412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52" name="公式" r:id="rId9" imgW="2400343" imgH="942859" progId="Equation.3">
                  <p:embed/>
                </p:oleObj>
              </mc:Choice>
              <mc:Fallback>
                <p:oleObj name="公式" r:id="rId9" imgW="2400343" imgH="94285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0688" y="3835400"/>
                        <a:ext cx="2411412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09" name="Rectangle 9"/>
          <p:cNvSpPr>
            <a:spLocks noChangeArrowheads="1"/>
          </p:cNvSpPr>
          <p:nvPr/>
        </p:nvSpPr>
        <p:spPr bwMode="auto">
          <a:xfrm>
            <a:off x="7772400" y="533400"/>
            <a:ext cx="2590800" cy="1219200"/>
          </a:xfrm>
          <a:prstGeom prst="rect">
            <a:avLst/>
          </a:prstGeom>
          <a:solidFill>
            <a:srgbClr val="66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此函数定义域</a:t>
            </a:r>
          </a:p>
          <a:p>
            <a:pPr algn="ctr"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不包括 </a:t>
            </a:r>
            <a:r>
              <a:rPr lang="en-US" altLang="zh-CN" sz="2800" b="1" i="1">
                <a:ea typeface="楷体_GB2312" pitchFamily="49" charset="-122"/>
              </a:rPr>
              <a:t>x</a:t>
            </a:r>
            <a:r>
              <a:rPr lang="en-US" altLang="zh-CN" sz="2800" b="1">
                <a:ea typeface="楷体_GB2312" pitchFamily="49" charset="-122"/>
              </a:rPr>
              <a:t> , </a:t>
            </a:r>
            <a:r>
              <a:rPr lang="en-US" altLang="zh-CN" sz="2800" b="1" i="1">
                <a:ea typeface="楷体_GB2312" pitchFamily="49" charset="-122"/>
              </a:rPr>
              <a:t>y</a:t>
            </a: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轴</a:t>
            </a:r>
          </a:p>
        </p:txBody>
      </p:sp>
      <p:graphicFrame>
        <p:nvGraphicFramePr>
          <p:cNvPr id="153610" name="Object 10"/>
          <p:cNvGraphicFramePr>
            <a:graphicFrameLocks noChangeAspect="1"/>
          </p:cNvGraphicFramePr>
          <p:nvPr/>
        </p:nvGraphicFramePr>
        <p:xfrm>
          <a:off x="6496050" y="1881188"/>
          <a:ext cx="2387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53" name="公式" r:id="rId11" imgW="2381257" imgH="495236" progId="Equation.3">
                  <p:embed/>
                </p:oleObj>
              </mc:Choice>
              <mc:Fallback>
                <p:oleObj name="公式" r:id="rId11" imgW="2381257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6050" y="1881188"/>
                        <a:ext cx="2387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11" name="Text Box 11"/>
          <p:cNvSpPr txBox="1">
            <a:spLocks noChangeArrowheads="1"/>
          </p:cNvSpPr>
          <p:nvPr/>
        </p:nvSpPr>
        <p:spPr bwMode="auto">
          <a:xfrm>
            <a:off x="8870950" y="1841501"/>
            <a:ext cx="838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则</a:t>
            </a:r>
          </a:p>
        </p:txBody>
      </p:sp>
      <p:graphicFrame>
        <p:nvGraphicFramePr>
          <p:cNvPr id="153612" name="Object 12"/>
          <p:cNvGraphicFramePr>
            <a:graphicFrameLocks noChangeAspect="1"/>
          </p:cNvGraphicFramePr>
          <p:nvPr/>
        </p:nvGraphicFramePr>
        <p:xfrm>
          <a:off x="6413501" y="2571750"/>
          <a:ext cx="210661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54" name="公式" r:id="rId13" imgW="2095659" imgH="933476" progId="Equation.3">
                  <p:embed/>
                </p:oleObj>
              </mc:Choice>
              <mc:Fallback>
                <p:oleObj name="公式" r:id="rId13" imgW="2095659" imgH="93347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3501" y="2571750"/>
                        <a:ext cx="2106613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13" name="Object 13"/>
          <p:cNvGraphicFramePr>
            <a:graphicFrameLocks noChangeAspect="1"/>
          </p:cNvGraphicFramePr>
          <p:nvPr/>
        </p:nvGraphicFramePr>
        <p:xfrm>
          <a:off x="5543550" y="3835400"/>
          <a:ext cx="15113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55" name="公式" r:id="rId15" imgW="1505030" imgH="942859" progId="Equation.3">
                  <p:embed/>
                </p:oleObj>
              </mc:Choice>
              <mc:Fallback>
                <p:oleObj name="公式" r:id="rId15" imgW="1505030" imgH="94285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3550" y="3835400"/>
                        <a:ext cx="15113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14" name="Object 14"/>
          <p:cNvGraphicFramePr>
            <a:graphicFrameLocks noChangeAspect="1"/>
          </p:cNvGraphicFramePr>
          <p:nvPr/>
        </p:nvGraphicFramePr>
        <p:xfrm>
          <a:off x="7188200" y="4216400"/>
          <a:ext cx="5842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56" name="公式" r:id="rId17" imgW="571543" imgH="209563" progId="Equation.3">
                  <p:embed/>
                </p:oleObj>
              </mc:Choice>
              <mc:Fallback>
                <p:oleObj name="公式" r:id="rId17" imgW="571543" imgH="20956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8200" y="4216400"/>
                        <a:ext cx="5842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15" name="Rectangle 15"/>
          <p:cNvSpPr>
            <a:spLocks noChangeArrowheads="1"/>
          </p:cNvSpPr>
          <p:nvPr/>
        </p:nvSpPr>
        <p:spPr bwMode="auto">
          <a:xfrm>
            <a:off x="7772400" y="5041900"/>
            <a:ext cx="2438400" cy="990600"/>
          </a:xfrm>
          <a:prstGeom prst="rect">
            <a:avLst/>
          </a:prstGeom>
          <a:solidFill>
            <a:srgbClr val="66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53616" name="Object 16"/>
          <p:cNvGraphicFramePr>
            <a:graphicFrameLocks noChangeAspect="1"/>
          </p:cNvGraphicFramePr>
          <p:nvPr/>
        </p:nvGraphicFramePr>
        <p:xfrm>
          <a:off x="7931151" y="5241925"/>
          <a:ext cx="132397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57" name="公式" r:id="rId19" imgW="1323885" imgH="495236" progId="Equation.3">
                  <p:embed/>
                </p:oleObj>
              </mc:Choice>
              <mc:Fallback>
                <p:oleObj name="公式" r:id="rId19" imgW="1323885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1151" y="5241925"/>
                        <a:ext cx="1323975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17" name="Object 17"/>
          <p:cNvGraphicFramePr>
            <a:graphicFrameLocks noChangeAspect="1"/>
          </p:cNvGraphicFramePr>
          <p:nvPr>
            <p:extLst/>
          </p:nvPr>
        </p:nvGraphicFramePr>
        <p:xfrm>
          <a:off x="9255126" y="4964886"/>
          <a:ext cx="845194" cy="10676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58" name="Equation" r:id="rId21" imgW="330120" imgH="419040" progId="Equation.DSMT4">
                  <p:embed/>
                </p:oleObj>
              </mc:Choice>
              <mc:Fallback>
                <p:oleObj name="Equation" r:id="rId21" imgW="33012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55126" y="4964886"/>
                        <a:ext cx="845194" cy="10676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18" name="Text Box 18"/>
          <p:cNvSpPr txBox="1">
            <a:spLocks noChangeArrowheads="1"/>
          </p:cNvSpPr>
          <p:nvPr/>
        </p:nvSpPr>
        <p:spPr bwMode="auto">
          <a:xfrm>
            <a:off x="2133600" y="5272088"/>
            <a:ext cx="838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故</a:t>
            </a:r>
          </a:p>
        </p:txBody>
      </p:sp>
      <p:graphicFrame>
        <p:nvGraphicFramePr>
          <p:cNvPr id="153619" name="Object 19"/>
          <p:cNvGraphicFramePr>
            <a:graphicFrameLocks noChangeAspect="1"/>
          </p:cNvGraphicFramePr>
          <p:nvPr/>
        </p:nvGraphicFramePr>
        <p:xfrm>
          <a:off x="3633788" y="5032375"/>
          <a:ext cx="3579812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59" name="公式" r:id="rId23" imgW="3571886" imgH="1200034" progId="Equation.3">
                  <p:embed/>
                </p:oleObj>
              </mc:Choice>
              <mc:Fallback>
                <p:oleObj name="公式" r:id="rId23" imgW="3571886" imgH="12000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3788" y="5032375"/>
                        <a:ext cx="3579812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5214069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3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3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3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3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3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3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3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3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3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53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53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53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53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04" grpId="0" autoUpdateAnimBg="0"/>
      <p:bldP spid="153607" grpId="0" autoUpdateAnimBg="0"/>
      <p:bldP spid="153609" grpId="0" animBg="1" autoUpdateAnimBg="0"/>
      <p:bldP spid="153611" grpId="0" autoUpdateAnimBg="0"/>
      <p:bldP spid="153615" grpId="0" animBg="1"/>
      <p:bldP spid="153618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横卷形 1"/>
          <p:cNvSpPr/>
          <p:nvPr/>
        </p:nvSpPr>
        <p:spPr>
          <a:xfrm>
            <a:off x="1401203" y="247652"/>
            <a:ext cx="9433048" cy="2355054"/>
          </a:xfrm>
          <a:prstGeom prst="horizontalScroll">
            <a:avLst/>
          </a:prstGeom>
          <a:blipFill>
            <a:blip r:embed="rId3"/>
            <a:tile tx="0" ty="0" sx="100000" sy="100000" flip="none" algn="tl"/>
          </a:blipFill>
          <a:ln w="19050">
            <a:solidFill>
              <a:schemeClr val="tx1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 smtClean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2209800" y="764887"/>
            <a:ext cx="1676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  <a:sym typeface="Symbol" panose="05050102010706020507" pitchFamily="18" charset="2"/>
              </a:rPr>
              <a:t></a:t>
            </a:r>
            <a:r>
              <a:rPr lang="en-US" altLang="zh-CN" sz="2800" b="1" dirty="0">
                <a:ea typeface="楷体_GB2312" pitchFamily="49" charset="-122"/>
              </a:rPr>
              <a:t>  </a:t>
            </a:r>
            <a:r>
              <a:rPr lang="zh-CN" altLang="en-US" sz="2800" b="1" dirty="0">
                <a:ea typeface="楷体_GB2312" pitchFamily="49" charset="-122"/>
              </a:rPr>
              <a:t>若当点</a:t>
            </a:r>
          </a:p>
        </p:txBody>
      </p:sp>
      <p:graphicFrame>
        <p:nvGraphicFramePr>
          <p:cNvPr id="1945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572224"/>
              </p:ext>
            </p:extLst>
          </p:nvPr>
        </p:nvGraphicFramePr>
        <p:xfrm>
          <a:off x="3703886" y="890299"/>
          <a:ext cx="1104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44" name="公式" r:id="rId4" imgW="1095545" imgH="380897" progId="Equation.3">
                  <p:embed/>
                </p:oleObj>
              </mc:Choice>
              <mc:Fallback>
                <p:oleObj name="公式" r:id="rId4" imgW="109554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3886" y="890299"/>
                        <a:ext cx="11049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80" name="Text Box 4"/>
          <p:cNvSpPr txBox="1">
            <a:spLocks noChangeArrowheads="1"/>
          </p:cNvSpPr>
          <p:nvPr/>
        </p:nvSpPr>
        <p:spPr bwMode="auto">
          <a:xfrm>
            <a:off x="1916906" y="1316758"/>
            <a:ext cx="56308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趋于不同值或有的极限不存在，</a:t>
            </a:r>
          </a:p>
        </p:txBody>
      </p:sp>
      <p:sp>
        <p:nvSpPr>
          <p:cNvPr id="152581" name="Text Box 5"/>
          <p:cNvSpPr txBox="1">
            <a:spLocks noChangeArrowheads="1"/>
          </p:cNvSpPr>
          <p:nvPr/>
        </p:nvSpPr>
        <p:spPr bwMode="auto">
          <a:xfrm>
            <a:off x="2194182" y="3198018"/>
            <a:ext cx="678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设 </a:t>
            </a:r>
            <a:r>
              <a:rPr lang="en-US" altLang="zh-CN" sz="2800" b="1" i="1" dirty="0">
                <a:ea typeface="楷体_GB2312" pitchFamily="49" charset="-122"/>
              </a:rPr>
              <a:t>P</a:t>
            </a:r>
            <a:r>
              <a:rPr lang="en-US" altLang="zh-CN" sz="2800" b="1" dirty="0">
                <a:ea typeface="楷体_GB2312" pitchFamily="49" charset="-122"/>
              </a:rPr>
              <a:t>(</a:t>
            </a:r>
            <a:r>
              <a:rPr lang="en-US" altLang="zh-CN" sz="2800" b="1" i="1" dirty="0">
                <a:ea typeface="楷体_GB2312" pitchFamily="49" charset="-122"/>
              </a:rPr>
              <a:t>x 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en-US" altLang="zh-CN" sz="2800" b="1" i="1" dirty="0">
                <a:ea typeface="楷体_GB2312" pitchFamily="49" charset="-122"/>
              </a:rPr>
              <a:t>y</a:t>
            </a:r>
            <a:r>
              <a:rPr lang="en-US" altLang="zh-CN" sz="2800" b="1" dirty="0">
                <a:ea typeface="楷体_GB2312" pitchFamily="49" charset="-122"/>
              </a:rPr>
              <a:t>) </a:t>
            </a:r>
            <a:r>
              <a:rPr lang="zh-CN" altLang="en-US" sz="2800" b="1" dirty="0">
                <a:ea typeface="楷体_GB2312" pitchFamily="49" charset="-122"/>
              </a:rPr>
              <a:t>沿直线 </a:t>
            </a:r>
            <a:r>
              <a:rPr lang="en-US" altLang="zh-CN" sz="2800" b="1" i="1" dirty="0">
                <a:solidFill>
                  <a:srgbClr val="1A0A92"/>
                </a:solidFill>
                <a:ea typeface="楷体_GB2312" pitchFamily="49" charset="-122"/>
              </a:rPr>
              <a:t>y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 = </a:t>
            </a:r>
            <a:r>
              <a:rPr lang="en-US" altLang="zh-CN" sz="2800" b="1" i="1" dirty="0">
                <a:solidFill>
                  <a:srgbClr val="1A0A92"/>
                </a:solidFill>
                <a:ea typeface="楷体_GB2312" pitchFamily="49" charset="-122"/>
              </a:rPr>
              <a:t>k x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趋于点 </a:t>
            </a:r>
            <a:r>
              <a:rPr lang="en-US" altLang="zh-CN" sz="2800" b="1" dirty="0">
                <a:ea typeface="楷体_GB2312" pitchFamily="49" charset="-122"/>
              </a:rPr>
              <a:t>(0, 0) ,</a:t>
            </a:r>
          </a:p>
        </p:txBody>
      </p:sp>
      <p:graphicFrame>
        <p:nvGraphicFramePr>
          <p:cNvPr id="1525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0573439"/>
              </p:ext>
            </p:extLst>
          </p:nvPr>
        </p:nvGraphicFramePr>
        <p:xfrm>
          <a:off x="4535487" y="2255047"/>
          <a:ext cx="2627313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45" name="公式" r:id="rId6" imgW="2619314" imgH="933476" progId="Equation.3">
                  <p:embed/>
                </p:oleObj>
              </mc:Choice>
              <mc:Fallback>
                <p:oleObj name="公式" r:id="rId6" imgW="2619314" imgH="93347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5487" y="2255047"/>
                        <a:ext cx="2627313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7319747"/>
              </p:ext>
            </p:extLst>
          </p:nvPr>
        </p:nvGraphicFramePr>
        <p:xfrm>
          <a:off x="3123407" y="3765552"/>
          <a:ext cx="4202112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46" name="公式" r:id="rId8" imgW="4190971" imgH="1200034" progId="Equation.3">
                  <p:embed/>
                </p:oleObj>
              </mc:Choice>
              <mc:Fallback>
                <p:oleObj name="公式" r:id="rId8" imgW="4190971" imgH="12000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3407" y="3765552"/>
                        <a:ext cx="4202112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84" name="Text Box 8"/>
          <p:cNvSpPr txBox="1">
            <a:spLocks noChangeArrowheads="1"/>
          </p:cNvSpPr>
          <p:nvPr/>
        </p:nvSpPr>
        <p:spPr bwMode="auto">
          <a:xfrm>
            <a:off x="7162800" y="2395137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在点 </a:t>
            </a:r>
            <a:r>
              <a:rPr lang="en-US" altLang="zh-CN" sz="2800" b="1" dirty="0">
                <a:ea typeface="楷体_GB2312" pitchFamily="49" charset="-122"/>
              </a:rPr>
              <a:t>(0, 0) </a:t>
            </a:r>
            <a:r>
              <a:rPr lang="zh-CN" altLang="en-US" sz="2800" b="1" dirty="0">
                <a:ea typeface="楷体_GB2312" pitchFamily="49" charset="-122"/>
              </a:rPr>
              <a:t>的极限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graphicFrame>
        <p:nvGraphicFramePr>
          <p:cNvPr id="1525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3018559"/>
              </p:ext>
            </p:extLst>
          </p:nvPr>
        </p:nvGraphicFramePr>
        <p:xfrm>
          <a:off x="3048000" y="5640389"/>
          <a:ext cx="1574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47" name="公式" r:id="rId10" imgW="1561941" imgH="409742" progId="Equation.3">
                  <p:embed/>
                </p:oleObj>
              </mc:Choice>
              <mc:Fallback>
                <p:oleObj name="公式" r:id="rId10" imgW="1561941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5640389"/>
                        <a:ext cx="1574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86" name="Text Box 10"/>
          <p:cNvSpPr txBox="1">
            <a:spLocks noChangeArrowheads="1"/>
          </p:cNvSpPr>
          <p:nvPr/>
        </p:nvSpPr>
        <p:spPr bwMode="auto">
          <a:xfrm>
            <a:off x="6706497" y="1302769"/>
            <a:ext cx="3581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则可以断定函数极限</a:t>
            </a:r>
          </a:p>
        </p:txBody>
      </p:sp>
      <p:sp>
        <p:nvSpPr>
          <p:cNvPr id="152587" name="Text Box 11"/>
          <p:cNvSpPr txBox="1">
            <a:spLocks noChangeArrowheads="1"/>
          </p:cNvSpPr>
          <p:nvPr/>
        </p:nvSpPr>
        <p:spPr bwMode="auto">
          <a:xfrm>
            <a:off x="8756650" y="3198017"/>
            <a:ext cx="1149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则有</a:t>
            </a:r>
          </a:p>
        </p:txBody>
      </p:sp>
      <p:graphicFrame>
        <p:nvGraphicFramePr>
          <p:cNvPr id="1525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8010353"/>
              </p:ext>
            </p:extLst>
          </p:nvPr>
        </p:nvGraphicFramePr>
        <p:xfrm>
          <a:off x="7397750" y="3832227"/>
          <a:ext cx="12065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48" name="公式" r:id="rId12" imgW="1199998" imgH="857366" progId="Equation.3">
                  <p:embed/>
                </p:oleObj>
              </mc:Choice>
              <mc:Fallback>
                <p:oleObj name="公式" r:id="rId12" imgW="1199998" imgH="85736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0" y="3832227"/>
                        <a:ext cx="12065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89" name="Line 13"/>
          <p:cNvSpPr>
            <a:spLocks noChangeShapeType="1"/>
          </p:cNvSpPr>
          <p:nvPr/>
        </p:nvSpPr>
        <p:spPr bwMode="auto">
          <a:xfrm>
            <a:off x="6423730" y="3835402"/>
            <a:ext cx="304800" cy="533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2590" name="Text Box 14"/>
          <p:cNvSpPr txBox="1">
            <a:spLocks noChangeArrowheads="1"/>
          </p:cNvSpPr>
          <p:nvPr/>
        </p:nvSpPr>
        <p:spPr bwMode="auto">
          <a:xfrm>
            <a:off x="4241801" y="4964113"/>
            <a:ext cx="32369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 dirty="0">
                <a:solidFill>
                  <a:srgbClr val="1A0A92"/>
                </a:solidFill>
                <a:ea typeface="楷体_GB2312" pitchFamily="49" charset="-122"/>
              </a:rPr>
              <a:t>k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值不同极限不同 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!</a:t>
            </a:r>
          </a:p>
        </p:txBody>
      </p:sp>
      <p:sp>
        <p:nvSpPr>
          <p:cNvPr id="152591" name="Text Box 15"/>
          <p:cNvSpPr txBox="1">
            <a:spLocks noChangeArrowheads="1"/>
          </p:cNvSpPr>
          <p:nvPr/>
        </p:nvSpPr>
        <p:spPr bwMode="auto">
          <a:xfrm>
            <a:off x="4497388" y="5560396"/>
            <a:ext cx="381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在 </a:t>
            </a:r>
            <a:r>
              <a:rPr lang="en-US" altLang="zh-CN" sz="2800" b="1">
                <a:ea typeface="楷体_GB2312" pitchFamily="49" charset="-122"/>
              </a:rPr>
              <a:t>(0,0) </a:t>
            </a:r>
            <a:r>
              <a:rPr lang="zh-CN" altLang="en-US" sz="2800" b="1">
                <a:ea typeface="楷体_GB2312" pitchFamily="49" charset="-122"/>
              </a:rPr>
              <a:t>点极限不存在 </a:t>
            </a:r>
            <a:r>
              <a:rPr lang="en-US" altLang="zh-CN" sz="2800" b="1">
                <a:ea typeface="楷体_GB2312" pitchFamily="49" charset="-122"/>
              </a:rPr>
              <a:t>.</a:t>
            </a:r>
          </a:p>
        </p:txBody>
      </p:sp>
      <p:sp>
        <p:nvSpPr>
          <p:cNvPr id="19472" name="Text Box 16"/>
          <p:cNvSpPr txBox="1">
            <a:spLocks noChangeArrowheads="1"/>
          </p:cNvSpPr>
          <p:nvPr/>
        </p:nvSpPr>
        <p:spPr bwMode="auto">
          <a:xfrm>
            <a:off x="4708027" y="755647"/>
            <a:ext cx="2819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以不同方式趋于</a:t>
            </a:r>
          </a:p>
        </p:txBody>
      </p:sp>
      <p:graphicFrame>
        <p:nvGraphicFramePr>
          <p:cNvPr id="1947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6071577"/>
              </p:ext>
            </p:extLst>
          </p:nvPr>
        </p:nvGraphicFramePr>
        <p:xfrm>
          <a:off x="7229181" y="809848"/>
          <a:ext cx="1981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49" name="公式" r:id="rId14" imgW="1971773" imgH="438240" progId="Equation.3">
                  <p:embed/>
                </p:oleObj>
              </mc:Choice>
              <mc:Fallback>
                <p:oleObj name="公式" r:id="rId14" imgW="1971773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9181" y="809848"/>
                        <a:ext cx="1981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94" name="Text Box 18"/>
          <p:cNvSpPr txBox="1">
            <a:spLocks noChangeArrowheads="1"/>
          </p:cNvSpPr>
          <p:nvPr/>
        </p:nvSpPr>
        <p:spPr bwMode="auto">
          <a:xfrm>
            <a:off x="1873425" y="1858532"/>
            <a:ext cx="1600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不存在 </a:t>
            </a:r>
            <a:r>
              <a:rPr lang="en-US" altLang="zh-CN" sz="2800" b="1">
                <a:ea typeface="楷体_GB2312" pitchFamily="49" charset="-122"/>
              </a:rPr>
              <a:t>.</a:t>
            </a:r>
          </a:p>
        </p:txBody>
      </p:sp>
      <p:sp>
        <p:nvSpPr>
          <p:cNvPr id="152595" name="Rectangle 19"/>
          <p:cNvSpPr>
            <a:spLocks noGrp="1" noChangeArrowheads="1"/>
          </p:cNvSpPr>
          <p:nvPr>
            <p:ph type="title"/>
          </p:nvPr>
        </p:nvSpPr>
        <p:spPr>
          <a:xfrm>
            <a:off x="2011637" y="2485830"/>
            <a:ext cx="2819400" cy="457200"/>
          </a:xfrm>
        </p:spPr>
        <p:txBody>
          <a:bodyPr/>
          <a:lstStyle/>
          <a:p>
            <a:pPr algn="l" eaLnBrk="1" hangingPunct="1"/>
            <a:r>
              <a:rPr lang="zh-CN" altLang="en-US" sz="2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6</a:t>
            </a:r>
            <a:r>
              <a:rPr lang="en-US" altLang="zh-CN" sz="2800" b="1" dirty="0" smtClean="0">
                <a:ea typeface="楷体_GB2312" pitchFamily="49" charset="-122"/>
              </a:rPr>
              <a:t>.</a:t>
            </a:r>
            <a:r>
              <a:rPr lang="en-US" altLang="zh-CN" sz="2800" b="1" dirty="0" smtClean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讨论函数</a:t>
            </a:r>
          </a:p>
        </p:txBody>
      </p:sp>
      <p:sp>
        <p:nvSpPr>
          <p:cNvPr id="152596" name="Line 20"/>
          <p:cNvSpPr>
            <a:spLocks noChangeShapeType="1"/>
          </p:cNvSpPr>
          <p:nvPr/>
        </p:nvSpPr>
        <p:spPr bwMode="auto">
          <a:xfrm>
            <a:off x="5812927" y="4264027"/>
            <a:ext cx="304800" cy="533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2597" name="Line 21"/>
          <p:cNvSpPr>
            <a:spLocks noChangeShapeType="1"/>
          </p:cNvSpPr>
          <p:nvPr/>
        </p:nvSpPr>
        <p:spPr bwMode="auto">
          <a:xfrm>
            <a:off x="6924381" y="4321075"/>
            <a:ext cx="304800" cy="5334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2598" name="Text Box 22"/>
          <p:cNvSpPr txBox="1">
            <a:spLocks noChangeArrowheads="1"/>
          </p:cNvSpPr>
          <p:nvPr/>
        </p:nvSpPr>
        <p:spPr bwMode="auto">
          <a:xfrm>
            <a:off x="9210381" y="783655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函数</a:t>
            </a:r>
          </a:p>
        </p:txBody>
      </p:sp>
    </p:spTree>
    <p:extLst>
      <p:ext uri="{BB962C8B-B14F-4D97-AF65-F5344CB8AC3E}">
        <p14:creationId xmlns:p14="http://schemas.microsoft.com/office/powerpoint/2010/main" val="252809250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25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2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2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2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2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2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2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2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2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52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52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52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52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5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52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2580" grpId="0" build="p" autoUpdateAnimBg="0"/>
      <p:bldP spid="152581" grpId="0" autoUpdateAnimBg="0"/>
      <p:bldP spid="152584" grpId="0" autoUpdateAnimBg="0"/>
      <p:bldP spid="152586" grpId="0" autoUpdateAnimBg="0"/>
      <p:bldP spid="152587" grpId="0" autoUpdateAnimBg="0"/>
      <p:bldP spid="152589" grpId="0" animBg="1"/>
      <p:bldP spid="152590" grpId="0" autoUpdateAnimBg="0"/>
      <p:bldP spid="152591" grpId="0" autoUpdateAnimBg="0"/>
      <p:bldP spid="152594" grpId="0" autoUpdateAnimBg="0"/>
      <p:bldP spid="152595" grpId="0" autoUpdateAnimBg="0"/>
      <p:bldP spid="152596" grpId="0" animBg="1"/>
      <p:bldP spid="152597" grpId="0" animBg="1"/>
      <p:bldP spid="152598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81" name="Text Box 5"/>
          <p:cNvSpPr txBox="1">
            <a:spLocks noChangeArrowheads="1"/>
          </p:cNvSpPr>
          <p:nvPr/>
        </p:nvSpPr>
        <p:spPr bwMode="auto">
          <a:xfrm>
            <a:off x="1847528" y="2305102"/>
            <a:ext cx="678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当</a:t>
            </a:r>
            <a:r>
              <a:rPr lang="zh-CN" altLang="en-US" sz="2800" b="1" dirty="0" smtClean="0">
                <a:ea typeface="楷体_GB2312" pitchFamily="49" charset="-122"/>
              </a:rPr>
              <a:t> </a:t>
            </a:r>
            <a:r>
              <a:rPr lang="en-US" altLang="zh-CN" sz="2800" b="1" dirty="0" smtClean="0">
                <a:ea typeface="楷体_GB2312" pitchFamily="49" charset="-122"/>
              </a:rPr>
              <a:t>(</a:t>
            </a:r>
            <a:r>
              <a:rPr lang="en-US" altLang="zh-CN" sz="2800" b="1" i="1" dirty="0">
                <a:ea typeface="楷体_GB2312" pitchFamily="49" charset="-122"/>
              </a:rPr>
              <a:t>x 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en-US" altLang="zh-CN" sz="2800" b="1" i="1" dirty="0">
                <a:ea typeface="楷体_GB2312" pitchFamily="49" charset="-122"/>
              </a:rPr>
              <a:t>y</a:t>
            </a:r>
            <a:r>
              <a:rPr lang="en-US" altLang="zh-CN" sz="2800" b="1" dirty="0">
                <a:ea typeface="楷体_GB2312" pitchFamily="49" charset="-122"/>
              </a:rPr>
              <a:t>) </a:t>
            </a:r>
            <a:r>
              <a:rPr lang="zh-CN" altLang="en-US" sz="2800" b="1" dirty="0">
                <a:ea typeface="楷体_GB2312" pitchFamily="49" charset="-122"/>
              </a:rPr>
              <a:t>沿直线 </a:t>
            </a:r>
            <a:r>
              <a:rPr lang="en-US" altLang="zh-CN" sz="2800" b="1" i="1" dirty="0" smtClean="0">
                <a:solidFill>
                  <a:srgbClr val="1A0A92"/>
                </a:solidFill>
                <a:ea typeface="楷体_GB2312" pitchFamily="49" charset="-122"/>
              </a:rPr>
              <a:t>x</a:t>
            </a:r>
            <a:r>
              <a:rPr lang="en-US" altLang="zh-CN" sz="2800" b="1" dirty="0" smtClean="0">
                <a:solidFill>
                  <a:srgbClr val="1A0A92"/>
                </a:solidFill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= </a:t>
            </a:r>
            <a:r>
              <a:rPr lang="en-US" altLang="zh-CN" sz="2800" b="1" dirty="0" smtClean="0">
                <a:solidFill>
                  <a:srgbClr val="1A0A92"/>
                </a:solidFill>
                <a:ea typeface="楷体_GB2312" pitchFamily="49" charset="-122"/>
              </a:rPr>
              <a:t>0 </a:t>
            </a:r>
            <a:r>
              <a:rPr lang="zh-CN" altLang="en-US" sz="2800" b="1" dirty="0">
                <a:ea typeface="楷体_GB2312" pitchFamily="49" charset="-122"/>
              </a:rPr>
              <a:t>趋于点 </a:t>
            </a:r>
            <a:r>
              <a:rPr lang="en-US" altLang="zh-CN" sz="2800" b="1" dirty="0">
                <a:ea typeface="楷体_GB2312" pitchFamily="49" charset="-122"/>
              </a:rPr>
              <a:t>(0, 0</a:t>
            </a:r>
            <a:r>
              <a:rPr lang="en-US" altLang="zh-CN" sz="2800" b="1" dirty="0" smtClean="0">
                <a:ea typeface="楷体_GB2312" pitchFamily="49" charset="-122"/>
              </a:rPr>
              <a:t>)</a:t>
            </a:r>
            <a:r>
              <a:rPr lang="zh-CN" altLang="en-US" sz="2800" b="1" dirty="0" smtClean="0">
                <a:ea typeface="楷体_GB2312" pitchFamily="49" charset="-122"/>
              </a:rPr>
              <a:t>时</a:t>
            </a:r>
            <a:r>
              <a:rPr lang="en-US" altLang="zh-CN" sz="2800" b="1" dirty="0" smtClean="0">
                <a:ea typeface="楷体_GB2312" pitchFamily="49" charset="-122"/>
              </a:rPr>
              <a:t>,</a:t>
            </a:r>
            <a:endParaRPr lang="en-US" altLang="zh-CN" sz="2800" b="1" dirty="0">
              <a:ea typeface="楷体_GB2312" pitchFamily="49" charset="-122"/>
            </a:endParaRPr>
          </a:p>
        </p:txBody>
      </p:sp>
      <p:graphicFrame>
        <p:nvGraphicFramePr>
          <p:cNvPr id="1525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9439867"/>
              </p:ext>
            </p:extLst>
          </p:nvPr>
        </p:nvGraphicFramePr>
        <p:xfrm>
          <a:off x="4007768" y="1103648"/>
          <a:ext cx="2559218" cy="988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2" name="Equation" r:id="rId3" imgW="1155600" imgH="444240" progId="Equation.DSMT4">
                  <p:embed/>
                </p:oleObj>
              </mc:Choice>
              <mc:Fallback>
                <p:oleObj name="Equation" r:id="rId3" imgW="11556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07768" y="1103648"/>
                        <a:ext cx="2559218" cy="9886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2618006"/>
              </p:ext>
            </p:extLst>
          </p:nvPr>
        </p:nvGraphicFramePr>
        <p:xfrm>
          <a:off x="2999656" y="3667462"/>
          <a:ext cx="3828204" cy="11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3" name="Equation" r:id="rId5" imgW="1625400" imgH="495000" progId="Equation.DSMT4">
                  <p:embed/>
                </p:oleObj>
              </mc:Choice>
              <mc:Fallback>
                <p:oleObj name="Equation" r:id="rId5" imgW="162540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99656" y="3667462"/>
                        <a:ext cx="3828204" cy="11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84" name="Text Box 8"/>
          <p:cNvSpPr txBox="1">
            <a:spLocks noChangeArrowheads="1"/>
          </p:cNvSpPr>
          <p:nvPr/>
        </p:nvSpPr>
        <p:spPr bwMode="auto">
          <a:xfrm>
            <a:off x="6456040" y="1363865"/>
            <a:ext cx="3124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在点 </a:t>
            </a:r>
            <a:r>
              <a:rPr lang="en-US" altLang="zh-CN" sz="2800" b="1" dirty="0">
                <a:ea typeface="楷体_GB2312" pitchFamily="49" charset="-122"/>
              </a:rPr>
              <a:t>(0, 0) </a:t>
            </a:r>
            <a:r>
              <a:rPr lang="zh-CN" altLang="en-US" sz="2800" b="1" dirty="0">
                <a:ea typeface="楷体_GB2312" pitchFamily="49" charset="-122"/>
              </a:rPr>
              <a:t>的极限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graphicFrame>
        <p:nvGraphicFramePr>
          <p:cNvPr id="15258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0896455"/>
              </p:ext>
            </p:extLst>
          </p:nvPr>
        </p:nvGraphicFramePr>
        <p:xfrm>
          <a:off x="2063552" y="4979476"/>
          <a:ext cx="1574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4" name="公式" r:id="rId7" imgW="1561941" imgH="409742" progId="Equation.3">
                  <p:embed/>
                </p:oleObj>
              </mc:Choice>
              <mc:Fallback>
                <p:oleObj name="公式" r:id="rId7" imgW="1561941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552" y="4979476"/>
                        <a:ext cx="1574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258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2404444"/>
              </p:ext>
            </p:extLst>
          </p:nvPr>
        </p:nvGraphicFramePr>
        <p:xfrm>
          <a:off x="6776944" y="3667462"/>
          <a:ext cx="792088" cy="9777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5" name="Equation" r:id="rId9" imgW="330120" imgH="406080" progId="Equation.DSMT4">
                  <p:embed/>
                </p:oleObj>
              </mc:Choice>
              <mc:Fallback>
                <p:oleObj name="Equation" r:id="rId9" imgW="33012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6944" y="3667462"/>
                        <a:ext cx="792088" cy="9777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2591" name="Text Box 15"/>
          <p:cNvSpPr txBox="1">
            <a:spLocks noChangeArrowheads="1"/>
          </p:cNvSpPr>
          <p:nvPr/>
        </p:nvSpPr>
        <p:spPr bwMode="auto">
          <a:xfrm>
            <a:off x="3759032" y="4879464"/>
            <a:ext cx="381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在 </a:t>
            </a:r>
            <a:r>
              <a:rPr lang="en-US" altLang="zh-CN" sz="2800" b="1" dirty="0">
                <a:ea typeface="楷体_GB2312" pitchFamily="49" charset="-122"/>
              </a:rPr>
              <a:t>(0,0) </a:t>
            </a:r>
            <a:r>
              <a:rPr lang="zh-CN" altLang="en-US" sz="2800" b="1" dirty="0">
                <a:ea typeface="楷体_GB2312" pitchFamily="49" charset="-122"/>
              </a:rPr>
              <a:t>点极限不存在 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sp>
        <p:nvSpPr>
          <p:cNvPr id="152595" name="Rectangle 19"/>
          <p:cNvSpPr>
            <a:spLocks noGrp="1" noChangeArrowheads="1"/>
          </p:cNvSpPr>
          <p:nvPr>
            <p:ph type="title"/>
          </p:nvPr>
        </p:nvSpPr>
        <p:spPr>
          <a:xfrm>
            <a:off x="1847528" y="1376954"/>
            <a:ext cx="2819400" cy="457200"/>
          </a:xfrm>
        </p:spPr>
        <p:txBody>
          <a:bodyPr/>
          <a:lstStyle/>
          <a:p>
            <a:pPr algn="l" eaLnBrk="1" hangingPunct="1"/>
            <a:r>
              <a:rPr lang="zh-CN" altLang="en-US" sz="2800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7</a:t>
            </a:r>
            <a:r>
              <a:rPr lang="en-US" altLang="zh-CN" sz="2800" b="1" dirty="0" smtClean="0">
                <a:ea typeface="楷体_GB2312" pitchFamily="49" charset="-122"/>
              </a:rPr>
              <a:t>.</a:t>
            </a:r>
            <a:r>
              <a:rPr lang="en-US" altLang="zh-CN" sz="2800" b="1" dirty="0" smtClean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ea typeface="楷体_GB2312" pitchFamily="49" charset="-122"/>
              </a:rPr>
              <a:t>讨论函数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 Box 5"/>
              <p:cNvSpPr txBox="1">
                <a:spLocks noChangeArrowheads="1"/>
              </p:cNvSpPr>
              <p:nvPr/>
            </p:nvSpPr>
            <p:spPr bwMode="auto">
              <a:xfrm>
                <a:off x="2029980" y="3034966"/>
                <a:ext cx="6781800" cy="5329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800" b="1" dirty="0" smtClean="0">
                    <a:ea typeface="楷体_GB2312" pitchFamily="49" charset="-122"/>
                  </a:rPr>
                  <a:t>当</a:t>
                </a:r>
                <a:r>
                  <a:rPr lang="en-US" altLang="zh-CN" sz="2800" b="1" i="1" dirty="0" smtClean="0">
                    <a:ea typeface="楷体_GB2312" pitchFamily="49" charset="-122"/>
                  </a:rPr>
                  <a:t> </a:t>
                </a:r>
                <a:r>
                  <a:rPr lang="en-US" altLang="zh-CN" sz="2800" b="1" dirty="0" smtClean="0">
                    <a:ea typeface="楷体_GB2312" pitchFamily="49" charset="-122"/>
                  </a:rPr>
                  <a:t>(</a:t>
                </a:r>
                <a:r>
                  <a:rPr lang="en-US" altLang="zh-CN" sz="2800" b="1" i="1" dirty="0" smtClean="0">
                    <a:ea typeface="楷体_GB2312" pitchFamily="49" charset="-122"/>
                  </a:rPr>
                  <a:t>x </a:t>
                </a:r>
                <a:r>
                  <a:rPr lang="en-US" altLang="zh-CN" sz="2800" b="1" dirty="0">
                    <a:ea typeface="楷体_GB2312" pitchFamily="49" charset="-122"/>
                  </a:rPr>
                  <a:t>, </a:t>
                </a:r>
                <a:r>
                  <a:rPr lang="en-US" altLang="zh-CN" sz="2800" b="1" i="1" dirty="0">
                    <a:ea typeface="楷体_GB2312" pitchFamily="49" charset="-122"/>
                  </a:rPr>
                  <a:t>y</a:t>
                </a:r>
                <a:r>
                  <a:rPr lang="en-US" altLang="zh-CN" sz="2800" b="1" dirty="0">
                    <a:ea typeface="楷体_GB2312" pitchFamily="49" charset="-122"/>
                  </a:rPr>
                  <a:t>) </a:t>
                </a:r>
                <a:r>
                  <a:rPr lang="zh-CN" altLang="en-US" sz="2800" b="1" dirty="0" smtClean="0">
                    <a:ea typeface="楷体_GB2312" pitchFamily="49" charset="-122"/>
                  </a:rPr>
                  <a:t>沿抛物线 </a:t>
                </a:r>
                <a:r>
                  <a:rPr lang="en-US" altLang="zh-CN" sz="2800" b="1" i="1" dirty="0">
                    <a:solidFill>
                      <a:srgbClr val="1A0A92"/>
                    </a:solidFill>
                    <a:ea typeface="楷体_GB2312" pitchFamily="49" charset="-122"/>
                  </a:rPr>
                  <a:t>y</a:t>
                </a:r>
                <a:r>
                  <a:rPr lang="en-US" altLang="zh-CN" sz="2800" b="1" dirty="0">
                    <a:solidFill>
                      <a:srgbClr val="1A0A92"/>
                    </a:solidFill>
                    <a:ea typeface="楷体_GB2312" pitchFamily="49" charset="-122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1" i="1" smtClean="0">
                            <a:solidFill>
                              <a:srgbClr val="1A0A92"/>
                            </a:solidFill>
                            <a:latin typeface="Cambria Math"/>
                            <a:ea typeface="楷体_GB2312" pitchFamily="49" charset="-122"/>
                          </a:rPr>
                        </m:ctrlPr>
                      </m:sSupPr>
                      <m:e>
                        <m:r>
                          <a:rPr lang="en-US" altLang="zh-CN" sz="2800" b="1" i="1" smtClean="0">
                            <a:solidFill>
                              <a:srgbClr val="1A0A92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𝒙</m:t>
                        </m:r>
                      </m:e>
                      <m:sup>
                        <m:r>
                          <a:rPr lang="en-US" altLang="zh-CN" sz="2800" b="1" i="1" smtClean="0">
                            <a:solidFill>
                              <a:srgbClr val="1A0A92"/>
                            </a:solidFill>
                            <a:latin typeface="Cambria Math" panose="02040503050406030204" pitchFamily="18" charset="0"/>
                            <a:ea typeface="楷体_GB2312" pitchFamily="49" charset="-122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altLang="zh-CN" sz="2800" b="1" dirty="0" smtClean="0">
                    <a:solidFill>
                      <a:srgbClr val="1A0A92"/>
                    </a:solidFill>
                    <a:ea typeface="楷体_GB2312" pitchFamily="49" charset="-122"/>
                  </a:rPr>
                  <a:t> </a:t>
                </a:r>
                <a:r>
                  <a:rPr lang="zh-CN" altLang="en-US" sz="2800" b="1" dirty="0">
                    <a:ea typeface="楷体_GB2312" pitchFamily="49" charset="-122"/>
                  </a:rPr>
                  <a:t>趋于点 </a:t>
                </a:r>
                <a:r>
                  <a:rPr lang="en-US" altLang="zh-CN" sz="2800" b="1" dirty="0">
                    <a:ea typeface="楷体_GB2312" pitchFamily="49" charset="-122"/>
                  </a:rPr>
                  <a:t>(0, 0</a:t>
                </a:r>
                <a:r>
                  <a:rPr lang="en-US" altLang="zh-CN" sz="2800" b="1" dirty="0" smtClean="0">
                    <a:ea typeface="楷体_GB2312" pitchFamily="49" charset="-122"/>
                  </a:rPr>
                  <a:t>)</a:t>
                </a:r>
                <a:r>
                  <a:rPr lang="zh-CN" altLang="en-US" sz="2800" b="1" dirty="0" smtClean="0">
                    <a:ea typeface="楷体_GB2312" pitchFamily="49" charset="-122"/>
                  </a:rPr>
                  <a:t>时</a:t>
                </a:r>
                <a:r>
                  <a:rPr lang="en-US" altLang="zh-CN" sz="2800" b="1" dirty="0" smtClean="0">
                    <a:ea typeface="楷体_GB2312" pitchFamily="49" charset="-122"/>
                  </a:rPr>
                  <a:t> </a:t>
                </a:r>
                <a:r>
                  <a:rPr lang="en-US" altLang="zh-CN" sz="2800" b="1" dirty="0">
                    <a:ea typeface="楷体_GB2312" pitchFamily="49" charset="-122"/>
                  </a:rPr>
                  <a:t>,</a:t>
                </a:r>
              </a:p>
            </p:txBody>
          </p:sp>
        </mc:Choice>
        <mc:Fallback xmlns="">
          <p:sp>
            <p:nvSpPr>
              <p:cNvPr id="23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29980" y="3034966"/>
                <a:ext cx="6781800" cy="532966"/>
              </a:xfrm>
              <a:prstGeom prst="rect">
                <a:avLst/>
              </a:prstGeom>
              <a:blipFill rotWithShape="0">
                <a:blip r:embed="rId11"/>
                <a:stretch>
                  <a:fillRect l="-1797" t="-14943" b="-3218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6779706"/>
              </p:ext>
            </p:extLst>
          </p:nvPr>
        </p:nvGraphicFramePr>
        <p:xfrm>
          <a:off x="8256240" y="2345362"/>
          <a:ext cx="1993064" cy="4759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36" name="Equation" r:id="rId12" imgW="850680" imgH="203040" progId="Equation.DSMT4">
                  <p:embed/>
                </p:oleObj>
              </mc:Choice>
              <mc:Fallback>
                <p:oleObj name="Equation" r:id="rId12" imgW="8506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8256240" y="2345362"/>
                        <a:ext cx="1993064" cy="4759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649997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2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2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2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81" grpId="0" autoUpdateAnimBg="0"/>
      <p:bldP spid="152591" grpId="0" autoUpdateAnimBg="0"/>
      <p:bldP spid="23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99456" y="83671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定义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0583970"/>
              </p:ext>
            </p:extLst>
          </p:nvPr>
        </p:nvGraphicFramePr>
        <p:xfrm>
          <a:off x="2102267" y="836712"/>
          <a:ext cx="8674253" cy="553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8" name="Equation" r:id="rId3" imgW="3581280" imgH="228600" progId="Equation.DSMT4">
                  <p:embed/>
                </p:oleObj>
              </mc:Choice>
              <mc:Fallback>
                <p:oleObj name="Equation" r:id="rId3" imgW="3581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02267" y="836712"/>
                        <a:ext cx="8674253" cy="5536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7606121"/>
              </p:ext>
            </p:extLst>
          </p:nvPr>
        </p:nvGraphicFramePr>
        <p:xfrm>
          <a:off x="1199456" y="1592705"/>
          <a:ext cx="1659100" cy="4740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9" name="Equation" r:id="rId5" imgW="711000" imgH="203040" progId="Equation.DSMT4">
                  <p:embed/>
                </p:oleObj>
              </mc:Choice>
              <mc:Fallback>
                <p:oleObj name="Equation" r:id="rId5" imgW="7110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99456" y="1592705"/>
                        <a:ext cx="1659100" cy="4740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2859277"/>
              </p:ext>
            </p:extLst>
          </p:nvPr>
        </p:nvGraphicFramePr>
        <p:xfrm>
          <a:off x="2858556" y="1390388"/>
          <a:ext cx="3131394" cy="760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0" name="Equation" r:id="rId7" imgW="1307880" imgH="317160" progId="Equation.DSMT4">
                  <p:embed/>
                </p:oleObj>
              </mc:Choice>
              <mc:Fallback>
                <p:oleObj name="Equation" r:id="rId7" imgW="1307880" imgH="3171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58556" y="1390388"/>
                        <a:ext cx="3131394" cy="7600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4480521"/>
              </p:ext>
            </p:extLst>
          </p:nvPr>
        </p:nvGraphicFramePr>
        <p:xfrm>
          <a:off x="6069087" y="1526854"/>
          <a:ext cx="3230562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1" name="Equation" r:id="rId9" imgW="1346040" imgH="291960" progId="Equation.DSMT4">
                  <p:embed/>
                </p:oleObj>
              </mc:Choice>
              <mc:Fallback>
                <p:oleObj name="Equation" r:id="rId9" imgW="134604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069087" y="1526854"/>
                        <a:ext cx="3230562" cy="701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0659380"/>
              </p:ext>
            </p:extLst>
          </p:nvPr>
        </p:nvGraphicFramePr>
        <p:xfrm>
          <a:off x="1218990" y="2352310"/>
          <a:ext cx="4815098" cy="4899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2" name="Equation" r:id="rId11" imgW="2120760" imgH="215640" progId="Equation.DSMT4">
                  <p:embed/>
                </p:oleObj>
              </mc:Choice>
              <mc:Fallback>
                <p:oleObj name="Equation" r:id="rId11" imgW="21207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18990" y="2352310"/>
                        <a:ext cx="4815098" cy="4899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6994830"/>
              </p:ext>
            </p:extLst>
          </p:nvPr>
        </p:nvGraphicFramePr>
        <p:xfrm>
          <a:off x="5915980" y="2335061"/>
          <a:ext cx="1800199" cy="501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3" name="Equation" r:id="rId13" imgW="774360" imgH="215640" progId="Equation.DSMT4">
                  <p:embed/>
                </p:oleObj>
              </mc:Choice>
              <mc:Fallback>
                <p:oleObj name="Equation" r:id="rId13" imgW="7743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915980" y="2335061"/>
                        <a:ext cx="1800199" cy="5016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161544"/>
              </p:ext>
            </p:extLst>
          </p:nvPr>
        </p:nvGraphicFramePr>
        <p:xfrm>
          <a:off x="7716179" y="2252196"/>
          <a:ext cx="2927908" cy="667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4" name="Equation" r:id="rId15" imgW="1282680" imgH="291960" progId="Equation.DSMT4">
                  <p:embed/>
                </p:oleObj>
              </mc:Choice>
              <mc:Fallback>
                <p:oleObj name="Equation" r:id="rId15" imgW="128268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716179" y="2252196"/>
                        <a:ext cx="2927908" cy="6674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6761029"/>
              </p:ext>
            </p:extLst>
          </p:nvPr>
        </p:nvGraphicFramePr>
        <p:xfrm>
          <a:off x="1218991" y="3044164"/>
          <a:ext cx="3220826" cy="667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5" name="Equation" r:id="rId17" imgW="1409400" imgH="291960" progId="Equation.DSMT4">
                  <p:embed/>
                </p:oleObj>
              </mc:Choice>
              <mc:Fallback>
                <p:oleObj name="Equation" r:id="rId17" imgW="140940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218991" y="3044164"/>
                        <a:ext cx="3220826" cy="6673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6136361"/>
              </p:ext>
            </p:extLst>
          </p:nvPr>
        </p:nvGraphicFramePr>
        <p:xfrm>
          <a:off x="4439817" y="3049819"/>
          <a:ext cx="6582752" cy="484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6" name="Equation" r:id="rId19" imgW="2933640" imgH="215640" progId="Equation.DSMT4">
                  <p:embed/>
                </p:oleObj>
              </mc:Choice>
              <mc:Fallback>
                <p:oleObj name="Equation" r:id="rId19" imgW="29336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439817" y="3049819"/>
                        <a:ext cx="6582752" cy="4844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1676002"/>
              </p:ext>
            </p:extLst>
          </p:nvPr>
        </p:nvGraphicFramePr>
        <p:xfrm>
          <a:off x="1218990" y="3809866"/>
          <a:ext cx="3744416" cy="647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7" name="Equation" r:id="rId21" imgW="1688760" imgH="291960" progId="Equation.DSMT4">
                  <p:embed/>
                </p:oleObj>
              </mc:Choice>
              <mc:Fallback>
                <p:oleObj name="Equation" r:id="rId21" imgW="168876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218990" y="3809866"/>
                        <a:ext cx="3744416" cy="6475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1829908"/>
              </p:ext>
            </p:extLst>
          </p:nvPr>
        </p:nvGraphicFramePr>
        <p:xfrm>
          <a:off x="5465763" y="3832225"/>
          <a:ext cx="4530725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8" name="Equation" r:id="rId23" imgW="2044440" imgH="291960" progId="Equation.DSMT4">
                  <p:embed/>
                </p:oleObj>
              </mc:Choice>
              <mc:Fallback>
                <p:oleObj name="Equation" r:id="rId23" imgW="204444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465763" y="3832225"/>
                        <a:ext cx="4530725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10594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Text Box 2"/>
          <p:cNvSpPr txBox="1">
            <a:spLocks noChangeArrowheads="1"/>
          </p:cNvSpPr>
          <p:nvPr/>
        </p:nvSpPr>
        <p:spPr bwMode="auto">
          <a:xfrm>
            <a:off x="2209800" y="2987676"/>
            <a:ext cx="327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仅知其中一个存在</a:t>
            </a:r>
            <a:r>
              <a:rPr lang="en-US" altLang="zh-CN" sz="2800" b="1">
                <a:ea typeface="楷体_GB2312" pitchFamily="49" charset="-122"/>
              </a:rPr>
              <a:t>,</a:t>
            </a:r>
          </a:p>
        </p:txBody>
      </p:sp>
      <p:sp>
        <p:nvSpPr>
          <p:cNvPr id="154627" name="Text Box 3"/>
          <p:cNvSpPr txBox="1">
            <a:spLocks noChangeArrowheads="1"/>
          </p:cNvSpPr>
          <p:nvPr/>
        </p:nvSpPr>
        <p:spPr bwMode="auto">
          <a:xfrm>
            <a:off x="5181600" y="2986088"/>
            <a:ext cx="3581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推不出其它二者存在</a:t>
            </a:r>
            <a:r>
              <a:rPr lang="en-US" altLang="zh-CN" sz="2800" b="1">
                <a:ea typeface="楷体_GB2312" pitchFamily="49" charset="-122"/>
              </a:rPr>
              <a:t>.</a:t>
            </a:r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2149066" y="584200"/>
            <a:ext cx="2057400" cy="685800"/>
          </a:xfrm>
        </p:spPr>
        <p:txBody>
          <a:bodyPr/>
          <a:lstStyle/>
          <a:p>
            <a:pPr algn="l" eaLnBrk="1" hangingPunct="1"/>
            <a:r>
              <a:rPr lang="en-US" altLang="zh-CN" sz="2800" dirty="0">
                <a:ea typeface="楷体_GB2312" pitchFamily="49" charset="-122"/>
                <a:sym typeface="Symbol" panose="05050102010706020507" pitchFamily="18" charset="2"/>
              </a:rPr>
              <a:t></a:t>
            </a:r>
            <a:r>
              <a:rPr lang="en-US" altLang="zh-CN" sz="2800" dirty="0"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二重极限</a:t>
            </a:r>
          </a:p>
        </p:txBody>
      </p:sp>
      <p:graphicFrame>
        <p:nvGraphicFramePr>
          <p:cNvPr id="1546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8597389"/>
              </p:ext>
            </p:extLst>
          </p:nvPr>
        </p:nvGraphicFramePr>
        <p:xfrm>
          <a:off x="3940277" y="686286"/>
          <a:ext cx="19812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70" name="公式" r:id="rId3" imgW="1971773" imgH="914361" progId="Equation.3">
                  <p:embed/>
                </p:oleObj>
              </mc:Choice>
              <mc:Fallback>
                <p:oleObj name="公式" r:id="rId3" imgW="1971773" imgH="91436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0277" y="686286"/>
                        <a:ext cx="19812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3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9912774"/>
              </p:ext>
            </p:extLst>
          </p:nvPr>
        </p:nvGraphicFramePr>
        <p:xfrm>
          <a:off x="2227996" y="1686430"/>
          <a:ext cx="30353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71" name="Equation" r:id="rId5" imgW="3028798" imgH="647803" progId="Equation.DSMT4">
                  <p:embed/>
                </p:oleObj>
              </mc:Choice>
              <mc:Fallback>
                <p:oleObj name="Equation" r:id="rId5" imgW="3028798" imgH="64780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7996" y="1686430"/>
                        <a:ext cx="30353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631" name="Text Box 7"/>
          <p:cNvSpPr txBox="1">
            <a:spLocks noChangeArrowheads="1"/>
          </p:cNvSpPr>
          <p:nvPr/>
        </p:nvSpPr>
        <p:spPr bwMode="auto">
          <a:xfrm>
            <a:off x="5419342" y="1682395"/>
            <a:ext cx="1371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不同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.</a:t>
            </a:r>
            <a:r>
              <a:rPr lang="en-US" altLang="zh-CN" sz="2800" b="1" dirty="0">
                <a:ea typeface="楷体_GB2312" pitchFamily="49" charset="-122"/>
              </a:rPr>
              <a:t>    </a:t>
            </a:r>
          </a:p>
        </p:txBody>
      </p:sp>
      <p:sp>
        <p:nvSpPr>
          <p:cNvPr id="154632" name="Text Box 8"/>
          <p:cNvSpPr txBox="1">
            <a:spLocks noChangeArrowheads="1"/>
          </p:cNvSpPr>
          <p:nvPr/>
        </p:nvSpPr>
        <p:spPr bwMode="auto">
          <a:xfrm>
            <a:off x="2209800" y="2438401"/>
            <a:ext cx="4953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如果它们都存在</a:t>
            </a:r>
            <a:r>
              <a:rPr lang="en-US" altLang="zh-CN" sz="2800" b="1">
                <a:ea typeface="楷体_GB2312" pitchFamily="49" charset="-122"/>
              </a:rPr>
              <a:t>, </a:t>
            </a:r>
            <a:r>
              <a:rPr lang="zh-CN" altLang="en-US" sz="2800" b="1">
                <a:ea typeface="楷体_GB2312" pitchFamily="49" charset="-122"/>
              </a:rPr>
              <a:t>则三者相等</a:t>
            </a:r>
            <a:r>
              <a:rPr lang="en-US" altLang="zh-CN" sz="2800" b="1">
                <a:ea typeface="楷体_GB2312" pitchFamily="49" charset="-122"/>
              </a:rPr>
              <a:t>.</a:t>
            </a:r>
          </a:p>
        </p:txBody>
      </p:sp>
      <p:sp>
        <p:nvSpPr>
          <p:cNvPr id="154633" name="Text Box 9"/>
          <p:cNvSpPr txBox="1">
            <a:spLocks noChangeArrowheads="1"/>
          </p:cNvSpPr>
          <p:nvPr/>
        </p:nvSpPr>
        <p:spPr bwMode="auto">
          <a:xfrm>
            <a:off x="2209800" y="3671888"/>
            <a:ext cx="114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例如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,</a:t>
            </a:r>
          </a:p>
        </p:txBody>
      </p:sp>
      <p:graphicFrame>
        <p:nvGraphicFramePr>
          <p:cNvPr id="154634" name="Object 10"/>
          <p:cNvGraphicFramePr>
            <a:graphicFrameLocks noChangeAspect="1"/>
          </p:cNvGraphicFramePr>
          <p:nvPr/>
        </p:nvGraphicFramePr>
        <p:xfrm>
          <a:off x="3213100" y="3511550"/>
          <a:ext cx="27432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72" name="公式" r:id="rId7" imgW="2733830" imgH="933476" progId="Equation.3">
                  <p:embed/>
                </p:oleObj>
              </mc:Choice>
              <mc:Fallback>
                <p:oleObj name="公式" r:id="rId7" imgW="2733830" imgH="93347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3100" y="3511550"/>
                        <a:ext cx="27432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635" name="Text Box 11"/>
          <p:cNvSpPr txBox="1">
            <a:spLocks noChangeArrowheads="1"/>
          </p:cNvSpPr>
          <p:nvPr/>
        </p:nvSpPr>
        <p:spPr bwMode="auto">
          <a:xfrm>
            <a:off x="5943600" y="3657601"/>
            <a:ext cx="1066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显然</a:t>
            </a:r>
          </a:p>
        </p:txBody>
      </p:sp>
      <p:graphicFrame>
        <p:nvGraphicFramePr>
          <p:cNvPr id="15463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4352546"/>
              </p:ext>
            </p:extLst>
          </p:nvPr>
        </p:nvGraphicFramePr>
        <p:xfrm>
          <a:off x="7512050" y="726127"/>
          <a:ext cx="26924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73" name="公式" r:id="rId9" imgW="2685942" imgH="647803" progId="Equation.3">
                  <p:embed/>
                </p:oleObj>
              </mc:Choice>
              <mc:Fallback>
                <p:oleObj name="公式" r:id="rId9" imgW="2685942" imgH="64780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2050" y="726127"/>
                        <a:ext cx="26924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637" name="Text Box 13"/>
          <p:cNvSpPr txBox="1">
            <a:spLocks noChangeArrowheads="1"/>
          </p:cNvSpPr>
          <p:nvPr/>
        </p:nvSpPr>
        <p:spPr bwMode="auto">
          <a:xfrm>
            <a:off x="5666570" y="691796"/>
            <a:ext cx="213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与累次极限</a:t>
            </a:r>
          </a:p>
        </p:txBody>
      </p:sp>
      <p:graphicFrame>
        <p:nvGraphicFramePr>
          <p:cNvPr id="154638" name="Object 14"/>
          <p:cNvGraphicFramePr>
            <a:graphicFrameLocks noChangeAspect="1"/>
          </p:cNvGraphicFramePr>
          <p:nvPr/>
        </p:nvGraphicFramePr>
        <p:xfrm>
          <a:off x="3124200" y="4597400"/>
          <a:ext cx="22987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74" name="公式" r:id="rId11" imgW="2286174" imgH="638072" progId="Equation.3">
                  <p:embed/>
                </p:oleObj>
              </mc:Choice>
              <mc:Fallback>
                <p:oleObj name="公式" r:id="rId11" imgW="2286174" imgH="63807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597400"/>
                        <a:ext cx="22987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39" name="Object 15"/>
          <p:cNvGraphicFramePr>
            <a:graphicFrameLocks noChangeAspect="1"/>
          </p:cNvGraphicFramePr>
          <p:nvPr/>
        </p:nvGraphicFramePr>
        <p:xfrm>
          <a:off x="6362700" y="4597400"/>
          <a:ext cx="22987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75" name="公式" r:id="rId13" imgW="2286174" imgH="638072" progId="Equation.3">
                  <p:embed/>
                </p:oleObj>
              </mc:Choice>
              <mc:Fallback>
                <p:oleObj name="公式" r:id="rId13" imgW="2286174" imgH="63807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2700" y="4597400"/>
                        <a:ext cx="22987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40" name="Object 16"/>
          <p:cNvGraphicFramePr>
            <a:graphicFrameLocks noChangeAspect="1"/>
          </p:cNvGraphicFramePr>
          <p:nvPr/>
        </p:nvGraphicFramePr>
        <p:xfrm>
          <a:off x="8724900" y="4635500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76" name="公式" r:id="rId15" imgW="485829" imgH="304787" progId="Equation.3">
                  <p:embed/>
                </p:oleObj>
              </mc:Choice>
              <mc:Fallback>
                <p:oleObj name="公式" r:id="rId15" imgW="485829" imgH="30478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24900" y="4635500"/>
                        <a:ext cx="495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641" name="Object 17"/>
          <p:cNvGraphicFramePr>
            <a:graphicFrameLocks noChangeAspect="1"/>
          </p:cNvGraphicFramePr>
          <p:nvPr/>
        </p:nvGraphicFramePr>
        <p:xfrm>
          <a:off x="5480050" y="4648200"/>
          <a:ext cx="609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77" name="公式" r:id="rId17" imgW="599999" imgH="380897" progId="Equation.3">
                  <p:embed/>
                </p:oleObj>
              </mc:Choice>
              <mc:Fallback>
                <p:oleObj name="公式" r:id="rId17" imgW="599999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0050" y="4648200"/>
                        <a:ext cx="609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642" name="Text Box 18"/>
          <p:cNvSpPr txBox="1">
            <a:spLocks noChangeArrowheads="1"/>
          </p:cNvSpPr>
          <p:nvPr/>
        </p:nvSpPr>
        <p:spPr bwMode="auto">
          <a:xfrm>
            <a:off x="2149066" y="5315420"/>
            <a:ext cx="640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但由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3</a:t>
            </a:r>
            <a:r>
              <a:rPr lang="en-US" altLang="zh-CN" sz="2800" b="1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知它在</a:t>
            </a:r>
            <a:r>
              <a:rPr lang="en-US" altLang="zh-CN" sz="2800" b="1" dirty="0">
                <a:ea typeface="楷体_GB2312" pitchFamily="49" charset="-122"/>
              </a:rPr>
              <a:t>(0,0)</a:t>
            </a:r>
            <a:r>
              <a:rPr lang="zh-CN" altLang="en-US" sz="2800" b="1" dirty="0">
                <a:ea typeface="楷体_GB2312" pitchFamily="49" charset="-122"/>
              </a:rPr>
              <a:t>点二重极限不存在 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66239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4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4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4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4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4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4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4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4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4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4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4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4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54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54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54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54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26" grpId="0" autoUpdateAnimBg="0"/>
      <p:bldP spid="154627" grpId="0" autoUpdateAnimBg="0"/>
      <p:bldP spid="154631" grpId="0" autoUpdateAnimBg="0"/>
      <p:bldP spid="154632" grpId="0" autoUpdateAnimBg="0"/>
      <p:bldP spid="154633" grpId="0" autoUpdateAnimBg="0"/>
      <p:bldP spid="154635" grpId="0" autoUpdateAnimBg="0"/>
      <p:bldP spid="154637" grpId="0" autoUpdateAnimBg="0"/>
      <p:bldP spid="154642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68924" y="1212375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9920266"/>
              </p:ext>
            </p:extLst>
          </p:nvPr>
        </p:nvGraphicFramePr>
        <p:xfrm>
          <a:off x="1827327" y="1026261"/>
          <a:ext cx="3117428" cy="999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7" name="Equation" r:id="rId3" imgW="1346040" imgH="431640" progId="Equation.DSMT4">
                  <p:embed/>
                </p:oleObj>
              </mc:Choice>
              <mc:Fallback>
                <p:oleObj name="Equation" r:id="rId3" imgW="134604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27327" y="1026261"/>
                        <a:ext cx="3117428" cy="999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0780668"/>
              </p:ext>
            </p:extLst>
          </p:nvPr>
        </p:nvGraphicFramePr>
        <p:xfrm>
          <a:off x="4993367" y="1330943"/>
          <a:ext cx="596106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8" name="Equation" r:id="rId5" imgW="2781000" imgH="215640" progId="Equation.DSMT4">
                  <p:embed/>
                </p:oleObj>
              </mc:Choice>
              <mc:Fallback>
                <p:oleObj name="Equation" r:id="rId5" imgW="278100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93367" y="1330943"/>
                        <a:ext cx="5961063" cy="463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1139455" y="222148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解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0339601"/>
              </p:ext>
            </p:extLst>
          </p:nvPr>
        </p:nvGraphicFramePr>
        <p:xfrm>
          <a:off x="1814729" y="2239770"/>
          <a:ext cx="1688983" cy="486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99" name="Equation" r:id="rId7" imgW="749160" imgH="215640" progId="Equation.DSMT4">
                  <p:embed/>
                </p:oleObj>
              </mc:Choice>
              <mc:Fallback>
                <p:oleObj name="Equation" r:id="rId7" imgW="7491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14729" y="2239770"/>
                        <a:ext cx="1688983" cy="4866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6582985"/>
              </p:ext>
            </p:extLst>
          </p:nvPr>
        </p:nvGraphicFramePr>
        <p:xfrm>
          <a:off x="3629495" y="2223851"/>
          <a:ext cx="2248567" cy="618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0" name="Equation" r:id="rId9" imgW="1015920" imgH="279360" progId="Equation.DSMT4">
                  <p:embed/>
                </p:oleObj>
              </mc:Choice>
              <mc:Fallback>
                <p:oleObj name="Equation" r:id="rId9" imgW="101592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629495" y="2223851"/>
                        <a:ext cx="2248567" cy="6183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6297945"/>
              </p:ext>
            </p:extLst>
          </p:nvPr>
        </p:nvGraphicFramePr>
        <p:xfrm>
          <a:off x="6003845" y="2239770"/>
          <a:ext cx="3230563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1" name="Equation" r:id="rId11" imgW="1460160" imgH="291960" progId="Equation.DSMT4">
                  <p:embed/>
                </p:oleObj>
              </mc:Choice>
              <mc:Fallback>
                <p:oleObj name="Equation" r:id="rId11" imgW="146016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03845" y="2239770"/>
                        <a:ext cx="3230563" cy="646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8361286"/>
              </p:ext>
            </p:extLst>
          </p:nvPr>
        </p:nvGraphicFramePr>
        <p:xfrm>
          <a:off x="1271464" y="2978404"/>
          <a:ext cx="1688983" cy="486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2" name="Equation" r:id="rId13" imgW="749160" imgH="215640" progId="Equation.DSMT4">
                  <p:embed/>
                </p:oleObj>
              </mc:Choice>
              <mc:Fallback>
                <p:oleObj name="Equation" r:id="rId13" imgW="7491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71464" y="2978404"/>
                        <a:ext cx="1688983" cy="4866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2439826"/>
              </p:ext>
            </p:extLst>
          </p:nvPr>
        </p:nvGraphicFramePr>
        <p:xfrm>
          <a:off x="2991995" y="2978404"/>
          <a:ext cx="3792537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3" name="Equation" r:id="rId15" imgW="1714320" imgH="291960" progId="Equation.DSMT4">
                  <p:embed/>
                </p:oleObj>
              </mc:Choice>
              <mc:Fallback>
                <p:oleObj name="Equation" r:id="rId15" imgW="171432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991995" y="2978404"/>
                        <a:ext cx="3792537" cy="646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1283045"/>
              </p:ext>
            </p:extLst>
          </p:nvPr>
        </p:nvGraphicFramePr>
        <p:xfrm>
          <a:off x="6816080" y="2978403"/>
          <a:ext cx="3652838" cy="64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4" name="Equation" r:id="rId17" imgW="1650960" imgH="291960" progId="Equation.DSMT4">
                  <p:embed/>
                </p:oleObj>
              </mc:Choice>
              <mc:Fallback>
                <p:oleObj name="Equation" r:id="rId17" imgW="165096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816080" y="2978403"/>
                        <a:ext cx="3652838" cy="646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8379880"/>
              </p:ext>
            </p:extLst>
          </p:nvPr>
        </p:nvGraphicFramePr>
        <p:xfrm>
          <a:off x="1271464" y="3737454"/>
          <a:ext cx="3176104" cy="9156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5" name="Equation" r:id="rId19" imgW="1409400" imgH="406080" progId="Equation.DSMT4">
                  <p:embed/>
                </p:oleObj>
              </mc:Choice>
              <mc:Fallback>
                <p:oleObj name="Equation" r:id="rId19" imgW="140940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271464" y="3737454"/>
                        <a:ext cx="3176104" cy="9156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0588567"/>
              </p:ext>
            </p:extLst>
          </p:nvPr>
        </p:nvGraphicFramePr>
        <p:xfrm>
          <a:off x="4655840" y="3967689"/>
          <a:ext cx="3600400" cy="6419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06" name="Equation" r:id="rId21" imgW="1638000" imgH="291960" progId="Equation.DSMT4">
                  <p:embed/>
                </p:oleObj>
              </mc:Choice>
              <mc:Fallback>
                <p:oleObj name="Equation" r:id="rId21" imgW="163800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655840" y="3967689"/>
                        <a:ext cx="3600400" cy="6419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55010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09799" y="712721"/>
            <a:ext cx="4925597" cy="609600"/>
          </a:xfrm>
        </p:spPr>
        <p:txBody>
          <a:bodyPr/>
          <a:lstStyle/>
          <a:p>
            <a:pPr algn="l" eaLnBrk="1" hangingPunct="1"/>
            <a:r>
              <a:rPr lang="zh-CN" alt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四、 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多元函数的连续性  </a:t>
            </a:r>
          </a:p>
        </p:txBody>
      </p:sp>
      <p:sp>
        <p:nvSpPr>
          <p:cNvPr id="155651" name="Text Box 3"/>
          <p:cNvSpPr txBox="1">
            <a:spLocks noChangeArrowheads="1"/>
          </p:cNvSpPr>
          <p:nvPr/>
        </p:nvSpPr>
        <p:spPr bwMode="auto">
          <a:xfrm>
            <a:off x="2209800" y="1373815"/>
            <a:ext cx="3314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定义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3 .  </a:t>
            </a:r>
            <a:r>
              <a:rPr lang="zh-CN" altLang="en-US" sz="2800" b="1" dirty="0">
                <a:ea typeface="楷体_GB2312" pitchFamily="49" charset="-122"/>
              </a:rPr>
              <a:t>设 </a:t>
            </a:r>
            <a:r>
              <a:rPr lang="en-US" altLang="zh-CN" sz="2800" b="1" i="1" dirty="0">
                <a:ea typeface="楷体_GB2312" pitchFamily="49" charset="-122"/>
              </a:rPr>
              <a:t>n </a:t>
            </a:r>
            <a:r>
              <a:rPr lang="zh-CN" altLang="en-US" sz="2800" b="1" dirty="0">
                <a:ea typeface="楷体_GB2312" pitchFamily="49" charset="-122"/>
              </a:rPr>
              <a:t>元函数</a:t>
            </a:r>
          </a:p>
        </p:txBody>
      </p:sp>
      <p:graphicFrame>
        <p:nvGraphicFramePr>
          <p:cNvPr id="1556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1550779"/>
              </p:ext>
            </p:extLst>
          </p:nvPr>
        </p:nvGraphicFramePr>
        <p:xfrm>
          <a:off x="5370259" y="1431855"/>
          <a:ext cx="797749" cy="4267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4" name="Equation" r:id="rId3" imgW="380880" imgH="203040" progId="Equation.DSMT4">
                  <p:embed/>
                </p:oleObj>
              </mc:Choice>
              <mc:Fallback>
                <p:oleObj name="Equation" r:id="rId3" imgW="380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0259" y="1431855"/>
                        <a:ext cx="797749" cy="4267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53" name="Text Box 5"/>
          <p:cNvSpPr txBox="1">
            <a:spLocks noChangeArrowheads="1"/>
          </p:cNvSpPr>
          <p:nvPr/>
        </p:nvSpPr>
        <p:spPr bwMode="auto">
          <a:xfrm>
            <a:off x="6138181" y="1385188"/>
            <a:ext cx="228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定义在 </a:t>
            </a:r>
            <a:r>
              <a:rPr lang="en-US" altLang="zh-CN" sz="2800" b="1" i="1" dirty="0">
                <a:ea typeface="楷体_GB2312" pitchFamily="49" charset="-122"/>
              </a:rPr>
              <a:t>D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上</a:t>
            </a:r>
            <a:r>
              <a:rPr lang="en-US" altLang="zh-CN" sz="2800" b="1" dirty="0">
                <a:ea typeface="楷体_GB2312" pitchFamily="49" charset="-122"/>
              </a:rPr>
              <a:t>,</a:t>
            </a:r>
          </a:p>
        </p:txBody>
      </p:sp>
      <p:graphicFrame>
        <p:nvGraphicFramePr>
          <p:cNvPr id="1556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3849982"/>
              </p:ext>
            </p:extLst>
          </p:nvPr>
        </p:nvGraphicFramePr>
        <p:xfrm>
          <a:off x="4069630" y="2313640"/>
          <a:ext cx="2844800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5" name="公式" r:id="rId5" imgW="2838284" imgH="647803" progId="Equation.3">
                  <p:embed/>
                </p:oleObj>
              </mc:Choice>
              <mc:Fallback>
                <p:oleObj name="公式" r:id="rId5" imgW="2838284" imgH="64780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9630" y="2313640"/>
                        <a:ext cx="2844800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65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0273781"/>
              </p:ext>
            </p:extLst>
          </p:nvPr>
        </p:nvGraphicFramePr>
        <p:xfrm>
          <a:off x="4157133" y="3255133"/>
          <a:ext cx="1905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6" name="公式" r:id="rId7" imgW="1895428" imgH="447624" progId="Equation.3">
                  <p:embed/>
                </p:oleObj>
              </mc:Choice>
              <mc:Fallback>
                <p:oleObj name="公式" r:id="rId7" imgW="1895428" imgH="4476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7133" y="3255133"/>
                        <a:ext cx="1905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56" name="Text Box 8"/>
          <p:cNvSpPr txBox="1">
            <a:spLocks noChangeArrowheads="1"/>
          </p:cNvSpPr>
          <p:nvPr/>
        </p:nvSpPr>
        <p:spPr bwMode="auto">
          <a:xfrm>
            <a:off x="2209800" y="4422055"/>
            <a:ext cx="815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如果函数在 </a:t>
            </a:r>
            <a:r>
              <a:rPr lang="en-US" altLang="zh-CN" sz="2800" b="1" i="1" dirty="0">
                <a:ea typeface="楷体_GB2312" pitchFamily="49" charset="-122"/>
              </a:rPr>
              <a:t>D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上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各点处</a:t>
            </a:r>
            <a:r>
              <a:rPr lang="zh-CN" altLang="en-US" sz="2800" b="1" dirty="0">
                <a:ea typeface="楷体_GB2312" pitchFamily="49" charset="-122"/>
              </a:rPr>
              <a:t>都连续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  <a:r>
              <a:rPr lang="zh-CN" altLang="en-US" sz="2800" b="1" dirty="0">
                <a:ea typeface="楷体_GB2312" pitchFamily="49" charset="-122"/>
              </a:rPr>
              <a:t>则称此函数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在</a:t>
            </a:r>
            <a:r>
              <a:rPr lang="zh-CN" altLang="en-US" sz="2800" b="1" i="1" dirty="0">
                <a:solidFill>
                  <a:srgbClr val="1A0A92"/>
                </a:solidFill>
                <a:ea typeface="楷体_GB2312" pitchFamily="49" charset="-122"/>
              </a:rPr>
              <a:t> </a:t>
            </a:r>
            <a:r>
              <a:rPr lang="en-US" altLang="zh-CN" sz="2800" b="1" i="1" dirty="0">
                <a:solidFill>
                  <a:srgbClr val="1A0A92"/>
                </a:solidFill>
                <a:ea typeface="楷体_GB2312" pitchFamily="49" charset="-122"/>
              </a:rPr>
              <a:t>D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上</a:t>
            </a:r>
          </a:p>
        </p:txBody>
      </p:sp>
      <p:graphicFrame>
        <p:nvGraphicFramePr>
          <p:cNvPr id="15565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6135195"/>
              </p:ext>
            </p:extLst>
          </p:nvPr>
        </p:nvGraphicFramePr>
        <p:xfrm>
          <a:off x="8261048" y="1472867"/>
          <a:ext cx="1854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7" name="公式" r:id="rId9" imgW="1847886" imgH="438240" progId="Equation.3">
                  <p:embed/>
                </p:oleObj>
              </mc:Choice>
              <mc:Fallback>
                <p:oleObj name="公式" r:id="rId9" imgW="1847886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61048" y="1472867"/>
                        <a:ext cx="1854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58" name="Text Box 10"/>
          <p:cNvSpPr txBox="1">
            <a:spLocks noChangeArrowheads="1"/>
          </p:cNvSpPr>
          <p:nvPr/>
        </p:nvSpPr>
        <p:spPr bwMode="auto">
          <a:xfrm>
            <a:off x="2092235" y="1953119"/>
            <a:ext cx="979429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 smtClean="0">
                <a:ea typeface="楷体_GB2312" pitchFamily="49" charset="-122"/>
              </a:rPr>
              <a:t>如果</a:t>
            </a:r>
            <a:endParaRPr lang="zh-CN" altLang="en-US" sz="2800" b="1" dirty="0">
              <a:ea typeface="楷体_GB2312" pitchFamily="49" charset="-122"/>
            </a:endParaRPr>
          </a:p>
        </p:txBody>
      </p:sp>
      <p:sp>
        <p:nvSpPr>
          <p:cNvPr id="155659" name="Text Box 11"/>
          <p:cNvSpPr txBox="1">
            <a:spLocks noChangeArrowheads="1"/>
          </p:cNvSpPr>
          <p:nvPr/>
        </p:nvSpPr>
        <p:spPr bwMode="auto">
          <a:xfrm>
            <a:off x="6914430" y="3193220"/>
            <a:ext cx="297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否则称为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不连续</a:t>
            </a:r>
            <a:r>
              <a:rPr lang="en-US" altLang="zh-CN" sz="2800" b="1" dirty="0">
                <a:ea typeface="楷体_GB2312" pitchFamily="49" charset="-122"/>
              </a:rPr>
              <a:t>,</a:t>
            </a:r>
          </a:p>
        </p:txBody>
      </p:sp>
      <p:graphicFrame>
        <p:nvGraphicFramePr>
          <p:cNvPr id="15566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5667182"/>
              </p:ext>
            </p:extLst>
          </p:nvPr>
        </p:nvGraphicFramePr>
        <p:xfrm>
          <a:off x="2032000" y="3853743"/>
          <a:ext cx="355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78" name="公式" r:id="rId11" imgW="342857" imgH="419126" progId="Equation.3">
                  <p:embed/>
                </p:oleObj>
              </mc:Choice>
              <mc:Fallback>
                <p:oleObj name="公式" r:id="rId11" imgW="342857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0" y="3853743"/>
                        <a:ext cx="355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661" name="Text Box 13"/>
          <p:cNvSpPr txBox="1">
            <a:spLocks noChangeArrowheads="1"/>
          </p:cNvSpPr>
          <p:nvPr/>
        </p:nvSpPr>
        <p:spPr bwMode="auto">
          <a:xfrm>
            <a:off x="9624392" y="3177345"/>
            <a:ext cx="914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此时</a:t>
            </a:r>
          </a:p>
        </p:txBody>
      </p:sp>
      <p:sp>
        <p:nvSpPr>
          <p:cNvPr id="155662" name="Text Box 14"/>
          <p:cNvSpPr txBox="1">
            <a:spLocks noChangeArrowheads="1"/>
          </p:cNvSpPr>
          <p:nvPr/>
        </p:nvSpPr>
        <p:spPr bwMode="auto">
          <a:xfrm>
            <a:off x="2384527" y="3766430"/>
            <a:ext cx="2209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称为</a:t>
            </a: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间断点</a:t>
            </a:r>
            <a:r>
              <a:rPr lang="zh-CN" altLang="en-US" sz="2800" b="1" dirty="0">
                <a:ea typeface="楷体_GB2312" pitchFamily="49" charset="-122"/>
              </a:rPr>
              <a:t> 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sp>
        <p:nvSpPr>
          <p:cNvPr id="155663" name="Text Box 15"/>
          <p:cNvSpPr txBox="1">
            <a:spLocks noChangeArrowheads="1"/>
          </p:cNvSpPr>
          <p:nvPr/>
        </p:nvSpPr>
        <p:spPr bwMode="auto">
          <a:xfrm>
            <a:off x="1837266" y="3180701"/>
            <a:ext cx="2590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则称 </a:t>
            </a:r>
            <a:r>
              <a:rPr lang="en-US" altLang="zh-CN" sz="2800" b="1" i="1" dirty="0">
                <a:ea typeface="楷体_GB2312" pitchFamily="49" charset="-122"/>
              </a:rPr>
              <a:t>n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元函数</a:t>
            </a:r>
          </a:p>
        </p:txBody>
      </p:sp>
      <p:sp>
        <p:nvSpPr>
          <p:cNvPr id="155670" name="Text Box 22"/>
          <p:cNvSpPr txBox="1">
            <a:spLocks noChangeArrowheads="1"/>
          </p:cNvSpPr>
          <p:nvPr/>
        </p:nvSpPr>
        <p:spPr bwMode="auto">
          <a:xfrm>
            <a:off x="1905000" y="4941168"/>
            <a:ext cx="9957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连续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155671" name="Text Box 23"/>
          <p:cNvSpPr txBox="1">
            <a:spLocks noChangeArrowheads="1"/>
          </p:cNvSpPr>
          <p:nvPr/>
        </p:nvSpPr>
        <p:spPr bwMode="auto">
          <a:xfrm>
            <a:off x="6049843" y="3180153"/>
            <a:ext cx="108555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连续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</a:p>
        </p:txBody>
      </p:sp>
    </p:spTree>
    <p:extLst>
      <p:ext uri="{BB962C8B-B14F-4D97-AF65-F5344CB8AC3E}">
        <p14:creationId xmlns:p14="http://schemas.microsoft.com/office/powerpoint/2010/main" val="3221980010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5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5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5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5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5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5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5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5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56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5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5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5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5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55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556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5651" grpId="0" autoUpdateAnimBg="0"/>
      <p:bldP spid="155653" grpId="0" autoUpdateAnimBg="0"/>
      <p:bldP spid="155656" grpId="0" autoUpdateAnimBg="0"/>
      <p:bldP spid="155658" grpId="0" autoUpdateAnimBg="0"/>
      <p:bldP spid="155659" grpId="0" autoUpdateAnimBg="0"/>
      <p:bldP spid="155661" grpId="0" autoUpdateAnimBg="0"/>
      <p:bldP spid="155662" grpId="0" autoUpdateAnimBg="0"/>
      <p:bldP spid="155663" grpId="0" autoUpdateAnimBg="0"/>
      <p:bldP spid="155670" grpId="0" build="p" autoUpdateAnimBg="0" advAuto="0"/>
      <p:bldP spid="155671" grpId="0" build="p" autoUpdateAnimBg="0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55322" y="864481"/>
            <a:ext cx="2170584" cy="533400"/>
          </a:xfrm>
          <a:noFill/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1A0A9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例如</a:t>
            </a:r>
            <a:r>
              <a:rPr lang="en-US" altLang="zh-CN" sz="2800" b="1" dirty="0">
                <a:solidFill>
                  <a:srgbClr val="1A0A9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函数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235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9858701"/>
              </p:ext>
            </p:extLst>
          </p:nvPr>
        </p:nvGraphicFramePr>
        <p:xfrm>
          <a:off x="3188633" y="1273931"/>
          <a:ext cx="5253038" cy="1444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09" name="公式" r:id="rId3" imgW="5314972" imgH="1447826" progId="Equation.3">
                  <p:embed/>
                </p:oleObj>
              </mc:Choice>
              <mc:Fallback>
                <p:oleObj name="公式" r:id="rId3" imgW="5314972" imgH="14478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8633" y="1273931"/>
                        <a:ext cx="5253038" cy="1444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676" name="Text Box 4"/>
          <p:cNvSpPr txBox="1">
            <a:spLocks noChangeArrowheads="1"/>
          </p:cNvSpPr>
          <p:nvPr/>
        </p:nvSpPr>
        <p:spPr bwMode="auto">
          <a:xfrm>
            <a:off x="1817033" y="2759665"/>
            <a:ext cx="3962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在点</a:t>
            </a:r>
            <a:r>
              <a:rPr lang="en-US" altLang="zh-CN" sz="2800" b="1" dirty="0">
                <a:ea typeface="楷体_GB2312" pitchFamily="49" charset="-122"/>
              </a:rPr>
              <a:t>(0 , 0) </a:t>
            </a:r>
            <a:r>
              <a:rPr lang="zh-CN" altLang="en-US" sz="2800" b="1" dirty="0">
                <a:ea typeface="楷体_GB2312" pitchFamily="49" charset="-122"/>
              </a:rPr>
              <a:t>极限不存在</a:t>
            </a:r>
            <a:r>
              <a:rPr lang="en-US" altLang="zh-CN" sz="2800" b="1" dirty="0">
                <a:ea typeface="楷体_GB2312" pitchFamily="49" charset="-122"/>
              </a:rPr>
              <a:t>, </a:t>
            </a:r>
          </a:p>
        </p:txBody>
      </p:sp>
      <p:sp>
        <p:nvSpPr>
          <p:cNvPr id="156677" name="Text Box 5"/>
          <p:cNvSpPr txBox="1">
            <a:spLocks noChangeArrowheads="1"/>
          </p:cNvSpPr>
          <p:nvPr/>
        </p:nvSpPr>
        <p:spPr bwMode="auto">
          <a:xfrm>
            <a:off x="1755482" y="3496758"/>
            <a:ext cx="2057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又如</a:t>
            </a:r>
            <a:r>
              <a:rPr lang="en-US" altLang="zh-CN" sz="2800" b="1" dirty="0">
                <a:solidFill>
                  <a:srgbClr val="1A0A92"/>
                </a:solidFill>
                <a:ea typeface="楷体_GB2312" pitchFamily="49" charset="-122"/>
              </a:rPr>
              <a:t>,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函数</a:t>
            </a:r>
          </a:p>
        </p:txBody>
      </p:sp>
      <p:graphicFrame>
        <p:nvGraphicFramePr>
          <p:cNvPr id="15667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7302878"/>
              </p:ext>
            </p:extLst>
          </p:nvPr>
        </p:nvGraphicFramePr>
        <p:xfrm>
          <a:off x="3854585" y="3856759"/>
          <a:ext cx="3060700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10" name="公式" r:id="rId5" imgW="3086057" imgH="933476" progId="Equation.3">
                  <p:embed/>
                </p:oleObj>
              </mc:Choice>
              <mc:Fallback>
                <p:oleObj name="公式" r:id="rId5" imgW="3086057" imgH="93347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4585" y="3856759"/>
                        <a:ext cx="3060700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679" name="Text Box 7"/>
          <p:cNvSpPr txBox="1">
            <a:spLocks noChangeArrowheads="1"/>
          </p:cNvSpPr>
          <p:nvPr/>
        </p:nvSpPr>
        <p:spPr bwMode="auto">
          <a:xfrm>
            <a:off x="4943872" y="4920414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上间断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graphicFrame>
        <p:nvGraphicFramePr>
          <p:cNvPr id="15668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4446440"/>
              </p:ext>
            </p:extLst>
          </p:nvPr>
        </p:nvGraphicFramePr>
        <p:xfrm>
          <a:off x="3158096" y="4939465"/>
          <a:ext cx="1628775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11" name="公式" r:id="rId7" imgW="1638286" imgH="495236" progId="Equation.3">
                  <p:embed/>
                </p:oleObj>
              </mc:Choice>
              <mc:Fallback>
                <p:oleObj name="公式" r:id="rId7" imgW="1638286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8096" y="4939465"/>
                        <a:ext cx="1628775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681" name="Text Box 9"/>
          <p:cNvSpPr txBox="1">
            <a:spLocks noChangeArrowheads="1"/>
          </p:cNvSpPr>
          <p:nvPr/>
        </p:nvSpPr>
        <p:spPr bwMode="auto">
          <a:xfrm>
            <a:off x="5705872" y="2759665"/>
            <a:ext cx="3657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故 </a:t>
            </a:r>
            <a:r>
              <a:rPr lang="en-US" altLang="zh-CN" sz="2800" b="1" dirty="0">
                <a:ea typeface="楷体_GB2312" pitchFamily="49" charset="-122"/>
              </a:rPr>
              <a:t>( 0, 0 )</a:t>
            </a:r>
            <a:r>
              <a:rPr lang="zh-CN" altLang="en-US" sz="2800" b="1" dirty="0">
                <a:ea typeface="楷体_GB2312" pitchFamily="49" charset="-122"/>
              </a:rPr>
              <a:t>为其间断点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sp>
        <p:nvSpPr>
          <p:cNvPr id="156682" name="Text Box 10"/>
          <p:cNvSpPr txBox="1">
            <a:spLocks noChangeArrowheads="1"/>
          </p:cNvSpPr>
          <p:nvPr/>
        </p:nvSpPr>
        <p:spPr bwMode="auto">
          <a:xfrm>
            <a:off x="1817033" y="4920414"/>
            <a:ext cx="1371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在圆周</a:t>
            </a:r>
          </a:p>
        </p:txBody>
      </p:sp>
    </p:spTree>
    <p:extLst>
      <p:ext uri="{BB962C8B-B14F-4D97-AF65-F5344CB8AC3E}">
        <p14:creationId xmlns:p14="http://schemas.microsoft.com/office/powerpoint/2010/main" val="4057779213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6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6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6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6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6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6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6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6" grpId="0" autoUpdateAnimBg="0"/>
      <p:bldP spid="156677" grpId="0" autoUpdateAnimBg="0"/>
      <p:bldP spid="156679" grpId="0" autoUpdateAnimBg="0"/>
      <p:bldP spid="156681" grpId="0" autoUpdateAnimBg="0"/>
      <p:bldP spid="156682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横卷形 7"/>
          <p:cNvSpPr/>
          <p:nvPr/>
        </p:nvSpPr>
        <p:spPr>
          <a:xfrm>
            <a:off x="1559496" y="5423313"/>
            <a:ext cx="7367653" cy="1033272"/>
          </a:xfrm>
          <a:prstGeom prst="horizontalScroll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12700">
            <a:solidFill>
              <a:srgbClr val="FF0000"/>
            </a:solidFill>
          </a:ln>
          <a:effectLst/>
        </p:spPr>
        <p:txBody>
          <a:bodyPr wrap="square" rtlCol="0" anchor="ctr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endParaRPr lang="zh-CN" altLang="en-US" sz="4400" b="1" dirty="0" smtClean="0">
              <a:ln w="11430"/>
              <a:solidFill>
                <a:srgbClr val="00206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20" name="Group 2"/>
          <p:cNvGrpSpPr>
            <a:grpSpLocks/>
          </p:cNvGrpSpPr>
          <p:nvPr/>
        </p:nvGrpSpPr>
        <p:grpSpPr bwMode="auto">
          <a:xfrm>
            <a:off x="839416" y="3117590"/>
            <a:ext cx="10585176" cy="2183618"/>
            <a:chOff x="469" y="480"/>
            <a:chExt cx="5341" cy="4118"/>
          </a:xfrm>
        </p:grpSpPr>
        <p:sp>
          <p:nvSpPr>
            <p:cNvPr id="21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97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3" name="Group 2"/>
          <p:cNvGrpSpPr>
            <a:grpSpLocks/>
          </p:cNvGrpSpPr>
          <p:nvPr/>
        </p:nvGrpSpPr>
        <p:grpSpPr bwMode="auto">
          <a:xfrm>
            <a:off x="839416" y="1052736"/>
            <a:ext cx="10585176" cy="1872208"/>
            <a:chOff x="469" y="480"/>
            <a:chExt cx="5341" cy="4118"/>
          </a:xfrm>
        </p:grpSpPr>
        <p:sp>
          <p:nvSpPr>
            <p:cNvPr id="14" name="Rectangle 3"/>
            <p:cNvSpPr>
              <a:spLocks noChangeArrowheads="1"/>
            </p:cNvSpPr>
            <p:nvPr/>
          </p:nvSpPr>
          <p:spPr bwMode="auto">
            <a:xfrm>
              <a:off x="469" y="480"/>
              <a:ext cx="5341" cy="4118"/>
            </a:xfrm>
            <a:prstGeom prst="rect">
              <a:avLst/>
            </a:prstGeom>
            <a:gradFill rotWithShape="0">
              <a:gsLst>
                <a:gs pos="89000">
                  <a:schemeClr val="accent2">
                    <a:lumMod val="20000"/>
                    <a:lumOff val="80000"/>
                  </a:schemeClr>
                </a:gs>
                <a:gs pos="89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" name="Rectangle 4"/>
            <p:cNvSpPr>
              <a:spLocks noChangeArrowheads="1"/>
            </p:cNvSpPr>
            <p:nvPr/>
          </p:nvSpPr>
          <p:spPr bwMode="auto">
            <a:xfrm>
              <a:off x="541" y="603"/>
              <a:ext cx="5197" cy="3879"/>
            </a:xfrm>
            <a:prstGeom prst="rect">
              <a:avLst/>
            </a:prstGeom>
            <a:noFill/>
            <a:ln w="38100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56689" name="Text Box 17"/>
          <p:cNvSpPr txBox="1">
            <a:spLocks noChangeArrowheads="1"/>
          </p:cNvSpPr>
          <p:nvPr/>
        </p:nvSpPr>
        <p:spPr bwMode="auto">
          <a:xfrm>
            <a:off x="1764349" y="5638689"/>
            <a:ext cx="7162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  <a:sym typeface="Symbol" panose="05050102010706020507" pitchFamily="18" charset="2"/>
              </a:rPr>
              <a:t>结论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  <a:sym typeface="Symbol" panose="05050102010706020507" pitchFamily="18" charset="2"/>
              </a:rPr>
              <a:t>:  </a:t>
            </a:r>
            <a:r>
              <a:rPr lang="zh-CN" altLang="en-US" sz="2800" b="1" dirty="0">
                <a:ea typeface="楷体_GB2312" pitchFamily="49" charset="-122"/>
              </a:rPr>
              <a:t>一切多元初等函数在定义区域内连续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464529" y="133104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定理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6500104"/>
              </p:ext>
            </p:extLst>
          </p:nvPr>
        </p:nvGraphicFramePr>
        <p:xfrm>
          <a:off x="2538935" y="1365407"/>
          <a:ext cx="4968552" cy="5520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00" name="Equation" r:id="rId3" imgW="2057400" imgH="228600" progId="Equation.DSMT4">
                  <p:embed/>
                </p:oleObj>
              </mc:Choice>
              <mc:Fallback>
                <p:oleObj name="Equation" r:id="rId3" imgW="20574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38935" y="1365407"/>
                        <a:ext cx="4968552" cy="5520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4854138"/>
              </p:ext>
            </p:extLst>
          </p:nvPr>
        </p:nvGraphicFramePr>
        <p:xfrm>
          <a:off x="7539294" y="1354041"/>
          <a:ext cx="3239689" cy="514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01" name="Equation" r:id="rId5" imgW="1358640" imgH="215640" progId="Equation.DSMT4">
                  <p:embed/>
                </p:oleObj>
              </mc:Choice>
              <mc:Fallback>
                <p:oleObj name="Equation" r:id="rId5" imgW="135864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539294" y="1354041"/>
                        <a:ext cx="3239689" cy="5147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5124142"/>
              </p:ext>
            </p:extLst>
          </p:nvPr>
        </p:nvGraphicFramePr>
        <p:xfrm>
          <a:off x="1915934" y="1822003"/>
          <a:ext cx="6492971" cy="1003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02" name="Equation" r:id="rId7" imgW="2793960" imgH="431640" progId="Equation.DSMT4">
                  <p:embed/>
                </p:oleObj>
              </mc:Choice>
              <mc:Fallback>
                <p:oleObj name="Equation" r:id="rId7" imgW="279396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15934" y="1822003"/>
                        <a:ext cx="6492971" cy="10034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1476162" y="326923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定理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780874"/>
              </p:ext>
            </p:extLst>
          </p:nvPr>
        </p:nvGraphicFramePr>
        <p:xfrm>
          <a:off x="2783632" y="3328802"/>
          <a:ext cx="7920880" cy="5550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03" name="Equation" r:id="rId9" imgW="3263760" imgH="228600" progId="Equation.DSMT4">
                  <p:embed/>
                </p:oleObj>
              </mc:Choice>
              <mc:Fallback>
                <p:oleObj name="Equation" r:id="rId9" imgW="32637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83632" y="3328802"/>
                        <a:ext cx="7920880" cy="5550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4016578"/>
              </p:ext>
            </p:extLst>
          </p:nvPr>
        </p:nvGraphicFramePr>
        <p:xfrm>
          <a:off x="1667853" y="3914562"/>
          <a:ext cx="7273925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04" name="Equation" r:id="rId11" imgW="2997000" imgH="253800" progId="Equation.DSMT4">
                  <p:embed/>
                </p:oleObj>
              </mc:Choice>
              <mc:Fallback>
                <p:oleObj name="Equation" r:id="rId11" imgW="29970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67853" y="3914562"/>
                        <a:ext cx="7273925" cy="617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8927149" y="3853051"/>
            <a:ext cx="5453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则</a:t>
            </a:r>
            <a:endParaRPr lang="zh-CN" altLang="en-US" sz="2800" b="1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7852528"/>
              </p:ext>
            </p:extLst>
          </p:nvPr>
        </p:nvGraphicFramePr>
        <p:xfrm>
          <a:off x="1667853" y="4552636"/>
          <a:ext cx="611346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05" name="Equation" r:id="rId13" imgW="2590560" imgH="228600" progId="Equation.DSMT4">
                  <p:embed/>
                </p:oleObj>
              </mc:Choice>
              <mc:Fallback>
                <p:oleObj name="Equation" r:id="rId13" imgW="25905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667853" y="4552636"/>
                        <a:ext cx="6113463" cy="539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1700040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6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56689" grpId="0" autoUpdateAnimBg="0"/>
      <p:bldP spid="16" grpId="0"/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07568" y="1441388"/>
            <a:ext cx="7128792" cy="609600"/>
          </a:xfrm>
        </p:spPr>
        <p:txBody>
          <a:bodyPr/>
          <a:lstStyle/>
          <a:p>
            <a:pPr algn="l" eaLnBrk="1" hangingPunct="1"/>
            <a:r>
              <a:rPr lang="zh-CN" altLang="en-US" sz="2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定理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若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在有界闭域 </a:t>
            </a:r>
            <a:r>
              <a:rPr lang="en-US" altLang="zh-CN" sz="2800" b="1" i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800" b="1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上连续</a:t>
            </a:r>
            <a:r>
              <a:rPr lang="en-US" altLang="zh-CN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sz="2800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15770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90533"/>
              </p:ext>
            </p:extLst>
          </p:nvPr>
        </p:nvGraphicFramePr>
        <p:xfrm>
          <a:off x="2660307" y="2216459"/>
          <a:ext cx="17891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60" name="公式" r:id="rId3" imgW="1781258" imgH="380897" progId="Equation.3">
                  <p:embed/>
                </p:oleObj>
              </mc:Choice>
              <mc:Fallback>
                <p:oleObj name="公式" r:id="rId3" imgW="1781258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0307" y="2216459"/>
                        <a:ext cx="178911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6585617"/>
              </p:ext>
            </p:extLst>
          </p:nvPr>
        </p:nvGraphicFramePr>
        <p:xfrm>
          <a:off x="2611795" y="2756317"/>
          <a:ext cx="1448927" cy="475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61" name="Equation" r:id="rId5" imgW="622080" imgH="203040" progId="Equation.DSMT4">
                  <p:embed/>
                </p:oleObj>
              </mc:Choice>
              <mc:Fallback>
                <p:oleObj name="Equation" r:id="rId5" imgW="622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1795" y="2756317"/>
                        <a:ext cx="1448927" cy="4756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0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4564477"/>
              </p:ext>
            </p:extLst>
          </p:nvPr>
        </p:nvGraphicFramePr>
        <p:xfrm>
          <a:off x="4277111" y="3773581"/>
          <a:ext cx="1752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62" name="公式" r:id="rId7" imgW="1743086" imgH="371514" progId="Equation.3">
                  <p:embed/>
                </p:oleObj>
              </mc:Choice>
              <mc:Fallback>
                <p:oleObj name="公式" r:id="rId7" imgW="1743086" imgH="3715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7111" y="3773581"/>
                        <a:ext cx="17526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708" name="Text Box 12"/>
          <p:cNvSpPr txBox="1">
            <a:spLocks noChangeArrowheads="1"/>
          </p:cNvSpPr>
          <p:nvPr/>
        </p:nvSpPr>
        <p:spPr bwMode="auto">
          <a:xfrm>
            <a:off x="2544460" y="4600576"/>
            <a:ext cx="495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 smtClean="0">
                <a:ea typeface="楷体_GB2312" pitchFamily="49" charset="-122"/>
              </a:rPr>
              <a:t>(</a:t>
            </a:r>
            <a:r>
              <a:rPr lang="en-US" altLang="zh-CN" sz="2800" b="1" dirty="0">
                <a:ea typeface="楷体_GB2312" pitchFamily="49" charset="-122"/>
              </a:rPr>
              <a:t>4)  </a:t>
            </a:r>
            <a:r>
              <a:rPr lang="en-US" altLang="zh-CN" sz="2800" b="1" i="1" dirty="0">
                <a:ea typeface="楷体_GB2312" pitchFamily="49" charset="-122"/>
              </a:rPr>
              <a:t>f </a:t>
            </a:r>
            <a:r>
              <a:rPr lang="en-US" altLang="zh-CN" sz="2800" b="1" dirty="0">
                <a:ea typeface="楷体_GB2312" pitchFamily="49" charset="-122"/>
              </a:rPr>
              <a:t>(P) </a:t>
            </a:r>
            <a:r>
              <a:rPr lang="zh-CN" altLang="en-US" sz="2800" b="1" dirty="0">
                <a:ea typeface="楷体_GB2312" pitchFamily="49" charset="-122"/>
              </a:rPr>
              <a:t>必在</a:t>
            </a:r>
            <a:r>
              <a:rPr lang="en-US" altLang="zh-CN" sz="2800" b="1" dirty="0">
                <a:ea typeface="楷体_GB2312" pitchFamily="49" charset="-122"/>
              </a:rPr>
              <a:t>D </a:t>
            </a:r>
            <a:r>
              <a:rPr lang="zh-CN" altLang="en-US" sz="2800" b="1" dirty="0">
                <a:ea typeface="楷体_GB2312" pitchFamily="49" charset="-122"/>
              </a:rPr>
              <a:t>上一致连续 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graphicFrame>
        <p:nvGraphicFramePr>
          <p:cNvPr id="15770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3244700"/>
              </p:ext>
            </p:extLst>
          </p:nvPr>
        </p:nvGraphicFramePr>
        <p:xfrm>
          <a:off x="4684068" y="2197685"/>
          <a:ext cx="32750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63" name="公式" r:id="rId9" imgW="3267202" imgH="438240" progId="Equation.3">
                  <p:embed/>
                </p:oleObj>
              </mc:Choice>
              <mc:Fallback>
                <p:oleObj name="公式" r:id="rId9" imgW="3267202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4068" y="2197685"/>
                        <a:ext cx="3275012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710" name="Text Box 14"/>
          <p:cNvSpPr txBox="1">
            <a:spLocks noChangeArrowheads="1"/>
          </p:cNvSpPr>
          <p:nvPr/>
        </p:nvSpPr>
        <p:spPr bwMode="auto">
          <a:xfrm>
            <a:off x="4060722" y="2737237"/>
            <a:ext cx="609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在</a:t>
            </a:r>
            <a:r>
              <a:rPr lang="zh-CN" altLang="en-US" sz="2800" b="1" i="1" dirty="0">
                <a:ea typeface="楷体_GB2312" pitchFamily="49" charset="-122"/>
              </a:rPr>
              <a:t> </a:t>
            </a:r>
            <a:r>
              <a:rPr lang="en-US" altLang="zh-CN" sz="2800" b="1" i="1" dirty="0">
                <a:ea typeface="楷体_GB2312" pitchFamily="49" charset="-122"/>
              </a:rPr>
              <a:t>D</a:t>
            </a:r>
            <a:r>
              <a:rPr lang="en-US" altLang="zh-CN" sz="2800" b="1" dirty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上可取得最大值 </a:t>
            </a:r>
            <a:r>
              <a:rPr lang="en-US" altLang="zh-CN" sz="2800" b="1" i="1" dirty="0">
                <a:ea typeface="楷体_GB2312" pitchFamily="49" charset="-122"/>
              </a:rPr>
              <a:t>M </a:t>
            </a:r>
            <a:r>
              <a:rPr lang="zh-CN" altLang="en-US" sz="2800" b="1" dirty="0">
                <a:ea typeface="楷体_GB2312" pitchFamily="49" charset="-122"/>
              </a:rPr>
              <a:t>及最小值 </a:t>
            </a:r>
            <a:r>
              <a:rPr lang="en-US" altLang="zh-CN" sz="2800" b="1" i="1" dirty="0">
                <a:ea typeface="楷体_GB2312" pitchFamily="49" charset="-122"/>
              </a:rPr>
              <a:t>m</a:t>
            </a:r>
            <a:r>
              <a:rPr lang="en-US" altLang="zh-CN" sz="2800" b="1" dirty="0">
                <a:ea typeface="楷体_GB2312" pitchFamily="49" charset="-122"/>
              </a:rPr>
              <a:t> ;</a:t>
            </a:r>
          </a:p>
        </p:txBody>
      </p:sp>
      <p:sp>
        <p:nvSpPr>
          <p:cNvPr id="157711" name="Text Box 15"/>
          <p:cNvSpPr txBox="1">
            <a:spLocks noChangeArrowheads="1"/>
          </p:cNvSpPr>
          <p:nvPr/>
        </p:nvSpPr>
        <p:spPr bwMode="auto">
          <a:xfrm>
            <a:off x="2518717" y="3668675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(3) </a:t>
            </a:r>
            <a:r>
              <a:rPr lang="zh-CN" altLang="en-US" sz="2800" b="1" dirty="0">
                <a:ea typeface="楷体_GB2312" pitchFamily="49" charset="-122"/>
              </a:rPr>
              <a:t>对任意</a:t>
            </a:r>
          </a:p>
        </p:txBody>
      </p:sp>
      <p:graphicFrame>
        <p:nvGraphicFramePr>
          <p:cNvPr id="15771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2467556"/>
              </p:ext>
            </p:extLst>
          </p:nvPr>
        </p:nvGraphicFramePr>
        <p:xfrm>
          <a:off x="6222530" y="3755379"/>
          <a:ext cx="1320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64" name="公式" r:id="rId11" imgW="1314515" imgH="380897" progId="Equation.3">
                  <p:embed/>
                </p:oleObj>
              </mc:Choice>
              <mc:Fallback>
                <p:oleObj name="公式" r:id="rId11" imgW="1314515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2530" y="3755379"/>
                        <a:ext cx="1320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771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6956971"/>
              </p:ext>
            </p:extLst>
          </p:nvPr>
        </p:nvGraphicFramePr>
        <p:xfrm>
          <a:off x="7596376" y="3717279"/>
          <a:ext cx="1917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65" name="公式" r:id="rId13" imgW="1905145" imgH="419126" progId="Equation.3">
                  <p:embed/>
                </p:oleObj>
              </mc:Choice>
              <mc:Fallback>
                <p:oleObj name="公式" r:id="rId13" imgW="1905145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376" y="3717279"/>
                        <a:ext cx="19177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714" name="Text Box 18"/>
          <p:cNvSpPr txBox="1">
            <a:spLocks noChangeArrowheads="1"/>
          </p:cNvSpPr>
          <p:nvPr/>
        </p:nvSpPr>
        <p:spPr bwMode="auto">
          <a:xfrm>
            <a:off x="8171975" y="2168754"/>
            <a:ext cx="201369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有界性定理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) </a:t>
            </a:r>
          </a:p>
        </p:txBody>
      </p:sp>
      <p:sp>
        <p:nvSpPr>
          <p:cNvPr id="157715" name="Text Box 19"/>
          <p:cNvSpPr txBox="1">
            <a:spLocks noChangeArrowheads="1"/>
          </p:cNvSpPr>
          <p:nvPr/>
        </p:nvSpPr>
        <p:spPr bwMode="auto">
          <a:xfrm>
            <a:off x="8555226" y="3231974"/>
            <a:ext cx="17043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最值定理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) </a:t>
            </a:r>
          </a:p>
        </p:txBody>
      </p:sp>
      <p:sp>
        <p:nvSpPr>
          <p:cNvPr id="157716" name="Text Box 20"/>
          <p:cNvSpPr txBox="1">
            <a:spLocks noChangeArrowheads="1"/>
          </p:cNvSpPr>
          <p:nvPr/>
        </p:nvSpPr>
        <p:spPr bwMode="auto">
          <a:xfrm>
            <a:off x="8443769" y="4149079"/>
            <a:ext cx="170431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介值定理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) </a:t>
            </a:r>
          </a:p>
        </p:txBody>
      </p:sp>
      <p:sp>
        <p:nvSpPr>
          <p:cNvPr id="157717" name="Text Box 21"/>
          <p:cNvSpPr txBox="1">
            <a:spLocks noChangeArrowheads="1"/>
          </p:cNvSpPr>
          <p:nvPr/>
        </p:nvSpPr>
        <p:spPr bwMode="auto">
          <a:xfrm>
            <a:off x="7230874" y="4658023"/>
            <a:ext cx="263245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ea typeface="楷体_GB2312" pitchFamily="49" charset="-122"/>
              </a:rPr>
              <a:t>一致连续性定理</a:t>
            </a:r>
            <a:r>
              <a:rPr lang="en-US" altLang="zh-CN" b="1" dirty="0">
                <a:solidFill>
                  <a:srgbClr val="FF0000"/>
                </a:solidFill>
                <a:ea typeface="楷体_GB2312" pitchFamily="49" charset="-122"/>
              </a:rPr>
              <a:t>) </a:t>
            </a:r>
          </a:p>
        </p:txBody>
      </p:sp>
      <p:sp>
        <p:nvSpPr>
          <p:cNvPr id="24598" name="Text Box 22"/>
          <p:cNvSpPr txBox="1">
            <a:spLocks noChangeArrowheads="1"/>
          </p:cNvSpPr>
          <p:nvPr/>
        </p:nvSpPr>
        <p:spPr bwMode="auto">
          <a:xfrm>
            <a:off x="1956917" y="843496"/>
            <a:ext cx="853122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sz="2800" b="1" dirty="0">
                <a:solidFill>
                  <a:srgbClr val="1A0A92"/>
                </a:solidFill>
                <a:ea typeface="楷体_GB2312" pitchFamily="49" charset="-122"/>
              </a:rPr>
              <a:t>闭域</a:t>
            </a:r>
            <a:r>
              <a:rPr kumimoji="0" lang="zh-CN" altLang="en-US" sz="2800" b="1" dirty="0">
                <a:ea typeface="楷体_GB2312" pitchFamily="49" charset="-122"/>
              </a:rPr>
              <a:t>上多元连续函数有与一元函数类似的如下性质：</a:t>
            </a:r>
            <a:endParaRPr kumimoji="0" lang="en-US" altLang="zh-CN" sz="2800" b="1" dirty="0">
              <a:ea typeface="楷体_GB2312" pitchFamily="49" charset="-122"/>
            </a:endParaRPr>
          </a:p>
        </p:txBody>
      </p:sp>
      <p:sp>
        <p:nvSpPr>
          <p:cNvPr id="157719" name="Text Box 23"/>
          <p:cNvSpPr txBox="1">
            <a:spLocks noChangeArrowheads="1"/>
          </p:cNvSpPr>
          <p:nvPr/>
        </p:nvSpPr>
        <p:spPr bwMode="auto">
          <a:xfrm>
            <a:off x="10197842" y="6105297"/>
            <a:ext cx="159691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(</a:t>
            </a:r>
            <a:r>
              <a:rPr lang="zh-CN" altLang="en-US" sz="2800" b="1" dirty="0">
                <a:ea typeface="楷体_GB2312" pitchFamily="49" charset="-122"/>
              </a:rPr>
              <a:t>证明略</a:t>
            </a:r>
            <a:r>
              <a:rPr lang="en-US" altLang="zh-CN" sz="2800" b="1" dirty="0">
                <a:ea typeface="楷体_GB2312" pitchFamily="49" charset="-122"/>
              </a:rPr>
              <a:t>) 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475334" y="5177135"/>
            <a:ext cx="8589218" cy="1503018"/>
            <a:chOff x="2475334" y="5177135"/>
            <a:chExt cx="8589218" cy="1503018"/>
          </a:xfrm>
        </p:grpSpPr>
        <p:sp>
          <p:nvSpPr>
            <p:cNvPr id="2" name="矩形 1"/>
            <p:cNvSpPr/>
            <p:nvPr/>
          </p:nvSpPr>
          <p:spPr>
            <a:xfrm>
              <a:off x="2475334" y="5177135"/>
              <a:ext cx="8589218" cy="138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b="1" dirty="0" smtClean="0">
                  <a:latin typeface="宋体" panose="02010600030101010101" pitchFamily="2" charset="-122"/>
                </a:rPr>
                <a:t>即，对于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任意给定的正数</a:t>
              </a:r>
              <a:r>
                <a:rPr lang="en-US" altLang="zh-CN" sz="2800" b="1" i="1" dirty="0">
                  <a:latin typeface="宋体" panose="02010600030101010101" pitchFamily="2" charset="-122"/>
                </a:rPr>
                <a:t>ε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，总存在正数</a:t>
              </a:r>
              <a:r>
                <a:rPr lang="en-US" altLang="zh-CN" sz="2800" b="1" i="1" dirty="0">
                  <a:latin typeface="宋体" panose="02010600030101010101" pitchFamily="2" charset="-122"/>
                </a:rPr>
                <a:t>δ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，使得对于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上</a:t>
              </a:r>
              <a:r>
                <a:rPr lang="zh-CN" altLang="en-US" sz="2800" b="1" dirty="0" smtClean="0">
                  <a:latin typeface="宋体" panose="02010600030101010101" pitchFamily="2" charset="-122"/>
                </a:rPr>
                <a:t>的</a:t>
              </a:r>
              <a:r>
                <a:rPr lang="zh-CN" altLang="en-US" sz="2800" b="1" dirty="0">
                  <a:latin typeface="宋体" panose="02010600030101010101" pitchFamily="2" charset="-122"/>
                </a:rPr>
                <a:t>任意二点     ，只要当       时，都有</a:t>
              </a:r>
            </a:p>
            <a:p>
              <a:endParaRPr lang="zh-CN" altLang="en-US" sz="2800" b="1" dirty="0">
                <a:latin typeface="宋体" panose="02010600030101010101" pitchFamily="2" charset="-122"/>
              </a:endParaRPr>
            </a:p>
          </p:txBody>
        </p:sp>
        <p:graphicFrame>
          <p:nvGraphicFramePr>
            <p:cNvPr id="19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12536379"/>
                </p:ext>
              </p:extLst>
            </p:nvPr>
          </p:nvGraphicFramePr>
          <p:xfrm>
            <a:off x="5358696" y="5660091"/>
            <a:ext cx="826536" cy="5130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66" name="Equation" r:id="rId15" imgW="368280" imgH="228600" progId="Equation.DSMT4">
                    <p:embed/>
                  </p:oleObj>
                </mc:Choice>
                <mc:Fallback>
                  <p:oleObj name="Equation" r:id="rId15" imgW="3682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58696" y="5660091"/>
                          <a:ext cx="826536" cy="5130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43776811"/>
                </p:ext>
              </p:extLst>
            </p:nvPr>
          </p:nvGraphicFramePr>
          <p:xfrm>
            <a:off x="7645635" y="5628632"/>
            <a:ext cx="1298575" cy="517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67" name="Equation" r:id="rId17" imgW="634680" imgH="253800" progId="Equation.DSMT4">
                    <p:embed/>
                  </p:oleObj>
                </mc:Choice>
                <mc:Fallback>
                  <p:oleObj name="Equation" r:id="rId17" imgW="63468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45635" y="5628632"/>
                          <a:ext cx="1298575" cy="5175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83935065"/>
                </p:ext>
              </p:extLst>
            </p:nvPr>
          </p:nvGraphicFramePr>
          <p:xfrm>
            <a:off x="3602423" y="6084840"/>
            <a:ext cx="3101975" cy="595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68" name="Equation" r:id="rId19" imgW="1257120" imgH="241200" progId="Equation.DSMT4">
                    <p:embed/>
                  </p:oleObj>
                </mc:Choice>
                <mc:Fallback>
                  <p:oleObj name="Equation" r:id="rId19" imgW="12571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2423" y="6084840"/>
                          <a:ext cx="3101975" cy="5953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065194443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7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7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7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7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7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7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77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7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7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7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7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7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7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77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577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698" grpId="0" build="p" autoUpdateAnimBg="0"/>
      <p:bldP spid="157708" grpId="0" autoUpdateAnimBg="0"/>
      <p:bldP spid="157710" grpId="0" autoUpdateAnimBg="0"/>
      <p:bldP spid="157711" grpId="0" autoUpdateAnimBg="0"/>
      <p:bldP spid="157714" grpId="0" build="p" autoUpdateAnimBg="0"/>
      <p:bldP spid="157715" grpId="0" build="p" autoUpdateAnimBg="0"/>
      <p:bldP spid="157716" grpId="0" build="p" autoUpdateAnimBg="0"/>
      <p:bldP spid="157717" grpId="0" build="p" autoUpdateAnimBg="0"/>
      <p:bldP spid="157719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722" name="Group 2"/>
          <p:cNvGrpSpPr>
            <a:grpSpLocks/>
          </p:cNvGrpSpPr>
          <p:nvPr/>
        </p:nvGrpSpPr>
        <p:grpSpPr bwMode="auto">
          <a:xfrm>
            <a:off x="7924800" y="4495800"/>
            <a:ext cx="1366838" cy="1366838"/>
            <a:chOff x="3219" y="2592"/>
            <a:chExt cx="861" cy="861"/>
          </a:xfrm>
        </p:grpSpPr>
        <p:sp>
          <p:nvSpPr>
            <p:cNvPr id="25641" name="Oval 3"/>
            <p:cNvSpPr>
              <a:spLocks noChangeArrowheads="1"/>
            </p:cNvSpPr>
            <p:nvPr/>
          </p:nvSpPr>
          <p:spPr bwMode="auto">
            <a:xfrm>
              <a:off x="3219" y="2592"/>
              <a:ext cx="861" cy="861"/>
            </a:xfrm>
            <a:prstGeom prst="ellipse">
              <a:avLst/>
            </a:prstGeom>
            <a:solidFill>
              <a:srgbClr val="0099CC"/>
            </a:solidFill>
            <a:ln w="9525">
              <a:solidFill>
                <a:srgbClr val="0099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642" name="Oval 4"/>
            <p:cNvSpPr>
              <a:spLocks noChangeArrowheads="1"/>
            </p:cNvSpPr>
            <p:nvPr/>
          </p:nvSpPr>
          <p:spPr bwMode="auto">
            <a:xfrm>
              <a:off x="3350" y="2720"/>
              <a:ext cx="603" cy="60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99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2560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0825992"/>
              </p:ext>
            </p:extLst>
          </p:nvPr>
        </p:nvGraphicFramePr>
        <p:xfrm>
          <a:off x="3488457" y="601663"/>
          <a:ext cx="240030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64" name="公式" r:id="rId3" imgW="2390627" imgH="1143039" progId="Equation.3">
                  <p:embed/>
                </p:oleObj>
              </mc:Choice>
              <mc:Fallback>
                <p:oleObj name="公式" r:id="rId3" imgW="2390627" imgH="1143039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8457" y="601663"/>
                        <a:ext cx="2400300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726" name="Text Box 6"/>
          <p:cNvSpPr txBox="1">
            <a:spLocks noChangeArrowheads="1"/>
          </p:cNvSpPr>
          <p:nvPr/>
        </p:nvSpPr>
        <p:spPr bwMode="auto">
          <a:xfrm>
            <a:off x="2209800" y="1843088"/>
            <a:ext cx="1752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en-US" altLang="zh-CN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原式</a:t>
            </a:r>
            <a:endParaRPr lang="zh-CN" altLang="en-US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58727" name="Object 7"/>
          <p:cNvGraphicFramePr>
            <a:graphicFrameLocks noChangeAspect="1"/>
          </p:cNvGraphicFramePr>
          <p:nvPr/>
        </p:nvGraphicFramePr>
        <p:xfrm>
          <a:off x="3841750" y="1606550"/>
          <a:ext cx="32131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65" name="公式" r:id="rId5" imgW="3200574" imgH="1200034" progId="Equation.3">
                  <p:embed/>
                </p:oleObj>
              </mc:Choice>
              <mc:Fallback>
                <p:oleObj name="公式" r:id="rId5" imgW="3200574" imgH="120003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1750" y="1606550"/>
                        <a:ext cx="3213100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28" name="Object 8"/>
          <p:cNvGraphicFramePr>
            <a:graphicFrameLocks noChangeAspect="1"/>
          </p:cNvGraphicFramePr>
          <p:nvPr/>
        </p:nvGraphicFramePr>
        <p:xfrm>
          <a:off x="9683750" y="1725613"/>
          <a:ext cx="520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66" name="公式" r:id="rId7" imgW="514285" imgH="819137" progId="Equation.3">
                  <p:embed/>
                </p:oleObj>
              </mc:Choice>
              <mc:Fallback>
                <p:oleObj name="公式" r:id="rId7" imgW="514285" imgH="81913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83750" y="1725613"/>
                        <a:ext cx="5207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7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2219325" y="760412"/>
            <a:ext cx="1676400" cy="609600"/>
          </a:xfrm>
        </p:spPr>
        <p:txBody>
          <a:bodyPr/>
          <a:lstStyle/>
          <a:p>
            <a:pPr algn="l" eaLnBrk="1" hangingPunct="1"/>
            <a:r>
              <a:rPr lang="zh-CN" altLang="en-US" sz="28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9</a:t>
            </a:r>
            <a:r>
              <a:rPr lang="en-US" altLang="zh-CN" sz="2800" b="1" dirty="0" smtClean="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en-US" sz="28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求</a:t>
            </a:r>
          </a:p>
        </p:txBody>
      </p:sp>
      <p:graphicFrame>
        <p:nvGraphicFramePr>
          <p:cNvPr id="15873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5511517"/>
              </p:ext>
            </p:extLst>
          </p:nvPr>
        </p:nvGraphicFramePr>
        <p:xfrm>
          <a:off x="4328386" y="2974181"/>
          <a:ext cx="42926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67" name="公式" r:id="rId9" imgW="4286402" imgH="1057198" progId="Equation.3">
                  <p:embed/>
                </p:oleObj>
              </mc:Choice>
              <mc:Fallback>
                <p:oleObj name="公式" r:id="rId9" imgW="4286402" imgH="1057198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8386" y="2974181"/>
                        <a:ext cx="4292600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31" name="Object 11"/>
          <p:cNvGraphicFramePr>
            <a:graphicFrameLocks noChangeAspect="1"/>
          </p:cNvGraphicFramePr>
          <p:nvPr/>
        </p:nvGraphicFramePr>
        <p:xfrm>
          <a:off x="3327400" y="3886200"/>
          <a:ext cx="23241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68" name="公式" r:id="rId11" imgW="2314629" imgH="609574" progId="Equation.3">
                  <p:embed/>
                </p:oleObj>
              </mc:Choice>
              <mc:Fallback>
                <p:oleObj name="公式" r:id="rId11" imgW="2314629" imgH="60957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7400" y="3886200"/>
                        <a:ext cx="2324100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32" name="Object 12"/>
          <p:cNvGraphicFramePr>
            <a:graphicFrameLocks noChangeAspect="1"/>
          </p:cNvGraphicFramePr>
          <p:nvPr/>
        </p:nvGraphicFramePr>
        <p:xfrm>
          <a:off x="4432300" y="5029200"/>
          <a:ext cx="2222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69" name="公式" r:id="rId13" imgW="2209829" imgH="495236" progId="Equation.3">
                  <p:embed/>
                </p:oleObj>
              </mc:Choice>
              <mc:Fallback>
                <p:oleObj name="公式" r:id="rId13" imgW="2209829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2300" y="5029200"/>
                        <a:ext cx="2222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733" name="Text Box 13"/>
          <p:cNvSpPr txBox="1">
            <a:spLocks noChangeArrowheads="1"/>
          </p:cNvSpPr>
          <p:nvPr/>
        </p:nvSpPr>
        <p:spPr bwMode="auto">
          <a:xfrm>
            <a:off x="2152452" y="3194116"/>
            <a:ext cx="227984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FF0000"/>
                </a:solidFill>
                <a:ea typeface="楷体_GB2312" pitchFamily="49" charset="-122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ea typeface="楷体_GB2312" pitchFamily="49" charset="-122"/>
              </a:rPr>
              <a:t>10.</a:t>
            </a:r>
            <a:r>
              <a:rPr lang="en-US" altLang="zh-CN" sz="2800" b="1" dirty="0" smtClean="0">
                <a:ea typeface="楷体_GB2312" pitchFamily="49" charset="-122"/>
              </a:rPr>
              <a:t> </a:t>
            </a:r>
            <a:r>
              <a:rPr lang="zh-CN" altLang="en-US" sz="2800" b="1" dirty="0">
                <a:ea typeface="楷体_GB2312" pitchFamily="49" charset="-122"/>
              </a:rPr>
              <a:t>求函数</a:t>
            </a:r>
          </a:p>
        </p:txBody>
      </p:sp>
      <p:sp>
        <p:nvSpPr>
          <p:cNvPr id="158734" name="Text Box 14"/>
          <p:cNvSpPr txBox="1">
            <a:spLocks noChangeArrowheads="1"/>
          </p:cNvSpPr>
          <p:nvPr/>
        </p:nvSpPr>
        <p:spPr bwMode="auto">
          <a:xfrm>
            <a:off x="8533785" y="3215097"/>
            <a:ext cx="198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的连续域</a:t>
            </a:r>
            <a:r>
              <a:rPr lang="en-US" altLang="zh-CN" sz="2800" b="1" dirty="0">
                <a:ea typeface="楷体_GB2312" pitchFamily="49" charset="-122"/>
              </a:rPr>
              <a:t>.</a:t>
            </a:r>
          </a:p>
        </p:txBody>
      </p:sp>
      <p:sp>
        <p:nvSpPr>
          <p:cNvPr id="158735" name="Text Box 15"/>
          <p:cNvSpPr txBox="1">
            <a:spLocks noChangeArrowheads="1"/>
          </p:cNvSpPr>
          <p:nvPr/>
        </p:nvSpPr>
        <p:spPr bwMode="auto">
          <a:xfrm>
            <a:off x="2219325" y="4119563"/>
            <a:ext cx="914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ea typeface="楷体_GB2312" pitchFamily="49" charset="-122"/>
              </a:rPr>
              <a:t>:</a:t>
            </a:r>
          </a:p>
        </p:txBody>
      </p:sp>
      <p:sp>
        <p:nvSpPr>
          <p:cNvPr id="158736" name="AutoShape 16"/>
          <p:cNvSpPr>
            <a:spLocks/>
          </p:cNvSpPr>
          <p:nvPr/>
        </p:nvSpPr>
        <p:spPr bwMode="auto">
          <a:xfrm>
            <a:off x="3057525" y="40132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58737" name="Object 17"/>
          <p:cNvGraphicFramePr>
            <a:graphicFrameLocks noChangeAspect="1"/>
          </p:cNvGraphicFramePr>
          <p:nvPr/>
        </p:nvGraphicFramePr>
        <p:xfrm>
          <a:off x="3371850" y="4495800"/>
          <a:ext cx="1498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70" name="公式" r:id="rId15" imgW="1485943" imgH="495236" progId="Equation.3">
                  <p:embed/>
                </p:oleObj>
              </mc:Choice>
              <mc:Fallback>
                <p:oleObj name="公式" r:id="rId15" imgW="1485943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1850" y="4495800"/>
                        <a:ext cx="1498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738" name="AutoShape 18"/>
          <p:cNvSpPr>
            <a:spLocks noChangeArrowheads="1"/>
          </p:cNvSpPr>
          <p:nvPr/>
        </p:nvSpPr>
        <p:spPr bwMode="auto">
          <a:xfrm>
            <a:off x="3200400" y="5545138"/>
            <a:ext cx="838200" cy="152400"/>
          </a:xfrm>
          <a:prstGeom prst="rightArrow">
            <a:avLst>
              <a:gd name="adj1" fmla="val 50000"/>
              <a:gd name="adj2" fmla="val 137500"/>
            </a:avLst>
          </a:pr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8739" name="AutoShape 19"/>
          <p:cNvSpPr>
            <a:spLocks/>
          </p:cNvSpPr>
          <p:nvPr/>
        </p:nvSpPr>
        <p:spPr bwMode="auto">
          <a:xfrm>
            <a:off x="4191000" y="5181600"/>
            <a:ext cx="152400" cy="838200"/>
          </a:xfrm>
          <a:prstGeom prst="leftBrace">
            <a:avLst>
              <a:gd name="adj1" fmla="val 458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58740" name="Object 20"/>
          <p:cNvGraphicFramePr>
            <a:graphicFrameLocks noChangeAspect="1"/>
          </p:cNvGraphicFramePr>
          <p:nvPr/>
        </p:nvGraphicFramePr>
        <p:xfrm>
          <a:off x="4445000" y="5588000"/>
          <a:ext cx="977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71" name="公式" r:id="rId17" imgW="971658" imgH="495236" progId="Equation.3">
                  <p:embed/>
                </p:oleObj>
              </mc:Choice>
              <mc:Fallback>
                <p:oleObj name="公式" r:id="rId17" imgW="971658" imgH="49523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000" y="5588000"/>
                        <a:ext cx="9779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8741" name="Object 21"/>
          <p:cNvGraphicFramePr>
            <a:graphicFrameLocks noChangeAspect="1"/>
          </p:cNvGraphicFramePr>
          <p:nvPr/>
        </p:nvGraphicFramePr>
        <p:xfrm>
          <a:off x="7061200" y="1689100"/>
          <a:ext cx="2578100" cy="1130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72" name="公式" r:id="rId19" imgW="2571772" imgH="1123924" progId="Equation.3">
                  <p:embed/>
                </p:oleObj>
              </mc:Choice>
              <mc:Fallback>
                <p:oleObj name="公式" r:id="rId19" imgW="2571772" imgH="11239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1200" y="1689100"/>
                        <a:ext cx="2578100" cy="1130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8748" name="Freeform 28"/>
          <p:cNvSpPr>
            <a:spLocks/>
          </p:cNvSpPr>
          <p:nvPr/>
        </p:nvSpPr>
        <p:spPr bwMode="auto">
          <a:xfrm>
            <a:off x="8597900" y="4572000"/>
            <a:ext cx="1003300" cy="1219200"/>
          </a:xfrm>
          <a:custGeom>
            <a:avLst/>
            <a:gdLst>
              <a:gd name="T0" fmla="*/ 850900 w 632"/>
              <a:gd name="T1" fmla="*/ 0 h 768"/>
              <a:gd name="T2" fmla="*/ 165100 w 632"/>
              <a:gd name="T3" fmla="*/ 304800 h 768"/>
              <a:gd name="T4" fmla="*/ 12700 w 632"/>
              <a:gd name="T5" fmla="*/ 609600 h 768"/>
              <a:gd name="T6" fmla="*/ 241300 w 632"/>
              <a:gd name="T7" fmla="*/ 914400 h 768"/>
              <a:gd name="T8" fmla="*/ 1003300 w 632"/>
              <a:gd name="T9" fmla="*/ 1219200 h 7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32" h="768">
                <a:moveTo>
                  <a:pt x="536" y="0"/>
                </a:moveTo>
                <a:cubicBezTo>
                  <a:pt x="364" y="64"/>
                  <a:pt x="192" y="128"/>
                  <a:pt x="104" y="192"/>
                </a:cubicBezTo>
                <a:cubicBezTo>
                  <a:pt x="16" y="256"/>
                  <a:pt x="0" y="320"/>
                  <a:pt x="8" y="384"/>
                </a:cubicBezTo>
                <a:cubicBezTo>
                  <a:pt x="16" y="448"/>
                  <a:pt x="48" y="512"/>
                  <a:pt x="152" y="576"/>
                </a:cubicBezTo>
                <a:cubicBezTo>
                  <a:pt x="256" y="640"/>
                  <a:pt x="444" y="704"/>
                  <a:pt x="632" y="768"/>
                </a:cubicBezTo>
              </a:path>
            </a:pathLst>
          </a:cu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58749" name="Object 29"/>
          <p:cNvGraphicFramePr>
            <a:graphicFrameLocks noChangeAspect="1"/>
          </p:cNvGraphicFramePr>
          <p:nvPr/>
        </p:nvGraphicFramePr>
        <p:xfrm>
          <a:off x="9309101" y="5257801"/>
          <a:ext cx="1508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73" name="Equation" r:id="rId21" imgW="209601" imgH="295404" progId="Equation.3">
                  <p:embed/>
                </p:oleObj>
              </mc:Choice>
              <mc:Fallback>
                <p:oleObj name="Equation" r:id="rId21" imgW="209601" imgH="29540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09101" y="5257801"/>
                        <a:ext cx="150813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8750" name="Group 30"/>
          <p:cNvGrpSpPr>
            <a:grpSpLocks/>
          </p:cNvGrpSpPr>
          <p:nvPr/>
        </p:nvGrpSpPr>
        <p:grpSpPr bwMode="auto">
          <a:xfrm>
            <a:off x="8616951" y="4724401"/>
            <a:ext cx="682625" cy="925513"/>
            <a:chOff x="656" y="1584"/>
            <a:chExt cx="1722" cy="2331"/>
          </a:xfrm>
        </p:grpSpPr>
        <p:sp>
          <p:nvSpPr>
            <p:cNvPr id="25637" name="Arc 31"/>
            <p:cNvSpPr>
              <a:spLocks/>
            </p:cNvSpPr>
            <p:nvPr/>
          </p:nvSpPr>
          <p:spPr bwMode="auto">
            <a:xfrm>
              <a:off x="656" y="1602"/>
              <a:ext cx="1722" cy="2294"/>
            </a:xfrm>
            <a:custGeom>
              <a:avLst/>
              <a:gdLst>
                <a:gd name="T0" fmla="*/ 1255 w 21600"/>
                <a:gd name="T1" fmla="*/ 0 h 28742"/>
                <a:gd name="T2" fmla="*/ 1314 w 21600"/>
                <a:gd name="T3" fmla="*/ 2294 h 28742"/>
                <a:gd name="T4" fmla="*/ 0 w 21600"/>
                <a:gd name="T5" fmla="*/ 1180 h 287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8742" fill="none" extrusionOk="0">
                  <a:moveTo>
                    <a:pt x="15746" y="0"/>
                  </a:moveTo>
                  <a:cubicBezTo>
                    <a:pt x="19507" y="4004"/>
                    <a:pt x="21600" y="9291"/>
                    <a:pt x="21600" y="14785"/>
                  </a:cubicBezTo>
                  <a:cubicBezTo>
                    <a:pt x="21600" y="19895"/>
                    <a:pt x="19787" y="24841"/>
                    <a:pt x="16485" y="28742"/>
                  </a:cubicBezTo>
                </a:path>
                <a:path w="21600" h="28742" stroke="0" extrusionOk="0">
                  <a:moveTo>
                    <a:pt x="15746" y="0"/>
                  </a:moveTo>
                  <a:cubicBezTo>
                    <a:pt x="19507" y="4004"/>
                    <a:pt x="21600" y="9291"/>
                    <a:pt x="21600" y="14785"/>
                  </a:cubicBezTo>
                  <a:cubicBezTo>
                    <a:pt x="21600" y="19895"/>
                    <a:pt x="19787" y="24841"/>
                    <a:pt x="16485" y="28742"/>
                  </a:cubicBezTo>
                  <a:lnTo>
                    <a:pt x="0" y="14785"/>
                  </a:lnTo>
                  <a:lnTo>
                    <a:pt x="15746" y="0"/>
                  </a:lnTo>
                  <a:close/>
                </a:path>
              </a:pathLst>
            </a:custGeom>
            <a:solidFill>
              <a:schemeClr val="hlink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8" name="Arc 32"/>
            <p:cNvSpPr>
              <a:spLocks/>
            </p:cNvSpPr>
            <p:nvPr/>
          </p:nvSpPr>
          <p:spPr bwMode="auto">
            <a:xfrm>
              <a:off x="672" y="1840"/>
              <a:ext cx="1208" cy="1850"/>
            </a:xfrm>
            <a:custGeom>
              <a:avLst/>
              <a:gdLst>
                <a:gd name="T0" fmla="*/ 711 w 21600"/>
                <a:gd name="T1" fmla="*/ 0 h 33122"/>
                <a:gd name="T2" fmla="*/ 832 w 21600"/>
                <a:gd name="T3" fmla="*/ 1850 h 33122"/>
                <a:gd name="T4" fmla="*/ 0 w 21600"/>
                <a:gd name="T5" fmla="*/ 975 h 331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33122" fill="none" extrusionOk="0">
                  <a:moveTo>
                    <a:pt x="12720" y="0"/>
                  </a:moveTo>
                  <a:cubicBezTo>
                    <a:pt x="18300" y="4065"/>
                    <a:pt x="21600" y="10553"/>
                    <a:pt x="21600" y="17457"/>
                  </a:cubicBezTo>
                  <a:cubicBezTo>
                    <a:pt x="21600" y="23380"/>
                    <a:pt x="19167" y="29043"/>
                    <a:pt x="14871" y="33121"/>
                  </a:cubicBezTo>
                </a:path>
                <a:path w="21600" h="33122" stroke="0" extrusionOk="0">
                  <a:moveTo>
                    <a:pt x="12720" y="0"/>
                  </a:moveTo>
                  <a:cubicBezTo>
                    <a:pt x="18300" y="4065"/>
                    <a:pt x="21600" y="10553"/>
                    <a:pt x="21600" y="17457"/>
                  </a:cubicBezTo>
                  <a:cubicBezTo>
                    <a:pt x="21600" y="23380"/>
                    <a:pt x="19167" y="29043"/>
                    <a:pt x="14871" y="33121"/>
                  </a:cubicBezTo>
                  <a:lnTo>
                    <a:pt x="0" y="17457"/>
                  </a:lnTo>
                  <a:lnTo>
                    <a:pt x="1272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639" name="Freeform 33"/>
            <p:cNvSpPr>
              <a:spLocks/>
            </p:cNvSpPr>
            <p:nvPr/>
          </p:nvSpPr>
          <p:spPr bwMode="auto">
            <a:xfrm>
              <a:off x="1392" y="1584"/>
              <a:ext cx="528" cy="384"/>
            </a:xfrm>
            <a:custGeom>
              <a:avLst/>
              <a:gdLst>
                <a:gd name="T0" fmla="*/ 0 w 528"/>
                <a:gd name="T1" fmla="*/ 240 h 384"/>
                <a:gd name="T2" fmla="*/ 528 w 528"/>
                <a:gd name="T3" fmla="*/ 0 h 384"/>
                <a:gd name="T4" fmla="*/ 144 w 528"/>
                <a:gd name="T5" fmla="*/ 384 h 384"/>
                <a:gd name="T6" fmla="*/ 0 w 528"/>
                <a:gd name="T7" fmla="*/ 240 h 3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8" h="384">
                  <a:moveTo>
                    <a:pt x="0" y="240"/>
                  </a:moveTo>
                  <a:lnTo>
                    <a:pt x="528" y="0"/>
                  </a:lnTo>
                  <a:lnTo>
                    <a:pt x="144" y="384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chemeClr val="hlink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40" name="Freeform 34"/>
            <p:cNvSpPr>
              <a:spLocks/>
            </p:cNvSpPr>
            <p:nvPr/>
          </p:nvSpPr>
          <p:spPr bwMode="auto">
            <a:xfrm flipV="1">
              <a:off x="1488" y="3552"/>
              <a:ext cx="487" cy="363"/>
            </a:xfrm>
            <a:custGeom>
              <a:avLst/>
              <a:gdLst>
                <a:gd name="T0" fmla="*/ 0 w 528"/>
                <a:gd name="T1" fmla="*/ 227 h 384"/>
                <a:gd name="T2" fmla="*/ 487 w 528"/>
                <a:gd name="T3" fmla="*/ 0 h 384"/>
                <a:gd name="T4" fmla="*/ 133 w 528"/>
                <a:gd name="T5" fmla="*/ 363 h 384"/>
                <a:gd name="T6" fmla="*/ 0 w 528"/>
                <a:gd name="T7" fmla="*/ 227 h 38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8" h="384">
                  <a:moveTo>
                    <a:pt x="0" y="240"/>
                  </a:moveTo>
                  <a:lnTo>
                    <a:pt x="528" y="0"/>
                  </a:lnTo>
                  <a:lnTo>
                    <a:pt x="144" y="384"/>
                  </a:lnTo>
                  <a:lnTo>
                    <a:pt x="0" y="240"/>
                  </a:lnTo>
                  <a:close/>
                </a:path>
              </a:pathLst>
            </a:custGeom>
            <a:solidFill>
              <a:schemeClr val="hlink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8755" name="Group 35"/>
          <p:cNvGrpSpPr>
            <a:grpSpLocks/>
          </p:cNvGrpSpPr>
          <p:nvPr/>
        </p:nvGrpSpPr>
        <p:grpSpPr bwMode="auto">
          <a:xfrm>
            <a:off x="7620000" y="4114800"/>
            <a:ext cx="2209800" cy="1905000"/>
            <a:chOff x="3840" y="2592"/>
            <a:chExt cx="1392" cy="1200"/>
          </a:xfrm>
        </p:grpSpPr>
        <p:sp>
          <p:nvSpPr>
            <p:cNvPr id="25632" name="Line 36"/>
            <p:cNvSpPr>
              <a:spLocks noChangeShapeType="1"/>
            </p:cNvSpPr>
            <p:nvPr/>
          </p:nvSpPr>
          <p:spPr bwMode="auto">
            <a:xfrm>
              <a:off x="3840" y="3264"/>
              <a:ext cx="13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33" name="Line 37"/>
            <p:cNvSpPr>
              <a:spLocks noChangeShapeType="1"/>
            </p:cNvSpPr>
            <p:nvPr/>
          </p:nvSpPr>
          <p:spPr bwMode="auto">
            <a:xfrm flipV="1">
              <a:off x="4464" y="2592"/>
              <a:ext cx="0" cy="1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5634" name="Object 38"/>
            <p:cNvGraphicFramePr>
              <a:graphicFrameLocks noChangeAspect="1"/>
            </p:cNvGraphicFramePr>
            <p:nvPr/>
          </p:nvGraphicFramePr>
          <p:xfrm>
            <a:off x="4316" y="3275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74" name="Equation" r:id="rId23" imgW="209601" imgH="228677" progId="Equation.3">
                    <p:embed/>
                  </p:oleObj>
                </mc:Choice>
                <mc:Fallback>
                  <p:oleObj name="Equation" r:id="rId23" imgW="209601" imgH="228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6" y="3275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35" name="Object 39"/>
            <p:cNvGraphicFramePr>
              <a:graphicFrameLocks noChangeAspect="1"/>
            </p:cNvGraphicFramePr>
            <p:nvPr/>
          </p:nvGraphicFramePr>
          <p:xfrm>
            <a:off x="4264" y="2632"/>
            <a:ext cx="15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75" name="Equation" r:id="rId25" imgW="228687" imgH="304787" progId="Equation.3">
                    <p:embed/>
                  </p:oleObj>
                </mc:Choice>
                <mc:Fallback>
                  <p:oleObj name="Equation" r:id="rId25" imgW="228687" imgH="30478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4" y="2632"/>
                          <a:ext cx="15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636" name="Object 40"/>
            <p:cNvGraphicFramePr>
              <a:graphicFrameLocks noChangeAspect="1"/>
            </p:cNvGraphicFramePr>
            <p:nvPr/>
          </p:nvGraphicFramePr>
          <p:xfrm>
            <a:off x="5084" y="3312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76" name="Equation" r:id="rId27" imgW="218970" imgH="228677" progId="Equation.3">
                    <p:embed/>
                  </p:oleObj>
                </mc:Choice>
                <mc:Fallback>
                  <p:oleObj name="Equation" r:id="rId27" imgW="218970" imgH="22867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4" y="3312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8761" name="Object 41"/>
          <p:cNvGraphicFramePr>
            <a:graphicFrameLocks noChangeAspect="1"/>
          </p:cNvGraphicFramePr>
          <p:nvPr/>
        </p:nvGraphicFramePr>
        <p:xfrm>
          <a:off x="8729664" y="5219700"/>
          <a:ext cx="338137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77" name="Equation" r:id="rId29" imgW="476113" imgH="371514" progId="Equation.3">
                  <p:embed/>
                </p:oleObj>
              </mc:Choice>
              <mc:Fallback>
                <p:oleObj name="Equation" r:id="rId29" imgW="476113" imgH="37151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29664" y="5219700"/>
                        <a:ext cx="338137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27830289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8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8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8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8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8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8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8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8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8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8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58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8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58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58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58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58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58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58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58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58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158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6" grpId="0" autoUpdateAnimBg="0"/>
      <p:bldP spid="158733" grpId="0" autoUpdateAnimBg="0"/>
      <p:bldP spid="158734" grpId="0" autoUpdateAnimBg="0"/>
      <p:bldP spid="158735" grpId="0" autoUpdateAnimBg="0"/>
      <p:bldP spid="158736" grpId="0" animBg="1"/>
      <p:bldP spid="158738" grpId="0" animBg="1"/>
      <p:bldP spid="158739" grpId="0" animBg="1"/>
      <p:bldP spid="15874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51883" y="320676"/>
            <a:ext cx="2265977" cy="685800"/>
          </a:xfrm>
          <a:noFill/>
          <a:ln w="19050">
            <a:solidFill>
              <a:srgbClr val="FF0000"/>
            </a:solidFill>
            <a:miter lim="800000"/>
            <a:headEnd/>
            <a:tailEnd/>
          </a:ln>
          <a:extLst/>
        </p:spPr>
        <p:txBody>
          <a:bodyPr/>
          <a:lstStyle/>
          <a:p>
            <a:pPr algn="ctr" eaLnBrk="1" hangingPunct="1"/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内容小结</a:t>
            </a:r>
          </a:p>
        </p:txBody>
      </p:sp>
      <p:sp>
        <p:nvSpPr>
          <p:cNvPr id="159747" name="Text Box 3"/>
          <p:cNvSpPr txBox="1">
            <a:spLocks noChangeArrowheads="1"/>
          </p:cNvSpPr>
          <p:nvPr/>
        </p:nvSpPr>
        <p:spPr bwMode="auto">
          <a:xfrm>
            <a:off x="2244726" y="1295401"/>
            <a:ext cx="15668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1. </a:t>
            </a:r>
            <a:r>
              <a:rPr lang="zh-CN" altLang="en-US" sz="2800" b="1">
                <a:ea typeface="楷体_GB2312" pitchFamily="49" charset="-122"/>
              </a:rPr>
              <a:t>区域</a:t>
            </a:r>
          </a:p>
        </p:txBody>
      </p:sp>
      <p:sp>
        <p:nvSpPr>
          <p:cNvPr id="159748" name="Text Box 4"/>
          <p:cNvSpPr txBox="1">
            <a:spLocks noChangeArrowheads="1"/>
          </p:cNvSpPr>
          <p:nvPr/>
        </p:nvSpPr>
        <p:spPr bwMode="auto">
          <a:xfrm>
            <a:off x="2703513" y="1806576"/>
            <a:ext cx="1524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邻域 </a:t>
            </a:r>
            <a:r>
              <a:rPr lang="en-US" altLang="zh-CN" sz="2800" b="1">
                <a:ea typeface="楷体_GB2312" pitchFamily="49" charset="-122"/>
              </a:rPr>
              <a:t>:</a:t>
            </a:r>
          </a:p>
        </p:txBody>
      </p:sp>
      <p:graphicFrame>
        <p:nvGraphicFramePr>
          <p:cNvPr id="159749" name="Object 5"/>
          <p:cNvGraphicFramePr>
            <a:graphicFrameLocks noChangeAspect="1"/>
          </p:cNvGraphicFramePr>
          <p:nvPr/>
        </p:nvGraphicFramePr>
        <p:xfrm>
          <a:off x="4057650" y="1879600"/>
          <a:ext cx="1333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5" name="公式" r:id="rId3" imgW="1323885" imgH="419126" progId="Equation.3">
                  <p:embed/>
                </p:oleObj>
              </mc:Choice>
              <mc:Fallback>
                <p:oleObj name="公式" r:id="rId3" imgW="1323885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7650" y="1879600"/>
                        <a:ext cx="1333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50" name="Object 6"/>
          <p:cNvGraphicFramePr>
            <a:graphicFrameLocks noChangeAspect="1"/>
          </p:cNvGraphicFramePr>
          <p:nvPr/>
        </p:nvGraphicFramePr>
        <p:xfrm>
          <a:off x="5567363" y="1649413"/>
          <a:ext cx="12192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6" name="公式" r:id="rId5" imgW="1209715" imgH="685684" progId="Equation.3">
                  <p:embed/>
                </p:oleObj>
              </mc:Choice>
              <mc:Fallback>
                <p:oleObj name="公式" r:id="rId5" imgW="1209715" imgH="68568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7363" y="1649413"/>
                        <a:ext cx="12192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51" name="Text Box 7"/>
          <p:cNvSpPr txBox="1">
            <a:spLocks noChangeArrowheads="1"/>
          </p:cNvSpPr>
          <p:nvPr/>
        </p:nvSpPr>
        <p:spPr bwMode="auto">
          <a:xfrm>
            <a:off x="2703513" y="2347913"/>
            <a:ext cx="1371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区域</a:t>
            </a:r>
          </a:p>
        </p:txBody>
      </p:sp>
      <p:sp>
        <p:nvSpPr>
          <p:cNvPr id="159752" name="Line 8"/>
          <p:cNvSpPr>
            <a:spLocks noChangeShapeType="1"/>
          </p:cNvSpPr>
          <p:nvPr/>
        </p:nvSpPr>
        <p:spPr bwMode="auto">
          <a:xfrm>
            <a:off x="3998913" y="2652714"/>
            <a:ext cx="84931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9753" name="Text Box 9"/>
          <p:cNvSpPr txBox="1">
            <a:spLocks noChangeArrowheads="1"/>
          </p:cNvSpPr>
          <p:nvPr/>
        </p:nvSpPr>
        <p:spPr bwMode="auto">
          <a:xfrm>
            <a:off x="4913314" y="2347913"/>
            <a:ext cx="20970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连通的开集</a:t>
            </a:r>
          </a:p>
        </p:txBody>
      </p:sp>
      <p:sp>
        <p:nvSpPr>
          <p:cNvPr id="159754" name="Text Box 10"/>
          <p:cNvSpPr txBox="1">
            <a:spLocks noChangeArrowheads="1"/>
          </p:cNvSpPr>
          <p:nvPr/>
        </p:nvSpPr>
        <p:spPr bwMode="auto">
          <a:xfrm>
            <a:off x="2703513" y="2930526"/>
            <a:ext cx="736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sz="2800" b="1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en-US" altLang="zh-CN" sz="2800" b="1">
                <a:ea typeface="楷体_GB2312" pitchFamily="49" charset="-122"/>
              </a:rPr>
              <a:t> </a:t>
            </a:r>
          </a:p>
        </p:txBody>
      </p:sp>
      <p:graphicFrame>
        <p:nvGraphicFramePr>
          <p:cNvPr id="159755" name="Object 11"/>
          <p:cNvGraphicFramePr>
            <a:graphicFrameLocks noChangeAspect="1"/>
          </p:cNvGraphicFramePr>
          <p:nvPr/>
        </p:nvGraphicFramePr>
        <p:xfrm>
          <a:off x="3090863" y="2930525"/>
          <a:ext cx="11811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7" name="公式" r:id="rId7" imgW="1171542" imgH="438240" progId="Equation.3">
                  <p:embed/>
                </p:oleObj>
              </mc:Choice>
              <mc:Fallback>
                <p:oleObj name="公式" r:id="rId7" imgW="1171542" imgH="438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0863" y="2930525"/>
                        <a:ext cx="11811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56" name="Text Box 12"/>
          <p:cNvSpPr txBox="1">
            <a:spLocks noChangeArrowheads="1"/>
          </p:cNvSpPr>
          <p:nvPr/>
        </p:nvSpPr>
        <p:spPr bwMode="auto">
          <a:xfrm>
            <a:off x="2244726" y="3478213"/>
            <a:ext cx="27844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2. </a:t>
            </a:r>
            <a:r>
              <a:rPr lang="zh-CN" altLang="en-US" sz="2800" b="1" dirty="0">
                <a:ea typeface="楷体_GB2312" pitchFamily="49" charset="-122"/>
              </a:rPr>
              <a:t>多元函数概念</a:t>
            </a:r>
          </a:p>
        </p:txBody>
      </p:sp>
      <p:sp>
        <p:nvSpPr>
          <p:cNvPr id="159757" name="Text Box 13"/>
          <p:cNvSpPr txBox="1">
            <a:spLocks noChangeArrowheads="1"/>
          </p:cNvSpPr>
          <p:nvPr/>
        </p:nvSpPr>
        <p:spPr bwMode="auto">
          <a:xfrm>
            <a:off x="2643189" y="4011613"/>
            <a:ext cx="18002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i="1">
                <a:ea typeface="楷体_GB2312" pitchFamily="49" charset="-122"/>
              </a:rPr>
              <a:t>n</a:t>
            </a:r>
            <a:r>
              <a:rPr lang="en-US" altLang="zh-CN" sz="2800" b="1">
                <a:ea typeface="楷体_GB2312" pitchFamily="49" charset="-122"/>
              </a:rPr>
              <a:t> </a:t>
            </a:r>
            <a:r>
              <a:rPr lang="zh-CN" altLang="en-US" sz="2800" b="1">
                <a:ea typeface="楷体_GB2312" pitchFamily="49" charset="-122"/>
              </a:rPr>
              <a:t>元函数</a:t>
            </a:r>
          </a:p>
        </p:txBody>
      </p:sp>
      <p:graphicFrame>
        <p:nvGraphicFramePr>
          <p:cNvPr id="159758" name="Object 14"/>
          <p:cNvGraphicFramePr>
            <a:graphicFrameLocks noChangeAspect="1"/>
          </p:cNvGraphicFramePr>
          <p:nvPr/>
        </p:nvGraphicFramePr>
        <p:xfrm>
          <a:off x="5672138" y="4079875"/>
          <a:ext cx="265271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8" name="公式" r:id="rId9" imgW="2648116" imgH="419126" progId="Equation.3">
                  <p:embed/>
                </p:oleObj>
              </mc:Choice>
              <mc:Fallback>
                <p:oleObj name="公式" r:id="rId9" imgW="2648116" imgH="41912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2138" y="4079875"/>
                        <a:ext cx="265271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59" name="Text Box 15"/>
          <p:cNvSpPr txBox="1">
            <a:spLocks noChangeArrowheads="1"/>
          </p:cNvSpPr>
          <p:nvPr/>
        </p:nvSpPr>
        <p:spPr bwMode="auto">
          <a:xfrm>
            <a:off x="2495550" y="5445126"/>
            <a:ext cx="1085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常用</a:t>
            </a:r>
          </a:p>
        </p:txBody>
      </p:sp>
      <p:sp>
        <p:nvSpPr>
          <p:cNvPr id="159760" name="AutoShape 16"/>
          <p:cNvSpPr>
            <a:spLocks/>
          </p:cNvSpPr>
          <p:nvPr/>
        </p:nvSpPr>
        <p:spPr bwMode="auto">
          <a:xfrm>
            <a:off x="3352801" y="5224463"/>
            <a:ext cx="163513" cy="982662"/>
          </a:xfrm>
          <a:prstGeom prst="leftBrace">
            <a:avLst>
              <a:gd name="adj1" fmla="val 50081"/>
              <a:gd name="adj2" fmla="val 50000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59761" name="Text Box 17"/>
          <p:cNvSpPr txBox="1">
            <a:spLocks noChangeArrowheads="1"/>
          </p:cNvSpPr>
          <p:nvPr/>
        </p:nvSpPr>
        <p:spPr bwMode="auto">
          <a:xfrm>
            <a:off x="3548064" y="5140326"/>
            <a:ext cx="18891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二元函数</a:t>
            </a:r>
          </a:p>
        </p:txBody>
      </p:sp>
      <p:sp>
        <p:nvSpPr>
          <p:cNvPr id="159762" name="Text Box 18"/>
          <p:cNvSpPr txBox="1">
            <a:spLocks noChangeArrowheads="1"/>
          </p:cNvSpPr>
          <p:nvPr/>
        </p:nvSpPr>
        <p:spPr bwMode="auto">
          <a:xfrm>
            <a:off x="5181600" y="5140326"/>
            <a:ext cx="384333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>
                <a:ea typeface="楷体_GB2312" pitchFamily="49" charset="-122"/>
              </a:rPr>
              <a:t>(</a:t>
            </a:r>
            <a:r>
              <a:rPr lang="zh-CN" altLang="en-US" sz="2800" b="1">
                <a:ea typeface="楷体_GB2312" pitchFamily="49" charset="-122"/>
              </a:rPr>
              <a:t>图形一般为空间曲面</a:t>
            </a:r>
            <a:r>
              <a:rPr lang="en-US" altLang="zh-CN" sz="2800" b="1">
                <a:ea typeface="楷体_GB2312" pitchFamily="49" charset="-122"/>
              </a:rPr>
              <a:t>)</a:t>
            </a:r>
          </a:p>
        </p:txBody>
      </p:sp>
      <p:sp>
        <p:nvSpPr>
          <p:cNvPr id="159763" name="Text Box 19"/>
          <p:cNvSpPr txBox="1">
            <a:spLocks noChangeArrowheads="1"/>
          </p:cNvSpPr>
          <p:nvPr/>
        </p:nvSpPr>
        <p:spPr bwMode="auto">
          <a:xfrm>
            <a:off x="3548063" y="5780088"/>
            <a:ext cx="1828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>
                <a:ea typeface="楷体_GB2312" pitchFamily="49" charset="-122"/>
              </a:rPr>
              <a:t>三元函数</a:t>
            </a:r>
          </a:p>
        </p:txBody>
      </p:sp>
      <p:graphicFrame>
        <p:nvGraphicFramePr>
          <p:cNvPr id="159764" name="Object 20"/>
          <p:cNvGraphicFramePr>
            <a:graphicFrameLocks noChangeAspect="1"/>
          </p:cNvGraphicFramePr>
          <p:nvPr/>
        </p:nvGraphicFramePr>
        <p:xfrm>
          <a:off x="4217988" y="4683125"/>
          <a:ext cx="9271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9" name="公式" r:id="rId11" imgW="914400" imgH="285673" progId="Equation.3">
                  <p:embed/>
                </p:oleObj>
              </mc:Choice>
              <mc:Fallback>
                <p:oleObj name="公式" r:id="rId11" imgW="914400" imgH="285673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7988" y="4683125"/>
                        <a:ext cx="9271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65" name="Object 21"/>
          <p:cNvGraphicFramePr>
            <a:graphicFrameLocks noChangeAspect="1"/>
          </p:cNvGraphicFramePr>
          <p:nvPr/>
        </p:nvGraphicFramePr>
        <p:xfrm>
          <a:off x="4235450" y="4084638"/>
          <a:ext cx="1384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0" name="公式" r:id="rId13" imgW="1371774" imgH="380897" progId="Equation.3">
                  <p:embed/>
                </p:oleObj>
              </mc:Choice>
              <mc:Fallback>
                <p:oleObj name="公式" r:id="rId13" imgW="1371774" imgH="38089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5450" y="4084638"/>
                        <a:ext cx="13843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9766" name="Object 22"/>
          <p:cNvGraphicFramePr>
            <a:graphicFrameLocks noChangeAspect="1"/>
          </p:cNvGraphicFramePr>
          <p:nvPr/>
        </p:nvGraphicFramePr>
        <p:xfrm>
          <a:off x="5213350" y="4562475"/>
          <a:ext cx="800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51" name="公式" r:id="rId15" imgW="790514" imgH="409742" progId="Equation.3">
                  <p:embed/>
                </p:oleObj>
              </mc:Choice>
              <mc:Fallback>
                <p:oleObj name="公式" r:id="rId15" imgW="790514" imgH="40974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3350" y="4562475"/>
                        <a:ext cx="800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9882764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9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9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9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9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9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9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9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9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9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9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9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59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59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59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9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59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59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59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59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59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7" grpId="0" autoUpdateAnimBg="0"/>
      <p:bldP spid="159748" grpId="0" autoUpdateAnimBg="0"/>
      <p:bldP spid="159751" grpId="0" autoUpdateAnimBg="0"/>
      <p:bldP spid="159752" grpId="0" animBg="1"/>
      <p:bldP spid="159753" grpId="0" autoUpdateAnimBg="0"/>
      <p:bldP spid="159754" grpId="0" autoUpdateAnimBg="0"/>
      <p:bldP spid="159756" grpId="0" autoUpdateAnimBg="0"/>
      <p:bldP spid="159757" grpId="0" autoUpdateAnimBg="0"/>
      <p:bldP spid="159759" grpId="0" autoUpdateAnimBg="0"/>
      <p:bldP spid="159760" grpId="0" animBg="1"/>
      <p:bldP spid="159761" grpId="0" autoUpdateAnimBg="0"/>
      <p:bldP spid="159762" grpId="0" autoUpdateAnimBg="0"/>
      <p:bldP spid="159763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07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2641186"/>
              </p:ext>
            </p:extLst>
          </p:nvPr>
        </p:nvGraphicFramePr>
        <p:xfrm>
          <a:off x="2140950" y="1362569"/>
          <a:ext cx="2050050" cy="6530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6" name="Equation" r:id="rId3" imgW="927000" imgH="291960" progId="Equation.DSMT4">
                  <p:embed/>
                </p:oleObj>
              </mc:Choice>
              <mc:Fallback>
                <p:oleObj name="Equation" r:id="rId3" imgW="9270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0950" y="1362569"/>
                        <a:ext cx="2050050" cy="6530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771" name="Line 3"/>
          <p:cNvSpPr>
            <a:spLocks noChangeShapeType="1"/>
          </p:cNvSpPr>
          <p:nvPr/>
        </p:nvSpPr>
        <p:spPr bwMode="auto">
          <a:xfrm>
            <a:off x="4381142" y="1472585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772" name="Line 4"/>
          <p:cNvSpPr>
            <a:spLocks noChangeShapeType="1"/>
          </p:cNvSpPr>
          <p:nvPr/>
        </p:nvSpPr>
        <p:spPr bwMode="auto">
          <a:xfrm>
            <a:off x="4381142" y="1672639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607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1867524"/>
              </p:ext>
            </p:extLst>
          </p:nvPr>
        </p:nvGraphicFramePr>
        <p:xfrm>
          <a:off x="5445347" y="1344534"/>
          <a:ext cx="1058142" cy="4219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7" name="Equation" r:id="rId5" imgW="520560" imgH="203040" progId="Equation.DSMT4">
                  <p:embed/>
                </p:oleObj>
              </mc:Choice>
              <mc:Fallback>
                <p:oleObj name="Equation" r:id="rId5" imgW="520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5347" y="1344534"/>
                        <a:ext cx="1058142" cy="4219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1683210"/>
              </p:ext>
            </p:extLst>
          </p:nvPr>
        </p:nvGraphicFramePr>
        <p:xfrm>
          <a:off x="6602024" y="1375824"/>
          <a:ext cx="964543" cy="3959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8" name="Equation" r:id="rId7" imgW="507960" imgH="203040" progId="Equation.DSMT4">
                  <p:embed/>
                </p:oleObj>
              </mc:Choice>
              <mc:Fallback>
                <p:oleObj name="Equation" r:id="rId7" imgW="507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2024" y="1375824"/>
                        <a:ext cx="964543" cy="3959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77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082883"/>
              </p:ext>
            </p:extLst>
          </p:nvPr>
        </p:nvGraphicFramePr>
        <p:xfrm>
          <a:off x="7753025" y="1304752"/>
          <a:ext cx="2477149" cy="5380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79" name="Equation" r:id="rId9" imgW="1193760" imgH="253800" progId="Equation.DSMT4">
                  <p:embed/>
                </p:oleObj>
              </mc:Choice>
              <mc:Fallback>
                <p:oleObj name="Equation" r:id="rId9" imgW="11937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3025" y="1304752"/>
                        <a:ext cx="2477149" cy="5380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776" name="Text Box 8"/>
          <p:cNvSpPr txBox="1">
            <a:spLocks noChangeArrowheads="1"/>
          </p:cNvSpPr>
          <p:nvPr/>
        </p:nvSpPr>
        <p:spPr bwMode="auto">
          <a:xfrm>
            <a:off x="5295542" y="1789474"/>
            <a:ext cx="76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有</a:t>
            </a:r>
          </a:p>
        </p:txBody>
      </p:sp>
      <p:graphicFrame>
        <p:nvGraphicFramePr>
          <p:cNvPr id="16077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3713618"/>
              </p:ext>
            </p:extLst>
          </p:nvPr>
        </p:nvGraphicFramePr>
        <p:xfrm>
          <a:off x="5838205" y="1794060"/>
          <a:ext cx="1914820" cy="5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80" name="Equation" r:id="rId11" imgW="927000" imgH="241200" progId="Equation.DSMT4">
                  <p:embed/>
                </p:oleObj>
              </mc:Choice>
              <mc:Fallback>
                <p:oleObj name="Equation" r:id="rId11" imgW="92700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8205" y="1794060"/>
                        <a:ext cx="1914820" cy="503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8" name="Rectangle 10"/>
          <p:cNvSpPr>
            <a:spLocks noGrp="1" noChangeArrowheads="1"/>
          </p:cNvSpPr>
          <p:nvPr>
            <p:ph type="title"/>
          </p:nvPr>
        </p:nvSpPr>
        <p:spPr>
          <a:xfrm>
            <a:off x="2080342" y="714938"/>
            <a:ext cx="3135313" cy="533400"/>
          </a:xfrm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3.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多元函数的极限</a:t>
            </a:r>
          </a:p>
        </p:txBody>
      </p:sp>
      <p:sp>
        <p:nvSpPr>
          <p:cNvPr id="160779" name="Text Box 11"/>
          <p:cNvSpPr txBox="1">
            <a:spLocks noChangeArrowheads="1"/>
          </p:cNvSpPr>
          <p:nvPr/>
        </p:nvSpPr>
        <p:spPr bwMode="auto">
          <a:xfrm>
            <a:off x="2230438" y="2297273"/>
            <a:ext cx="3657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4. </a:t>
            </a:r>
            <a:r>
              <a:rPr lang="zh-CN" altLang="en-US" sz="2800" b="1" dirty="0">
                <a:ea typeface="楷体_GB2312" pitchFamily="49" charset="-122"/>
              </a:rPr>
              <a:t>多元函数的连续性</a:t>
            </a:r>
          </a:p>
        </p:txBody>
      </p:sp>
      <p:sp>
        <p:nvSpPr>
          <p:cNvPr id="160780" name="Text Box 12"/>
          <p:cNvSpPr txBox="1">
            <a:spLocks noChangeArrowheads="1"/>
          </p:cNvSpPr>
          <p:nvPr/>
        </p:nvSpPr>
        <p:spPr bwMode="auto">
          <a:xfrm>
            <a:off x="2590800" y="2931891"/>
            <a:ext cx="1600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1) </a:t>
            </a:r>
            <a:r>
              <a:rPr lang="zh-CN" altLang="en-US" sz="2800" b="1" dirty="0">
                <a:ea typeface="楷体_GB2312" pitchFamily="49" charset="-122"/>
              </a:rPr>
              <a:t>函数</a:t>
            </a:r>
          </a:p>
        </p:txBody>
      </p:sp>
      <p:graphicFrame>
        <p:nvGraphicFramePr>
          <p:cNvPr id="16078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3518744"/>
              </p:ext>
            </p:extLst>
          </p:nvPr>
        </p:nvGraphicFramePr>
        <p:xfrm>
          <a:off x="3759345" y="2953765"/>
          <a:ext cx="2343970" cy="51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81" name="Equation" r:id="rId13" imgW="1066680" imgH="228600" progId="Equation.DSMT4">
                  <p:embed/>
                </p:oleObj>
              </mc:Choice>
              <mc:Fallback>
                <p:oleObj name="Equation" r:id="rId13" imgW="1066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9345" y="2953765"/>
                        <a:ext cx="2343970" cy="51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782" name="Line 14"/>
          <p:cNvSpPr>
            <a:spLocks noChangeShapeType="1"/>
          </p:cNvSpPr>
          <p:nvPr/>
        </p:nvSpPr>
        <p:spPr bwMode="auto">
          <a:xfrm>
            <a:off x="6268039" y="306896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0783" name="Line 15"/>
          <p:cNvSpPr>
            <a:spLocks noChangeShapeType="1"/>
          </p:cNvSpPr>
          <p:nvPr/>
        </p:nvSpPr>
        <p:spPr bwMode="auto">
          <a:xfrm>
            <a:off x="6248400" y="3240651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6078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0152692"/>
              </p:ext>
            </p:extLst>
          </p:nvPr>
        </p:nvGraphicFramePr>
        <p:xfrm>
          <a:off x="7271860" y="2857596"/>
          <a:ext cx="2511793" cy="6296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82" name="Equation" r:id="rId15" imgW="1180800" imgH="291960" progId="Equation.DSMT4">
                  <p:embed/>
                </p:oleObj>
              </mc:Choice>
              <mc:Fallback>
                <p:oleObj name="Equation" r:id="rId15" imgW="1180800" imgH="291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1860" y="2857596"/>
                        <a:ext cx="2511793" cy="6296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0785" name="Text Box 17"/>
          <p:cNvSpPr txBox="1">
            <a:spLocks noChangeArrowheads="1"/>
          </p:cNvSpPr>
          <p:nvPr/>
        </p:nvSpPr>
        <p:spPr bwMode="auto">
          <a:xfrm>
            <a:off x="2590800" y="3604965"/>
            <a:ext cx="640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2) </a:t>
            </a:r>
            <a:r>
              <a:rPr lang="zh-CN" altLang="en-US" sz="2800" b="1" dirty="0">
                <a:ea typeface="楷体_GB2312" pitchFamily="49" charset="-122"/>
              </a:rPr>
              <a:t>闭域上的多元连续函数的性质</a:t>
            </a:r>
            <a:r>
              <a:rPr lang="en-US" altLang="zh-CN" sz="2800" b="1" dirty="0">
                <a:ea typeface="楷体_GB2312" pitchFamily="49" charset="-122"/>
              </a:rPr>
              <a:t>:</a:t>
            </a:r>
          </a:p>
        </p:txBody>
      </p:sp>
      <p:sp>
        <p:nvSpPr>
          <p:cNvPr id="160786" name="Text Box 18"/>
          <p:cNvSpPr txBox="1">
            <a:spLocks noChangeArrowheads="1"/>
          </p:cNvSpPr>
          <p:nvPr/>
        </p:nvSpPr>
        <p:spPr bwMode="auto">
          <a:xfrm>
            <a:off x="2946606" y="4193135"/>
            <a:ext cx="228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有界定理 </a:t>
            </a:r>
            <a:r>
              <a:rPr lang="en-US" altLang="zh-CN" sz="2800" b="1" dirty="0">
                <a:ea typeface="楷体_GB2312" pitchFamily="49" charset="-122"/>
              </a:rPr>
              <a:t>;</a:t>
            </a:r>
          </a:p>
        </p:txBody>
      </p:sp>
      <p:sp>
        <p:nvSpPr>
          <p:cNvPr id="160787" name="Text Box 19"/>
          <p:cNvSpPr txBox="1">
            <a:spLocks noChangeArrowheads="1"/>
          </p:cNvSpPr>
          <p:nvPr/>
        </p:nvSpPr>
        <p:spPr bwMode="auto">
          <a:xfrm>
            <a:off x="4977376" y="4193134"/>
            <a:ext cx="2362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最值定理 </a:t>
            </a:r>
            <a:r>
              <a:rPr lang="en-US" altLang="zh-CN" sz="2800" b="1" dirty="0">
                <a:ea typeface="楷体_GB2312" pitchFamily="49" charset="-122"/>
              </a:rPr>
              <a:t>; </a:t>
            </a:r>
          </a:p>
        </p:txBody>
      </p:sp>
      <p:sp>
        <p:nvSpPr>
          <p:cNvPr id="160788" name="Text Box 20"/>
          <p:cNvSpPr txBox="1">
            <a:spLocks noChangeArrowheads="1"/>
          </p:cNvSpPr>
          <p:nvPr/>
        </p:nvSpPr>
        <p:spPr bwMode="auto">
          <a:xfrm>
            <a:off x="7037848" y="4176064"/>
            <a:ext cx="2286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ea typeface="楷体_GB2312" pitchFamily="49" charset="-122"/>
              </a:rPr>
              <a:t>介值定理</a:t>
            </a:r>
          </a:p>
        </p:txBody>
      </p:sp>
      <p:sp>
        <p:nvSpPr>
          <p:cNvPr id="160789" name="Text Box 21"/>
          <p:cNvSpPr txBox="1">
            <a:spLocks noChangeArrowheads="1"/>
          </p:cNvSpPr>
          <p:nvPr/>
        </p:nvSpPr>
        <p:spPr bwMode="auto">
          <a:xfrm>
            <a:off x="2590800" y="4797152"/>
            <a:ext cx="6400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ea typeface="楷体_GB2312" pitchFamily="49" charset="-122"/>
              </a:rPr>
              <a:t>3) </a:t>
            </a:r>
            <a:r>
              <a:rPr lang="zh-CN" altLang="en-US" sz="2800" b="1" dirty="0">
                <a:ea typeface="楷体_GB2312" pitchFamily="49" charset="-122"/>
              </a:rPr>
              <a:t>一切多元初等函数在定义区域内连续</a:t>
            </a:r>
          </a:p>
        </p:txBody>
      </p:sp>
    </p:spTree>
    <p:extLst>
      <p:ext uri="{BB962C8B-B14F-4D97-AF65-F5344CB8AC3E}">
        <p14:creationId xmlns:p14="http://schemas.microsoft.com/office/powerpoint/2010/main" val="178717922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0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0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60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0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0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0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60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0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60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0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0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0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160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60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60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60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60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60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6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1" grpId="0" animBg="1"/>
      <p:bldP spid="160772" grpId="0" animBg="1"/>
      <p:bldP spid="160776" grpId="0" autoUpdateAnimBg="0"/>
      <p:bldP spid="160779" grpId="0" autoUpdateAnimBg="0"/>
      <p:bldP spid="160780" grpId="0" autoUpdateAnimBg="0"/>
      <p:bldP spid="160782" grpId="0" animBg="1"/>
      <p:bldP spid="160783" grpId="0" animBg="1"/>
      <p:bldP spid="160785" grpId="0" autoUpdateAnimBg="0"/>
      <p:bldP spid="160786" grpId="0" autoUpdateAnimBg="0"/>
      <p:bldP spid="160787" grpId="0" autoUpdateAnimBg="0"/>
      <p:bldP spid="160788" grpId="0" autoUpdateAnimBg="0"/>
      <p:bldP spid="160789" grpId="0" autoUpdateAnimBg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effectLst/>
      </a:spPr>
      <a:bodyPr wrap="square">
        <a:spAutoFit/>
        <a:scene3d>
          <a:camera prst="orthographicFront"/>
          <a:lightRig rig="glow" dir="tl">
            <a:rot lat="0" lon="0" rev="5400000"/>
          </a:lightRig>
        </a:scene3d>
        <a:sp3d contourW="12700">
          <a:bevelT w="25400" h="25400"/>
          <a:contourClr>
            <a:schemeClr val="accent6">
              <a:shade val="73000"/>
            </a:schemeClr>
          </a:contourClr>
        </a:sp3d>
      </a:bodyPr>
      <a:lstStyle>
        <a:defPPr algn="ctr">
          <a:defRPr sz="4400" b="1" dirty="0" smtClean="0">
            <a:ln w="11430"/>
            <a:solidFill>
              <a:srgbClr val="002060"/>
            </a:solidFill>
            <a:effectLst>
              <a:outerShdw blurRad="80000" dist="40000" dir="5040000" algn="tl">
                <a:srgbClr val="000000">
                  <a:alpha val="30000"/>
                </a:srgbClr>
              </a:outerShdw>
            </a:effectLst>
            <a:latin typeface="等线" panose="02010600030101010101" pitchFamily="2" charset="-122"/>
            <a:ea typeface="等线" panose="02010600030101010101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5102</TotalTime>
  <Words>1384</Words>
  <Application>Microsoft Office PowerPoint</Application>
  <PresentationFormat>自定义</PresentationFormat>
  <Paragraphs>261</Paragraphs>
  <Slides>33</Slides>
  <Notes>2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33</vt:i4>
      </vt:variant>
    </vt:vector>
  </HeadingPairs>
  <TitlesOfParts>
    <vt:vector size="39" baseType="lpstr">
      <vt:lpstr>Office 主题</vt:lpstr>
      <vt:lpstr>公式</vt:lpstr>
      <vt:lpstr>Equation</vt:lpstr>
      <vt:lpstr>MathType 6.0 Equation</vt:lpstr>
      <vt:lpstr>BMP 图象</vt:lpstr>
      <vt:lpstr>位图图像</vt:lpstr>
      <vt:lpstr>PowerPoint 演示文稿</vt:lpstr>
      <vt:lpstr>PowerPoint 演示文稿</vt:lpstr>
      <vt:lpstr>A.  n 维空间</vt:lpstr>
      <vt:lpstr>PowerPoint 演示文稿</vt:lpstr>
      <vt:lpstr>PowerPoint 演示文稿</vt:lpstr>
      <vt:lpstr>PowerPoint 演示文稿</vt:lpstr>
      <vt:lpstr>C. 区域</vt:lpstr>
      <vt:lpstr>(2) 聚点</vt:lpstr>
      <vt:lpstr>(3)  开区域及闭区域</vt:lpstr>
      <vt:lpstr>例如，在平面上</vt:lpstr>
      <vt:lpstr>PowerPoint 演示文稿</vt:lpstr>
      <vt:lpstr>二、多元函数的概念  </vt:lpstr>
      <vt:lpstr>定义1. </vt:lpstr>
      <vt:lpstr>例如,  二元函数</vt:lpstr>
      <vt:lpstr>三、多元函数的极限</vt:lpstr>
      <vt:lpstr>PowerPoint 演示文稿</vt:lpstr>
      <vt:lpstr>PowerPoint 演示文稿</vt:lpstr>
      <vt:lpstr>例2.  设</vt:lpstr>
      <vt:lpstr>例3. 设</vt:lpstr>
      <vt:lpstr>PowerPoint 演示文稿</vt:lpstr>
      <vt:lpstr>例5.  求</vt:lpstr>
      <vt:lpstr>例6. 讨论函数</vt:lpstr>
      <vt:lpstr>例7. 讨论函数</vt:lpstr>
      <vt:lpstr>PowerPoint 演示文稿</vt:lpstr>
      <vt:lpstr> 二重极限</vt:lpstr>
      <vt:lpstr>PowerPoint 演示文稿</vt:lpstr>
      <vt:lpstr>四、 多元函数的连续性  </vt:lpstr>
      <vt:lpstr>例如, 函数</vt:lpstr>
      <vt:lpstr>PowerPoint 演示文稿</vt:lpstr>
      <vt:lpstr>定理：若 f (P) 在有界闭域 D 上连续, 则</vt:lpstr>
      <vt:lpstr>例9.求</vt:lpstr>
      <vt:lpstr>内容小结</vt:lpstr>
      <vt:lpstr>3. 多元函数的极限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*</dc:creator>
  <cp:lastModifiedBy>math</cp:lastModifiedBy>
  <cp:revision>139</cp:revision>
  <dcterms:created xsi:type="dcterms:W3CDTF">2009-06-13T01:14:34Z</dcterms:created>
  <dcterms:modified xsi:type="dcterms:W3CDTF">2023-02-14T12:38:45Z</dcterms:modified>
</cp:coreProperties>
</file>