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284" r:id="rId3"/>
    <p:sldId id="285" r:id="rId4"/>
    <p:sldId id="286" r:id="rId5"/>
    <p:sldId id="287" r:id="rId6"/>
    <p:sldId id="314" r:id="rId7"/>
    <p:sldId id="289" r:id="rId8"/>
    <p:sldId id="290" r:id="rId9"/>
    <p:sldId id="291" r:id="rId10"/>
    <p:sldId id="292" r:id="rId11"/>
    <p:sldId id="338" r:id="rId12"/>
    <p:sldId id="317" r:id="rId13"/>
    <p:sldId id="318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293" r:id="rId27"/>
    <p:sldId id="294" r:id="rId28"/>
    <p:sldId id="296" r:id="rId29"/>
    <p:sldId id="297" r:id="rId30"/>
    <p:sldId id="298" r:id="rId31"/>
    <p:sldId id="301" r:id="rId32"/>
    <p:sldId id="302" r:id="rId33"/>
    <p:sldId id="337" r:id="rId34"/>
    <p:sldId id="321" r:id="rId35"/>
    <p:sldId id="322" r:id="rId36"/>
    <p:sldId id="323" r:id="rId37"/>
    <p:sldId id="32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png"/><Relationship Id="rId3" Type="http://schemas.openxmlformats.org/officeDocument/2006/relationships/image" Target="../media/image4.wmf"/><Relationship Id="rId7" Type="http://schemas.openxmlformats.org/officeDocument/2006/relationships/image" Target="../media/image8.emf"/><Relationship Id="rId12" Type="http://schemas.openxmlformats.org/officeDocument/2006/relationships/image" Target="../media/image13.wmf"/><Relationship Id="rId2" Type="http://schemas.openxmlformats.org/officeDocument/2006/relationships/image" Target="../media/image3.emf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wmf"/><Relationship Id="rId2" Type="http://schemas.openxmlformats.org/officeDocument/2006/relationships/image" Target="../media/image17.e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Relationship Id="rId1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e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7.wmf"/><Relationship Id="rId18" Type="http://schemas.openxmlformats.org/officeDocument/2006/relationships/image" Target="../media/image7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17" Type="http://schemas.openxmlformats.org/officeDocument/2006/relationships/image" Target="../media/image71.wmf"/><Relationship Id="rId2" Type="http://schemas.openxmlformats.org/officeDocument/2006/relationships/image" Target="../media/image56.wmf"/><Relationship Id="rId16" Type="http://schemas.openxmlformats.org/officeDocument/2006/relationships/image" Target="../media/image70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5" Type="http://schemas.openxmlformats.org/officeDocument/2006/relationships/image" Target="../media/image69.wmf"/><Relationship Id="rId10" Type="http://schemas.openxmlformats.org/officeDocument/2006/relationships/image" Target="../media/image64.wmf"/><Relationship Id="rId19" Type="http://schemas.openxmlformats.org/officeDocument/2006/relationships/image" Target="../media/image73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12" Type="http://schemas.openxmlformats.org/officeDocument/2006/relationships/image" Target="../media/image85.wmf"/><Relationship Id="rId17" Type="http://schemas.openxmlformats.org/officeDocument/2006/relationships/image" Target="../media/image90.emf"/><Relationship Id="rId2" Type="http://schemas.openxmlformats.org/officeDocument/2006/relationships/image" Target="../media/image75.emf"/><Relationship Id="rId16" Type="http://schemas.openxmlformats.org/officeDocument/2006/relationships/image" Target="../media/image89.emf"/><Relationship Id="rId20" Type="http://schemas.openxmlformats.org/officeDocument/2006/relationships/image" Target="../media/image93.emf"/><Relationship Id="rId1" Type="http://schemas.openxmlformats.org/officeDocument/2006/relationships/image" Target="../media/image74.png"/><Relationship Id="rId6" Type="http://schemas.openxmlformats.org/officeDocument/2006/relationships/image" Target="../media/image79.png"/><Relationship Id="rId11" Type="http://schemas.openxmlformats.org/officeDocument/2006/relationships/image" Target="../media/image84.emf"/><Relationship Id="rId5" Type="http://schemas.openxmlformats.org/officeDocument/2006/relationships/image" Target="../media/image78.emf"/><Relationship Id="rId15" Type="http://schemas.openxmlformats.org/officeDocument/2006/relationships/image" Target="../media/image88.emf"/><Relationship Id="rId10" Type="http://schemas.openxmlformats.org/officeDocument/2006/relationships/image" Target="../media/image83.wmf"/><Relationship Id="rId19" Type="http://schemas.openxmlformats.org/officeDocument/2006/relationships/image" Target="../media/image92.emf"/><Relationship Id="rId4" Type="http://schemas.openxmlformats.org/officeDocument/2006/relationships/image" Target="../media/image77.emf"/><Relationship Id="rId9" Type="http://schemas.openxmlformats.org/officeDocument/2006/relationships/image" Target="../media/image82.wmf"/><Relationship Id="rId14" Type="http://schemas.openxmlformats.org/officeDocument/2006/relationships/image" Target="../media/image87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3" Type="http://schemas.openxmlformats.org/officeDocument/2006/relationships/image" Target="../media/image96.w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2" Type="http://schemas.openxmlformats.org/officeDocument/2006/relationships/image" Target="../media/image95.wmf"/><Relationship Id="rId1" Type="http://schemas.openxmlformats.org/officeDocument/2006/relationships/image" Target="../media/image94.emf"/><Relationship Id="rId6" Type="http://schemas.openxmlformats.org/officeDocument/2006/relationships/image" Target="../media/image99.w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0" Type="http://schemas.openxmlformats.org/officeDocument/2006/relationships/image" Target="../media/image103.wmf"/><Relationship Id="rId4" Type="http://schemas.openxmlformats.org/officeDocument/2006/relationships/image" Target="../media/image97.emf"/><Relationship Id="rId9" Type="http://schemas.openxmlformats.org/officeDocument/2006/relationships/image" Target="../media/image102.wmf"/><Relationship Id="rId14" Type="http://schemas.openxmlformats.org/officeDocument/2006/relationships/image" Target="../media/image10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7.wmf"/><Relationship Id="rId7" Type="http://schemas.openxmlformats.org/officeDocument/2006/relationships/image" Target="../media/image120.wmf"/><Relationship Id="rId2" Type="http://schemas.openxmlformats.org/officeDocument/2006/relationships/image" Target="../media/image81.wmf"/><Relationship Id="rId1" Type="http://schemas.openxmlformats.org/officeDocument/2006/relationships/image" Target="../media/image116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83.wmf"/><Relationship Id="rId9" Type="http://schemas.openxmlformats.org/officeDocument/2006/relationships/image" Target="../media/image12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13" Type="http://schemas.openxmlformats.org/officeDocument/2006/relationships/image" Target="../media/image136.wmf"/><Relationship Id="rId18" Type="http://schemas.openxmlformats.org/officeDocument/2006/relationships/image" Target="../media/image141.emf"/><Relationship Id="rId3" Type="http://schemas.openxmlformats.org/officeDocument/2006/relationships/image" Target="../media/image126.emf"/><Relationship Id="rId21" Type="http://schemas.openxmlformats.org/officeDocument/2006/relationships/image" Target="../media/image144.wmf"/><Relationship Id="rId7" Type="http://schemas.openxmlformats.org/officeDocument/2006/relationships/image" Target="../media/image130.emf"/><Relationship Id="rId12" Type="http://schemas.openxmlformats.org/officeDocument/2006/relationships/image" Target="../media/image135.emf"/><Relationship Id="rId17" Type="http://schemas.openxmlformats.org/officeDocument/2006/relationships/image" Target="../media/image140.emf"/><Relationship Id="rId2" Type="http://schemas.openxmlformats.org/officeDocument/2006/relationships/image" Target="../media/image125.wmf"/><Relationship Id="rId16" Type="http://schemas.openxmlformats.org/officeDocument/2006/relationships/image" Target="../media/image139.emf"/><Relationship Id="rId20" Type="http://schemas.openxmlformats.org/officeDocument/2006/relationships/image" Target="../media/image143.emf"/><Relationship Id="rId1" Type="http://schemas.openxmlformats.org/officeDocument/2006/relationships/image" Target="../media/image124.wmf"/><Relationship Id="rId6" Type="http://schemas.openxmlformats.org/officeDocument/2006/relationships/image" Target="../media/image129.emf"/><Relationship Id="rId11" Type="http://schemas.openxmlformats.org/officeDocument/2006/relationships/image" Target="../media/image134.emf"/><Relationship Id="rId5" Type="http://schemas.openxmlformats.org/officeDocument/2006/relationships/image" Target="../media/image128.emf"/><Relationship Id="rId15" Type="http://schemas.openxmlformats.org/officeDocument/2006/relationships/image" Target="../media/image138.emf"/><Relationship Id="rId10" Type="http://schemas.openxmlformats.org/officeDocument/2006/relationships/image" Target="../media/image133.emf"/><Relationship Id="rId19" Type="http://schemas.openxmlformats.org/officeDocument/2006/relationships/image" Target="../media/image142.emf"/><Relationship Id="rId4" Type="http://schemas.openxmlformats.org/officeDocument/2006/relationships/image" Target="../media/image127.emf"/><Relationship Id="rId9" Type="http://schemas.openxmlformats.org/officeDocument/2006/relationships/image" Target="../media/image132.emf"/><Relationship Id="rId14" Type="http://schemas.openxmlformats.org/officeDocument/2006/relationships/image" Target="../media/image1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4" Type="http://schemas.openxmlformats.org/officeDocument/2006/relationships/image" Target="../media/image14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e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e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2" Type="http://schemas.openxmlformats.org/officeDocument/2006/relationships/image" Target="../media/image179.wmf"/><Relationship Id="rId1" Type="http://schemas.openxmlformats.org/officeDocument/2006/relationships/image" Target="../media/image178.e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3" Type="http://schemas.openxmlformats.org/officeDocument/2006/relationships/image" Target="../media/image202.wmf"/><Relationship Id="rId7" Type="http://schemas.openxmlformats.org/officeDocument/2006/relationships/image" Target="../media/image206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6" Type="http://schemas.openxmlformats.org/officeDocument/2006/relationships/image" Target="../media/image205.emf"/><Relationship Id="rId5" Type="http://schemas.openxmlformats.org/officeDocument/2006/relationships/image" Target="../media/image204.wmf"/><Relationship Id="rId4" Type="http://schemas.openxmlformats.org/officeDocument/2006/relationships/image" Target="../media/image20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162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0" Type="http://schemas.openxmlformats.org/officeDocument/2006/relationships/image" Target="../media/image229.w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image" Target="../media/image224.wmf"/><Relationship Id="rId7" Type="http://schemas.openxmlformats.org/officeDocument/2006/relationships/image" Target="../media/image236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image" Target="../media/image250.emf"/><Relationship Id="rId18" Type="http://schemas.openxmlformats.org/officeDocument/2006/relationships/image" Target="../media/image255.emf"/><Relationship Id="rId3" Type="http://schemas.openxmlformats.org/officeDocument/2006/relationships/image" Target="../media/image240.wmf"/><Relationship Id="rId21" Type="http://schemas.openxmlformats.org/officeDocument/2006/relationships/image" Target="../media/image258.emf"/><Relationship Id="rId7" Type="http://schemas.openxmlformats.org/officeDocument/2006/relationships/image" Target="../media/image244.wmf"/><Relationship Id="rId12" Type="http://schemas.openxmlformats.org/officeDocument/2006/relationships/image" Target="../media/image249.emf"/><Relationship Id="rId17" Type="http://schemas.openxmlformats.org/officeDocument/2006/relationships/image" Target="../media/image254.emf"/><Relationship Id="rId2" Type="http://schemas.openxmlformats.org/officeDocument/2006/relationships/image" Target="../media/image239.wmf"/><Relationship Id="rId16" Type="http://schemas.openxmlformats.org/officeDocument/2006/relationships/image" Target="../media/image253.emf"/><Relationship Id="rId20" Type="http://schemas.openxmlformats.org/officeDocument/2006/relationships/image" Target="../media/image257.emf"/><Relationship Id="rId1" Type="http://schemas.openxmlformats.org/officeDocument/2006/relationships/image" Target="../media/image238.emf"/><Relationship Id="rId6" Type="http://schemas.openxmlformats.org/officeDocument/2006/relationships/image" Target="../media/image243.emf"/><Relationship Id="rId11" Type="http://schemas.openxmlformats.org/officeDocument/2006/relationships/image" Target="../media/image248.emf"/><Relationship Id="rId5" Type="http://schemas.openxmlformats.org/officeDocument/2006/relationships/image" Target="../media/image242.emf"/><Relationship Id="rId15" Type="http://schemas.openxmlformats.org/officeDocument/2006/relationships/image" Target="../media/image252.emf"/><Relationship Id="rId10" Type="http://schemas.openxmlformats.org/officeDocument/2006/relationships/image" Target="../media/image247.emf"/><Relationship Id="rId19" Type="http://schemas.openxmlformats.org/officeDocument/2006/relationships/image" Target="../media/image256.emf"/><Relationship Id="rId4" Type="http://schemas.openxmlformats.org/officeDocument/2006/relationships/image" Target="../media/image241.emf"/><Relationship Id="rId9" Type="http://schemas.openxmlformats.org/officeDocument/2006/relationships/image" Target="../media/image246.emf"/><Relationship Id="rId14" Type="http://schemas.openxmlformats.org/officeDocument/2006/relationships/image" Target="../media/image251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13" Type="http://schemas.openxmlformats.org/officeDocument/2006/relationships/image" Target="../media/image271.emf"/><Relationship Id="rId3" Type="http://schemas.openxmlformats.org/officeDocument/2006/relationships/image" Target="../media/image261.emf"/><Relationship Id="rId7" Type="http://schemas.openxmlformats.org/officeDocument/2006/relationships/image" Target="../media/image265.emf"/><Relationship Id="rId12" Type="http://schemas.openxmlformats.org/officeDocument/2006/relationships/image" Target="../media/image270.emf"/><Relationship Id="rId2" Type="http://schemas.openxmlformats.org/officeDocument/2006/relationships/image" Target="../media/image260.emf"/><Relationship Id="rId1" Type="http://schemas.openxmlformats.org/officeDocument/2006/relationships/image" Target="../media/image259.emf"/><Relationship Id="rId6" Type="http://schemas.openxmlformats.org/officeDocument/2006/relationships/image" Target="../media/image264.emf"/><Relationship Id="rId11" Type="http://schemas.openxmlformats.org/officeDocument/2006/relationships/image" Target="../media/image269.emf"/><Relationship Id="rId5" Type="http://schemas.openxmlformats.org/officeDocument/2006/relationships/image" Target="../media/image263.emf"/><Relationship Id="rId10" Type="http://schemas.openxmlformats.org/officeDocument/2006/relationships/image" Target="../media/image268.emf"/><Relationship Id="rId4" Type="http://schemas.openxmlformats.org/officeDocument/2006/relationships/image" Target="../media/image262.emf"/><Relationship Id="rId9" Type="http://schemas.openxmlformats.org/officeDocument/2006/relationships/image" Target="../media/image267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emf"/><Relationship Id="rId13" Type="http://schemas.openxmlformats.org/officeDocument/2006/relationships/image" Target="../media/image284.emf"/><Relationship Id="rId18" Type="http://schemas.openxmlformats.org/officeDocument/2006/relationships/image" Target="../media/image289.emf"/><Relationship Id="rId3" Type="http://schemas.openxmlformats.org/officeDocument/2006/relationships/image" Target="../media/image274.emf"/><Relationship Id="rId7" Type="http://schemas.openxmlformats.org/officeDocument/2006/relationships/image" Target="../media/image278.wmf"/><Relationship Id="rId12" Type="http://schemas.openxmlformats.org/officeDocument/2006/relationships/image" Target="../media/image283.emf"/><Relationship Id="rId17" Type="http://schemas.openxmlformats.org/officeDocument/2006/relationships/image" Target="../media/image288.emf"/><Relationship Id="rId2" Type="http://schemas.openxmlformats.org/officeDocument/2006/relationships/image" Target="../media/image273.emf"/><Relationship Id="rId16" Type="http://schemas.openxmlformats.org/officeDocument/2006/relationships/image" Target="../media/image287.emf"/><Relationship Id="rId1" Type="http://schemas.openxmlformats.org/officeDocument/2006/relationships/image" Target="../media/image272.emf"/><Relationship Id="rId6" Type="http://schemas.openxmlformats.org/officeDocument/2006/relationships/image" Target="../media/image277.emf"/><Relationship Id="rId11" Type="http://schemas.openxmlformats.org/officeDocument/2006/relationships/image" Target="../media/image282.emf"/><Relationship Id="rId5" Type="http://schemas.openxmlformats.org/officeDocument/2006/relationships/image" Target="../media/image276.emf"/><Relationship Id="rId15" Type="http://schemas.openxmlformats.org/officeDocument/2006/relationships/image" Target="../media/image286.emf"/><Relationship Id="rId10" Type="http://schemas.openxmlformats.org/officeDocument/2006/relationships/image" Target="../media/image281.emf"/><Relationship Id="rId19" Type="http://schemas.openxmlformats.org/officeDocument/2006/relationships/image" Target="../media/image290.wmf"/><Relationship Id="rId4" Type="http://schemas.openxmlformats.org/officeDocument/2006/relationships/image" Target="../media/image275.emf"/><Relationship Id="rId9" Type="http://schemas.openxmlformats.org/officeDocument/2006/relationships/image" Target="../media/image280.emf"/><Relationship Id="rId14" Type="http://schemas.openxmlformats.org/officeDocument/2006/relationships/image" Target="../media/image285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emf"/><Relationship Id="rId13" Type="http://schemas.openxmlformats.org/officeDocument/2006/relationships/image" Target="../media/image303.wmf"/><Relationship Id="rId3" Type="http://schemas.openxmlformats.org/officeDocument/2006/relationships/image" Target="../media/image293.emf"/><Relationship Id="rId7" Type="http://schemas.openxmlformats.org/officeDocument/2006/relationships/image" Target="../media/image297.emf"/><Relationship Id="rId12" Type="http://schemas.openxmlformats.org/officeDocument/2006/relationships/image" Target="../media/image302.emf"/><Relationship Id="rId17" Type="http://schemas.openxmlformats.org/officeDocument/2006/relationships/image" Target="../media/image307.wmf"/><Relationship Id="rId2" Type="http://schemas.openxmlformats.org/officeDocument/2006/relationships/image" Target="../media/image292.wmf"/><Relationship Id="rId16" Type="http://schemas.openxmlformats.org/officeDocument/2006/relationships/image" Target="../media/image306.wmf"/><Relationship Id="rId1" Type="http://schemas.openxmlformats.org/officeDocument/2006/relationships/image" Target="../media/image291.wmf"/><Relationship Id="rId6" Type="http://schemas.openxmlformats.org/officeDocument/2006/relationships/image" Target="../media/image296.emf"/><Relationship Id="rId11" Type="http://schemas.openxmlformats.org/officeDocument/2006/relationships/image" Target="../media/image301.emf"/><Relationship Id="rId5" Type="http://schemas.openxmlformats.org/officeDocument/2006/relationships/image" Target="../media/image295.emf"/><Relationship Id="rId15" Type="http://schemas.openxmlformats.org/officeDocument/2006/relationships/image" Target="../media/image305.wmf"/><Relationship Id="rId10" Type="http://schemas.openxmlformats.org/officeDocument/2006/relationships/image" Target="../media/image300.emf"/><Relationship Id="rId4" Type="http://schemas.openxmlformats.org/officeDocument/2006/relationships/image" Target="../media/image294.emf"/><Relationship Id="rId9" Type="http://schemas.openxmlformats.org/officeDocument/2006/relationships/image" Target="../media/image299.emf"/><Relationship Id="rId14" Type="http://schemas.openxmlformats.org/officeDocument/2006/relationships/image" Target="../media/image30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emf"/><Relationship Id="rId13" Type="http://schemas.openxmlformats.org/officeDocument/2006/relationships/image" Target="../media/image320.emf"/><Relationship Id="rId3" Type="http://schemas.openxmlformats.org/officeDocument/2006/relationships/image" Target="../media/image310.emf"/><Relationship Id="rId7" Type="http://schemas.openxmlformats.org/officeDocument/2006/relationships/image" Target="../media/image314.emf"/><Relationship Id="rId12" Type="http://schemas.openxmlformats.org/officeDocument/2006/relationships/image" Target="../media/image319.emf"/><Relationship Id="rId2" Type="http://schemas.openxmlformats.org/officeDocument/2006/relationships/image" Target="../media/image309.emf"/><Relationship Id="rId1" Type="http://schemas.openxmlformats.org/officeDocument/2006/relationships/image" Target="../media/image308.emf"/><Relationship Id="rId6" Type="http://schemas.openxmlformats.org/officeDocument/2006/relationships/image" Target="../media/image313.emf"/><Relationship Id="rId11" Type="http://schemas.openxmlformats.org/officeDocument/2006/relationships/image" Target="../media/image318.wmf"/><Relationship Id="rId5" Type="http://schemas.openxmlformats.org/officeDocument/2006/relationships/image" Target="../media/image312.emf"/><Relationship Id="rId15" Type="http://schemas.openxmlformats.org/officeDocument/2006/relationships/image" Target="../media/image322.emf"/><Relationship Id="rId10" Type="http://schemas.openxmlformats.org/officeDocument/2006/relationships/image" Target="../media/image317.wmf"/><Relationship Id="rId4" Type="http://schemas.openxmlformats.org/officeDocument/2006/relationships/image" Target="../media/image311.emf"/><Relationship Id="rId9" Type="http://schemas.openxmlformats.org/officeDocument/2006/relationships/image" Target="../media/image316.emf"/><Relationship Id="rId14" Type="http://schemas.openxmlformats.org/officeDocument/2006/relationships/image" Target="../media/image321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6" Type="http://schemas.openxmlformats.org/officeDocument/2006/relationships/image" Target="../media/image328.emf"/><Relationship Id="rId5" Type="http://schemas.openxmlformats.org/officeDocument/2006/relationships/image" Target="../media/image327.wmf"/><Relationship Id="rId4" Type="http://schemas.openxmlformats.org/officeDocument/2006/relationships/image" Target="../media/image32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e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4" Type="http://schemas.openxmlformats.org/officeDocument/2006/relationships/image" Target="../media/image34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image" Target="../media/image353.wmf"/><Relationship Id="rId3" Type="http://schemas.openxmlformats.org/officeDocument/2006/relationships/image" Target="../media/image343.wmf"/><Relationship Id="rId7" Type="http://schemas.openxmlformats.org/officeDocument/2006/relationships/image" Target="../media/image347.wmf"/><Relationship Id="rId12" Type="http://schemas.openxmlformats.org/officeDocument/2006/relationships/image" Target="../media/image352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11" Type="http://schemas.openxmlformats.org/officeDocument/2006/relationships/image" Target="../media/image351.wmf"/><Relationship Id="rId5" Type="http://schemas.openxmlformats.org/officeDocument/2006/relationships/image" Target="../media/image345.wmf"/><Relationship Id="rId10" Type="http://schemas.openxmlformats.org/officeDocument/2006/relationships/image" Target="../media/image350.wmf"/><Relationship Id="rId4" Type="http://schemas.openxmlformats.org/officeDocument/2006/relationships/image" Target="../media/image344.wmf"/><Relationship Id="rId9" Type="http://schemas.openxmlformats.org/officeDocument/2006/relationships/image" Target="../media/image349.wmf"/><Relationship Id="rId14" Type="http://schemas.openxmlformats.org/officeDocument/2006/relationships/image" Target="../media/image35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emf"/><Relationship Id="rId3" Type="http://schemas.openxmlformats.org/officeDocument/2006/relationships/image" Target="../media/image357.wmf"/><Relationship Id="rId7" Type="http://schemas.openxmlformats.org/officeDocument/2006/relationships/image" Target="../media/image34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6" Type="http://schemas.openxmlformats.org/officeDocument/2006/relationships/image" Target="../media/image346.wmf"/><Relationship Id="rId11" Type="http://schemas.openxmlformats.org/officeDocument/2006/relationships/image" Target="../media/image361.wmf"/><Relationship Id="rId5" Type="http://schemas.openxmlformats.org/officeDocument/2006/relationships/image" Target="../media/image345.wmf"/><Relationship Id="rId10" Type="http://schemas.openxmlformats.org/officeDocument/2006/relationships/image" Target="../media/image360.wmf"/><Relationship Id="rId4" Type="http://schemas.openxmlformats.org/officeDocument/2006/relationships/image" Target="../media/image344.wmf"/><Relationship Id="rId9" Type="http://schemas.openxmlformats.org/officeDocument/2006/relationships/image" Target="../media/image359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emf"/><Relationship Id="rId13" Type="http://schemas.openxmlformats.org/officeDocument/2006/relationships/image" Target="../media/image368.wmf"/><Relationship Id="rId3" Type="http://schemas.openxmlformats.org/officeDocument/2006/relationships/image" Target="../media/image344.wmf"/><Relationship Id="rId7" Type="http://schemas.openxmlformats.org/officeDocument/2006/relationships/image" Target="../media/image358.emf"/><Relationship Id="rId12" Type="http://schemas.openxmlformats.org/officeDocument/2006/relationships/image" Target="../media/image367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Relationship Id="rId6" Type="http://schemas.openxmlformats.org/officeDocument/2006/relationships/image" Target="../media/image347.wmf"/><Relationship Id="rId11" Type="http://schemas.openxmlformats.org/officeDocument/2006/relationships/image" Target="../media/image366.wmf"/><Relationship Id="rId5" Type="http://schemas.openxmlformats.org/officeDocument/2006/relationships/image" Target="../media/image346.wmf"/><Relationship Id="rId10" Type="http://schemas.openxmlformats.org/officeDocument/2006/relationships/image" Target="../media/image365.wmf"/><Relationship Id="rId4" Type="http://schemas.openxmlformats.org/officeDocument/2006/relationships/image" Target="../media/image345.wmf"/><Relationship Id="rId9" Type="http://schemas.openxmlformats.org/officeDocument/2006/relationships/image" Target="../media/image364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image" Target="../media/image381.wmf"/><Relationship Id="rId3" Type="http://schemas.openxmlformats.org/officeDocument/2006/relationships/image" Target="../media/image371.wmf"/><Relationship Id="rId7" Type="http://schemas.openxmlformats.org/officeDocument/2006/relationships/image" Target="../media/image375.wmf"/><Relationship Id="rId12" Type="http://schemas.openxmlformats.org/officeDocument/2006/relationships/image" Target="../media/image380.wmf"/><Relationship Id="rId2" Type="http://schemas.openxmlformats.org/officeDocument/2006/relationships/image" Target="../media/image370.wmf"/><Relationship Id="rId16" Type="http://schemas.openxmlformats.org/officeDocument/2006/relationships/image" Target="../media/image384.wmf"/><Relationship Id="rId1" Type="http://schemas.openxmlformats.org/officeDocument/2006/relationships/image" Target="../media/image369.wmf"/><Relationship Id="rId6" Type="http://schemas.openxmlformats.org/officeDocument/2006/relationships/image" Target="../media/image374.wmf"/><Relationship Id="rId11" Type="http://schemas.openxmlformats.org/officeDocument/2006/relationships/image" Target="../media/image379.wmf"/><Relationship Id="rId5" Type="http://schemas.openxmlformats.org/officeDocument/2006/relationships/image" Target="../media/image373.wmf"/><Relationship Id="rId15" Type="http://schemas.openxmlformats.org/officeDocument/2006/relationships/image" Target="../media/image383.wmf"/><Relationship Id="rId10" Type="http://schemas.openxmlformats.org/officeDocument/2006/relationships/image" Target="../media/image378.wmf"/><Relationship Id="rId4" Type="http://schemas.openxmlformats.org/officeDocument/2006/relationships/image" Target="../media/image372.wmf"/><Relationship Id="rId9" Type="http://schemas.openxmlformats.org/officeDocument/2006/relationships/image" Target="../media/image377.wmf"/><Relationship Id="rId14" Type="http://schemas.openxmlformats.org/officeDocument/2006/relationships/image" Target="../media/image3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5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C1D6A6-F981-4EE0-AFDC-E725561AF52E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204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38638"/>
            <a:ext cx="5029200" cy="27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0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6F5F-E614-45B2-B1C7-7B932A363848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F8A7-5B7E-4FC9-8CCD-8BE43343783A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D1510-2847-445A-9671-9BC505C21735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CA16-BE91-4735-A25A-5EEF47600B5A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5AC-7574-440F-B436-343AC95F3202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27CD4-9D16-44CB-A194-44143BB74678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303-A08B-4508-A0E6-62A6AB7A0F8D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2C0E0-0217-41C3-8D7A-28F89F5DFDBA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83A4-7294-495A-9970-F7C5DD6076AE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54BC-0C74-4F46-8314-B7AAD80C1E32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8D61-7A0C-4743-A8F8-E5D8920C6B14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86B96-F297-46F3-8452-E2848A812398}" type="datetime1">
              <a:rPr lang="zh-CN" altLang="en-US" smtClean="0"/>
              <a:t>2025/2/4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0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8.emf"/><Relationship Id="rId25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.png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5.wmf"/><Relationship Id="rId19" Type="http://schemas.openxmlformats.org/officeDocument/2006/relationships/image" Target="../media/image9.wmf"/><Relationship Id="rId31" Type="http://schemas.openxmlformats.org/officeDocument/2006/relationships/image" Target="../media/image15.e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png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emf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emf"/><Relationship Id="rId5" Type="http://schemas.openxmlformats.org/officeDocument/2006/relationships/image" Target="../media/image1.png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16.wmf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1.png"/><Relationship Id="rId21" Type="http://schemas.openxmlformats.org/officeDocument/2006/relationships/image" Target="../media/image31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9.wmf"/><Relationship Id="rId25" Type="http://schemas.openxmlformats.org/officeDocument/2006/relationships/image" Target="../media/image3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5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0.wmf"/><Relationship Id="rId31" Type="http://schemas.openxmlformats.org/officeDocument/2006/relationships/image" Target="../media/image3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4.wmf"/><Relationship Id="rId30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3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9" Type="http://schemas.openxmlformats.org/officeDocument/2006/relationships/image" Target="../media/image72.wmf"/><Relationship Id="rId21" Type="http://schemas.openxmlformats.org/officeDocument/2006/relationships/image" Target="../media/image63.wmf"/><Relationship Id="rId34" Type="http://schemas.openxmlformats.org/officeDocument/2006/relationships/oleObject" Target="../embeddings/oleObject69.bin"/><Relationship Id="rId42" Type="http://schemas.openxmlformats.org/officeDocument/2006/relationships/image" Target="../media/image73.wmf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67.wmf"/><Relationship Id="rId41" Type="http://schemas.openxmlformats.org/officeDocument/2006/relationships/oleObject" Target="../embeddings/oleObject7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8.w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71.wmf"/><Relationship Id="rId40" Type="http://schemas.openxmlformats.org/officeDocument/2006/relationships/oleObject" Target="../embeddings/oleObject72.bin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23" Type="http://schemas.openxmlformats.org/officeDocument/2006/relationships/image" Target="../media/image64.w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0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2.wmf"/><Relationship Id="rId31" Type="http://schemas.openxmlformats.org/officeDocument/2006/relationships/image" Target="../media/image68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66.w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70.wmf"/><Relationship Id="rId8" Type="http://schemas.openxmlformats.org/officeDocument/2006/relationships/oleObject" Target="../embeddings/oleObject56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1.wmf"/><Relationship Id="rId25" Type="http://schemas.openxmlformats.org/officeDocument/2006/relationships/image" Target="../media/image65.wmf"/><Relationship Id="rId33" Type="http://schemas.openxmlformats.org/officeDocument/2006/relationships/image" Target="../media/image69.wmf"/><Relationship Id="rId38" Type="http://schemas.openxmlformats.org/officeDocument/2006/relationships/oleObject" Target="../embeddings/oleObject71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9" Type="http://schemas.openxmlformats.org/officeDocument/2006/relationships/image" Target="../media/image91.emf"/><Relationship Id="rId21" Type="http://schemas.openxmlformats.org/officeDocument/2006/relationships/image" Target="../media/image82.wmf"/><Relationship Id="rId34" Type="http://schemas.openxmlformats.org/officeDocument/2006/relationships/oleObject" Target="../embeddings/oleObject89.bin"/><Relationship Id="rId42" Type="http://schemas.openxmlformats.org/officeDocument/2006/relationships/oleObject" Target="../embeddings/oleObject93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86.wmf"/><Relationship Id="rId41" Type="http://schemas.openxmlformats.org/officeDocument/2006/relationships/image" Target="../media/image92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78.bin"/><Relationship Id="rId24" Type="http://schemas.openxmlformats.org/officeDocument/2006/relationships/oleObject" Target="../embeddings/oleObject84.bin"/><Relationship Id="rId32" Type="http://schemas.openxmlformats.org/officeDocument/2006/relationships/oleObject" Target="../embeddings/oleObject88.bin"/><Relationship Id="rId37" Type="http://schemas.openxmlformats.org/officeDocument/2006/relationships/image" Target="../media/image90.emf"/><Relationship Id="rId40" Type="http://schemas.openxmlformats.org/officeDocument/2006/relationships/oleObject" Target="../embeddings/oleObject92.bin"/><Relationship Id="rId5" Type="http://schemas.openxmlformats.org/officeDocument/2006/relationships/oleObject" Target="../embeddings/oleObject75.bin"/><Relationship Id="rId15" Type="http://schemas.openxmlformats.org/officeDocument/2006/relationships/image" Target="../media/image1.png"/><Relationship Id="rId23" Type="http://schemas.openxmlformats.org/officeDocument/2006/relationships/image" Target="../media/image83.wmf"/><Relationship Id="rId28" Type="http://schemas.openxmlformats.org/officeDocument/2006/relationships/oleObject" Target="../embeddings/oleObject86.bin"/><Relationship Id="rId36" Type="http://schemas.openxmlformats.org/officeDocument/2006/relationships/oleObject" Target="../embeddings/oleObject90.bin"/><Relationship Id="rId10" Type="http://schemas.openxmlformats.org/officeDocument/2006/relationships/image" Target="../media/image77.emf"/><Relationship Id="rId19" Type="http://schemas.openxmlformats.org/officeDocument/2006/relationships/image" Target="../media/image81.wmf"/><Relationship Id="rId31" Type="http://schemas.openxmlformats.org/officeDocument/2006/relationships/image" Target="../media/image87.emf"/><Relationship Id="rId4" Type="http://schemas.openxmlformats.org/officeDocument/2006/relationships/image" Target="../media/image74.png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9.png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5.wmf"/><Relationship Id="rId30" Type="http://schemas.openxmlformats.org/officeDocument/2006/relationships/oleObject" Target="../embeddings/oleObject87.bin"/><Relationship Id="rId35" Type="http://schemas.openxmlformats.org/officeDocument/2006/relationships/image" Target="../media/image89.emf"/><Relationship Id="rId43" Type="http://schemas.openxmlformats.org/officeDocument/2006/relationships/image" Target="../media/image93.emf"/><Relationship Id="rId8" Type="http://schemas.openxmlformats.org/officeDocument/2006/relationships/image" Target="../media/image76.emf"/><Relationship Id="rId3" Type="http://schemas.openxmlformats.org/officeDocument/2006/relationships/oleObject" Target="../embeddings/oleObject74.bin"/><Relationship Id="rId12" Type="http://schemas.openxmlformats.org/officeDocument/2006/relationships/image" Target="../media/image78.emf"/><Relationship Id="rId17" Type="http://schemas.openxmlformats.org/officeDocument/2006/relationships/image" Target="../media/image80.emf"/><Relationship Id="rId25" Type="http://schemas.openxmlformats.org/officeDocument/2006/relationships/image" Target="../media/image84.emf"/><Relationship Id="rId33" Type="http://schemas.openxmlformats.org/officeDocument/2006/relationships/image" Target="../media/image88.emf"/><Relationship Id="rId38" Type="http://schemas.openxmlformats.org/officeDocument/2006/relationships/oleObject" Target="../embeddings/oleObject9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01.emf"/><Relationship Id="rId26" Type="http://schemas.openxmlformats.org/officeDocument/2006/relationships/image" Target="../media/image105.e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8.e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emf"/><Relationship Id="rId20" Type="http://schemas.openxmlformats.org/officeDocument/2006/relationships/image" Target="../media/image102.wmf"/><Relationship Id="rId29" Type="http://schemas.openxmlformats.org/officeDocument/2006/relationships/oleObject" Target="../embeddings/oleObject10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04.e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28" Type="http://schemas.openxmlformats.org/officeDocument/2006/relationships/image" Target="../media/image106.emf"/><Relationship Id="rId10" Type="http://schemas.openxmlformats.org/officeDocument/2006/relationships/image" Target="../media/image97.emf"/><Relationship Id="rId19" Type="http://schemas.openxmlformats.org/officeDocument/2006/relationships/oleObject" Target="../embeddings/oleObject102.bin"/><Relationship Id="rId31" Type="http://schemas.openxmlformats.org/officeDocument/2006/relationships/image" Target="../media/image1.png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99.wmf"/><Relationship Id="rId22" Type="http://schemas.openxmlformats.org/officeDocument/2006/relationships/image" Target="../media/image103.wmf"/><Relationship Id="rId27" Type="http://schemas.openxmlformats.org/officeDocument/2006/relationships/oleObject" Target="../embeddings/oleObject106.bin"/><Relationship Id="rId30" Type="http://schemas.openxmlformats.org/officeDocument/2006/relationships/image" Target="../media/image10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5.bin"/><Relationship Id="rId3" Type="http://schemas.openxmlformats.org/officeDocument/2006/relationships/image" Target="../media/image1.png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4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1.wmf"/><Relationship Id="rId5" Type="http://schemas.openxmlformats.org/officeDocument/2006/relationships/image" Target="../media/image108.emf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1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.png"/><Relationship Id="rId21" Type="http://schemas.openxmlformats.org/officeDocument/2006/relationships/oleObject" Target="../embeddings/oleObject125.bin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83.wmf"/><Relationship Id="rId24" Type="http://schemas.openxmlformats.org/officeDocument/2006/relationships/image" Target="../media/image123.wmf"/><Relationship Id="rId5" Type="http://schemas.openxmlformats.org/officeDocument/2006/relationships/image" Target="../media/image116.wmf"/><Relationship Id="rId15" Type="http://schemas.openxmlformats.org/officeDocument/2006/relationships/image" Target="../media/image119.wmf"/><Relationship Id="rId23" Type="http://schemas.openxmlformats.org/officeDocument/2006/relationships/oleObject" Target="../embeddings/oleObject126.bin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121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21.bin"/><Relationship Id="rId22" Type="http://schemas.openxmlformats.org/officeDocument/2006/relationships/image" Target="../media/image122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e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9" Type="http://schemas.openxmlformats.org/officeDocument/2006/relationships/image" Target="../media/image141.emf"/><Relationship Id="rId21" Type="http://schemas.openxmlformats.org/officeDocument/2006/relationships/image" Target="../media/image132.emf"/><Relationship Id="rId34" Type="http://schemas.openxmlformats.org/officeDocument/2006/relationships/oleObject" Target="../embeddings/oleObject142.bin"/><Relationship Id="rId42" Type="http://schemas.openxmlformats.org/officeDocument/2006/relationships/oleObject" Target="../embeddings/oleObject146.bin"/><Relationship Id="rId7" Type="http://schemas.openxmlformats.org/officeDocument/2006/relationships/image" Target="../media/image125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3.bin"/><Relationship Id="rId29" Type="http://schemas.openxmlformats.org/officeDocument/2006/relationships/image" Target="../media/image136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7.emf"/><Relationship Id="rId24" Type="http://schemas.openxmlformats.org/officeDocument/2006/relationships/oleObject" Target="../embeddings/oleObject137.bin"/><Relationship Id="rId32" Type="http://schemas.openxmlformats.org/officeDocument/2006/relationships/oleObject" Target="../embeddings/oleObject141.bin"/><Relationship Id="rId37" Type="http://schemas.openxmlformats.org/officeDocument/2006/relationships/image" Target="../media/image140.emf"/><Relationship Id="rId40" Type="http://schemas.openxmlformats.org/officeDocument/2006/relationships/oleObject" Target="../embeddings/oleObject145.bin"/><Relationship Id="rId45" Type="http://schemas.openxmlformats.org/officeDocument/2006/relationships/image" Target="../media/image144.wmf"/><Relationship Id="rId5" Type="http://schemas.openxmlformats.org/officeDocument/2006/relationships/image" Target="../media/image1.png"/><Relationship Id="rId15" Type="http://schemas.openxmlformats.org/officeDocument/2006/relationships/image" Target="../media/image129.emf"/><Relationship Id="rId23" Type="http://schemas.openxmlformats.org/officeDocument/2006/relationships/image" Target="../media/image133.emf"/><Relationship Id="rId28" Type="http://schemas.openxmlformats.org/officeDocument/2006/relationships/oleObject" Target="../embeddings/oleObject139.bin"/><Relationship Id="rId36" Type="http://schemas.openxmlformats.org/officeDocument/2006/relationships/oleObject" Target="../embeddings/oleObject143.bin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1.emf"/><Relationship Id="rId31" Type="http://schemas.openxmlformats.org/officeDocument/2006/relationships/image" Target="../media/image137.wmf"/><Relationship Id="rId44" Type="http://schemas.openxmlformats.org/officeDocument/2006/relationships/oleObject" Target="../embeddings/oleObject147.bin"/><Relationship Id="rId4" Type="http://schemas.openxmlformats.org/officeDocument/2006/relationships/image" Target="../media/image124.wmf"/><Relationship Id="rId9" Type="http://schemas.openxmlformats.org/officeDocument/2006/relationships/image" Target="../media/image126.e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35.emf"/><Relationship Id="rId30" Type="http://schemas.openxmlformats.org/officeDocument/2006/relationships/oleObject" Target="../embeddings/oleObject140.bin"/><Relationship Id="rId35" Type="http://schemas.openxmlformats.org/officeDocument/2006/relationships/image" Target="../media/image139.emf"/><Relationship Id="rId43" Type="http://schemas.openxmlformats.org/officeDocument/2006/relationships/image" Target="../media/image143.emf"/><Relationship Id="rId8" Type="http://schemas.openxmlformats.org/officeDocument/2006/relationships/oleObject" Target="../embeddings/oleObject129.bin"/><Relationship Id="rId3" Type="http://schemas.openxmlformats.org/officeDocument/2006/relationships/oleObject" Target="../embeddings/oleObject127.bin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0.emf"/><Relationship Id="rId25" Type="http://schemas.openxmlformats.org/officeDocument/2006/relationships/image" Target="../media/image134.emf"/><Relationship Id="rId33" Type="http://schemas.openxmlformats.org/officeDocument/2006/relationships/image" Target="../media/image138.emf"/><Relationship Id="rId38" Type="http://schemas.openxmlformats.org/officeDocument/2006/relationships/oleObject" Target="../embeddings/oleObject144.bin"/><Relationship Id="rId20" Type="http://schemas.openxmlformats.org/officeDocument/2006/relationships/oleObject" Target="../embeddings/oleObject135.bin"/><Relationship Id="rId41" Type="http://schemas.openxmlformats.org/officeDocument/2006/relationships/image" Target="../media/image14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48.e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5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3.wmf"/><Relationship Id="rId3" Type="http://schemas.openxmlformats.org/officeDocument/2006/relationships/oleObject" Target="../embeddings/oleObject152.bin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2.wmf"/><Relationship Id="rId5" Type="http://schemas.openxmlformats.org/officeDocument/2006/relationships/image" Target="../media/image1.png"/><Relationship Id="rId10" Type="http://schemas.openxmlformats.org/officeDocument/2006/relationships/oleObject" Target="../embeddings/oleObject155.bin"/><Relationship Id="rId4" Type="http://schemas.openxmlformats.org/officeDocument/2006/relationships/image" Target="../media/image149.emf"/><Relationship Id="rId9" Type="http://schemas.openxmlformats.org/officeDocument/2006/relationships/image" Target="../media/image15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67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8.png"/><Relationship Id="rId11" Type="http://schemas.openxmlformats.org/officeDocument/2006/relationships/oleObject" Target="../embeddings/oleObject167.bin"/><Relationship Id="rId5" Type="http://schemas.openxmlformats.org/officeDocument/2006/relationships/image" Target="../media/image1.png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63.wmf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72.wmf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7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5.png"/><Relationship Id="rId7" Type="http://schemas.openxmlformats.org/officeDocument/2006/relationships/image" Target="../media/image17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png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7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82.wmf"/><Relationship Id="rId18" Type="http://schemas.openxmlformats.org/officeDocument/2006/relationships/oleObject" Target="../embeddings/oleObject184.bin"/><Relationship Id="rId3" Type="http://schemas.openxmlformats.org/officeDocument/2006/relationships/image" Target="../media/image1.png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3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81.wmf"/><Relationship Id="rId5" Type="http://schemas.openxmlformats.org/officeDocument/2006/relationships/image" Target="../media/image178.emf"/><Relationship Id="rId15" Type="http://schemas.openxmlformats.org/officeDocument/2006/relationships/image" Target="../media/image183.wmf"/><Relationship Id="rId10" Type="http://schemas.openxmlformats.org/officeDocument/2006/relationships/oleObject" Target="../embeddings/oleObject180.bin"/><Relationship Id="rId19" Type="http://schemas.openxmlformats.org/officeDocument/2006/relationships/image" Target="../media/image185.w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8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" Type="http://schemas.openxmlformats.org/officeDocument/2006/relationships/image" Target="../media/image198.png"/><Relationship Id="rId21" Type="http://schemas.openxmlformats.org/officeDocument/2006/relationships/oleObject" Target="../embeddings/oleObject193.bin"/><Relationship Id="rId7" Type="http://schemas.openxmlformats.org/officeDocument/2006/relationships/image" Target="../media/image187.wmf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93.e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86.bin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95.wmf"/><Relationship Id="rId5" Type="http://schemas.openxmlformats.org/officeDocument/2006/relationships/image" Target="../media/image186.wmf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28" Type="http://schemas.openxmlformats.org/officeDocument/2006/relationships/image" Target="../media/image197.wmf"/><Relationship Id="rId10" Type="http://schemas.openxmlformats.org/officeDocument/2006/relationships/image" Target="../media/image199.png"/><Relationship Id="rId19" Type="http://schemas.openxmlformats.org/officeDocument/2006/relationships/oleObject" Target="../embeddings/oleObject192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88.wmf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19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04.wmf"/><Relationship Id="rId18" Type="http://schemas.openxmlformats.org/officeDocument/2006/relationships/image" Target="../media/image206.emf"/><Relationship Id="rId3" Type="http://schemas.openxmlformats.org/officeDocument/2006/relationships/oleObject" Target="../embeddings/oleObject197.bin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201.bin"/><Relationship Id="rId1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emf"/><Relationship Id="rId20" Type="http://schemas.openxmlformats.org/officeDocument/2006/relationships/image" Target="../media/image207.e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3.emf"/><Relationship Id="rId5" Type="http://schemas.openxmlformats.org/officeDocument/2006/relationships/image" Target="../media/image1.png"/><Relationship Id="rId15" Type="http://schemas.openxmlformats.org/officeDocument/2006/relationships/oleObject" Target="../embeddings/oleObject202.bin"/><Relationship Id="rId10" Type="http://schemas.openxmlformats.org/officeDocument/2006/relationships/oleObject" Target="../embeddings/oleObject200.bin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200.emf"/><Relationship Id="rId9" Type="http://schemas.openxmlformats.org/officeDocument/2006/relationships/image" Target="../media/image202.wmf"/><Relationship Id="rId14" Type="http://schemas.openxmlformats.org/officeDocument/2006/relationships/image" Target="../media/image20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211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1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13" Type="http://schemas.openxmlformats.org/officeDocument/2006/relationships/oleObject" Target="../embeddings/oleObject216.bin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12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21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17.bin"/><Relationship Id="rId21" Type="http://schemas.openxmlformats.org/officeDocument/2006/relationships/oleObject" Target="../embeddings/oleObject226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25.wmf"/><Relationship Id="rId22" Type="http://schemas.openxmlformats.org/officeDocument/2006/relationships/image" Target="../media/image22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37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33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35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2.emf"/><Relationship Id="rId18" Type="http://schemas.openxmlformats.org/officeDocument/2006/relationships/oleObject" Target="../embeddings/oleObject243.bin"/><Relationship Id="rId26" Type="http://schemas.openxmlformats.org/officeDocument/2006/relationships/oleObject" Target="../embeddings/oleObject247.bin"/><Relationship Id="rId39" Type="http://schemas.openxmlformats.org/officeDocument/2006/relationships/image" Target="../media/image255.emf"/><Relationship Id="rId21" Type="http://schemas.openxmlformats.org/officeDocument/2006/relationships/image" Target="../media/image246.emf"/><Relationship Id="rId34" Type="http://schemas.openxmlformats.org/officeDocument/2006/relationships/oleObject" Target="../embeddings/oleObject251.bin"/><Relationship Id="rId42" Type="http://schemas.openxmlformats.org/officeDocument/2006/relationships/oleObject" Target="../embeddings/oleObject255.bin"/><Relationship Id="rId7" Type="http://schemas.openxmlformats.org/officeDocument/2006/relationships/image" Target="../media/image2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2.bin"/><Relationship Id="rId29" Type="http://schemas.openxmlformats.org/officeDocument/2006/relationships/image" Target="../media/image250.e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41.emf"/><Relationship Id="rId24" Type="http://schemas.openxmlformats.org/officeDocument/2006/relationships/oleObject" Target="../embeddings/oleObject246.bin"/><Relationship Id="rId32" Type="http://schemas.openxmlformats.org/officeDocument/2006/relationships/oleObject" Target="../embeddings/oleObject250.bin"/><Relationship Id="rId37" Type="http://schemas.openxmlformats.org/officeDocument/2006/relationships/image" Target="../media/image254.emf"/><Relationship Id="rId40" Type="http://schemas.openxmlformats.org/officeDocument/2006/relationships/oleObject" Target="../embeddings/oleObject254.bin"/><Relationship Id="rId45" Type="http://schemas.openxmlformats.org/officeDocument/2006/relationships/image" Target="../media/image258.emf"/><Relationship Id="rId5" Type="http://schemas.openxmlformats.org/officeDocument/2006/relationships/image" Target="../media/image238.emf"/><Relationship Id="rId15" Type="http://schemas.openxmlformats.org/officeDocument/2006/relationships/image" Target="../media/image243.emf"/><Relationship Id="rId23" Type="http://schemas.openxmlformats.org/officeDocument/2006/relationships/image" Target="../media/image247.emf"/><Relationship Id="rId28" Type="http://schemas.openxmlformats.org/officeDocument/2006/relationships/oleObject" Target="../embeddings/oleObject248.bin"/><Relationship Id="rId36" Type="http://schemas.openxmlformats.org/officeDocument/2006/relationships/oleObject" Target="../embeddings/oleObject252.bin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245.wmf"/><Relationship Id="rId31" Type="http://schemas.openxmlformats.org/officeDocument/2006/relationships/image" Target="../media/image251.emf"/><Relationship Id="rId44" Type="http://schemas.openxmlformats.org/officeDocument/2006/relationships/oleObject" Target="../embeddings/oleObject256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249.emf"/><Relationship Id="rId30" Type="http://schemas.openxmlformats.org/officeDocument/2006/relationships/oleObject" Target="../embeddings/oleObject249.bin"/><Relationship Id="rId35" Type="http://schemas.openxmlformats.org/officeDocument/2006/relationships/image" Target="../media/image253.emf"/><Relationship Id="rId43" Type="http://schemas.openxmlformats.org/officeDocument/2006/relationships/image" Target="../media/image257.emf"/><Relationship Id="rId8" Type="http://schemas.openxmlformats.org/officeDocument/2006/relationships/oleObject" Target="../embeddings/oleObject238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44.wmf"/><Relationship Id="rId25" Type="http://schemas.openxmlformats.org/officeDocument/2006/relationships/image" Target="../media/image248.emf"/><Relationship Id="rId33" Type="http://schemas.openxmlformats.org/officeDocument/2006/relationships/image" Target="../media/image252.emf"/><Relationship Id="rId38" Type="http://schemas.openxmlformats.org/officeDocument/2006/relationships/oleObject" Target="../embeddings/oleObject253.bin"/><Relationship Id="rId20" Type="http://schemas.openxmlformats.org/officeDocument/2006/relationships/oleObject" Target="../embeddings/oleObject244.bin"/><Relationship Id="rId41" Type="http://schemas.openxmlformats.org/officeDocument/2006/relationships/image" Target="../media/image25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63.emf"/><Relationship Id="rId18" Type="http://schemas.openxmlformats.org/officeDocument/2006/relationships/oleObject" Target="../embeddings/oleObject264.bin"/><Relationship Id="rId26" Type="http://schemas.openxmlformats.org/officeDocument/2006/relationships/oleObject" Target="../embeddings/oleObject268.bin"/><Relationship Id="rId3" Type="http://schemas.openxmlformats.org/officeDocument/2006/relationships/image" Target="../media/image1.png"/><Relationship Id="rId21" Type="http://schemas.openxmlformats.org/officeDocument/2006/relationships/image" Target="../media/image267.emf"/><Relationship Id="rId7" Type="http://schemas.openxmlformats.org/officeDocument/2006/relationships/image" Target="../media/image260.e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65.emf"/><Relationship Id="rId25" Type="http://schemas.openxmlformats.org/officeDocument/2006/relationships/image" Target="../media/image26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29" Type="http://schemas.openxmlformats.org/officeDocument/2006/relationships/image" Target="../media/image271.e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62.emf"/><Relationship Id="rId24" Type="http://schemas.openxmlformats.org/officeDocument/2006/relationships/oleObject" Target="../embeddings/oleObject267.bin"/><Relationship Id="rId5" Type="http://schemas.openxmlformats.org/officeDocument/2006/relationships/image" Target="../media/image259.emf"/><Relationship Id="rId15" Type="http://schemas.openxmlformats.org/officeDocument/2006/relationships/image" Target="../media/image264.emf"/><Relationship Id="rId23" Type="http://schemas.openxmlformats.org/officeDocument/2006/relationships/image" Target="../media/image268.emf"/><Relationship Id="rId28" Type="http://schemas.openxmlformats.org/officeDocument/2006/relationships/oleObject" Target="../embeddings/oleObject269.bin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66.e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61.emf"/><Relationship Id="rId14" Type="http://schemas.openxmlformats.org/officeDocument/2006/relationships/oleObject" Target="../embeddings/oleObject262.bin"/><Relationship Id="rId22" Type="http://schemas.openxmlformats.org/officeDocument/2006/relationships/oleObject" Target="../embeddings/oleObject266.bin"/><Relationship Id="rId27" Type="http://schemas.openxmlformats.org/officeDocument/2006/relationships/image" Target="../media/image270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6.emf"/><Relationship Id="rId18" Type="http://schemas.openxmlformats.org/officeDocument/2006/relationships/oleObject" Target="../embeddings/oleObject277.bin"/><Relationship Id="rId26" Type="http://schemas.openxmlformats.org/officeDocument/2006/relationships/oleObject" Target="../embeddings/oleObject281.bin"/><Relationship Id="rId39" Type="http://schemas.openxmlformats.org/officeDocument/2006/relationships/image" Target="../media/image289.emf"/><Relationship Id="rId21" Type="http://schemas.openxmlformats.org/officeDocument/2006/relationships/image" Target="../media/image280.emf"/><Relationship Id="rId34" Type="http://schemas.openxmlformats.org/officeDocument/2006/relationships/oleObject" Target="../embeddings/oleObject285.bin"/><Relationship Id="rId7" Type="http://schemas.openxmlformats.org/officeDocument/2006/relationships/image" Target="../media/image273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76.bin"/><Relationship Id="rId20" Type="http://schemas.openxmlformats.org/officeDocument/2006/relationships/oleObject" Target="../embeddings/oleObject278.bin"/><Relationship Id="rId29" Type="http://schemas.openxmlformats.org/officeDocument/2006/relationships/image" Target="../media/image284.emf"/><Relationship Id="rId41" Type="http://schemas.openxmlformats.org/officeDocument/2006/relationships/image" Target="../media/image290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275.emf"/><Relationship Id="rId24" Type="http://schemas.openxmlformats.org/officeDocument/2006/relationships/oleObject" Target="../embeddings/oleObject280.bin"/><Relationship Id="rId32" Type="http://schemas.openxmlformats.org/officeDocument/2006/relationships/oleObject" Target="../embeddings/oleObject284.bin"/><Relationship Id="rId37" Type="http://schemas.openxmlformats.org/officeDocument/2006/relationships/image" Target="../media/image288.emf"/><Relationship Id="rId40" Type="http://schemas.openxmlformats.org/officeDocument/2006/relationships/oleObject" Target="../embeddings/oleObject288.bin"/><Relationship Id="rId5" Type="http://schemas.openxmlformats.org/officeDocument/2006/relationships/image" Target="../media/image272.emf"/><Relationship Id="rId15" Type="http://schemas.openxmlformats.org/officeDocument/2006/relationships/image" Target="../media/image277.emf"/><Relationship Id="rId23" Type="http://schemas.openxmlformats.org/officeDocument/2006/relationships/image" Target="../media/image281.emf"/><Relationship Id="rId28" Type="http://schemas.openxmlformats.org/officeDocument/2006/relationships/oleObject" Target="../embeddings/oleObject282.bin"/><Relationship Id="rId36" Type="http://schemas.openxmlformats.org/officeDocument/2006/relationships/oleObject" Target="../embeddings/oleObject286.bin"/><Relationship Id="rId10" Type="http://schemas.openxmlformats.org/officeDocument/2006/relationships/oleObject" Target="../embeddings/oleObject273.bin"/><Relationship Id="rId19" Type="http://schemas.openxmlformats.org/officeDocument/2006/relationships/image" Target="../media/image279.emf"/><Relationship Id="rId31" Type="http://schemas.openxmlformats.org/officeDocument/2006/relationships/image" Target="../media/image285.emf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74.emf"/><Relationship Id="rId14" Type="http://schemas.openxmlformats.org/officeDocument/2006/relationships/oleObject" Target="../embeddings/oleObject275.bin"/><Relationship Id="rId22" Type="http://schemas.openxmlformats.org/officeDocument/2006/relationships/oleObject" Target="../embeddings/oleObject279.bin"/><Relationship Id="rId27" Type="http://schemas.openxmlformats.org/officeDocument/2006/relationships/image" Target="../media/image283.emf"/><Relationship Id="rId30" Type="http://schemas.openxmlformats.org/officeDocument/2006/relationships/oleObject" Target="../embeddings/oleObject283.bin"/><Relationship Id="rId35" Type="http://schemas.openxmlformats.org/officeDocument/2006/relationships/image" Target="../media/image287.emf"/><Relationship Id="rId8" Type="http://schemas.openxmlformats.org/officeDocument/2006/relationships/oleObject" Target="../embeddings/oleObject272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74.bin"/><Relationship Id="rId17" Type="http://schemas.openxmlformats.org/officeDocument/2006/relationships/image" Target="../media/image278.wmf"/><Relationship Id="rId25" Type="http://schemas.openxmlformats.org/officeDocument/2006/relationships/image" Target="../media/image282.emf"/><Relationship Id="rId33" Type="http://schemas.openxmlformats.org/officeDocument/2006/relationships/image" Target="../media/image286.emf"/><Relationship Id="rId38" Type="http://schemas.openxmlformats.org/officeDocument/2006/relationships/oleObject" Target="../embeddings/oleObject287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5.emf"/><Relationship Id="rId18" Type="http://schemas.openxmlformats.org/officeDocument/2006/relationships/oleObject" Target="../embeddings/oleObject296.bin"/><Relationship Id="rId26" Type="http://schemas.openxmlformats.org/officeDocument/2006/relationships/oleObject" Target="../embeddings/oleObject300.bin"/><Relationship Id="rId39" Type="http://schemas.openxmlformats.org/officeDocument/2006/relationships/image" Target="../media/image307.wmf"/><Relationship Id="rId21" Type="http://schemas.openxmlformats.org/officeDocument/2006/relationships/image" Target="../media/image299.emf"/><Relationship Id="rId34" Type="http://schemas.openxmlformats.org/officeDocument/2006/relationships/image" Target="../media/image305.w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297.emf"/><Relationship Id="rId25" Type="http://schemas.openxmlformats.org/officeDocument/2006/relationships/image" Target="../media/image301.emf"/><Relationship Id="rId33" Type="http://schemas.openxmlformats.org/officeDocument/2006/relationships/oleObject" Target="../embeddings/oleObject304.bin"/><Relationship Id="rId38" Type="http://schemas.openxmlformats.org/officeDocument/2006/relationships/oleObject" Target="../embeddings/oleObject30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95.bin"/><Relationship Id="rId20" Type="http://schemas.openxmlformats.org/officeDocument/2006/relationships/oleObject" Target="../embeddings/oleObject297.bin"/><Relationship Id="rId29" Type="http://schemas.openxmlformats.org/officeDocument/2006/relationships/image" Target="../media/image303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90.bin"/><Relationship Id="rId11" Type="http://schemas.openxmlformats.org/officeDocument/2006/relationships/image" Target="../media/image294.emf"/><Relationship Id="rId24" Type="http://schemas.openxmlformats.org/officeDocument/2006/relationships/oleObject" Target="../embeddings/oleObject299.bin"/><Relationship Id="rId32" Type="http://schemas.openxmlformats.org/officeDocument/2006/relationships/oleObject" Target="../embeddings/oleObject303.bin"/><Relationship Id="rId37" Type="http://schemas.openxmlformats.org/officeDocument/2006/relationships/oleObject" Target="../embeddings/oleObject306.bin"/><Relationship Id="rId5" Type="http://schemas.openxmlformats.org/officeDocument/2006/relationships/image" Target="../media/image291.wmf"/><Relationship Id="rId15" Type="http://schemas.openxmlformats.org/officeDocument/2006/relationships/image" Target="../media/image296.emf"/><Relationship Id="rId23" Type="http://schemas.openxmlformats.org/officeDocument/2006/relationships/image" Target="../media/image300.emf"/><Relationship Id="rId28" Type="http://schemas.openxmlformats.org/officeDocument/2006/relationships/oleObject" Target="../embeddings/oleObject301.bin"/><Relationship Id="rId36" Type="http://schemas.openxmlformats.org/officeDocument/2006/relationships/image" Target="../media/image306.w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298.emf"/><Relationship Id="rId31" Type="http://schemas.openxmlformats.org/officeDocument/2006/relationships/image" Target="../media/image304.wmf"/><Relationship Id="rId4" Type="http://schemas.openxmlformats.org/officeDocument/2006/relationships/oleObject" Target="../embeddings/oleObject289.bin"/><Relationship Id="rId9" Type="http://schemas.openxmlformats.org/officeDocument/2006/relationships/image" Target="../media/image293.emf"/><Relationship Id="rId14" Type="http://schemas.openxmlformats.org/officeDocument/2006/relationships/oleObject" Target="../embeddings/oleObject294.bin"/><Relationship Id="rId22" Type="http://schemas.openxmlformats.org/officeDocument/2006/relationships/oleObject" Target="../embeddings/oleObject298.bin"/><Relationship Id="rId27" Type="http://schemas.openxmlformats.org/officeDocument/2006/relationships/image" Target="../media/image302.emf"/><Relationship Id="rId30" Type="http://schemas.openxmlformats.org/officeDocument/2006/relationships/oleObject" Target="../embeddings/oleObject302.bin"/><Relationship Id="rId35" Type="http://schemas.openxmlformats.org/officeDocument/2006/relationships/oleObject" Target="../embeddings/oleObject305.bin"/><Relationship Id="rId8" Type="http://schemas.openxmlformats.org/officeDocument/2006/relationships/oleObject" Target="../embeddings/oleObject291.bin"/><Relationship Id="rId3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2.emf"/><Relationship Id="rId18" Type="http://schemas.openxmlformats.org/officeDocument/2006/relationships/oleObject" Target="../embeddings/oleObject315.bin"/><Relationship Id="rId26" Type="http://schemas.openxmlformats.org/officeDocument/2006/relationships/oleObject" Target="../embeddings/oleObject319.bin"/><Relationship Id="rId3" Type="http://schemas.openxmlformats.org/officeDocument/2006/relationships/oleObject" Target="../embeddings/oleObject308.bin"/><Relationship Id="rId21" Type="http://schemas.openxmlformats.org/officeDocument/2006/relationships/image" Target="../media/image316.emf"/><Relationship Id="rId7" Type="http://schemas.openxmlformats.org/officeDocument/2006/relationships/image" Target="../media/image309.e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314.emf"/><Relationship Id="rId25" Type="http://schemas.openxmlformats.org/officeDocument/2006/relationships/image" Target="../media/image318.wmf"/><Relationship Id="rId33" Type="http://schemas.openxmlformats.org/officeDocument/2006/relationships/image" Target="../media/image32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4.bin"/><Relationship Id="rId20" Type="http://schemas.openxmlformats.org/officeDocument/2006/relationships/oleObject" Target="../embeddings/oleObject316.bin"/><Relationship Id="rId29" Type="http://schemas.openxmlformats.org/officeDocument/2006/relationships/image" Target="../media/image320.e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11.emf"/><Relationship Id="rId24" Type="http://schemas.openxmlformats.org/officeDocument/2006/relationships/oleObject" Target="../embeddings/oleObject318.bin"/><Relationship Id="rId32" Type="http://schemas.openxmlformats.org/officeDocument/2006/relationships/oleObject" Target="../embeddings/oleObject322.bin"/><Relationship Id="rId5" Type="http://schemas.openxmlformats.org/officeDocument/2006/relationships/image" Target="../media/image1.png"/><Relationship Id="rId15" Type="http://schemas.openxmlformats.org/officeDocument/2006/relationships/image" Target="../media/image313.emf"/><Relationship Id="rId23" Type="http://schemas.openxmlformats.org/officeDocument/2006/relationships/image" Target="../media/image317.wmf"/><Relationship Id="rId28" Type="http://schemas.openxmlformats.org/officeDocument/2006/relationships/oleObject" Target="../embeddings/oleObject320.bin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15.emf"/><Relationship Id="rId31" Type="http://schemas.openxmlformats.org/officeDocument/2006/relationships/image" Target="../media/image321.emf"/><Relationship Id="rId4" Type="http://schemas.openxmlformats.org/officeDocument/2006/relationships/image" Target="../media/image308.emf"/><Relationship Id="rId9" Type="http://schemas.openxmlformats.org/officeDocument/2006/relationships/image" Target="../media/image310.e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319.emf"/><Relationship Id="rId30" Type="http://schemas.openxmlformats.org/officeDocument/2006/relationships/oleObject" Target="../embeddings/oleObject321.bin"/><Relationship Id="rId8" Type="http://schemas.openxmlformats.org/officeDocument/2006/relationships/oleObject" Target="../embeddings/oleObject31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5.bin"/><Relationship Id="rId13" Type="http://schemas.openxmlformats.org/officeDocument/2006/relationships/image" Target="../media/image327.wmf"/><Relationship Id="rId18" Type="http://schemas.openxmlformats.org/officeDocument/2006/relationships/oleObject" Target="../embeddings/oleObject330.bin"/><Relationship Id="rId3" Type="http://schemas.openxmlformats.org/officeDocument/2006/relationships/oleObject" Target="../embeddings/oleObject323.bin"/><Relationship Id="rId7" Type="http://schemas.openxmlformats.org/officeDocument/2006/relationships/image" Target="../media/image324.wmf"/><Relationship Id="rId12" Type="http://schemas.openxmlformats.org/officeDocument/2006/relationships/oleObject" Target="../embeddings/oleObject327.bin"/><Relationship Id="rId17" Type="http://schemas.openxmlformats.org/officeDocument/2006/relationships/image" Target="../media/image3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9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24.bin"/><Relationship Id="rId11" Type="http://schemas.openxmlformats.org/officeDocument/2006/relationships/image" Target="../media/image326.wmf"/><Relationship Id="rId5" Type="http://schemas.openxmlformats.org/officeDocument/2006/relationships/image" Target="../media/image1.png"/><Relationship Id="rId15" Type="http://schemas.openxmlformats.org/officeDocument/2006/relationships/image" Target="../media/image328.emf"/><Relationship Id="rId10" Type="http://schemas.openxmlformats.org/officeDocument/2006/relationships/oleObject" Target="../embeddings/oleObject326.bin"/><Relationship Id="rId19" Type="http://schemas.openxmlformats.org/officeDocument/2006/relationships/image" Target="../media/image330.wmf"/><Relationship Id="rId4" Type="http://schemas.openxmlformats.org/officeDocument/2006/relationships/image" Target="../media/image323.wmf"/><Relationship Id="rId9" Type="http://schemas.openxmlformats.org/officeDocument/2006/relationships/image" Target="../media/image325.wmf"/><Relationship Id="rId14" Type="http://schemas.openxmlformats.org/officeDocument/2006/relationships/oleObject" Target="../embeddings/oleObject32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335.wmf"/><Relationship Id="rId3" Type="http://schemas.openxmlformats.org/officeDocument/2006/relationships/oleObject" Target="../embeddings/oleObject331.bin"/><Relationship Id="rId7" Type="http://schemas.openxmlformats.org/officeDocument/2006/relationships/image" Target="../media/image332.wmf"/><Relationship Id="rId12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png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334.wmf"/><Relationship Id="rId5" Type="http://schemas.openxmlformats.org/officeDocument/2006/relationships/image" Target="../media/image1.png"/><Relationship Id="rId15" Type="http://schemas.openxmlformats.org/officeDocument/2006/relationships/image" Target="../media/image336.wmf"/><Relationship Id="rId10" Type="http://schemas.openxmlformats.org/officeDocument/2006/relationships/oleObject" Target="../embeddings/oleObject334.bin"/><Relationship Id="rId4" Type="http://schemas.openxmlformats.org/officeDocument/2006/relationships/image" Target="../media/image331.emf"/><Relationship Id="rId9" Type="http://schemas.openxmlformats.org/officeDocument/2006/relationships/image" Target="../media/image333.wmf"/><Relationship Id="rId14" Type="http://schemas.openxmlformats.org/officeDocument/2006/relationships/oleObject" Target="../embeddings/oleObject3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38.wmf"/><Relationship Id="rId5" Type="http://schemas.openxmlformats.org/officeDocument/2006/relationships/oleObject" Target="../embeddings/oleObject338.bin"/><Relationship Id="rId10" Type="http://schemas.openxmlformats.org/officeDocument/2006/relationships/image" Target="../media/image340.wmf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4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345.wmf"/><Relationship Id="rId18" Type="http://schemas.openxmlformats.org/officeDocument/2006/relationships/oleObject" Target="../embeddings/oleObject348.bin"/><Relationship Id="rId26" Type="http://schemas.openxmlformats.org/officeDocument/2006/relationships/oleObject" Target="../embeddings/oleObject35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49.wmf"/><Relationship Id="rId7" Type="http://schemas.openxmlformats.org/officeDocument/2006/relationships/image" Target="../media/image342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347.wmf"/><Relationship Id="rId25" Type="http://schemas.openxmlformats.org/officeDocument/2006/relationships/image" Target="../media/image3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29" Type="http://schemas.openxmlformats.org/officeDocument/2006/relationships/image" Target="../media/image353.wmf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344.wmf"/><Relationship Id="rId24" Type="http://schemas.openxmlformats.org/officeDocument/2006/relationships/oleObject" Target="../embeddings/oleObject351.bin"/><Relationship Id="rId5" Type="http://schemas.openxmlformats.org/officeDocument/2006/relationships/image" Target="../media/image341.wmf"/><Relationship Id="rId15" Type="http://schemas.openxmlformats.org/officeDocument/2006/relationships/image" Target="../media/image346.wmf"/><Relationship Id="rId23" Type="http://schemas.openxmlformats.org/officeDocument/2006/relationships/image" Target="../media/image350.wmf"/><Relationship Id="rId28" Type="http://schemas.openxmlformats.org/officeDocument/2006/relationships/oleObject" Target="../embeddings/oleObject353.bin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348.wmf"/><Relationship Id="rId31" Type="http://schemas.openxmlformats.org/officeDocument/2006/relationships/image" Target="../media/image354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43.wmf"/><Relationship Id="rId14" Type="http://schemas.openxmlformats.org/officeDocument/2006/relationships/oleObject" Target="../embeddings/oleObject346.bin"/><Relationship Id="rId22" Type="http://schemas.openxmlformats.org/officeDocument/2006/relationships/oleObject" Target="../embeddings/oleObject350.bin"/><Relationship Id="rId27" Type="http://schemas.openxmlformats.org/officeDocument/2006/relationships/image" Target="../media/image352.wmf"/><Relationship Id="rId30" Type="http://schemas.openxmlformats.org/officeDocument/2006/relationships/oleObject" Target="../embeddings/oleObject35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13" Type="http://schemas.openxmlformats.org/officeDocument/2006/relationships/oleObject" Target="../embeddings/oleObject360.bin"/><Relationship Id="rId18" Type="http://schemas.openxmlformats.org/officeDocument/2006/relationships/image" Target="../media/image358.emf"/><Relationship Id="rId3" Type="http://schemas.openxmlformats.org/officeDocument/2006/relationships/oleObject" Target="../embeddings/oleObject355.bin"/><Relationship Id="rId21" Type="http://schemas.openxmlformats.org/officeDocument/2006/relationships/oleObject" Target="../embeddings/oleObject364.bin"/><Relationship Id="rId7" Type="http://schemas.openxmlformats.org/officeDocument/2006/relationships/oleObject" Target="../embeddings/oleObject357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wmf"/><Relationship Id="rId20" Type="http://schemas.openxmlformats.org/officeDocument/2006/relationships/image" Target="../media/image359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59.bin"/><Relationship Id="rId24" Type="http://schemas.openxmlformats.org/officeDocument/2006/relationships/image" Target="../media/image361.wmf"/><Relationship Id="rId5" Type="http://schemas.openxmlformats.org/officeDocument/2006/relationships/oleObject" Target="../embeddings/oleObject356.bin"/><Relationship Id="rId15" Type="http://schemas.openxmlformats.org/officeDocument/2006/relationships/oleObject" Target="../embeddings/oleObject361.bin"/><Relationship Id="rId23" Type="http://schemas.openxmlformats.org/officeDocument/2006/relationships/oleObject" Target="../embeddings/oleObject365.bin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363.bin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58.bin"/><Relationship Id="rId14" Type="http://schemas.openxmlformats.org/officeDocument/2006/relationships/image" Target="../media/image346.wmf"/><Relationship Id="rId22" Type="http://schemas.openxmlformats.org/officeDocument/2006/relationships/image" Target="../media/image36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oleObject" Target="../embeddings/oleObject371.bin"/><Relationship Id="rId18" Type="http://schemas.openxmlformats.org/officeDocument/2006/relationships/image" Target="../media/image359.emf"/><Relationship Id="rId26" Type="http://schemas.openxmlformats.org/officeDocument/2006/relationships/image" Target="../media/image367.wmf"/><Relationship Id="rId3" Type="http://schemas.openxmlformats.org/officeDocument/2006/relationships/oleObject" Target="../embeddings/oleObject366.bin"/><Relationship Id="rId21" Type="http://schemas.openxmlformats.org/officeDocument/2006/relationships/oleObject" Target="../embeddings/oleObject375.bin"/><Relationship Id="rId7" Type="http://schemas.openxmlformats.org/officeDocument/2006/relationships/oleObject" Target="../embeddings/oleObject368.bin"/><Relationship Id="rId12" Type="http://schemas.openxmlformats.org/officeDocument/2006/relationships/image" Target="../media/image346.wmf"/><Relationship Id="rId17" Type="http://schemas.openxmlformats.org/officeDocument/2006/relationships/oleObject" Target="../embeddings/oleObject373.bin"/><Relationship Id="rId25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8.emf"/><Relationship Id="rId20" Type="http://schemas.openxmlformats.org/officeDocument/2006/relationships/image" Target="../media/image364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63.wmf"/><Relationship Id="rId11" Type="http://schemas.openxmlformats.org/officeDocument/2006/relationships/oleObject" Target="../embeddings/oleObject370.bin"/><Relationship Id="rId24" Type="http://schemas.openxmlformats.org/officeDocument/2006/relationships/image" Target="../media/image366.wmf"/><Relationship Id="rId5" Type="http://schemas.openxmlformats.org/officeDocument/2006/relationships/oleObject" Target="../embeddings/oleObject367.bin"/><Relationship Id="rId15" Type="http://schemas.openxmlformats.org/officeDocument/2006/relationships/oleObject" Target="../embeddings/oleObject372.bin"/><Relationship Id="rId23" Type="http://schemas.openxmlformats.org/officeDocument/2006/relationships/oleObject" Target="../embeddings/oleObject376.bin"/><Relationship Id="rId28" Type="http://schemas.openxmlformats.org/officeDocument/2006/relationships/image" Target="../media/image368.wmf"/><Relationship Id="rId10" Type="http://schemas.openxmlformats.org/officeDocument/2006/relationships/image" Target="../media/image345.wmf"/><Relationship Id="rId19" Type="http://schemas.openxmlformats.org/officeDocument/2006/relationships/oleObject" Target="../embeddings/oleObject374.bin"/><Relationship Id="rId4" Type="http://schemas.openxmlformats.org/officeDocument/2006/relationships/image" Target="../media/image362.wmf"/><Relationship Id="rId9" Type="http://schemas.openxmlformats.org/officeDocument/2006/relationships/oleObject" Target="../embeddings/oleObject369.bin"/><Relationship Id="rId14" Type="http://schemas.openxmlformats.org/officeDocument/2006/relationships/image" Target="../media/image347.wmf"/><Relationship Id="rId22" Type="http://schemas.openxmlformats.org/officeDocument/2006/relationships/image" Target="../media/image365.wmf"/><Relationship Id="rId27" Type="http://schemas.openxmlformats.org/officeDocument/2006/relationships/oleObject" Target="../embeddings/oleObject378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376.wmf"/><Relationship Id="rId26" Type="http://schemas.openxmlformats.org/officeDocument/2006/relationships/image" Target="../media/image380.wmf"/><Relationship Id="rId3" Type="http://schemas.openxmlformats.org/officeDocument/2006/relationships/oleObject" Target="../embeddings/oleObject379.bin"/><Relationship Id="rId21" Type="http://schemas.openxmlformats.org/officeDocument/2006/relationships/oleObject" Target="../embeddings/oleObject388.bin"/><Relationship Id="rId34" Type="http://schemas.openxmlformats.org/officeDocument/2006/relationships/image" Target="../media/image384.wmf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73.wmf"/><Relationship Id="rId17" Type="http://schemas.openxmlformats.org/officeDocument/2006/relationships/oleObject" Target="../embeddings/oleObject386.bin"/><Relationship Id="rId25" Type="http://schemas.openxmlformats.org/officeDocument/2006/relationships/oleObject" Target="../embeddings/oleObject390.bin"/><Relationship Id="rId33" Type="http://schemas.openxmlformats.org/officeDocument/2006/relationships/oleObject" Target="../embeddings/oleObject3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5.wmf"/><Relationship Id="rId20" Type="http://schemas.openxmlformats.org/officeDocument/2006/relationships/image" Target="../media/image377.wmf"/><Relationship Id="rId29" Type="http://schemas.openxmlformats.org/officeDocument/2006/relationships/oleObject" Target="../embeddings/oleObject392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70.wmf"/><Relationship Id="rId11" Type="http://schemas.openxmlformats.org/officeDocument/2006/relationships/oleObject" Target="../embeddings/oleObject383.bin"/><Relationship Id="rId24" Type="http://schemas.openxmlformats.org/officeDocument/2006/relationships/image" Target="../media/image379.wmf"/><Relationship Id="rId32" Type="http://schemas.openxmlformats.org/officeDocument/2006/relationships/image" Target="../media/image383.wmf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23" Type="http://schemas.openxmlformats.org/officeDocument/2006/relationships/oleObject" Target="../embeddings/oleObject389.bin"/><Relationship Id="rId28" Type="http://schemas.openxmlformats.org/officeDocument/2006/relationships/image" Target="../media/image381.wmf"/><Relationship Id="rId10" Type="http://schemas.openxmlformats.org/officeDocument/2006/relationships/image" Target="../media/image372.wmf"/><Relationship Id="rId19" Type="http://schemas.openxmlformats.org/officeDocument/2006/relationships/oleObject" Target="../embeddings/oleObject387.bin"/><Relationship Id="rId31" Type="http://schemas.openxmlformats.org/officeDocument/2006/relationships/oleObject" Target="../embeddings/oleObject393.bin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374.wmf"/><Relationship Id="rId22" Type="http://schemas.openxmlformats.org/officeDocument/2006/relationships/image" Target="../media/image378.wmf"/><Relationship Id="rId27" Type="http://schemas.openxmlformats.org/officeDocument/2006/relationships/oleObject" Target="../embeddings/oleObject391.bin"/><Relationship Id="rId30" Type="http://schemas.openxmlformats.org/officeDocument/2006/relationships/image" Target="../media/image382.wmf"/><Relationship Id="rId8" Type="http://schemas.openxmlformats.org/officeDocument/2006/relationships/image" Target="../media/image37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5"/>
          <p:cNvSpPr txBox="1">
            <a:spLocks noChangeArrowheads="1"/>
          </p:cNvSpPr>
          <p:nvPr/>
        </p:nvSpPr>
        <p:spPr bwMode="auto">
          <a:xfrm>
            <a:off x="2927350" y="3422127"/>
            <a:ext cx="693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10.2.1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、第一型曲面积分的定义与性质 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6867" name="Text Box 50"/>
          <p:cNvSpPr txBox="1">
            <a:spLocks noChangeArrowheads="1"/>
          </p:cNvSpPr>
          <p:nvPr/>
        </p:nvSpPr>
        <p:spPr bwMode="auto">
          <a:xfrm>
            <a:off x="2927350" y="4430442"/>
            <a:ext cx="57419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10.2.2</a:t>
            </a:r>
            <a:r>
              <a:rPr lang="zh-CN" altLang="en-US" sz="3200" b="1">
                <a:solidFill>
                  <a:schemeClr val="tx1"/>
                </a:solidFill>
                <a:latin typeface="+mn-ea"/>
                <a:ea typeface="+mn-ea"/>
              </a:rPr>
              <a:t>、第一型曲面积分的计算</a:t>
            </a:r>
          </a:p>
        </p:txBody>
      </p:sp>
      <p:sp>
        <p:nvSpPr>
          <p:cNvPr id="36868" name="Text Box 70"/>
          <p:cNvSpPr txBox="1">
            <a:spLocks noChangeArrowheads="1"/>
          </p:cNvSpPr>
          <p:nvPr/>
        </p:nvSpPr>
        <p:spPr bwMode="auto">
          <a:xfrm>
            <a:off x="3151284" y="2145820"/>
            <a:ext cx="5976938" cy="769441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  <a:ea typeface="宋体" panose="02010600030101010101" pitchFamily="2" charset="-122"/>
              </a:rPr>
              <a:t>10.2</a:t>
            </a:r>
            <a:r>
              <a:rPr lang="zh-CN" altLang="en-US" sz="4400" b="1" dirty="0">
                <a:solidFill>
                  <a:srgbClr val="FF0000"/>
                </a:solidFill>
                <a:ea typeface="宋体" panose="02010600030101010101" pitchFamily="2" charset="-122"/>
              </a:rPr>
              <a:t>  第一型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63052" y="303556"/>
            <a:ext cx="1745446" cy="584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508081" y="2440353"/>
            <a:ext cx="2941637" cy="3448050"/>
            <a:chOff x="3627" y="1643"/>
            <a:chExt cx="1853" cy="2172"/>
          </a:xfrm>
        </p:grpSpPr>
        <p:graphicFrame>
          <p:nvGraphicFramePr>
            <p:cNvPr id="37913" name="Object 11"/>
            <p:cNvGraphicFramePr>
              <a:graphicFrameLocks noChangeAspect="1"/>
            </p:cNvGraphicFramePr>
            <p:nvPr/>
          </p:nvGraphicFramePr>
          <p:xfrm>
            <a:off x="3654" y="2118"/>
            <a:ext cx="1674" cy="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08" name="BMP 图象" r:id="rId3" imgW="2657846" imgH="1666667" progId="Paint.Picture">
                    <p:embed/>
                  </p:oleObj>
                </mc:Choice>
                <mc:Fallback>
                  <p:oleObj name="BMP 图象" r:id="rId3" imgW="2657846" imgH="16666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2118"/>
                          <a:ext cx="1674" cy="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14" name="Group 5"/>
            <p:cNvGrpSpPr>
              <a:grpSpLocks/>
            </p:cNvGrpSpPr>
            <p:nvPr/>
          </p:nvGrpSpPr>
          <p:grpSpPr bwMode="auto">
            <a:xfrm>
              <a:off x="3627" y="1643"/>
              <a:ext cx="1853" cy="2172"/>
              <a:chOff x="3627" y="1643"/>
              <a:chExt cx="1853" cy="2172"/>
            </a:xfrm>
          </p:grpSpPr>
          <p:sp>
            <p:nvSpPr>
              <p:cNvPr id="37915" name="Line 6"/>
              <p:cNvSpPr>
                <a:spLocks noChangeShapeType="1"/>
              </p:cNvSpPr>
              <p:nvPr/>
            </p:nvSpPr>
            <p:spPr bwMode="auto">
              <a:xfrm>
                <a:off x="4080" y="3195"/>
                <a:ext cx="134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6" name="Line 7"/>
              <p:cNvSpPr>
                <a:spLocks noChangeShapeType="1"/>
              </p:cNvSpPr>
              <p:nvPr/>
            </p:nvSpPr>
            <p:spPr bwMode="auto">
              <a:xfrm flipH="1">
                <a:off x="3627" y="3195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7917" name="Object 12"/>
              <p:cNvGraphicFramePr>
                <a:graphicFrameLocks noChangeAspect="1"/>
              </p:cNvGraphicFramePr>
              <p:nvPr/>
            </p:nvGraphicFramePr>
            <p:xfrm>
              <a:off x="4080" y="321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209" name="Equation" r:id="rId5" imgW="200092" imgH="219002" progId="Equation.3">
                      <p:embed/>
                    </p:oleObj>
                  </mc:Choice>
                  <mc:Fallback>
                    <p:oleObj name="Equation" r:id="rId5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21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8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8048091"/>
                  </p:ext>
                </p:extLst>
              </p:nvPr>
            </p:nvGraphicFramePr>
            <p:xfrm>
              <a:off x="3768" y="3627"/>
              <a:ext cx="186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210" name="Equation" r:id="rId7" imgW="139680" imgH="139680" progId="Equation.DSMT4">
                      <p:embed/>
                    </p:oleObj>
                  </mc:Choice>
                  <mc:Fallback>
                    <p:oleObj name="Equation" r:id="rId7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8" y="3627"/>
                            <a:ext cx="186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9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1541824"/>
                  </p:ext>
                </p:extLst>
              </p:nvPr>
            </p:nvGraphicFramePr>
            <p:xfrm>
              <a:off x="5280" y="3222"/>
              <a:ext cx="200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211" name="Equation" r:id="rId9" imgW="139680" imgH="164880" progId="Equation.DSMT4">
                      <p:embed/>
                    </p:oleObj>
                  </mc:Choice>
                  <mc:Fallback>
                    <p:oleObj name="Equation" r:id="rId9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222"/>
                            <a:ext cx="200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0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2180741"/>
                  </p:ext>
                </p:extLst>
              </p:nvPr>
            </p:nvGraphicFramePr>
            <p:xfrm>
              <a:off x="3851" y="1643"/>
              <a:ext cx="145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212" name="Equation" r:id="rId11" imgW="114120" imgH="139680" progId="Equation.DSMT4">
                      <p:embed/>
                    </p:oleObj>
                  </mc:Choice>
                  <mc:Fallback>
                    <p:oleObj name="Equation" r:id="rId11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1" y="1643"/>
                            <a:ext cx="145" cy="1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1" name="Line 12"/>
              <p:cNvSpPr>
                <a:spLocks noChangeShapeType="1"/>
              </p:cNvSpPr>
              <p:nvPr/>
            </p:nvSpPr>
            <p:spPr bwMode="auto">
              <a:xfrm flipV="1">
                <a:off x="4080" y="2784"/>
                <a:ext cx="0" cy="4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13"/>
              <p:cNvSpPr>
                <a:spLocks noChangeShapeType="1"/>
              </p:cNvSpPr>
              <p:nvPr/>
            </p:nvSpPr>
            <p:spPr bwMode="auto">
              <a:xfrm flipV="1">
                <a:off x="4080" y="1719"/>
                <a:ext cx="0" cy="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627143" y="3012647"/>
            <a:ext cx="2581275" cy="1828800"/>
            <a:chOff x="3688" y="2016"/>
            <a:chExt cx="1626" cy="1152"/>
          </a:xfrm>
        </p:grpSpPr>
        <p:graphicFrame>
          <p:nvGraphicFramePr>
            <p:cNvPr id="379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415324"/>
                </p:ext>
              </p:extLst>
            </p:nvPr>
          </p:nvGraphicFramePr>
          <p:xfrm>
            <a:off x="3688" y="2107"/>
            <a:ext cx="1626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13" name="BMP 图象" r:id="rId13" imgW="2580952" imgH="1676634" progId="Paint.Picture">
                    <p:embed/>
                  </p:oleObj>
                </mc:Choice>
                <mc:Fallback>
                  <p:oleObj name="BMP 图象" r:id="rId13" imgW="2580952" imgH="1676634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" y="2107"/>
                          <a:ext cx="1626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1" name="Line 18"/>
            <p:cNvSpPr>
              <a:spLocks noChangeShapeType="1"/>
            </p:cNvSpPr>
            <p:nvPr/>
          </p:nvSpPr>
          <p:spPr bwMode="auto">
            <a:xfrm flipV="1">
              <a:off x="4080" y="201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Line 19"/>
            <p:cNvSpPr>
              <a:spLocks noChangeShapeType="1"/>
            </p:cNvSpPr>
            <p:nvPr/>
          </p:nvSpPr>
          <p:spPr bwMode="auto">
            <a:xfrm>
              <a:off x="4080" y="2778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48" name="Rectangle 20"/>
          <p:cNvSpPr>
            <a:spLocks noGrp="1" noChangeArrowheads="1"/>
          </p:cNvSpPr>
          <p:nvPr>
            <p:ph type="title" idx="4294967295"/>
          </p:nvPr>
        </p:nvSpPr>
        <p:spPr>
          <a:xfrm>
            <a:off x="1215310" y="674447"/>
            <a:ext cx="8677990" cy="762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10.2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、第一型曲面积分的定义与性质</a:t>
            </a: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1192133" y="1507813"/>
            <a:ext cx="6358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引例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曲面形构件具有连续面密度</a:t>
            </a:r>
          </a:p>
        </p:txBody>
      </p:sp>
      <p:graphicFrame>
        <p:nvGraphicFramePr>
          <p:cNvPr id="737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11021"/>
              </p:ext>
            </p:extLst>
          </p:nvPr>
        </p:nvGraphicFramePr>
        <p:xfrm>
          <a:off x="7046300" y="1511006"/>
          <a:ext cx="16414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4" name="Equation" r:id="rId16" imgW="685979" imgH="190327" progId="Equation.DSMT4">
                  <p:embed/>
                </p:oleObj>
              </mc:Choice>
              <mc:Fallback>
                <p:oleObj name="Equation" r:id="rId16" imgW="685979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300" y="1511006"/>
                        <a:ext cx="16414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1330328" y="2269331"/>
            <a:ext cx="56848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类似求平面薄板质量的思想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采用</a:t>
            </a:r>
          </a:p>
        </p:txBody>
      </p:sp>
      <p:graphicFrame>
        <p:nvGraphicFramePr>
          <p:cNvPr id="737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51638"/>
              </p:ext>
            </p:extLst>
          </p:nvPr>
        </p:nvGraphicFramePr>
        <p:xfrm>
          <a:off x="3664285" y="4207423"/>
          <a:ext cx="2667000" cy="565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5" name="Equation" r:id="rId18" imgW="1091880" imgH="228600" progId="Equation.DSMT4">
                  <p:embed/>
                </p:oleObj>
              </mc:Choice>
              <mc:Fallback>
                <p:oleObj name="Equation" r:id="rId18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285" y="4207423"/>
                        <a:ext cx="2667000" cy="565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1356687" y="3548696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可得</a:t>
            </a:r>
          </a:p>
        </p:txBody>
      </p:sp>
      <p:graphicFrame>
        <p:nvGraphicFramePr>
          <p:cNvPr id="737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90738"/>
              </p:ext>
            </p:extLst>
          </p:nvPr>
        </p:nvGraphicFramePr>
        <p:xfrm>
          <a:off x="3174207" y="4006646"/>
          <a:ext cx="714374" cy="100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6" name="Equation" r:id="rId20" imgW="304560" imgH="431640" progId="Equation.DSMT4">
                  <p:embed/>
                </p:oleObj>
              </mc:Choice>
              <mc:Fallback>
                <p:oleObj name="Equation" r:id="rId20" imgW="304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207" y="4006646"/>
                        <a:ext cx="714374" cy="1000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62064"/>
              </p:ext>
            </p:extLst>
          </p:nvPr>
        </p:nvGraphicFramePr>
        <p:xfrm>
          <a:off x="2530479" y="4164378"/>
          <a:ext cx="631823" cy="685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7" name="Equation" r:id="rId22" imgW="266400" imgH="279360" progId="Equation.DSMT4">
                  <p:embed/>
                </p:oleObj>
              </mc:Choice>
              <mc:Fallback>
                <p:oleObj name="Equation" r:id="rId22" imgW="266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9" y="4164378"/>
                        <a:ext cx="631823" cy="685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87011"/>
              </p:ext>
            </p:extLst>
          </p:nvPr>
        </p:nvGraphicFramePr>
        <p:xfrm>
          <a:off x="1729580" y="4216453"/>
          <a:ext cx="822327" cy="4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8" name="Equation" r:id="rId24" imgW="330120" imgH="164880" progId="Equation.DSMT4">
                  <p:embed/>
                </p:oleObj>
              </mc:Choice>
              <mc:Fallback>
                <p:oleObj name="Equation" r:id="rId24" imgW="330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580" y="4216453"/>
                        <a:ext cx="822327" cy="4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843692"/>
              </p:ext>
            </p:extLst>
          </p:nvPr>
        </p:nvGraphicFramePr>
        <p:xfrm>
          <a:off x="9294273" y="2445115"/>
          <a:ext cx="1463924" cy="48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19" name="Equation" r:id="rId26" imgW="711000" imgH="228600" progId="Equation.DSMT4">
                  <p:embed/>
                </p:oleObj>
              </mc:Choice>
              <mc:Fallback>
                <p:oleObj name="Equation" r:id="rId26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4273" y="2445115"/>
                        <a:ext cx="1463924" cy="482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9" name="Text Box 31"/>
          <p:cNvSpPr txBox="1">
            <a:spLocks noChangeArrowheads="1"/>
          </p:cNvSpPr>
          <p:nvPr/>
        </p:nvSpPr>
        <p:spPr bwMode="auto">
          <a:xfrm>
            <a:off x="8656342" y="1507813"/>
            <a:ext cx="1946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求质量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73760" name="Object 8"/>
          <p:cNvGraphicFramePr>
            <a:graphicFrameLocks noChangeAspect="1"/>
          </p:cNvGraphicFramePr>
          <p:nvPr/>
        </p:nvGraphicFramePr>
        <p:xfrm>
          <a:off x="8861425" y="3157538"/>
          <a:ext cx="285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20" name="BMP 图象" r:id="rId28" imgW="285866" imgH="304923" progId="Paint.Picture">
                  <p:embed/>
                </p:oleObj>
              </mc:Choice>
              <mc:Fallback>
                <p:oleObj name="BMP 图象" r:id="rId28" imgW="285866" imgH="30492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425" y="3157538"/>
                        <a:ext cx="2857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1" name="Line 33"/>
          <p:cNvSpPr>
            <a:spLocks noChangeShapeType="1"/>
          </p:cNvSpPr>
          <p:nvPr/>
        </p:nvSpPr>
        <p:spPr bwMode="auto">
          <a:xfrm flipH="1">
            <a:off x="8978900" y="2788444"/>
            <a:ext cx="315372" cy="502444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2" name="Text Box 34"/>
          <p:cNvSpPr txBox="1">
            <a:spLocks noChangeArrowheads="1"/>
          </p:cNvSpPr>
          <p:nvPr/>
        </p:nvSpPr>
        <p:spPr bwMode="auto">
          <a:xfrm>
            <a:off x="1342266" y="2976815"/>
            <a:ext cx="58459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分割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近似求和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求极限”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的方法</a:t>
            </a:r>
          </a:p>
        </p:txBody>
      </p:sp>
      <p:graphicFrame>
        <p:nvGraphicFramePr>
          <p:cNvPr id="73742" name="Object 9"/>
          <p:cNvGraphicFramePr>
            <a:graphicFrameLocks noChangeAspect="1"/>
          </p:cNvGraphicFramePr>
          <p:nvPr/>
        </p:nvGraphicFramePr>
        <p:xfrm>
          <a:off x="9740900" y="36893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21" name="Equation" r:id="rId30" imgW="285795" imgH="352339" progId="Equation.3">
                  <p:embed/>
                </p:oleObj>
              </mc:Choice>
              <mc:Fallback>
                <p:oleObj name="Equation" r:id="rId30" imgW="285795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0900" y="36893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5" name="Text Box 37"/>
          <p:cNvSpPr txBox="1">
            <a:spLocks noChangeArrowheads="1"/>
          </p:cNvSpPr>
          <p:nvPr/>
        </p:nvSpPr>
        <p:spPr bwMode="auto">
          <a:xfrm>
            <a:off x="1457328" y="4946317"/>
            <a:ext cx="535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表示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小块曲面的直径的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3766" name="Text Box 38"/>
          <p:cNvSpPr txBox="1">
            <a:spLocks noChangeArrowheads="1"/>
          </p:cNvSpPr>
          <p:nvPr/>
        </p:nvSpPr>
        <p:spPr bwMode="auto">
          <a:xfrm>
            <a:off x="1457328" y="5466544"/>
            <a:ext cx="153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最大值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71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9" grpId="0" autoUpdateAnimBg="0"/>
      <p:bldP spid="73751" grpId="0" autoUpdateAnimBg="0"/>
      <p:bldP spid="73753" grpId="0" autoUpdateAnimBg="0"/>
      <p:bldP spid="73759" grpId="0" build="p" autoUpdateAnimBg="0"/>
      <p:bldP spid="73761" grpId="0" animBg="1"/>
      <p:bldP spid="73762" grpId="0" autoUpdateAnimBg="0"/>
      <p:bldP spid="73765" grpId="0" build="p" autoUpdateAnimBg="0"/>
      <p:bldP spid="7376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03933"/>
              </p:ext>
            </p:extLst>
          </p:nvPr>
        </p:nvGraphicFramePr>
        <p:xfrm>
          <a:off x="6289971" y="5001927"/>
          <a:ext cx="2862537" cy="846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3" name="Equation" r:id="rId3" imgW="1333440" imgH="380880" progId="Equation.DSMT4">
                  <p:embed/>
                </p:oleObj>
              </mc:Choice>
              <mc:Fallback>
                <p:oleObj name="Equation" r:id="rId3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971" y="5001927"/>
                        <a:ext cx="2862537" cy="846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6756" y="951315"/>
            <a:ext cx="1140236" cy="574675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151471" y="949339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为光滑曲面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460377" y="1472551"/>
            <a:ext cx="255596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和式的极限”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30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427227"/>
              </p:ext>
            </p:extLst>
          </p:nvPr>
        </p:nvGraphicFramePr>
        <p:xfrm>
          <a:off x="3411449" y="2231558"/>
          <a:ext cx="25749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4" name="Equation" r:id="rId6" imgW="1095487" imgH="219002" progId="Equation.DSMT4">
                  <p:embed/>
                </p:oleObj>
              </mc:Choice>
              <mc:Fallback>
                <p:oleObj name="Equation" r:id="rId6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2231558"/>
                        <a:ext cx="25749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34366"/>
              </p:ext>
            </p:extLst>
          </p:nvPr>
        </p:nvGraphicFramePr>
        <p:xfrm>
          <a:off x="2989671" y="2024676"/>
          <a:ext cx="7112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5" name="Equation" r:id="rId8" imgW="295118" imgH="419007" progId="Equation.DSMT4">
                  <p:embed/>
                </p:oleObj>
              </mc:Choice>
              <mc:Fallback>
                <p:oleObj name="Equation" r:id="rId8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671" y="2024676"/>
                        <a:ext cx="7112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32050"/>
              </p:ext>
            </p:extLst>
          </p:nvPr>
        </p:nvGraphicFramePr>
        <p:xfrm>
          <a:off x="2359436" y="2161544"/>
          <a:ext cx="6699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6" name="Equation" r:id="rId10" imgW="257108" imgH="266673" progId="Equation.DSMT4">
                  <p:embed/>
                </p:oleObj>
              </mc:Choice>
              <mc:Fallback>
                <p:oleObj name="Equation" r:id="rId10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436" y="2161544"/>
                        <a:ext cx="6699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1313271" y="294032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都存在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0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375712"/>
              </p:ext>
            </p:extLst>
          </p:nvPr>
        </p:nvGraphicFramePr>
        <p:xfrm>
          <a:off x="6734265" y="2134022"/>
          <a:ext cx="22939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7" name="Equation" r:id="rId12" imgW="1019108" imgH="381013" progId="Equation.DSMT4">
                  <p:embed/>
                </p:oleObj>
              </mc:Choice>
              <mc:Fallback>
                <p:oleObj name="Equation" r:id="rId12" imgW="1019108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265" y="2134022"/>
                        <a:ext cx="229393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3914277" y="3512667"/>
            <a:ext cx="4751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被积函数，</a:t>
            </a:r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1259932" y="5014960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由此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定义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曲面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形构件的质量为</a:t>
            </a:r>
          </a:p>
        </p:txBody>
      </p:sp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1242092" y="5609034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曲面面积为</a:t>
            </a:r>
          </a:p>
        </p:txBody>
      </p:sp>
      <p:graphicFrame>
        <p:nvGraphicFramePr>
          <p:cNvPr id="31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35077"/>
              </p:ext>
            </p:extLst>
          </p:nvPr>
        </p:nvGraphicFramePr>
        <p:xfrm>
          <a:off x="3411449" y="5516513"/>
          <a:ext cx="16367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8" name="Equation" r:id="rId14" imgW="672840" imgH="380880" progId="Equation.DSMT4">
                  <p:embed/>
                </p:oleObj>
              </mc:Choice>
              <mc:Fallback>
                <p:oleObj name="Equation" r:id="rId14" imgW="672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5516513"/>
                        <a:ext cx="163671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5085692" y="950846"/>
            <a:ext cx="56728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zh-CN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是定义在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上的一个有界</a:t>
            </a: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1242092" y="1496303"/>
            <a:ext cx="9957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函数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957481" y="2032265"/>
            <a:ext cx="990600" cy="522287"/>
            <a:chOff x="3168" y="1255"/>
            <a:chExt cx="624" cy="329"/>
          </a:xfrm>
        </p:grpSpPr>
        <p:sp>
          <p:nvSpPr>
            <p:cNvPr id="38934" name="Text Box 19"/>
            <p:cNvSpPr txBox="1">
              <a:spLocks noChangeArrowheads="1"/>
            </p:cNvSpPr>
            <p:nvPr/>
          </p:nvSpPr>
          <p:spPr bwMode="auto">
            <a:xfrm>
              <a:off x="3168" y="1255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记作</a:t>
              </a:r>
            </a:p>
          </p:txBody>
        </p:sp>
        <p:sp>
          <p:nvSpPr>
            <p:cNvPr id="38935" name="Line 34"/>
            <p:cNvSpPr>
              <a:spLocks noChangeShapeType="1"/>
            </p:cNvSpPr>
            <p:nvPr/>
          </p:nvSpPr>
          <p:spPr bwMode="auto">
            <a:xfrm>
              <a:off x="3216" y="15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5"/>
            <p:cNvSpPr>
              <a:spLocks noChangeShapeType="1"/>
            </p:cNvSpPr>
            <p:nvPr/>
          </p:nvSpPr>
          <p:spPr bwMode="auto">
            <a:xfrm>
              <a:off x="3216" y="15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09" name="Text Box 37"/>
          <p:cNvSpPr txBox="1">
            <a:spLocks noChangeArrowheads="1"/>
          </p:cNvSpPr>
          <p:nvPr/>
        </p:nvSpPr>
        <p:spPr bwMode="auto">
          <a:xfrm>
            <a:off x="1313271" y="3512668"/>
            <a:ext cx="2787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第一型曲面积分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2151471" y="1495068"/>
            <a:ext cx="67521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若对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做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任意分割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和局部区域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任意取点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2513013" y="2935559"/>
            <a:ext cx="68526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则称此极限为函数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在曲面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上的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3112" name="Text Box 40"/>
          <p:cNvSpPr txBox="1">
            <a:spLocks noChangeArrowheads="1"/>
          </p:cNvSpPr>
          <p:nvPr/>
        </p:nvSpPr>
        <p:spPr bwMode="auto">
          <a:xfrm>
            <a:off x="8460377" y="3534811"/>
            <a:ext cx="301357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积分曲面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19200" y="4157223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为封闭曲面，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801100"/>
              </p:ext>
            </p:extLst>
          </p:nvPr>
        </p:nvGraphicFramePr>
        <p:xfrm>
          <a:off x="4079332" y="4061286"/>
          <a:ext cx="57896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9" name="Equation" r:id="rId16" imgW="2565360" imgH="380880" progId="Equation.DSMT4">
                  <p:embed/>
                </p:oleObj>
              </mc:Choice>
              <mc:Fallback>
                <p:oleObj name="Equation" r:id="rId16" imgW="2565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79332" y="4061286"/>
                        <a:ext cx="5789613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910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8" grpId="0" autoUpdateAnimBg="0"/>
      <p:bldP spid="3085" grpId="0" autoUpdateAnimBg="0"/>
      <p:bldP spid="3093" grpId="0" autoUpdateAnimBg="0"/>
      <p:bldP spid="3094" grpId="0" autoUpdateAnimBg="0"/>
      <p:bldP spid="3098" grpId="0" autoUpdateAnimBg="0"/>
      <p:bldP spid="3104" grpId="0" build="p" autoUpdateAnimBg="0"/>
      <p:bldP spid="3105" grpId="0" build="p" autoUpdateAnimBg="0" advAuto="0"/>
      <p:bldP spid="3109" grpId="0" build="p" autoUpdateAnimBg="0"/>
      <p:bldP spid="3110" grpId="0" build="p" autoUpdateAnimBg="0"/>
      <p:bldP spid="3111" grpId="0" build="p" autoUpdateAnimBg="0"/>
      <p:bldP spid="3112" grpId="0" autoUpdateAnimBg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9226A0-65D3-4A79-8BFF-1B9E9AA2BC32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63713"/>
              </p:ext>
            </p:extLst>
          </p:nvPr>
        </p:nvGraphicFramePr>
        <p:xfrm>
          <a:off x="680040" y="725808"/>
          <a:ext cx="10754013" cy="594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62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取极限</a:t>
                      </a:r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12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66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18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97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08856"/>
              </p:ext>
            </p:extLst>
          </p:nvPr>
        </p:nvGraphicFramePr>
        <p:xfrm>
          <a:off x="1179185" y="1209406"/>
          <a:ext cx="12668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2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185" y="1209406"/>
                        <a:ext cx="12668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541858"/>
              </p:ext>
            </p:extLst>
          </p:nvPr>
        </p:nvGraphicFramePr>
        <p:xfrm>
          <a:off x="842962" y="2706256"/>
          <a:ext cx="21859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3" name="Equation" r:id="rId6" imgW="1295400" imgH="381000" progId="Equation.DSMT4">
                  <p:embed/>
                </p:oleObj>
              </mc:Choice>
              <mc:Fallback>
                <p:oleObj name="Equation" r:id="rId6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" y="2706256"/>
                        <a:ext cx="21859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91027"/>
              </p:ext>
            </p:extLst>
          </p:nvPr>
        </p:nvGraphicFramePr>
        <p:xfrm>
          <a:off x="3393967" y="2618943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4" name="Equation" r:id="rId8" imgW="876300" imgH="457200" progId="Equation.DSMT4">
                  <p:embed/>
                </p:oleObj>
              </mc:Choice>
              <mc:Fallback>
                <p:oleObj name="Equation" r:id="rId8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967" y="2618943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799826"/>
              </p:ext>
            </p:extLst>
          </p:nvPr>
        </p:nvGraphicFramePr>
        <p:xfrm>
          <a:off x="5388444" y="2264569"/>
          <a:ext cx="198120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5" name="Equation" r:id="rId10" imgW="1218671" imgH="901309" progId="Equation.DSMT4">
                  <p:embed/>
                </p:oleObj>
              </mc:Choice>
              <mc:Fallback>
                <p:oleObj name="Equation" r:id="rId10" imgW="1218671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8444" y="2264569"/>
                        <a:ext cx="1981200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0" name="对象 15"/>
          <p:cNvGraphicFramePr>
            <a:graphicFrameLocks noChangeAspect="1"/>
          </p:cNvGraphicFramePr>
          <p:nvPr/>
        </p:nvGraphicFramePr>
        <p:xfrm>
          <a:off x="7912100" y="2344739"/>
          <a:ext cx="25225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6" name="Equation" r:id="rId12" imgW="1396394" imgH="723586" progId="Equation.DSMT4">
                  <p:embed/>
                </p:oleObj>
              </mc:Choice>
              <mc:Fallback>
                <p:oleObj name="Equation" r:id="rId12" imgW="1396394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2344739"/>
                        <a:ext cx="252253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1" name="文本框 1"/>
          <p:cNvSpPr txBox="1">
            <a:spLocks noChangeArrowheads="1"/>
          </p:cNvSpPr>
          <p:nvPr/>
        </p:nvSpPr>
        <p:spPr bwMode="auto">
          <a:xfrm>
            <a:off x="4176604" y="261382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五种积分定义对照表</a:t>
            </a:r>
          </a:p>
        </p:txBody>
      </p:sp>
      <p:graphicFrame>
        <p:nvGraphicFramePr>
          <p:cNvPr id="39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135347"/>
              </p:ext>
            </p:extLst>
          </p:nvPr>
        </p:nvGraphicFramePr>
        <p:xfrm>
          <a:off x="1090757" y="4095607"/>
          <a:ext cx="18542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7" name="Equation" r:id="rId14" imgW="952087" imgH="304668" progId="Equation.DSMT4">
                  <p:embed/>
                </p:oleObj>
              </mc:Choice>
              <mc:Fallback>
                <p:oleObj name="Equation" r:id="rId14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757" y="4095607"/>
                        <a:ext cx="18542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116260"/>
              </p:ext>
            </p:extLst>
          </p:nvPr>
        </p:nvGraphicFramePr>
        <p:xfrm>
          <a:off x="3375818" y="4033044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8" name="Equation" r:id="rId16" imgW="774364" imgH="457002" progId="Equation.DSMT4">
                  <p:embed/>
                </p:oleObj>
              </mc:Choice>
              <mc:Fallback>
                <p:oleObj name="Equation" r:id="rId16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18" y="4033044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114402"/>
              </p:ext>
            </p:extLst>
          </p:nvPr>
        </p:nvGraphicFramePr>
        <p:xfrm>
          <a:off x="5484668" y="3623470"/>
          <a:ext cx="1919288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9" name="Equation" r:id="rId18" imgW="1181100" imgH="914400" progId="Equation.DSMT4">
                  <p:embed/>
                </p:oleObj>
              </mc:Choice>
              <mc:Fallback>
                <p:oleObj name="Equation" r:id="rId18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668" y="3623470"/>
                        <a:ext cx="1919288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5" name="对象 15"/>
          <p:cNvGraphicFramePr>
            <a:graphicFrameLocks noChangeAspect="1"/>
          </p:cNvGraphicFramePr>
          <p:nvPr/>
        </p:nvGraphicFramePr>
        <p:xfrm>
          <a:off x="7999413" y="3649664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0" name="Equation" r:id="rId20" imgW="1333500" imgH="723900" progId="Equation.DSMT4">
                  <p:embed/>
                </p:oleObj>
              </mc:Choice>
              <mc:Fallback>
                <p:oleObj name="Equation" r:id="rId20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9413" y="3649664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455891"/>
              </p:ext>
            </p:extLst>
          </p:nvPr>
        </p:nvGraphicFramePr>
        <p:xfrm>
          <a:off x="1139418" y="1796303"/>
          <a:ext cx="15890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1" name="Equation" r:id="rId22" imgW="965200" imgH="381000" progId="Equation.DSMT4">
                  <p:embed/>
                </p:oleObj>
              </mc:Choice>
              <mc:Fallback>
                <p:oleObj name="Equation" r:id="rId22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418" y="1796303"/>
                        <a:ext cx="15890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7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139266"/>
              </p:ext>
            </p:extLst>
          </p:nvPr>
        </p:nvGraphicFramePr>
        <p:xfrm>
          <a:off x="5529264" y="5053012"/>
          <a:ext cx="1981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2" name="Equation" r:id="rId24" imgW="1219200" imgH="914400" progId="Equation.DSMT4">
                  <p:embed/>
                </p:oleObj>
              </mc:Choice>
              <mc:Fallback>
                <p:oleObj name="Equation" r:id="rId24" imgW="1219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5053012"/>
                        <a:ext cx="19812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8" name="对象 15"/>
          <p:cNvGraphicFramePr>
            <a:graphicFrameLocks noChangeAspect="1"/>
          </p:cNvGraphicFramePr>
          <p:nvPr/>
        </p:nvGraphicFramePr>
        <p:xfrm>
          <a:off x="7975600" y="5119689"/>
          <a:ext cx="24526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3" name="Equation" r:id="rId26" imgW="1358310" imgH="723586" progId="Equation.DSMT4">
                  <p:embed/>
                </p:oleObj>
              </mc:Choice>
              <mc:Fallback>
                <p:oleObj name="Equation" r:id="rId26" imgW="1358310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5119689"/>
                        <a:ext cx="24526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9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057670"/>
              </p:ext>
            </p:extLst>
          </p:nvPr>
        </p:nvGraphicFramePr>
        <p:xfrm>
          <a:off x="3263901" y="5395912"/>
          <a:ext cx="14811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4" name="Equation" r:id="rId28" imgW="787400" imgH="457200" progId="Equation.DSMT4">
                  <p:embed/>
                </p:oleObj>
              </mc:Choice>
              <mc:Fallback>
                <p:oleObj name="Equation" r:id="rId28" imgW="78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5395912"/>
                        <a:ext cx="14811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460764"/>
              </p:ext>
            </p:extLst>
          </p:nvPr>
        </p:nvGraphicFramePr>
        <p:xfrm>
          <a:off x="1008856" y="5502277"/>
          <a:ext cx="18542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5" name="Equation" r:id="rId30" imgW="965200" imgH="381000" progId="Equation.DSMT4">
                  <p:embed/>
                </p:oleObj>
              </mc:Choice>
              <mc:Fallback>
                <p:oleObj name="Equation" r:id="rId30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856" y="5502277"/>
                        <a:ext cx="18542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226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282825" y="211337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则对面积的曲面积分存在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969138" y="258065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对积分域的可加性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634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991070"/>
              </p:ext>
            </p:extLst>
          </p:nvPr>
        </p:nvGraphicFramePr>
        <p:xfrm>
          <a:off x="4207279" y="3040731"/>
          <a:ext cx="1080525" cy="49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4" name="Equation" r:id="rId5" imgW="507960" imgH="228600" progId="Equation.DSMT4">
                  <p:embed/>
                </p:oleObj>
              </mc:Choice>
              <mc:Fallback>
                <p:oleObj name="Equation" r:id="rId5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279" y="3040731"/>
                        <a:ext cx="1080525" cy="497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5287804" y="3012048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</a:p>
        </p:txBody>
      </p:sp>
      <p:graphicFrame>
        <p:nvGraphicFramePr>
          <p:cNvPr id="634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551670"/>
              </p:ext>
            </p:extLst>
          </p:nvPr>
        </p:nvGraphicFramePr>
        <p:xfrm>
          <a:off x="2582318" y="3575618"/>
          <a:ext cx="25796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5" name="Equation" r:id="rId7" imgW="1155600" imgH="380880" progId="Equation.DSMT4">
                  <p:embed/>
                </p:oleObj>
              </mc:Choice>
              <mc:Fallback>
                <p:oleObj name="Equation" r:id="rId7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18" y="3575618"/>
                        <a:ext cx="257968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242720"/>
              </p:ext>
            </p:extLst>
          </p:nvPr>
        </p:nvGraphicFramePr>
        <p:xfrm>
          <a:off x="5226805" y="3524436"/>
          <a:ext cx="22590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6" name="Equation" r:id="rId9" imgW="1028520" imgH="406080" progId="Equation.DSMT4">
                  <p:embed/>
                </p:oleObj>
              </mc:Choice>
              <mc:Fallback>
                <p:oleObj name="Equation" r:id="rId9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805" y="3524436"/>
                        <a:ext cx="22590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34819"/>
              </p:ext>
            </p:extLst>
          </p:nvPr>
        </p:nvGraphicFramePr>
        <p:xfrm>
          <a:off x="7456488" y="3500623"/>
          <a:ext cx="25209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7" name="Equation" r:id="rId11" imgW="1091880" imgH="406080" progId="Equation.DSMT4">
                  <p:embed/>
                </p:oleObj>
              </mc:Choice>
              <mc:Fallback>
                <p:oleObj name="Equation" r:id="rId11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3500623"/>
                        <a:ext cx="25209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11727"/>
              </p:ext>
            </p:extLst>
          </p:nvPr>
        </p:nvGraphicFramePr>
        <p:xfrm>
          <a:off x="2858544" y="4819152"/>
          <a:ext cx="4606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8" name="Equation" r:id="rId13" imgW="2108160" imgH="380880" progId="Equation.DSMT4">
                  <p:embed/>
                </p:oleObj>
              </mc:Choice>
              <mc:Fallback>
                <p:oleObj name="Equation" r:id="rId13" imgW="2108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544" y="4819152"/>
                        <a:ext cx="4606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1981200" y="4345943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仿宋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线性性质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635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09495"/>
              </p:ext>
            </p:extLst>
          </p:nvPr>
        </p:nvGraphicFramePr>
        <p:xfrm>
          <a:off x="3842544" y="4345943"/>
          <a:ext cx="30130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9" name="Equation" r:id="rId15" imgW="1257120" imgH="228600" progId="Equation.DSMT4">
                  <p:embed/>
                </p:oleObj>
              </mc:Choice>
              <mc:Fallback>
                <p:oleObj name="Equation" r:id="rId15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4345943"/>
                        <a:ext cx="30130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24423"/>
              </p:ext>
            </p:extLst>
          </p:nvPr>
        </p:nvGraphicFramePr>
        <p:xfrm>
          <a:off x="3842544" y="5499100"/>
          <a:ext cx="556736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20" name="Equation" r:id="rId17" imgW="2552400" imgH="380880" progId="Equation.DSMT4">
                  <p:embed/>
                </p:oleObj>
              </mc:Choice>
              <mc:Fallback>
                <p:oleObj name="Equation" r:id="rId17" imgW="2552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5499100"/>
                        <a:ext cx="5567363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87700"/>
              </p:ext>
            </p:extLst>
          </p:nvPr>
        </p:nvGraphicFramePr>
        <p:xfrm>
          <a:off x="4640977" y="1623780"/>
          <a:ext cx="18732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21" name="Equation" r:id="rId19" imgW="752318" imgH="209683" progId="Equation.DSMT4">
                  <p:embed/>
                </p:oleObj>
              </mc:Choice>
              <mc:Fallback>
                <p:oleObj name="Equation" r:id="rId19" imgW="75231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977" y="1623780"/>
                        <a:ext cx="18732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Text Box 17"/>
          <p:cNvSpPr txBox="1">
            <a:spLocks noChangeArrowheads="1"/>
          </p:cNvSpPr>
          <p:nvPr/>
        </p:nvSpPr>
        <p:spPr bwMode="auto">
          <a:xfrm>
            <a:off x="6430804" y="1649296"/>
            <a:ext cx="3868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在光滑曲面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40975" name="Text Box 18"/>
          <p:cNvSpPr txBox="1">
            <a:spLocks noChangeArrowheads="1"/>
          </p:cNvSpPr>
          <p:nvPr/>
        </p:nvSpPr>
        <p:spPr bwMode="auto">
          <a:xfrm>
            <a:off x="1969138" y="1029148"/>
            <a:ext cx="7218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第一型曲面积分与第一型曲线积分性质类似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969138" y="1587470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积分的存在性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5239986" y="259097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是分片光滑的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8424298" y="258065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例如分成两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2204727" y="302052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片光滑曲面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48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  <p:bldP spid="63492" grpId="0" build="p" autoUpdateAnimBg="0"/>
      <p:bldP spid="63494" grpId="0" autoUpdateAnimBg="0"/>
      <p:bldP spid="63499" grpId="0" autoUpdateAnimBg="0"/>
      <p:bldP spid="63505" grpId="0" build="p" autoUpdateAnimBg="0" advAuto="0"/>
      <p:bldP spid="63507" grpId="0" build="p" autoUpdateAnimBg="0"/>
      <p:bldP spid="63508" grpId="0" build="p" autoUpdateAnimBg="0"/>
      <p:bldP spid="63509" grpId="0" build="p" autoUpdateAnimBg="0"/>
      <p:bldP spid="63510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079735"/>
              </p:ext>
            </p:extLst>
          </p:nvPr>
        </p:nvGraphicFramePr>
        <p:xfrm>
          <a:off x="472879" y="748684"/>
          <a:ext cx="11134403" cy="576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9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46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</a:t>
                      </a:r>
                      <a:r>
                        <a:rPr lang="zh-CN" altLang="en-US" sz="2000" dirty="0"/>
                        <a:t>性质的通用表达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线积分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面积分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7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3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7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保号性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906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589111"/>
              </p:ext>
            </p:extLst>
          </p:nvPr>
        </p:nvGraphicFramePr>
        <p:xfrm>
          <a:off x="2284587" y="4478501"/>
          <a:ext cx="2386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99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587" y="4478501"/>
                        <a:ext cx="2386013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66685"/>
              </p:ext>
            </p:extLst>
          </p:nvPr>
        </p:nvGraphicFramePr>
        <p:xfrm>
          <a:off x="1966490" y="1395618"/>
          <a:ext cx="2675803" cy="671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0" name="Equation" r:id="rId5" imgW="1295280" imgH="380880" progId="Equation.DSMT4">
                  <p:embed/>
                </p:oleObj>
              </mc:Choice>
              <mc:Fallback>
                <p:oleObj name="Equation" r:id="rId5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6490" y="1395618"/>
                        <a:ext cx="2675803" cy="671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762468"/>
              </p:ext>
            </p:extLst>
          </p:nvPr>
        </p:nvGraphicFramePr>
        <p:xfrm>
          <a:off x="2474345" y="2771937"/>
          <a:ext cx="3974790" cy="79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1" name="Equation" r:id="rId7" imgW="2031840" imgH="406080" progId="Equation.DSMT4">
                  <p:embed/>
                </p:oleObj>
              </mc:Choice>
              <mc:Fallback>
                <p:oleObj name="Equation" r:id="rId7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4345" y="2771937"/>
                        <a:ext cx="3974790" cy="794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510777"/>
              </p:ext>
            </p:extLst>
          </p:nvPr>
        </p:nvGraphicFramePr>
        <p:xfrm>
          <a:off x="1910121" y="3558285"/>
          <a:ext cx="19621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2" name="Equation" r:id="rId9" imgW="1079280" imgH="203040" progId="Equation.DSMT4">
                  <p:embed/>
                </p:oleObj>
              </mc:Choice>
              <mc:Fallback>
                <p:oleObj name="Equation" r:id="rId9" imgW="1079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0121" y="3558285"/>
                        <a:ext cx="1962150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45936"/>
              </p:ext>
            </p:extLst>
          </p:nvPr>
        </p:nvGraphicFramePr>
        <p:xfrm>
          <a:off x="1910121" y="5752267"/>
          <a:ext cx="16938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3" name="Equation" r:id="rId11" imgW="952200" imgH="203040" progId="Equation.DSMT4">
                  <p:embed/>
                </p:oleObj>
              </mc:Choice>
              <mc:Fallback>
                <p:oleObj name="Equation" r:id="rId11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0121" y="5752267"/>
                        <a:ext cx="1693863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63563"/>
              </p:ext>
            </p:extLst>
          </p:nvPr>
        </p:nvGraphicFramePr>
        <p:xfrm>
          <a:off x="3020125" y="1796785"/>
          <a:ext cx="3379403" cy="688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4" name="Equation" r:id="rId13" imgW="1600200" imgH="380880" progId="Equation.DSMT4">
                  <p:embed/>
                </p:oleObj>
              </mc:Choice>
              <mc:Fallback>
                <p:oleObj name="Equation" r:id="rId13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20125" y="1796785"/>
                        <a:ext cx="3379403" cy="688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47724"/>
              </p:ext>
            </p:extLst>
          </p:nvPr>
        </p:nvGraphicFramePr>
        <p:xfrm>
          <a:off x="3794835" y="3731673"/>
          <a:ext cx="2654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5" name="Equation" r:id="rId15" imgW="1460160" imgH="380880" progId="Equation.DSMT4">
                  <p:embed/>
                </p:oleObj>
              </mc:Choice>
              <mc:Fallback>
                <p:oleObj name="Equation" r:id="rId15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94835" y="3731673"/>
                        <a:ext cx="2654300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678107"/>
              </p:ext>
            </p:extLst>
          </p:nvPr>
        </p:nvGraphicFramePr>
        <p:xfrm>
          <a:off x="2925412" y="4822009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6" name="Equation" r:id="rId17" imgW="1828800" imgH="380880" progId="Equation.DSMT4">
                  <p:embed/>
                </p:oleObj>
              </mc:Choice>
              <mc:Fallback>
                <p:oleObj name="Equation" r:id="rId17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25412" y="4822009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707682"/>
              </p:ext>
            </p:extLst>
          </p:nvPr>
        </p:nvGraphicFramePr>
        <p:xfrm>
          <a:off x="3654425" y="5668423"/>
          <a:ext cx="25971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7" name="Equation" r:id="rId19" imgW="1460160" imgH="380880" progId="Equation.DSMT4">
                  <p:embed/>
                </p:oleObj>
              </mc:Choice>
              <mc:Fallback>
                <p:oleObj name="Equation" r:id="rId19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54425" y="5668423"/>
                        <a:ext cx="2597150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231247"/>
              </p:ext>
            </p:extLst>
          </p:nvPr>
        </p:nvGraphicFramePr>
        <p:xfrm>
          <a:off x="1902523" y="2458140"/>
          <a:ext cx="1377660" cy="41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08" name="Equation" r:id="rId21" imgW="761760" imgH="228600" progId="Equation.DSMT4">
                  <p:embed/>
                </p:oleObj>
              </mc:Choice>
              <mc:Fallback>
                <p:oleObj name="Equation" r:id="rId21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02523" y="2458140"/>
                        <a:ext cx="1377660" cy="413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2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090502-976D-48B0-9013-0A777A93A4D1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036539"/>
              </p:ext>
            </p:extLst>
          </p:nvPr>
        </p:nvGraphicFramePr>
        <p:xfrm>
          <a:off x="572655" y="981076"/>
          <a:ext cx="11139054" cy="55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4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7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</a:t>
                      </a:r>
                      <a:r>
                        <a:rPr lang="zh-CN" altLang="en-US" sz="24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</a:t>
                      </a:r>
                      <a:r>
                        <a:rPr lang="zh-CN" altLang="en-US" sz="2400" dirty="0"/>
                        <a:t>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926">
                <a:tc>
                  <a:txBody>
                    <a:bodyPr/>
                    <a:lstStyle/>
                    <a:p>
                      <a:r>
                        <a:rPr lang="zh-CN" altLang="en-US" sz="28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8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41190"/>
              </p:ext>
            </p:extLst>
          </p:nvPr>
        </p:nvGraphicFramePr>
        <p:xfrm>
          <a:off x="1408113" y="1417638"/>
          <a:ext cx="50355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89" name="Equation" r:id="rId4" imgW="3035160" imgH="228600" progId="Equation.DSMT4">
                  <p:embed/>
                </p:oleObj>
              </mc:Choice>
              <mc:Fallback>
                <p:oleObj name="Equation" r:id="rId4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1417638"/>
                        <a:ext cx="50355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04061"/>
              </p:ext>
            </p:extLst>
          </p:nvPr>
        </p:nvGraphicFramePr>
        <p:xfrm>
          <a:off x="1348945" y="1829789"/>
          <a:ext cx="3473535" cy="40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0" name="Equation" r:id="rId6" imgW="1765080" imgH="203040" progId="Equation.DSMT4">
                  <p:embed/>
                </p:oleObj>
              </mc:Choice>
              <mc:Fallback>
                <p:oleObj name="Equation" r:id="rId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1829789"/>
                        <a:ext cx="3473535" cy="403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273428"/>
              </p:ext>
            </p:extLst>
          </p:nvPr>
        </p:nvGraphicFramePr>
        <p:xfrm>
          <a:off x="1699154" y="3916321"/>
          <a:ext cx="4272251" cy="78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1" name="Equation" r:id="rId8" imgW="2234880" imgH="457200" progId="Equation.DSMT4">
                  <p:embed/>
                </p:oleObj>
              </mc:Choice>
              <mc:Fallback>
                <p:oleObj name="Equation" r:id="rId8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154" y="3916321"/>
                        <a:ext cx="4272251" cy="789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7600"/>
              </p:ext>
            </p:extLst>
          </p:nvPr>
        </p:nvGraphicFramePr>
        <p:xfrm>
          <a:off x="1366320" y="4737017"/>
          <a:ext cx="4228755" cy="63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2" name="Equation" r:id="rId10" imgW="2412720" imgH="380880" progId="Equation.DSMT4">
                  <p:embed/>
                </p:oleObj>
              </mc:Choice>
              <mc:Fallback>
                <p:oleObj name="Equation" r:id="rId10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320" y="4737017"/>
                        <a:ext cx="4228755" cy="630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文本框 14"/>
          <p:cNvSpPr txBox="1">
            <a:spLocks noChangeArrowheads="1"/>
          </p:cNvSpPr>
          <p:nvPr/>
        </p:nvSpPr>
        <p:spPr bwMode="auto">
          <a:xfrm>
            <a:off x="1349002" y="5561381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01138"/>
              </p:ext>
            </p:extLst>
          </p:nvPr>
        </p:nvGraphicFramePr>
        <p:xfrm>
          <a:off x="1626769" y="5925058"/>
          <a:ext cx="4417023" cy="66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3" name="Equation" r:id="rId12" imgW="2552700" imgH="381000" progId="Equation.DSMT4">
                  <p:embed/>
                </p:oleObj>
              </mc:Choice>
              <mc:Fallback>
                <p:oleObj name="Equation" r:id="rId12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769" y="5925058"/>
                        <a:ext cx="4417023" cy="666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7006"/>
              </p:ext>
            </p:extLst>
          </p:nvPr>
        </p:nvGraphicFramePr>
        <p:xfrm>
          <a:off x="6527800" y="1428750"/>
          <a:ext cx="51831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4" name="Equation" r:id="rId14" imgW="2984400" imgH="228600" progId="Equation.DSMT4">
                  <p:embed/>
                </p:oleObj>
              </mc:Choice>
              <mc:Fallback>
                <p:oleObj name="Equation" r:id="rId14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428750"/>
                        <a:ext cx="51831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330411"/>
              </p:ext>
            </p:extLst>
          </p:nvPr>
        </p:nvGraphicFramePr>
        <p:xfrm>
          <a:off x="6396660" y="1756905"/>
          <a:ext cx="3577069" cy="41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5" name="Equation" r:id="rId16" imgW="1765080" imgH="203040" progId="Equation.DSMT4">
                  <p:embed/>
                </p:oleObj>
              </mc:Choice>
              <mc:Fallback>
                <p:oleObj name="Equation" r:id="rId1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1756905"/>
                        <a:ext cx="3577069" cy="41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260400"/>
              </p:ext>
            </p:extLst>
          </p:nvPr>
        </p:nvGraphicFramePr>
        <p:xfrm>
          <a:off x="6618998" y="3968473"/>
          <a:ext cx="4092466" cy="76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6" name="Equation" r:id="rId18" imgW="2234880" imgH="457200" progId="Equation.DSMT4">
                  <p:embed/>
                </p:oleObj>
              </mc:Choice>
              <mc:Fallback>
                <p:oleObj name="Equation" r:id="rId18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998" y="3968473"/>
                        <a:ext cx="4092466" cy="768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56020"/>
              </p:ext>
            </p:extLst>
          </p:nvPr>
        </p:nvGraphicFramePr>
        <p:xfrm>
          <a:off x="6533710" y="4694839"/>
          <a:ext cx="3875672" cy="66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7" name="Equation" r:id="rId20" imgW="2234880" imgH="380880" progId="Equation.DSMT4">
                  <p:embed/>
                </p:oleObj>
              </mc:Choice>
              <mc:Fallback>
                <p:oleObj name="Equation" r:id="rId20" imgW="2234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710" y="4694839"/>
                        <a:ext cx="3875672" cy="66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0" name="文本框 14"/>
          <p:cNvSpPr txBox="1">
            <a:spLocks noChangeArrowheads="1"/>
          </p:cNvSpPr>
          <p:nvPr/>
        </p:nvSpPr>
        <p:spPr bwMode="auto">
          <a:xfrm>
            <a:off x="6434754" y="5626773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234648"/>
              </p:ext>
            </p:extLst>
          </p:nvPr>
        </p:nvGraphicFramePr>
        <p:xfrm>
          <a:off x="7097905" y="5838228"/>
          <a:ext cx="3799247" cy="64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8" name="Equation" r:id="rId22" imgW="2286000" imgH="381000" progId="Equation.DSMT4">
                  <p:embed/>
                </p:oleObj>
              </mc:Choice>
              <mc:Fallback>
                <p:oleObj name="Equation" r:id="rId22" imgW="2286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905" y="5838228"/>
                        <a:ext cx="3799247" cy="64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67153"/>
              </p:ext>
            </p:extLst>
          </p:nvPr>
        </p:nvGraphicFramePr>
        <p:xfrm>
          <a:off x="3085712" y="2155448"/>
          <a:ext cx="2745290" cy="71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9" name="Equation" r:id="rId24" imgW="1485720" imgH="380880" progId="Equation.DSMT4">
                  <p:embed/>
                </p:oleObj>
              </mc:Choice>
              <mc:Fallback>
                <p:oleObj name="Equation" r:id="rId24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5712" y="2155448"/>
                        <a:ext cx="2745290" cy="71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43642"/>
              </p:ext>
            </p:extLst>
          </p:nvPr>
        </p:nvGraphicFramePr>
        <p:xfrm>
          <a:off x="1348945" y="2761835"/>
          <a:ext cx="3515355" cy="423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0" name="Equation" r:id="rId26" imgW="1701720" imgH="203040" progId="Equation.DSMT4">
                  <p:embed/>
                </p:oleObj>
              </mc:Choice>
              <mc:Fallback>
                <p:oleObj name="Equation" r:id="rId26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2761835"/>
                        <a:ext cx="3515355" cy="423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431305"/>
              </p:ext>
            </p:extLst>
          </p:nvPr>
        </p:nvGraphicFramePr>
        <p:xfrm>
          <a:off x="1475750" y="3184573"/>
          <a:ext cx="4464682" cy="733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1" name="Equation" r:id="rId28" imgW="2501640" imgH="406080" progId="Equation.DSMT4">
                  <p:embed/>
                </p:oleObj>
              </mc:Choice>
              <mc:Fallback>
                <p:oleObj name="Equation" r:id="rId28" imgW="2501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750" y="3184573"/>
                        <a:ext cx="4464682" cy="733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59248"/>
              </p:ext>
            </p:extLst>
          </p:nvPr>
        </p:nvGraphicFramePr>
        <p:xfrm>
          <a:off x="1877955" y="5211232"/>
          <a:ext cx="4298393" cy="63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2" name="Equation" r:id="rId30" imgW="2425680" imgH="380880" progId="Equation.DSMT4">
                  <p:embed/>
                </p:oleObj>
              </mc:Choice>
              <mc:Fallback>
                <p:oleObj name="Equation" r:id="rId30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955" y="5211232"/>
                        <a:ext cx="4298393" cy="63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998732"/>
              </p:ext>
            </p:extLst>
          </p:nvPr>
        </p:nvGraphicFramePr>
        <p:xfrm>
          <a:off x="2794766" y="369096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3" name="Equation" r:id="rId32" imgW="330120" imgH="114120" progId="Equation.DSMT4">
                  <p:embed/>
                </p:oleObj>
              </mc:Choice>
              <mc:Fallback>
                <p:oleObj name="Equation" r:id="rId32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794766" y="369096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01834"/>
              </p:ext>
            </p:extLst>
          </p:nvPr>
        </p:nvGraphicFramePr>
        <p:xfrm>
          <a:off x="9119394" y="2084431"/>
          <a:ext cx="2545890" cy="700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4" name="Equation" r:id="rId34" imgW="1396800" imgH="380880" progId="Equation.DSMT4">
                  <p:embed/>
                </p:oleObj>
              </mc:Choice>
              <mc:Fallback>
                <p:oleObj name="Equation" r:id="rId34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9394" y="2084431"/>
                        <a:ext cx="2545890" cy="700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029036"/>
              </p:ext>
            </p:extLst>
          </p:nvPr>
        </p:nvGraphicFramePr>
        <p:xfrm>
          <a:off x="6396660" y="2606094"/>
          <a:ext cx="3350150" cy="40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5" name="Equation" r:id="rId36" imgW="1701720" imgH="203040" progId="Equation.DSMT4">
                  <p:embed/>
                </p:oleObj>
              </mc:Choice>
              <mc:Fallback>
                <p:oleObj name="Equation" r:id="rId36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2606094"/>
                        <a:ext cx="3350150" cy="40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12775"/>
              </p:ext>
            </p:extLst>
          </p:nvPr>
        </p:nvGraphicFramePr>
        <p:xfrm>
          <a:off x="6714412" y="3123848"/>
          <a:ext cx="4566232" cy="77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6" name="Equation" r:id="rId38" imgW="2425680" imgH="406080" progId="Equation.DSMT4">
                  <p:embed/>
                </p:oleObj>
              </mc:Choice>
              <mc:Fallback>
                <p:oleObj name="Equation" r:id="rId38" imgW="2425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412" y="3123848"/>
                        <a:ext cx="4566232" cy="771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447753"/>
              </p:ext>
            </p:extLst>
          </p:nvPr>
        </p:nvGraphicFramePr>
        <p:xfrm>
          <a:off x="8383588" y="368761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7" name="Equation" r:id="rId40" imgW="330120" imgH="114120" progId="Equation.DSMT4">
                  <p:embed/>
                </p:oleObj>
              </mc:Choice>
              <mc:Fallback>
                <p:oleObj name="Equation" r:id="rId40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83588" y="368761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05429"/>
              </p:ext>
            </p:extLst>
          </p:nvPr>
        </p:nvGraphicFramePr>
        <p:xfrm>
          <a:off x="6968702" y="5163663"/>
          <a:ext cx="3998535" cy="68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8" name="Equation" r:id="rId41" imgW="2247840" imgH="380880" progId="Equation.DSMT4">
                  <p:embed/>
                </p:oleObj>
              </mc:Choice>
              <mc:Fallback>
                <p:oleObj name="Equation" r:id="rId41" imgW="2247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8702" y="5163663"/>
                        <a:ext cx="3998535" cy="685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22102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3" grpId="0"/>
      <p:bldP spid="430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7831932" y="788556"/>
            <a:ext cx="2471737" cy="2362200"/>
            <a:chOff x="4011" y="480"/>
            <a:chExt cx="1557" cy="1488"/>
          </a:xfrm>
        </p:grpSpPr>
        <p:grpSp>
          <p:nvGrpSpPr>
            <p:cNvPr id="44074" name="Group 114"/>
            <p:cNvGrpSpPr>
              <a:grpSpLocks/>
            </p:cNvGrpSpPr>
            <p:nvPr/>
          </p:nvGrpSpPr>
          <p:grpSpPr bwMode="auto">
            <a:xfrm>
              <a:off x="4011" y="480"/>
              <a:ext cx="1557" cy="1488"/>
              <a:chOff x="4011" y="480"/>
              <a:chExt cx="1557" cy="1488"/>
            </a:xfrm>
          </p:grpSpPr>
          <p:graphicFrame>
            <p:nvGraphicFramePr>
              <p:cNvPr id="44077" name="Object 17"/>
              <p:cNvGraphicFramePr>
                <a:graphicFrameLocks noChangeAspect="1"/>
              </p:cNvGraphicFramePr>
              <p:nvPr/>
            </p:nvGraphicFramePr>
            <p:xfrm>
              <a:off x="4344" y="576"/>
              <a:ext cx="984" cy="6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650" name="BMP 图象" r:id="rId3" imgW="2600000" imgH="1771429" progId="Paint.Picture">
                      <p:embed/>
                    </p:oleObj>
                  </mc:Choice>
                  <mc:Fallback>
                    <p:oleObj name="BMP 图象" r:id="rId3" imgW="2600000" imgH="177142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4" y="576"/>
                            <a:ext cx="984" cy="6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78" name="Line 72"/>
              <p:cNvSpPr>
                <a:spLocks noChangeShapeType="1"/>
              </p:cNvSpPr>
              <p:nvPr/>
            </p:nvSpPr>
            <p:spPr bwMode="auto">
              <a:xfrm>
                <a:off x="4464" y="1440"/>
                <a:ext cx="1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9" name="Line 73"/>
              <p:cNvSpPr>
                <a:spLocks noChangeShapeType="1"/>
              </p:cNvSpPr>
              <p:nvPr/>
            </p:nvSpPr>
            <p:spPr bwMode="auto">
              <a:xfrm flipH="1">
                <a:off x="4011" y="1440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4080" name="Object 18"/>
              <p:cNvGraphicFramePr>
                <a:graphicFrameLocks noChangeAspect="1"/>
              </p:cNvGraphicFramePr>
              <p:nvPr/>
            </p:nvGraphicFramePr>
            <p:xfrm>
              <a:off x="4424" y="148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651" name="Equation" r:id="rId5" imgW="200092" imgH="219002" progId="Equation.3">
                      <p:embed/>
                    </p:oleObj>
                  </mc:Choice>
                  <mc:Fallback>
                    <p:oleObj name="Equation" r:id="rId5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148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1" name="Object 19"/>
              <p:cNvGraphicFramePr>
                <a:graphicFrameLocks noChangeAspect="1"/>
              </p:cNvGraphicFramePr>
              <p:nvPr/>
            </p:nvGraphicFramePr>
            <p:xfrm>
              <a:off x="4128" y="181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652" name="Equation" r:id="rId7" imgW="209416" imgH="219002" progId="Equation.3">
                      <p:embed/>
                    </p:oleObj>
                  </mc:Choice>
                  <mc:Fallback>
                    <p:oleObj name="Equation" r:id="rId7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81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2" name="Object 20"/>
              <p:cNvGraphicFramePr>
                <a:graphicFrameLocks noChangeAspect="1"/>
              </p:cNvGraphicFramePr>
              <p:nvPr/>
            </p:nvGraphicFramePr>
            <p:xfrm>
              <a:off x="5416" y="1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653" name="Equation" r:id="rId9" imgW="219097" imgH="295348" progId="Equation.3">
                      <p:embed/>
                    </p:oleObj>
                  </mc:Choice>
                  <mc:Fallback>
                    <p:oleObj name="Equation" r:id="rId9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16" y="1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3" name="Object 21"/>
              <p:cNvGraphicFramePr>
                <a:graphicFrameLocks noChangeAspect="1"/>
              </p:cNvGraphicFramePr>
              <p:nvPr/>
            </p:nvGraphicFramePr>
            <p:xfrm>
              <a:off x="4280" y="480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654" name="Equation" r:id="rId11" imgW="200092" imgH="200005" progId="Equation.3">
                      <p:embed/>
                    </p:oleObj>
                  </mc:Choice>
                  <mc:Fallback>
                    <p:oleObj name="Equation" r:id="rId11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480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075" name="Line 91"/>
            <p:cNvSpPr>
              <a:spLocks noChangeShapeType="1"/>
            </p:cNvSpPr>
            <p:nvPr/>
          </p:nvSpPr>
          <p:spPr bwMode="auto">
            <a:xfrm flipV="1">
              <a:off x="4464" y="480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7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3"/>
          <p:cNvGrpSpPr>
            <a:grpSpLocks/>
          </p:cNvGrpSpPr>
          <p:nvPr/>
        </p:nvGrpSpPr>
        <p:grpSpPr bwMode="auto">
          <a:xfrm>
            <a:off x="8434388" y="858839"/>
            <a:ext cx="1547812" cy="1131887"/>
            <a:chOff x="4353" y="541"/>
            <a:chExt cx="975" cy="713"/>
          </a:xfrm>
        </p:grpSpPr>
        <p:graphicFrame>
          <p:nvGraphicFramePr>
            <p:cNvPr id="44071" name="Object 16"/>
            <p:cNvGraphicFramePr>
              <a:graphicFrameLocks noChangeAspect="1"/>
            </p:cNvGraphicFramePr>
            <p:nvPr/>
          </p:nvGraphicFramePr>
          <p:xfrm>
            <a:off x="4353" y="571"/>
            <a:ext cx="975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55" name="BMP 图象" r:id="rId13" imgW="2580952" imgH="1790476" progId="Paint.Picture">
                    <p:embed/>
                  </p:oleObj>
                </mc:Choice>
                <mc:Fallback>
                  <p:oleObj name="BMP 图象" r:id="rId13" imgW="2580952" imgH="17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571"/>
                          <a:ext cx="975" cy="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2" name="Line 9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98"/>
            <p:cNvSpPr>
              <a:spLocks noChangeShapeType="1"/>
            </p:cNvSpPr>
            <p:nvPr/>
          </p:nvSpPr>
          <p:spPr bwMode="auto">
            <a:xfrm flipV="1">
              <a:off x="4464" y="541"/>
              <a:ext cx="0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6" name="Line 21"/>
          <p:cNvSpPr>
            <a:spLocks noChangeShapeType="1"/>
          </p:cNvSpPr>
          <p:nvPr/>
        </p:nvSpPr>
        <p:spPr bwMode="auto">
          <a:xfrm>
            <a:off x="9220200" y="692650"/>
            <a:ext cx="0" cy="6159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343333" y="1516672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1: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设有光滑曲面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981580"/>
              </p:ext>
            </p:extLst>
          </p:nvPr>
        </p:nvGraphicFramePr>
        <p:xfrm>
          <a:off x="2868798" y="1946078"/>
          <a:ext cx="4365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56" name="Equation" r:id="rId16" imgW="1695405" imgH="228680" progId="Equation.DSMT4">
                  <p:embed/>
                </p:oleObj>
              </mc:Choice>
              <mc:Fallback>
                <p:oleObj name="Equation" r:id="rId16" imgW="1695405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798" y="1946078"/>
                        <a:ext cx="43656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81126" y="243760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上连续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3835055" y="3054097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164961"/>
              </p:ext>
            </p:extLst>
          </p:nvPr>
        </p:nvGraphicFramePr>
        <p:xfrm>
          <a:off x="1391442" y="2973133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57" name="Equation" r:id="rId18" imgW="1015920" imgH="380880" progId="Equation.DSMT4">
                  <p:embed/>
                </p:oleObj>
              </mc:Choice>
              <mc:Fallback>
                <p:oleObj name="Equation" r:id="rId18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442" y="2973133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80733"/>
              </p:ext>
            </p:extLst>
          </p:nvPr>
        </p:nvGraphicFramePr>
        <p:xfrm>
          <a:off x="2479675" y="4337843"/>
          <a:ext cx="296862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58" name="Equation" r:id="rId20" imgW="1269720" imgH="419040" progId="Equation.DSMT4">
                  <p:embed/>
                </p:oleObj>
              </mc:Choice>
              <mc:Fallback>
                <p:oleObj name="Equation" r:id="rId20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4337843"/>
                        <a:ext cx="296862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11785"/>
              </p:ext>
            </p:extLst>
          </p:nvPr>
        </p:nvGraphicFramePr>
        <p:xfrm>
          <a:off x="1781607" y="3643060"/>
          <a:ext cx="2420505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59" name="Equation" r:id="rId22" imgW="1015920" imgH="380880" progId="Equation.DSMT4">
                  <p:embed/>
                </p:oleObj>
              </mc:Choice>
              <mc:Fallback>
                <p:oleObj name="Equation" r:id="rId22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607" y="3643060"/>
                        <a:ext cx="2420505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030366"/>
              </p:ext>
            </p:extLst>
          </p:nvPr>
        </p:nvGraphicFramePr>
        <p:xfrm>
          <a:off x="4273550" y="4459894"/>
          <a:ext cx="10318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0" name="Equation" r:id="rId24" imgW="457200" imgH="190327" progId="Equation.DSMT4">
                  <p:embed/>
                </p:oleObj>
              </mc:Choice>
              <mc:Fallback>
                <p:oleObj name="Equation" r:id="rId24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459894"/>
                        <a:ext cx="10318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421389"/>
              </p:ext>
            </p:extLst>
          </p:nvPr>
        </p:nvGraphicFramePr>
        <p:xfrm>
          <a:off x="5448300" y="4406901"/>
          <a:ext cx="42529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1" name="Equation" r:id="rId26" imgW="1981080" imgH="304560" progId="Equation.DSMT4">
                  <p:embed/>
                </p:oleObj>
              </mc:Choice>
              <mc:Fallback>
                <p:oleObj name="Equation" r:id="rId26" imgW="1981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406901"/>
                        <a:ext cx="425291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7" name="Rectangle 35"/>
          <p:cNvSpPr>
            <a:spLocks noGrp="1" noChangeArrowheads="1"/>
          </p:cNvSpPr>
          <p:nvPr>
            <p:ph type="title" idx="4294967295"/>
          </p:nvPr>
        </p:nvSpPr>
        <p:spPr>
          <a:xfrm>
            <a:off x="1263777" y="701355"/>
            <a:ext cx="5991892" cy="890476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10.2.2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计算法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3100" b="1" dirty="0">
                <a:solidFill>
                  <a:srgbClr val="FF0000"/>
                </a:solidFill>
              </a:rPr>
              <a:t>转化为某个坐标面内</a:t>
            </a:r>
            <a:r>
              <a:rPr lang="en-US" altLang="zh-CN" sz="3100" b="1" dirty="0">
                <a:solidFill>
                  <a:srgbClr val="FF0000"/>
                </a:solidFill>
              </a:rPr>
              <a:t/>
            </a:r>
            <a:br>
              <a:rPr lang="en-US" altLang="zh-CN" sz="3100" b="1" dirty="0">
                <a:solidFill>
                  <a:srgbClr val="FF0000"/>
                </a:solidFill>
              </a:rPr>
            </a:br>
            <a:r>
              <a:rPr lang="zh-CN" altLang="en-US" sz="3100" b="1" dirty="0">
                <a:solidFill>
                  <a:srgbClr val="FF0000"/>
                </a:solidFill>
              </a:rPr>
              <a:t>投影区域上的二重积分</a:t>
            </a:r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4969669" y="2411196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曲面积分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1276944" y="519600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由定义知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491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755677"/>
              </p:ext>
            </p:extLst>
          </p:nvPr>
        </p:nvGraphicFramePr>
        <p:xfrm>
          <a:off x="2665869" y="5598328"/>
          <a:ext cx="25781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2" name="Equation" r:id="rId28" imgW="1130040" imgH="380880" progId="Equation.DSMT4">
                  <p:embed/>
                </p:oleObj>
              </mc:Choice>
              <mc:Fallback>
                <p:oleObj name="Equation" r:id="rId28" imgW="1130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869" y="5598328"/>
                        <a:ext cx="25781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85902"/>
              </p:ext>
            </p:extLst>
          </p:nvPr>
        </p:nvGraphicFramePr>
        <p:xfrm>
          <a:off x="6492875" y="5699125"/>
          <a:ext cx="23463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3" name="Equation" r:id="rId30" imgW="1095487" imgH="219002" progId="Equation.DSMT4">
                  <p:embed/>
                </p:oleObj>
              </mc:Choice>
              <mc:Fallback>
                <p:oleObj name="Equation" r:id="rId30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5699125"/>
                        <a:ext cx="23463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668111"/>
              </p:ext>
            </p:extLst>
          </p:nvPr>
        </p:nvGraphicFramePr>
        <p:xfrm>
          <a:off x="5938839" y="5482651"/>
          <a:ext cx="6699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4" name="Equation" r:id="rId32" imgW="295118" imgH="419007" progId="Equation.DSMT4">
                  <p:embed/>
                </p:oleObj>
              </mc:Choice>
              <mc:Fallback>
                <p:oleObj name="Equation" r:id="rId32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9" y="5482651"/>
                        <a:ext cx="6699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7412"/>
              </p:ext>
            </p:extLst>
          </p:nvPr>
        </p:nvGraphicFramePr>
        <p:xfrm>
          <a:off x="5281614" y="5668962"/>
          <a:ext cx="6572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5" name="Equation" r:id="rId34" imgW="257108" imgH="266673" progId="Equation.DSMT4">
                  <p:embed/>
                </p:oleObj>
              </mc:Choice>
              <mc:Fallback>
                <p:oleObj name="Equation" r:id="rId34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4" y="5668962"/>
                        <a:ext cx="6572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8394701" y="1295400"/>
            <a:ext cx="1598613" cy="1828800"/>
            <a:chOff x="4328" y="816"/>
            <a:chExt cx="1007" cy="1152"/>
          </a:xfrm>
        </p:grpSpPr>
        <p:sp>
          <p:nvSpPr>
            <p:cNvPr id="44066" name="Freeform 90"/>
            <p:cNvSpPr>
              <a:spLocks/>
            </p:cNvSpPr>
            <p:nvPr/>
          </p:nvSpPr>
          <p:spPr bwMode="auto">
            <a:xfrm>
              <a:off x="4328" y="1536"/>
              <a:ext cx="1007" cy="432"/>
            </a:xfrm>
            <a:custGeom>
              <a:avLst/>
              <a:gdLst>
                <a:gd name="T0" fmla="*/ 907 w 1040"/>
                <a:gd name="T1" fmla="*/ 61 h 576"/>
                <a:gd name="T2" fmla="*/ 385 w 1040"/>
                <a:gd name="T3" fmla="*/ 20 h 576"/>
                <a:gd name="T4" fmla="*/ 37 w 1040"/>
                <a:gd name="T5" fmla="*/ 182 h 576"/>
                <a:gd name="T6" fmla="*/ 603 w 1040"/>
                <a:gd name="T7" fmla="*/ 223 h 576"/>
                <a:gd name="T8" fmla="*/ 907 w 1040"/>
                <a:gd name="T9" fmla="*/ 61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0"/>
                <a:gd name="T16" fmla="*/ 0 h 576"/>
                <a:gd name="T17" fmla="*/ 1040 w 1040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0" h="576">
                  <a:moveTo>
                    <a:pt x="1000" y="144"/>
                  </a:moveTo>
                  <a:cubicBezTo>
                    <a:pt x="960" y="64"/>
                    <a:pt x="584" y="0"/>
                    <a:pt x="424" y="48"/>
                  </a:cubicBezTo>
                  <a:cubicBezTo>
                    <a:pt x="264" y="96"/>
                    <a:pt x="0" y="352"/>
                    <a:pt x="40" y="432"/>
                  </a:cubicBezTo>
                  <a:cubicBezTo>
                    <a:pt x="80" y="512"/>
                    <a:pt x="504" y="576"/>
                    <a:pt x="664" y="528"/>
                  </a:cubicBezTo>
                  <a:cubicBezTo>
                    <a:pt x="824" y="480"/>
                    <a:pt x="1040" y="224"/>
                    <a:pt x="1000" y="144"/>
                  </a:cubicBezTo>
                  <a:close/>
                </a:path>
              </a:pathLst>
            </a:custGeom>
            <a:solidFill>
              <a:srgbClr val="005AB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Line 81"/>
            <p:cNvSpPr>
              <a:spLocks noChangeShapeType="1"/>
            </p:cNvSpPr>
            <p:nvPr/>
          </p:nvSpPr>
          <p:spPr bwMode="auto">
            <a:xfrm>
              <a:off x="4368" y="960"/>
              <a:ext cx="0" cy="9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82"/>
            <p:cNvSpPr>
              <a:spLocks noChangeShapeType="1"/>
            </p:cNvSpPr>
            <p:nvPr/>
          </p:nvSpPr>
          <p:spPr bwMode="auto">
            <a:xfrm>
              <a:off x="5014" y="120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Line 83"/>
            <p:cNvSpPr>
              <a:spLocks noChangeShapeType="1"/>
            </p:cNvSpPr>
            <p:nvPr/>
          </p:nvSpPr>
          <p:spPr bwMode="auto">
            <a:xfrm>
              <a:off x="5304" y="816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Line 84"/>
            <p:cNvSpPr>
              <a:spLocks noChangeShapeType="1"/>
            </p:cNvSpPr>
            <p:nvPr/>
          </p:nvSpPr>
          <p:spPr bwMode="auto">
            <a:xfrm>
              <a:off x="4752" y="1104"/>
              <a:ext cx="0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9144001" y="1371601"/>
            <a:ext cx="180975" cy="1401763"/>
            <a:chOff x="4800" y="864"/>
            <a:chExt cx="114" cy="883"/>
          </a:xfrm>
        </p:grpSpPr>
        <p:sp>
          <p:nvSpPr>
            <p:cNvPr id="44063" name="Line 100"/>
            <p:cNvSpPr>
              <a:spLocks noChangeShapeType="1"/>
            </p:cNvSpPr>
            <p:nvPr/>
          </p:nvSpPr>
          <p:spPr bwMode="auto">
            <a:xfrm>
              <a:off x="4800" y="864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4" name="Line 102"/>
            <p:cNvSpPr>
              <a:spLocks noChangeShapeType="1"/>
            </p:cNvSpPr>
            <p:nvPr/>
          </p:nvSpPr>
          <p:spPr bwMode="auto">
            <a:xfrm>
              <a:off x="4914" y="864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AutoShape 103"/>
            <p:cNvSpPr>
              <a:spLocks noChangeArrowheads="1"/>
            </p:cNvSpPr>
            <p:nvPr/>
          </p:nvSpPr>
          <p:spPr bwMode="auto">
            <a:xfrm rot="2751306">
              <a:off x="4815" y="1674"/>
              <a:ext cx="73" cy="73"/>
            </a:xfrm>
            <a:prstGeom prst="parallelogram">
              <a:avLst>
                <a:gd name="adj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261" name="Object 12"/>
          <p:cNvGraphicFramePr>
            <a:graphicFrameLocks noChangeAspect="1"/>
          </p:cNvGraphicFramePr>
          <p:nvPr/>
        </p:nvGraphicFramePr>
        <p:xfrm>
          <a:off x="8623301" y="2616200"/>
          <a:ext cx="568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6" name="Equation" r:id="rId36" imgW="580913" imgH="485675" progId="Equation.3">
                  <p:embed/>
                </p:oleObj>
              </mc:Choice>
              <mc:Fallback>
                <p:oleObj name="Equation" r:id="rId36" imgW="580913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1" y="2616200"/>
                        <a:ext cx="5683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3" name="Object 13"/>
          <p:cNvGraphicFramePr>
            <a:graphicFrameLocks noChangeAspect="1"/>
          </p:cNvGraphicFramePr>
          <p:nvPr/>
        </p:nvGraphicFramePr>
        <p:xfrm>
          <a:off x="9024938" y="3387726"/>
          <a:ext cx="14859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7" name="Equation" r:id="rId38" imgW="704984" imgH="219002" progId="Equation.DSMT4">
                  <p:embed/>
                </p:oleObj>
              </mc:Choice>
              <mc:Fallback>
                <p:oleObj name="Equation" r:id="rId38" imgW="704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4938" y="3387726"/>
                        <a:ext cx="1485900" cy="4730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4" name="Line 112"/>
          <p:cNvSpPr>
            <a:spLocks noChangeShapeType="1"/>
          </p:cNvSpPr>
          <p:nvPr/>
        </p:nvSpPr>
        <p:spPr bwMode="auto">
          <a:xfrm flipH="1" flipV="1">
            <a:off x="9220200" y="1295400"/>
            <a:ext cx="762000" cy="20574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268" name="Object 14"/>
          <p:cNvGraphicFramePr>
            <a:graphicFrameLocks noChangeAspect="1"/>
          </p:cNvGraphicFramePr>
          <p:nvPr/>
        </p:nvGraphicFramePr>
        <p:xfrm>
          <a:off x="7666038" y="3413125"/>
          <a:ext cx="1054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8" name="Equation" r:id="rId40" imgW="514216" imgH="228680" progId="Equation.DSMT4">
                  <p:embed/>
                </p:oleObj>
              </mc:Choice>
              <mc:Fallback>
                <p:oleObj name="Equation" r:id="rId40" imgW="5142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3413125"/>
                        <a:ext cx="1054100" cy="4889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9" name="Line 117"/>
          <p:cNvSpPr>
            <a:spLocks noChangeShapeType="1"/>
          </p:cNvSpPr>
          <p:nvPr/>
        </p:nvSpPr>
        <p:spPr bwMode="auto">
          <a:xfrm flipV="1">
            <a:off x="8534400" y="27432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643428"/>
              </p:ext>
            </p:extLst>
          </p:nvPr>
        </p:nvGraphicFramePr>
        <p:xfrm>
          <a:off x="9666287" y="788987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9" name="Equation" r:id="rId42" imgW="238103" imgH="285670" progId="Equation.3">
                  <p:embed/>
                </p:oleObj>
              </mc:Choice>
              <mc:Fallback>
                <p:oleObj name="Equation" r:id="rId42" imgW="238103" imgH="2856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6287" y="788987"/>
                        <a:ext cx="254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32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49190" grpId="0" autoUpdateAnimBg="0"/>
      <p:bldP spid="49264" grpId="0" animBg="1"/>
      <p:bldP spid="492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542732"/>
              </p:ext>
            </p:extLst>
          </p:nvPr>
        </p:nvGraphicFramePr>
        <p:xfrm>
          <a:off x="2419850" y="820299"/>
          <a:ext cx="10271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2" name="Equation" r:id="rId3" imgW="409508" imgH="219002" progId="Equation.DSMT4">
                  <p:embed/>
                </p:oleObj>
              </mc:Choice>
              <mc:Fallback>
                <p:oleObj name="Equation" r:id="rId3" imgW="40950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850" y="820299"/>
                        <a:ext cx="102711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050476"/>
              </p:ext>
            </p:extLst>
          </p:nvPr>
        </p:nvGraphicFramePr>
        <p:xfrm>
          <a:off x="3407025" y="667819"/>
          <a:ext cx="5064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3" name="Equation" r:id="rId5" imgW="2476440" imgH="355320" progId="Equation.DSMT4">
                  <p:embed/>
                </p:oleObj>
              </mc:Choice>
              <mc:Fallback>
                <p:oleObj name="Equation" r:id="rId5" imgW="2476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025" y="667819"/>
                        <a:ext cx="5064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073025"/>
              </p:ext>
            </p:extLst>
          </p:nvPr>
        </p:nvGraphicFramePr>
        <p:xfrm>
          <a:off x="3048794" y="1524501"/>
          <a:ext cx="58959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4" name="Equation" r:id="rId7" imgW="2489040" imgH="304560" progId="Equation.DSMT4">
                  <p:embed/>
                </p:oleObj>
              </mc:Choice>
              <mc:Fallback>
                <p:oleObj name="Equation" r:id="rId7" imgW="2489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794" y="1524501"/>
                        <a:ext cx="58959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646380"/>
              </p:ext>
            </p:extLst>
          </p:nvPr>
        </p:nvGraphicFramePr>
        <p:xfrm>
          <a:off x="2219043" y="2867797"/>
          <a:ext cx="9699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5" name="Equation" r:id="rId9" imgW="371497" imgH="266673" progId="Equation.DSMT4">
                  <p:embed/>
                </p:oleObj>
              </mc:Choice>
              <mc:Fallback>
                <p:oleObj name="Equation" r:id="rId9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043" y="2867797"/>
                        <a:ext cx="9699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108412"/>
              </p:ext>
            </p:extLst>
          </p:nvPr>
        </p:nvGraphicFramePr>
        <p:xfrm>
          <a:off x="3127377" y="2723356"/>
          <a:ext cx="6651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6" name="Equation" r:id="rId11" imgW="295118" imgH="419007" progId="Equation.DSMT4">
                  <p:embed/>
                </p:oleObj>
              </mc:Choice>
              <mc:Fallback>
                <p:oleObj name="Equation" r:id="rId11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7" y="2723356"/>
                        <a:ext cx="66516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96465"/>
              </p:ext>
            </p:extLst>
          </p:nvPr>
        </p:nvGraphicFramePr>
        <p:xfrm>
          <a:off x="4745039" y="3473269"/>
          <a:ext cx="55499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7" name="Equation" r:id="rId13" imgW="2361960" imgH="304560" progId="Equation.DSMT4">
                  <p:embed/>
                </p:oleObj>
              </mc:Choice>
              <mc:Fallback>
                <p:oleObj name="Equation" r:id="rId13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9" y="3473269"/>
                        <a:ext cx="55499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8"/>
          <p:cNvGraphicFramePr>
            <a:graphicFrameLocks noChangeAspect="1"/>
          </p:cNvGraphicFramePr>
          <p:nvPr/>
        </p:nvGraphicFramePr>
        <p:xfrm>
          <a:off x="2263776" y="4079876"/>
          <a:ext cx="9699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8" name="Equation" r:id="rId15" imgW="371497" imgH="266673" progId="Equation.DSMT4">
                  <p:embed/>
                </p:oleObj>
              </mc:Choice>
              <mc:Fallback>
                <p:oleObj name="Equation" r:id="rId15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6" y="4079876"/>
                        <a:ext cx="9699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9"/>
          <p:cNvGraphicFramePr>
            <a:graphicFrameLocks noChangeAspect="1"/>
          </p:cNvGraphicFramePr>
          <p:nvPr/>
        </p:nvGraphicFramePr>
        <p:xfrm>
          <a:off x="3171825" y="3910013"/>
          <a:ext cx="6667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9" name="Equation" r:id="rId17" imgW="295118" imgH="419007" progId="Equation.DSMT4">
                  <p:embed/>
                </p:oleObj>
              </mc:Choice>
              <mc:Fallback>
                <p:oleObj name="Equation" r:id="rId17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3910013"/>
                        <a:ext cx="6667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633641"/>
              </p:ext>
            </p:extLst>
          </p:nvPr>
        </p:nvGraphicFramePr>
        <p:xfrm>
          <a:off x="4756150" y="4749800"/>
          <a:ext cx="54054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0" name="Equation" r:id="rId19" imgW="2361960" imgH="304560" progId="Equation.DSMT4">
                  <p:embed/>
                </p:oleObj>
              </mc:Choice>
              <mc:Fallback>
                <p:oleObj name="Equation" r:id="rId19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4749800"/>
                        <a:ext cx="540543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94485"/>
              </p:ext>
            </p:extLst>
          </p:nvPr>
        </p:nvGraphicFramePr>
        <p:xfrm>
          <a:off x="2451102" y="5545140"/>
          <a:ext cx="78438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1" name="Equation" r:id="rId21" imgW="3276360" imgH="431640" progId="Equation.DSMT4">
                  <p:embed/>
                </p:oleObj>
              </mc:Choice>
              <mc:Fallback>
                <p:oleObj name="Equation" r:id="rId21" imgW="327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2" y="5545140"/>
                        <a:ext cx="78438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Object 12"/>
          <p:cNvGraphicFramePr>
            <a:graphicFrameLocks noChangeAspect="1"/>
          </p:cNvGraphicFramePr>
          <p:nvPr/>
        </p:nvGraphicFramePr>
        <p:xfrm>
          <a:off x="4367213" y="5721351"/>
          <a:ext cx="11414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2" name="Equation" r:id="rId23" imgW="457200" imgH="190327" progId="Equation.DSMT4">
                  <p:embed/>
                </p:oleObj>
              </mc:Choice>
              <mc:Fallback>
                <p:oleObj name="Equation" r:id="rId23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5721351"/>
                        <a:ext cx="1141412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81366"/>
              </p:ext>
            </p:extLst>
          </p:nvPr>
        </p:nvGraphicFramePr>
        <p:xfrm>
          <a:off x="3505200" y="2885394"/>
          <a:ext cx="31861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3" name="Equation" r:id="rId25" imgW="1238205" imgH="219002" progId="Equation.DSMT4">
                  <p:embed/>
                </p:oleObj>
              </mc:Choice>
              <mc:Fallback>
                <p:oleObj name="Equation" r:id="rId25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85394"/>
                        <a:ext cx="31861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066"/>
          <p:cNvSpPr>
            <a:spLocks noChangeShapeType="1"/>
          </p:cNvSpPr>
          <p:nvPr/>
        </p:nvSpPr>
        <p:spPr bwMode="auto">
          <a:xfrm>
            <a:off x="5233195" y="3467100"/>
            <a:ext cx="11398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196" name="Object 14"/>
          <p:cNvGraphicFramePr>
            <a:graphicFrameLocks noChangeAspect="1"/>
          </p:cNvGraphicFramePr>
          <p:nvPr/>
        </p:nvGraphicFramePr>
        <p:xfrm>
          <a:off x="3617913" y="4132263"/>
          <a:ext cx="31670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4" name="Equation" r:id="rId27" imgW="1238205" imgH="219002" progId="Equation.DSMT4">
                  <p:embed/>
                </p:oleObj>
              </mc:Choice>
              <mc:Fallback>
                <p:oleObj name="Equation" r:id="rId27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4132263"/>
                        <a:ext cx="316706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8"/>
          <p:cNvGrpSpPr>
            <a:grpSpLocks/>
          </p:cNvGrpSpPr>
          <p:nvPr/>
        </p:nvGrpSpPr>
        <p:grpSpPr bwMode="auto">
          <a:xfrm>
            <a:off x="6056945" y="4132263"/>
            <a:ext cx="2971800" cy="0"/>
            <a:chOff x="2832" y="2496"/>
            <a:chExt cx="1872" cy="0"/>
          </a:xfrm>
        </p:grpSpPr>
        <p:sp>
          <p:nvSpPr>
            <p:cNvPr id="45076" name="Line 2077"/>
            <p:cNvSpPr>
              <a:spLocks noChangeShapeType="1"/>
            </p:cNvSpPr>
            <p:nvPr/>
          </p:nvSpPr>
          <p:spPr bwMode="auto">
            <a:xfrm>
              <a:off x="2832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2078"/>
            <p:cNvSpPr>
              <a:spLocks noChangeShapeType="1"/>
            </p:cNvSpPr>
            <p:nvPr/>
          </p:nvSpPr>
          <p:spPr bwMode="auto">
            <a:xfrm>
              <a:off x="4128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317360"/>
              </p:ext>
            </p:extLst>
          </p:nvPr>
        </p:nvGraphicFramePr>
        <p:xfrm>
          <a:off x="2095500" y="2052412"/>
          <a:ext cx="29003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5" name="Equation" r:id="rId29" imgW="1143000" imgH="380880" progId="Equation.DSMT4">
                  <p:embed/>
                </p:oleObj>
              </mc:Choice>
              <mc:Fallback>
                <p:oleObj name="Equation" r:id="rId29" imgW="1143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052412"/>
                        <a:ext cx="2900363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4" name="Text Box 2087"/>
          <p:cNvSpPr txBox="1">
            <a:spLocks noChangeArrowheads="1"/>
          </p:cNvSpPr>
          <p:nvPr/>
        </p:nvSpPr>
        <p:spPr bwMode="auto">
          <a:xfrm>
            <a:off x="1822450" y="820299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而</a:t>
            </a:r>
          </a:p>
        </p:txBody>
      </p:sp>
      <p:sp>
        <p:nvSpPr>
          <p:cNvPr id="50217" name="Text Box 2089"/>
          <p:cNvSpPr txBox="1">
            <a:spLocks noChangeArrowheads="1"/>
          </p:cNvSpPr>
          <p:nvPr/>
        </p:nvSpPr>
        <p:spPr bwMode="auto">
          <a:xfrm>
            <a:off x="8882063" y="4270374"/>
            <a:ext cx="1190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(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光滑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297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4" grpId="0" animBg="1"/>
      <p:bldP spid="5021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9"/>
          <p:cNvSpPr txBox="1">
            <a:spLocks noChangeArrowheads="1"/>
          </p:cNvSpPr>
          <p:nvPr/>
        </p:nvSpPr>
        <p:spPr bwMode="auto">
          <a:xfrm>
            <a:off x="1664925" y="1007271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66580" name="Object 2"/>
          <p:cNvGraphicFramePr>
            <a:graphicFrameLocks noChangeAspect="1"/>
          </p:cNvGraphicFramePr>
          <p:nvPr/>
        </p:nvGraphicFramePr>
        <p:xfrm>
          <a:off x="3071814" y="1557338"/>
          <a:ext cx="36337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8" name="Equation" r:id="rId4" imgW="1466984" imgH="219002" progId="Equation.DSMT4">
                  <p:embed/>
                </p:oleObj>
              </mc:Choice>
              <mc:Fallback>
                <p:oleObj name="Equation" r:id="rId4" imgW="1466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557338"/>
                        <a:ext cx="36337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465826"/>
              </p:ext>
            </p:extLst>
          </p:nvPr>
        </p:nvGraphicFramePr>
        <p:xfrm>
          <a:off x="2202590" y="2123985"/>
          <a:ext cx="44719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9" name="Equation" r:id="rId6" imgW="1809795" imgH="219002" progId="Equation.DSMT4">
                  <p:embed/>
                </p:oleObj>
              </mc:Choice>
              <mc:Fallback>
                <p:oleObj name="Equation" r:id="rId6" imgW="18097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590" y="2123985"/>
                        <a:ext cx="44719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Text Box 22"/>
          <p:cNvSpPr txBox="1">
            <a:spLocks noChangeArrowheads="1"/>
          </p:cNvSpPr>
          <p:nvPr/>
        </p:nvSpPr>
        <p:spPr bwMode="auto">
          <a:xfrm>
            <a:off x="7175500" y="2133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可有类似的公式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6592" name="Text Box 32"/>
          <p:cNvSpPr txBox="1">
            <a:spLocks noChangeArrowheads="1"/>
          </p:cNvSpPr>
          <p:nvPr/>
        </p:nvSpPr>
        <p:spPr bwMode="auto">
          <a:xfrm>
            <a:off x="2667000" y="990601"/>
            <a:ext cx="309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1)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如果曲面方程为</a:t>
            </a:r>
          </a:p>
        </p:txBody>
      </p:sp>
      <p:graphicFrame>
        <p:nvGraphicFramePr>
          <p:cNvPr id="276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20271"/>
              </p:ext>
            </p:extLst>
          </p:nvPr>
        </p:nvGraphicFramePr>
        <p:xfrm>
          <a:off x="2135188" y="2815431"/>
          <a:ext cx="38385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0" name="Equation" r:id="rId8" imgW="1536033" imgH="215806" progId="Equation.DSMT4">
                  <p:embed/>
                </p:oleObj>
              </mc:Choice>
              <mc:Fallback>
                <p:oleObj name="Equation" r:id="rId8" imgW="1536033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815431"/>
                        <a:ext cx="38385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135188" y="356226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70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114854"/>
              </p:ext>
            </p:extLst>
          </p:nvPr>
        </p:nvGraphicFramePr>
        <p:xfrm>
          <a:off x="2782888" y="3432536"/>
          <a:ext cx="2390422" cy="82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1" name="Equation" r:id="rId10" imgW="1104840" imgH="380880" progId="Equation.DSMT4">
                  <p:embed/>
                </p:oleObj>
              </mc:Choice>
              <mc:Fallback>
                <p:oleObj name="Equation" r:id="rId10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432536"/>
                        <a:ext cx="2390422" cy="82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2" name="Object 14"/>
          <p:cNvGraphicFramePr>
            <a:graphicFrameLocks noChangeAspect="1"/>
          </p:cNvGraphicFramePr>
          <p:nvPr/>
        </p:nvGraphicFramePr>
        <p:xfrm>
          <a:off x="5159376" y="3429000"/>
          <a:ext cx="50530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2" name="公式" r:id="rId12" imgW="5283200" imgH="901700" progId="Equation.3">
                  <p:embed/>
                </p:oleObj>
              </mc:Choice>
              <mc:Fallback>
                <p:oleObj name="公式" r:id="rId12" imgW="5283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429000"/>
                        <a:ext cx="50530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7"/>
          <p:cNvGraphicFramePr>
            <a:graphicFrameLocks noChangeAspect="1"/>
          </p:cNvGraphicFramePr>
          <p:nvPr/>
        </p:nvGraphicFramePr>
        <p:xfrm>
          <a:off x="2208214" y="4292600"/>
          <a:ext cx="39703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3" name="Equation" r:id="rId14" imgW="1548728" imgH="215806" progId="Equation.DSMT4">
                  <p:embed/>
                </p:oleObj>
              </mc:Choice>
              <mc:Fallback>
                <p:oleObj name="Equation" r:id="rId14" imgW="154872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0"/>
                        <a:ext cx="39703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135188" y="5013325"/>
            <a:ext cx="647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zh-CN" altLang="en-US" sz="48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70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91131"/>
              </p:ext>
            </p:extLst>
          </p:nvPr>
        </p:nvGraphicFramePr>
        <p:xfrm>
          <a:off x="2663745" y="4923025"/>
          <a:ext cx="2471899" cy="85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4" name="Equation" r:id="rId16" imgW="1104840" imgH="380880" progId="Equation.DSMT4">
                  <p:embed/>
                </p:oleObj>
              </mc:Choice>
              <mc:Fallback>
                <p:oleObj name="Equation" r:id="rId16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745" y="4923025"/>
                        <a:ext cx="2471899" cy="85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826423"/>
              </p:ext>
            </p:extLst>
          </p:nvPr>
        </p:nvGraphicFramePr>
        <p:xfrm>
          <a:off x="5016501" y="4923025"/>
          <a:ext cx="5312487" cy="93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5" name="公式" r:id="rId18" imgW="5257800" imgH="927100" progId="Equation.3">
                  <p:embed/>
                </p:oleObj>
              </mc:Choice>
              <mc:Fallback>
                <p:oleObj name="公式" r:id="rId18" imgW="52578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4923025"/>
                        <a:ext cx="5312487" cy="93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652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2" grpId="0" build="p" autoUpdateAnimBg="0"/>
      <p:bldP spid="66592" grpId="0" build="p" autoUpdateAnimBg="0"/>
      <p:bldP spid="13" grpId="0" autoUpdateAnimBg="0"/>
      <p:bldP spid="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276944" y="930979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设有光滑曲面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253712"/>
              </p:ext>
            </p:extLst>
          </p:nvPr>
        </p:nvGraphicFramePr>
        <p:xfrm>
          <a:off x="1575323" y="1457766"/>
          <a:ext cx="7442786" cy="533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3" name="Equation" r:id="rId4" imgW="2984400" imgH="203040" progId="Equation.DSMT4">
                  <p:embed/>
                </p:oleObj>
              </mc:Choice>
              <mc:Fallback>
                <p:oleObj name="Equation" r:id="rId4" imgW="298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323" y="1457766"/>
                        <a:ext cx="7442786" cy="533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61987" y="2048815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487673" y="269646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6597"/>
              </p:ext>
            </p:extLst>
          </p:nvPr>
        </p:nvGraphicFramePr>
        <p:xfrm>
          <a:off x="3114587" y="2606198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4" name="Equation" r:id="rId6" imgW="1015920" imgH="380880" progId="Equation.DSMT4">
                  <p:embed/>
                </p:oleObj>
              </mc:Choice>
              <mc:Fallback>
                <p:oleObj name="Equation" r:id="rId6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587" y="2606198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708446"/>
              </p:ext>
            </p:extLst>
          </p:nvPr>
        </p:nvGraphicFramePr>
        <p:xfrm>
          <a:off x="3619360" y="3334560"/>
          <a:ext cx="397501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5" name="Equation" r:id="rId8" imgW="1892160" imgH="380880" progId="Equation.DSMT4">
                  <p:embed/>
                </p:oleObj>
              </mc:Choice>
              <mc:Fallback>
                <p:oleObj name="Equation" r:id="rId8" imgW="1892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360" y="3334560"/>
                        <a:ext cx="397501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0030"/>
              </p:ext>
            </p:extLst>
          </p:nvPr>
        </p:nvGraphicFramePr>
        <p:xfrm>
          <a:off x="1656900" y="3337540"/>
          <a:ext cx="1962460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6" name="Equation" r:id="rId10" imgW="1015920" imgH="380880" progId="Equation.DSMT4">
                  <p:embed/>
                </p:oleObj>
              </mc:Choice>
              <mc:Fallback>
                <p:oleObj name="Equation" r:id="rId10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900" y="3337540"/>
                        <a:ext cx="1962460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01355"/>
              </p:ext>
            </p:extLst>
          </p:nvPr>
        </p:nvGraphicFramePr>
        <p:xfrm>
          <a:off x="7524954" y="3359996"/>
          <a:ext cx="262924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7" name="Equation" r:id="rId12" imgW="1346040" imgH="279360" progId="Equation.DSMT4">
                  <p:embed/>
                </p:oleObj>
              </mc:Choice>
              <mc:Fallback>
                <p:oleObj name="Equation" r:id="rId12" imgW="1346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54" y="3359996"/>
                        <a:ext cx="262924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1247418" y="2722602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曲面积分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578271"/>
              </p:ext>
            </p:extLst>
          </p:nvPr>
        </p:nvGraphicFramePr>
        <p:xfrm>
          <a:off x="1351394" y="4036914"/>
          <a:ext cx="66960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8" name="Equation" r:id="rId14" imgW="2857320" imgH="431640" progId="Equation.DSMT4">
                  <p:embed/>
                </p:oleObj>
              </mc:Choice>
              <mc:Fallback>
                <p:oleObj name="Equation" r:id="rId14" imgW="2857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51394" y="4036914"/>
                        <a:ext cx="6696075" cy="1011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126054"/>
              </p:ext>
            </p:extLst>
          </p:nvPr>
        </p:nvGraphicFramePr>
        <p:xfrm>
          <a:off x="4876003" y="1991260"/>
          <a:ext cx="4845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9" name="Equation" r:id="rId16" imgW="1942920" imgH="228600" progId="Equation.DSMT4">
                  <p:embed/>
                </p:oleObj>
              </mc:Choice>
              <mc:Fallback>
                <p:oleObj name="Equation" r:id="rId16" imgW="1942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003" y="1991260"/>
                        <a:ext cx="48450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35575" y="500128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特别地，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33909" y="5001283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对球面参数方程</a:t>
            </a: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996669"/>
              </p:ext>
            </p:extLst>
          </p:nvPr>
        </p:nvGraphicFramePr>
        <p:xfrm>
          <a:off x="5753707" y="5029884"/>
          <a:ext cx="5288762" cy="46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70" name="Equation" r:id="rId18" imgW="2908080" imgH="203040" progId="Equation.DSMT4">
                  <p:embed/>
                </p:oleObj>
              </mc:Choice>
              <mc:Fallback>
                <p:oleObj name="Equation" r:id="rId18" imgW="290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53707" y="5029884"/>
                        <a:ext cx="5288762" cy="46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246351" y="55898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graphicFrame>
        <p:nvGraphicFramePr>
          <p:cNvPr id="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431594"/>
              </p:ext>
            </p:extLst>
          </p:nvPr>
        </p:nvGraphicFramePr>
        <p:xfrm>
          <a:off x="1913258" y="5597959"/>
          <a:ext cx="2077362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71" name="Equation" r:id="rId20" imgW="1015920" imgH="380880" progId="Equation.DSMT4">
                  <p:embed/>
                </p:oleObj>
              </mc:Choice>
              <mc:Fallback>
                <p:oleObj name="Equation" r:id="rId20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258" y="5597959"/>
                        <a:ext cx="2077362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76407"/>
              </p:ext>
            </p:extLst>
          </p:nvPr>
        </p:nvGraphicFramePr>
        <p:xfrm>
          <a:off x="4072318" y="5563509"/>
          <a:ext cx="513264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72" name="Equation" r:id="rId21" imgW="2616120" imgH="380880" progId="Equation.DSMT4">
                  <p:embed/>
                </p:oleObj>
              </mc:Choice>
              <mc:Fallback>
                <p:oleObj name="Equation" r:id="rId21" imgW="2616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318" y="5563509"/>
                        <a:ext cx="513264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72484"/>
              </p:ext>
            </p:extLst>
          </p:nvPr>
        </p:nvGraphicFramePr>
        <p:xfrm>
          <a:off x="9180513" y="5697538"/>
          <a:ext cx="17113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73" name="Equation" r:id="rId23" imgW="876240" imgH="203040" progId="Equation.DSMT4">
                  <p:embed/>
                </p:oleObj>
              </mc:Choice>
              <mc:Fallback>
                <p:oleObj name="Equation" r:id="rId23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0513" y="5697538"/>
                        <a:ext cx="17113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3129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7" name="Rectangle 3"/>
          <p:cNvSpPr>
            <a:spLocks noGrp="1" noChangeArrowheads="1"/>
          </p:cNvSpPr>
          <p:nvPr>
            <p:ph type="title"/>
          </p:nvPr>
        </p:nvSpPr>
        <p:spPr>
          <a:xfrm>
            <a:off x="1598522" y="629201"/>
            <a:ext cx="3657600" cy="609600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设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是四面体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93099"/>
              </p:ext>
            </p:extLst>
          </p:nvPr>
        </p:nvGraphicFramePr>
        <p:xfrm>
          <a:off x="4597401" y="661989"/>
          <a:ext cx="5999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2" name="Equation" r:id="rId3" imgW="2577960" imgH="215640" progId="Equation.DSMT4">
                  <p:embed/>
                </p:oleObj>
              </mc:Choice>
              <mc:Fallback>
                <p:oleObj name="Equation" r:id="rId3" imgW="257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1" y="661989"/>
                        <a:ext cx="59991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826328" y="1334050"/>
            <a:ext cx="9429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573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093727"/>
              </p:ext>
            </p:extLst>
          </p:nvPr>
        </p:nvGraphicFramePr>
        <p:xfrm>
          <a:off x="2645909" y="1120822"/>
          <a:ext cx="31972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3" name="Equation" r:id="rId6" imgW="1460160" imgH="444240" progId="Equation.DSMT4">
                  <p:embed/>
                </p:oleObj>
              </mc:Choice>
              <mc:Fallback>
                <p:oleObj name="Equation" r:id="rId6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909" y="1120822"/>
                        <a:ext cx="31972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598522" y="2013606"/>
            <a:ext cx="4348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在四面体的四个面上</a:t>
            </a:r>
          </a:p>
        </p:txBody>
      </p:sp>
      <p:graphicFrame>
        <p:nvGraphicFramePr>
          <p:cNvPr id="57352" name="Object 4"/>
          <p:cNvGraphicFramePr>
            <a:graphicFrameLocks noChangeAspect="1"/>
          </p:cNvGraphicFramePr>
          <p:nvPr/>
        </p:nvGraphicFramePr>
        <p:xfrm>
          <a:off x="2405063" y="3422650"/>
          <a:ext cx="1700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4" name="Equation" r:id="rId8" imgW="790687" imgH="190327" progId="Equation.DSMT4">
                  <p:embed/>
                </p:oleObj>
              </mc:Choice>
              <mc:Fallback>
                <p:oleObj name="Equation" r:id="rId8" imgW="79068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422650"/>
                        <a:ext cx="1700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5"/>
          <p:cNvGraphicFramePr>
            <a:graphicFrameLocks noChangeAspect="1"/>
          </p:cNvGraphicFramePr>
          <p:nvPr/>
        </p:nvGraphicFramePr>
        <p:xfrm>
          <a:off x="4481513" y="3324225"/>
          <a:ext cx="14097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5" name="Equation" r:id="rId10" imgW="647610" imgH="247677" progId="Equation.DSMT4">
                  <p:embed/>
                </p:oleObj>
              </mc:Choice>
              <mc:Fallback>
                <p:oleObj name="Equation" r:id="rId10" imgW="647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3324225"/>
                        <a:ext cx="14097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6"/>
          <p:cNvGraphicFramePr>
            <a:graphicFrameLocks noChangeAspect="1"/>
          </p:cNvGraphicFramePr>
          <p:nvPr/>
        </p:nvGraphicFramePr>
        <p:xfrm>
          <a:off x="6192838" y="3328988"/>
          <a:ext cx="42592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6" name="Equation" r:id="rId12" imgW="1790790" imgH="228680" progId="Equation.DSMT4">
                  <p:embed/>
                </p:oleObj>
              </mc:Choice>
              <mc:Fallback>
                <p:oleObj name="Equation" r:id="rId12" imgW="179079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3328988"/>
                        <a:ext cx="425926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9982200" y="1150938"/>
            <a:ext cx="1765300" cy="1965325"/>
            <a:chOff x="4464" y="498"/>
            <a:chExt cx="1112" cy="1238"/>
          </a:xfrm>
        </p:grpSpPr>
        <p:grpSp>
          <p:nvGrpSpPr>
            <p:cNvPr id="57371" name="Group 57"/>
            <p:cNvGrpSpPr>
              <a:grpSpLocks/>
            </p:cNvGrpSpPr>
            <p:nvPr/>
          </p:nvGrpSpPr>
          <p:grpSpPr bwMode="auto">
            <a:xfrm>
              <a:off x="4464" y="498"/>
              <a:ext cx="1094" cy="1163"/>
              <a:chOff x="4464" y="498"/>
              <a:chExt cx="1094" cy="1163"/>
            </a:xfrm>
          </p:grpSpPr>
          <p:sp>
            <p:nvSpPr>
              <p:cNvPr id="3" name="Freeform 13"/>
              <p:cNvSpPr>
                <a:spLocks/>
              </p:cNvSpPr>
              <p:nvPr/>
            </p:nvSpPr>
            <p:spPr bwMode="auto">
              <a:xfrm>
                <a:off x="4602" y="695"/>
                <a:ext cx="757" cy="830"/>
              </a:xfrm>
              <a:custGeom>
                <a:avLst/>
                <a:gdLst>
                  <a:gd name="T0" fmla="*/ 423 w 528"/>
                  <a:gd name="T1" fmla="*/ 0 h 576"/>
                  <a:gd name="T2" fmla="*/ 0 w 528"/>
                  <a:gd name="T3" fmla="*/ 1723 h 576"/>
                  <a:gd name="T4" fmla="*/ 1556 w 528"/>
                  <a:gd name="T5" fmla="*/ 1148 h 576"/>
                  <a:gd name="T6" fmla="*/ 423 w 528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576"/>
                  <a:gd name="T14" fmla="*/ 528 w 528"/>
                  <a:gd name="T15" fmla="*/ 576 h 5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576">
                    <a:moveTo>
                      <a:pt x="144" y="0"/>
                    </a:moveTo>
                    <a:lnTo>
                      <a:pt x="0" y="576"/>
                    </a:lnTo>
                    <a:lnTo>
                      <a:pt x="528" y="384"/>
                    </a:lnTo>
                    <a:lnTo>
                      <a:pt x="14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00"/>
                  </a:gs>
                  <a:gs pos="100000">
                    <a:srgbClr val="475E00"/>
                  </a:gs>
                </a:gsLst>
                <a:lin ang="5400000" scaled="1"/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0" name="Line 22"/>
              <p:cNvSpPr>
                <a:spLocks noChangeShapeType="1"/>
              </p:cNvSpPr>
              <p:nvPr/>
            </p:nvSpPr>
            <p:spPr bwMode="auto">
              <a:xfrm>
                <a:off x="4814" y="1248"/>
                <a:ext cx="5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1" name="Line 23"/>
              <p:cNvSpPr>
                <a:spLocks noChangeShapeType="1"/>
              </p:cNvSpPr>
              <p:nvPr/>
            </p:nvSpPr>
            <p:spPr bwMode="auto">
              <a:xfrm flipV="1">
                <a:off x="4814" y="706"/>
                <a:ext cx="0" cy="5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24"/>
              <p:cNvSpPr>
                <a:spLocks noChangeShapeType="1"/>
              </p:cNvSpPr>
              <p:nvPr/>
            </p:nvSpPr>
            <p:spPr bwMode="auto">
              <a:xfrm flipH="1">
                <a:off x="4608" y="1248"/>
                <a:ext cx="20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3" name="Line 25"/>
              <p:cNvSpPr>
                <a:spLocks noChangeShapeType="1"/>
              </p:cNvSpPr>
              <p:nvPr/>
            </p:nvSpPr>
            <p:spPr bwMode="auto">
              <a:xfrm flipV="1">
                <a:off x="4815" y="498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4" name="Line 26"/>
              <p:cNvSpPr>
                <a:spLocks noChangeShapeType="1"/>
              </p:cNvSpPr>
              <p:nvPr/>
            </p:nvSpPr>
            <p:spPr bwMode="auto">
              <a:xfrm>
                <a:off x="5328" y="1248"/>
                <a:ext cx="2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5" name="Line 27"/>
              <p:cNvSpPr>
                <a:spLocks noChangeShapeType="1"/>
              </p:cNvSpPr>
              <p:nvPr/>
            </p:nvSpPr>
            <p:spPr bwMode="auto">
              <a:xfrm flipH="1">
                <a:off x="4464" y="1488"/>
                <a:ext cx="173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Object 16"/>
            <p:cNvGraphicFramePr>
              <a:graphicFrameLocks noChangeAspect="1"/>
            </p:cNvGraphicFramePr>
            <p:nvPr/>
          </p:nvGraphicFramePr>
          <p:xfrm>
            <a:off x="5328" y="126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37" name="Equation" r:id="rId14" imgW="133395" imgH="285670" progId="Equation.3">
                    <p:embed/>
                  </p:oleObj>
                </mc:Choice>
                <mc:Fallback>
                  <p:oleObj name="Equation" r:id="rId14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26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7"/>
            <p:cNvGraphicFramePr>
              <a:graphicFrameLocks noChangeAspect="1"/>
            </p:cNvGraphicFramePr>
            <p:nvPr/>
          </p:nvGraphicFramePr>
          <p:xfrm>
            <a:off x="4616" y="52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38" name="Equation" r:id="rId16" imgW="200092" imgH="200005" progId="Equation.3">
                    <p:embed/>
                  </p:oleObj>
                </mc:Choice>
                <mc:Fallback>
                  <p:oleObj name="Equation" r:id="rId16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52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8"/>
            <p:cNvGraphicFramePr>
              <a:graphicFrameLocks noChangeAspect="1"/>
            </p:cNvGraphicFramePr>
            <p:nvPr/>
          </p:nvGraphicFramePr>
          <p:xfrm>
            <a:off x="5424" y="129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39" name="Equation" r:id="rId18" imgW="219097" imgH="295348" progId="Equation.3">
                    <p:embed/>
                  </p:oleObj>
                </mc:Choice>
                <mc:Fallback>
                  <p:oleObj name="Equation" r:id="rId18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29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9"/>
            <p:cNvGraphicFramePr>
              <a:graphicFrameLocks noChangeAspect="1"/>
            </p:cNvGraphicFramePr>
            <p:nvPr/>
          </p:nvGraphicFramePr>
          <p:xfrm>
            <a:off x="4560" y="158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40" name="Equation" r:id="rId20" imgW="209416" imgH="219002" progId="Equation.3">
                    <p:embed/>
                  </p:oleObj>
                </mc:Choice>
                <mc:Fallback>
                  <p:oleObj name="Equation" r:id="rId20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8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0"/>
            <p:cNvGraphicFramePr>
              <a:graphicFrameLocks noChangeAspect="1"/>
            </p:cNvGraphicFramePr>
            <p:nvPr/>
          </p:nvGraphicFramePr>
          <p:xfrm>
            <a:off x="4512" y="134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41" name="Equation" r:id="rId22" imgW="133395" imgH="285670" progId="Equation.3">
                    <p:embed/>
                  </p:oleObj>
                </mc:Choice>
                <mc:Fallback>
                  <p:oleObj name="Equation" r:id="rId22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34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1"/>
            <p:cNvGraphicFramePr>
              <a:graphicFrameLocks noChangeAspect="1"/>
            </p:cNvGraphicFramePr>
            <p:nvPr/>
          </p:nvGraphicFramePr>
          <p:xfrm>
            <a:off x="4898" y="57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42" name="Equation" r:id="rId24" imgW="133395" imgH="285670" progId="Equation.3">
                    <p:embed/>
                  </p:oleObj>
                </mc:Choice>
                <mc:Fallback>
                  <p:oleObj name="Equation" r:id="rId24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" y="57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4783" y="124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43" name="Equation" r:id="rId26" imgW="200092" imgH="219002" progId="Equation.3">
                    <p:embed/>
                  </p:oleObj>
                </mc:Choice>
                <mc:Fallback>
                  <p:oleObj name="Equation" r:id="rId26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124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81637"/>
              </p:ext>
            </p:extLst>
          </p:nvPr>
        </p:nvGraphicFramePr>
        <p:xfrm>
          <a:off x="2890838" y="4033838"/>
          <a:ext cx="8620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4" name="Equation" r:id="rId28" imgW="355320" imgH="177480" progId="Equation.DSMT4">
                  <p:embed/>
                </p:oleObj>
              </mc:Choice>
              <mc:Fallback>
                <p:oleObj name="Equation" r:id="rId28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4033838"/>
                        <a:ext cx="862012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212534"/>
              </p:ext>
            </p:extLst>
          </p:nvPr>
        </p:nvGraphicFramePr>
        <p:xfrm>
          <a:off x="4641850" y="402748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5" name="Equation" r:id="rId30" imgW="431640" imgH="203040" progId="Equation.DSMT4">
                  <p:embed/>
                </p:oleObj>
              </mc:Choice>
              <mc:Fallback>
                <p:oleObj name="Equation" r:id="rId30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402748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9"/>
          <p:cNvGraphicFramePr>
            <a:graphicFrameLocks noChangeAspect="1"/>
          </p:cNvGraphicFramePr>
          <p:nvPr/>
        </p:nvGraphicFramePr>
        <p:xfrm>
          <a:off x="2884489" y="4733926"/>
          <a:ext cx="8588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6" name="Equation" r:id="rId32" imgW="361816" imgH="190327" progId="Equation.DSMT4">
                  <p:embed/>
                </p:oleObj>
              </mc:Choice>
              <mc:Fallback>
                <p:oleObj name="Equation" r:id="rId32" imgW="3618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9" y="4733926"/>
                        <a:ext cx="8588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5" name="Object 10"/>
          <p:cNvGraphicFramePr>
            <a:graphicFrameLocks noChangeAspect="1"/>
          </p:cNvGraphicFramePr>
          <p:nvPr/>
        </p:nvGraphicFramePr>
        <p:xfrm>
          <a:off x="4721226" y="4738689"/>
          <a:ext cx="9191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7" name="Equation" r:id="rId34" imgW="400184" imgH="190327" progId="Equation.DSMT4">
                  <p:embed/>
                </p:oleObj>
              </mc:Choice>
              <mc:Fallback>
                <p:oleObj name="Equation" r:id="rId34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6" y="4738689"/>
                        <a:ext cx="9191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6" name="Object 11"/>
          <p:cNvGraphicFramePr>
            <a:graphicFrameLocks noChangeAspect="1"/>
          </p:cNvGraphicFramePr>
          <p:nvPr/>
        </p:nvGraphicFramePr>
        <p:xfrm>
          <a:off x="6176963" y="4573589"/>
          <a:ext cx="41148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8" name="Equation" r:id="rId36" imgW="1743097" imgH="228680" progId="Equation.DSMT4">
                  <p:embed/>
                </p:oleObj>
              </mc:Choice>
              <mc:Fallback>
                <p:oleObj name="Equation" r:id="rId36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4573589"/>
                        <a:ext cx="41148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7" name="Object 12"/>
          <p:cNvGraphicFramePr>
            <a:graphicFrameLocks noChangeAspect="1"/>
          </p:cNvGraphicFramePr>
          <p:nvPr/>
        </p:nvGraphicFramePr>
        <p:xfrm>
          <a:off x="2905125" y="5397500"/>
          <a:ext cx="8588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9" name="Equation" r:id="rId38" imgW="361816" imgH="171331" progId="Equation.DSMT4">
                  <p:embed/>
                </p:oleObj>
              </mc:Choice>
              <mc:Fallback>
                <p:oleObj name="Equation" r:id="rId38" imgW="361816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5397500"/>
                        <a:ext cx="8588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8" name="Object 13"/>
          <p:cNvGraphicFramePr>
            <a:graphicFrameLocks noChangeAspect="1"/>
          </p:cNvGraphicFramePr>
          <p:nvPr/>
        </p:nvGraphicFramePr>
        <p:xfrm>
          <a:off x="4708526" y="5338763"/>
          <a:ext cx="898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0" name="Equation" r:id="rId40" imgW="400184" imgH="190327" progId="Equation.DSMT4">
                  <p:embed/>
                </p:oleObj>
              </mc:Choice>
              <mc:Fallback>
                <p:oleObj name="Equation" r:id="rId40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8526" y="5338763"/>
                        <a:ext cx="898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9" name="Object 14"/>
          <p:cNvGraphicFramePr>
            <a:graphicFrameLocks noChangeAspect="1"/>
          </p:cNvGraphicFramePr>
          <p:nvPr/>
        </p:nvGraphicFramePr>
        <p:xfrm>
          <a:off x="6246814" y="5308600"/>
          <a:ext cx="39338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1" name="Equation" r:id="rId42" imgW="1743097" imgH="228680" progId="Equation.DSMT4">
                  <p:embed/>
                </p:oleObj>
              </mc:Choice>
              <mc:Fallback>
                <p:oleObj name="Equation" r:id="rId42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4" y="5308600"/>
                        <a:ext cx="393382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82" name="Text Box 38"/>
          <p:cNvSpPr txBox="1">
            <a:spLocks noChangeArrowheads="1"/>
          </p:cNvSpPr>
          <p:nvPr/>
        </p:nvSpPr>
        <p:spPr bwMode="auto">
          <a:xfrm>
            <a:off x="7086600" y="38862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同上</a:t>
            </a:r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2362200" y="2555876"/>
            <a:ext cx="7924800" cy="3349625"/>
            <a:chOff x="528" y="1610"/>
            <a:chExt cx="4992" cy="2110"/>
          </a:xfrm>
        </p:grpSpPr>
        <p:sp>
          <p:nvSpPr>
            <p:cNvPr id="57365" name="Text Box 40"/>
            <p:cNvSpPr txBox="1">
              <a:spLocks noChangeArrowheads="1"/>
            </p:cNvSpPr>
            <p:nvPr/>
          </p:nvSpPr>
          <p:spPr bwMode="auto">
            <a:xfrm>
              <a:off x="576" y="1632"/>
              <a:ext cx="1056" cy="327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平面方程</a:t>
              </a:r>
            </a:p>
          </p:txBody>
        </p:sp>
        <p:graphicFrame>
          <p:nvGraphicFramePr>
            <p:cNvPr id="5736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199276"/>
                </p:ext>
              </p:extLst>
            </p:nvPr>
          </p:nvGraphicFramePr>
          <p:xfrm>
            <a:off x="2067" y="1680"/>
            <a:ext cx="34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52" name="Equation" r:id="rId44" imgW="241200" imgH="203040" progId="Equation.DSMT4">
                    <p:embed/>
                  </p:oleObj>
                </mc:Choice>
                <mc:Fallback>
                  <p:oleObj name="Equation" r:id="rId44" imgW="241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1680"/>
                          <a:ext cx="34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7" name="Text Box 42"/>
            <p:cNvSpPr txBox="1">
              <a:spLocks noChangeArrowheads="1"/>
            </p:cNvSpPr>
            <p:nvPr/>
          </p:nvSpPr>
          <p:spPr bwMode="auto">
            <a:xfrm>
              <a:off x="3504" y="1610"/>
              <a:ext cx="1008" cy="327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投影域</a:t>
              </a:r>
            </a:p>
          </p:txBody>
        </p:sp>
        <p:sp>
          <p:nvSpPr>
            <p:cNvPr id="57368" name="Line 43"/>
            <p:cNvSpPr>
              <a:spLocks noChangeShapeType="1"/>
            </p:cNvSpPr>
            <p:nvPr/>
          </p:nvSpPr>
          <p:spPr bwMode="auto">
            <a:xfrm>
              <a:off x="528" y="2016"/>
              <a:ext cx="4992" cy="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9" name="Line 44"/>
            <p:cNvSpPr>
              <a:spLocks noChangeShapeType="1"/>
            </p:cNvSpPr>
            <p:nvPr/>
          </p:nvSpPr>
          <p:spPr bwMode="auto">
            <a:xfrm>
              <a:off x="1727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0" name="Line 45"/>
            <p:cNvSpPr>
              <a:spLocks noChangeShapeType="1"/>
            </p:cNvSpPr>
            <p:nvPr/>
          </p:nvSpPr>
          <p:spPr bwMode="auto">
            <a:xfrm>
              <a:off x="2831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utoUpdateAnimBg="0"/>
      <p:bldP spid="57351" grpId="0" autoUpdateAnimBg="0"/>
      <p:bldP spid="5738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61" name="Object 2"/>
          <p:cNvGraphicFramePr>
            <a:graphicFrameLocks noChangeAspect="1"/>
          </p:cNvGraphicFramePr>
          <p:nvPr/>
        </p:nvGraphicFramePr>
        <p:xfrm>
          <a:off x="3671889" y="3141663"/>
          <a:ext cx="304958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38" name="Equation" r:id="rId3" imgW="1409610" imgH="419007" progId="Equation.DSMT4">
                  <p:embed/>
                </p:oleObj>
              </mc:Choice>
              <mc:Fallback>
                <p:oleObj name="Equation" r:id="rId3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9" y="3141663"/>
                        <a:ext cx="304958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1" name="Object 3"/>
          <p:cNvGraphicFramePr>
            <a:graphicFrameLocks noChangeAspect="1"/>
          </p:cNvGraphicFramePr>
          <p:nvPr/>
        </p:nvGraphicFramePr>
        <p:xfrm>
          <a:off x="3751263" y="1989138"/>
          <a:ext cx="33210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39" name="Equation" r:id="rId5" imgW="1409610" imgH="419007" progId="Equation.DSMT4">
                  <p:embed/>
                </p:oleObj>
              </mc:Choice>
              <mc:Fallback>
                <p:oleObj name="Equation" r:id="rId5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989138"/>
                        <a:ext cx="33210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4" name="Object 4"/>
          <p:cNvGraphicFramePr>
            <a:graphicFrameLocks noChangeAspect="1"/>
          </p:cNvGraphicFramePr>
          <p:nvPr/>
        </p:nvGraphicFramePr>
        <p:xfrm>
          <a:off x="2855914" y="4292601"/>
          <a:ext cx="3921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0" name="Equation" r:id="rId7" imgW="1476308" imgH="419007" progId="Equation.DSMT4">
                  <p:embed/>
                </p:oleObj>
              </mc:Choice>
              <mc:Fallback>
                <p:oleObj name="Equation" r:id="rId7" imgW="147630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292601"/>
                        <a:ext cx="39211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379664" y="906464"/>
          <a:ext cx="56340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1" name="Equation" r:id="rId9" imgW="2362379" imgH="419007" progId="Equation.DSMT4">
                  <p:embed/>
                </p:oleObj>
              </mc:Choice>
              <mc:Fallback>
                <p:oleObj name="Equation" r:id="rId9" imgW="2362379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4" y="906464"/>
                        <a:ext cx="56340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40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29282"/>
              </p:ext>
            </p:extLst>
          </p:nvPr>
        </p:nvGraphicFramePr>
        <p:xfrm>
          <a:off x="1943100" y="915911"/>
          <a:ext cx="83058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14" name="文档" r:id="rId3" imgW="8299236" imgH="1455646" progId="Word.Document.8">
                  <p:embed/>
                </p:oleObj>
              </mc:Choice>
              <mc:Fallback>
                <p:oleObj name="文档" r:id="rId3" imgW="8299236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915911"/>
                        <a:ext cx="83058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3"/>
          <p:cNvSpPr txBox="1">
            <a:spLocks noChangeArrowheads="1"/>
          </p:cNvSpPr>
          <p:nvPr/>
        </p:nvSpPr>
        <p:spPr bwMode="auto">
          <a:xfrm>
            <a:off x="1697098" y="957062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697098" y="2503487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93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47746"/>
              </p:ext>
            </p:extLst>
          </p:nvPr>
        </p:nvGraphicFramePr>
        <p:xfrm>
          <a:off x="1671029" y="5315607"/>
          <a:ext cx="57753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15" name="文档" r:id="rId6" imgW="5725339" imgH="684651" progId="Word.Document.8">
                  <p:embed/>
                </p:oleObj>
              </mc:Choice>
              <mc:Fallback>
                <p:oleObj name="文档" r:id="rId6" imgW="5725339" imgH="6846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029" y="5315607"/>
                        <a:ext cx="57753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Rectangle 239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240023" y="2521062"/>
            <a:ext cx="8586617" cy="523220"/>
            <a:chOff x="2079761" y="2524731"/>
            <a:chExt cx="8586617" cy="523220"/>
          </a:xfrm>
        </p:grpSpPr>
        <p:sp>
          <p:nvSpPr>
            <p:cNvPr id="8" name="矩形 7"/>
            <p:cNvSpPr/>
            <p:nvPr/>
          </p:nvSpPr>
          <p:spPr>
            <a:xfrm>
              <a:off x="3930239" y="2524731"/>
              <a:ext cx="67361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CN" altLang="zh-CN" sz="2800" b="1" dirty="0">
                  <a:latin typeface="Times New Roman" panose="02020603050405020304" pitchFamily="18" charset="0"/>
                </a:rPr>
                <a:t>关于坐标面、原点均对称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即轮换对称性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242"/>
            <p:cNvSpPr>
              <a:spLocks noChangeArrowheads="1"/>
            </p:cNvSpPr>
            <p:nvPr/>
          </p:nvSpPr>
          <p:spPr bwMode="auto">
            <a:xfrm>
              <a:off x="2079761" y="2524731"/>
              <a:ext cx="16285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4742887"/>
                </p:ext>
              </p:extLst>
            </p:nvPr>
          </p:nvGraphicFramePr>
          <p:xfrm>
            <a:off x="3663539" y="2662189"/>
            <a:ext cx="266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16" name="Equation" r:id="rId8" imgW="266469" imgH="304536" progId="Equation.DSMT4">
                    <p:embed/>
                  </p:oleObj>
                </mc:Choice>
                <mc:Fallback>
                  <p:oleObj name="Equation" r:id="rId8" imgW="266469" imgH="304536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3539" y="2662189"/>
                          <a:ext cx="266700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671029" y="3113087"/>
            <a:ext cx="9155611" cy="555625"/>
            <a:chOff x="1782355" y="2528888"/>
            <a:chExt cx="9155611" cy="55562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208872"/>
                </p:ext>
              </p:extLst>
            </p:nvPr>
          </p:nvGraphicFramePr>
          <p:xfrm>
            <a:off x="3394075" y="2528888"/>
            <a:ext cx="3683000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17" name="Equation" r:id="rId10" imgW="1523880" imgH="228600" progId="Equation.DSMT4">
                    <p:embed/>
                  </p:oleObj>
                </mc:Choice>
                <mc:Fallback>
                  <p:oleObj name="Equation" r:id="rId10" imgW="1523880" imgH="228600" progId="Equation.DSMT4">
                    <p:embed/>
                    <p:pic>
                      <p:nvPicPr>
                        <p:cNvPr id="0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075" y="2528888"/>
                          <a:ext cx="3683000" cy="555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238"/>
            <p:cNvSpPr>
              <a:spLocks noChangeArrowheads="1"/>
            </p:cNvSpPr>
            <p:nvPr/>
          </p:nvSpPr>
          <p:spPr bwMode="auto">
            <a:xfrm>
              <a:off x="1782355" y="2548656"/>
              <a:ext cx="17510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被积函数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077075" y="2548656"/>
              <a:ext cx="38608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同时是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en-US" sz="2800" b="1" dirty="0"/>
                <a:t>的偶函数，</a:t>
              </a:r>
            </a:p>
          </p:txBody>
        </p:sp>
      </p:grpSp>
      <p:sp>
        <p:nvSpPr>
          <p:cNvPr id="14" name="Rectangle 251"/>
          <p:cNvSpPr>
            <a:spLocks noChangeArrowheads="1"/>
          </p:cNvSpPr>
          <p:nvPr/>
        </p:nvSpPr>
        <p:spPr bwMode="auto">
          <a:xfrm>
            <a:off x="1614487" y="3664045"/>
            <a:ext cx="17795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故原积分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87385"/>
              </p:ext>
            </p:extLst>
          </p:nvPr>
        </p:nvGraphicFramePr>
        <p:xfrm>
          <a:off x="2001564" y="4297521"/>
          <a:ext cx="6262901" cy="960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18" name="Equation" r:id="rId12" imgW="2654280" imgH="406080" progId="Equation.DSMT4">
                  <p:embed/>
                </p:oleObj>
              </mc:Choice>
              <mc:Fallback>
                <p:oleObj name="Equation" r:id="rId12" imgW="2654280" imgH="406080" progId="Equation.DSMT4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564" y="4297521"/>
                        <a:ext cx="6262901" cy="960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99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autoUpdateAnimBg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29322"/>
              </p:ext>
            </p:extLst>
          </p:nvPr>
        </p:nvGraphicFramePr>
        <p:xfrm>
          <a:off x="2132716" y="1279261"/>
          <a:ext cx="6191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96" name="文档" r:id="rId3" imgW="6138886" imgH="624917" progId="Word.Document.8">
                  <p:embed/>
                </p:oleObj>
              </mc:Choice>
              <mc:Fallback>
                <p:oleObj name="文档" r:id="rId3" imgW="6138886" imgH="6249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1279261"/>
                        <a:ext cx="6191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750329"/>
              </p:ext>
            </p:extLst>
          </p:nvPr>
        </p:nvGraphicFramePr>
        <p:xfrm>
          <a:off x="2132716" y="2138485"/>
          <a:ext cx="3740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97" name="Equation" r:id="rId5" imgW="1676160" imgH="304560" progId="Equation.DSMT4">
                  <p:embed/>
                </p:oleObj>
              </mc:Choice>
              <mc:Fallback>
                <p:oleObj name="Equation" r:id="rId5" imgW="16761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2138485"/>
                        <a:ext cx="37401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815932"/>
              </p:ext>
            </p:extLst>
          </p:nvPr>
        </p:nvGraphicFramePr>
        <p:xfrm>
          <a:off x="5511665" y="2148784"/>
          <a:ext cx="1584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98" name="Equation" r:id="rId7" imgW="672808" imgH="241195" progId="Equation.DSMT4">
                  <p:embed/>
                </p:oleObj>
              </mc:Choice>
              <mc:Fallback>
                <p:oleObj name="Equation" r:id="rId7" imgW="672808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665" y="2148784"/>
                        <a:ext cx="1584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2096045" y="3184607"/>
          <a:ext cx="27749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99" name="Equation" r:id="rId9" imgW="1257300" imgH="381000" progId="Equation.DSMT4">
                  <p:embed/>
                </p:oleObj>
              </mc:Choice>
              <mc:Fallback>
                <p:oleObj name="Equation" r:id="rId9" imgW="12573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045" y="3184607"/>
                        <a:ext cx="27749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4870995" y="3184607"/>
          <a:ext cx="32337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0" name="Equation" r:id="rId11" imgW="1422400" imgH="406400" progId="Equation.DSMT4">
                  <p:embed/>
                </p:oleObj>
              </mc:Choice>
              <mc:Fallback>
                <p:oleObj name="Equation" r:id="rId11" imgW="1422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995" y="3184607"/>
                        <a:ext cx="323373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2439988" y="4160839"/>
          <a:ext cx="50688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1" name="Equation" r:id="rId13" imgW="2311400" imgH="419100" progId="Equation.DSMT4">
                  <p:embed/>
                </p:oleObj>
              </mc:Choice>
              <mc:Fallback>
                <p:oleObj name="Equation" r:id="rId13" imgW="2311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4160839"/>
                        <a:ext cx="50688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2522538" y="5078414"/>
          <a:ext cx="1304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2" name="公式" r:id="rId15" imgW="1332921" imgH="406224" progId="Equation.3">
                  <p:embed/>
                </p:oleObj>
              </mc:Choice>
              <mc:Fallback>
                <p:oleObj name="公式" r:id="rId15" imgW="13329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5078414"/>
                        <a:ext cx="13049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51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136941"/>
              </p:ext>
            </p:extLst>
          </p:nvPr>
        </p:nvGraphicFramePr>
        <p:xfrm>
          <a:off x="1738749" y="765364"/>
          <a:ext cx="74707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09" name="文档" r:id="rId3" imgW="7493450" imgH="1455646" progId="Word.Document.8">
                  <p:embed/>
                </p:oleObj>
              </mc:Choice>
              <mc:Fallback>
                <p:oleObj name="文档" r:id="rId3" imgW="7493450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749" y="765364"/>
                        <a:ext cx="74707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3"/>
          <p:cNvSpPr txBox="1">
            <a:spLocks noChangeArrowheads="1"/>
          </p:cNvSpPr>
          <p:nvPr/>
        </p:nvSpPr>
        <p:spPr bwMode="auto">
          <a:xfrm>
            <a:off x="1556333" y="724151"/>
            <a:ext cx="9001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3.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472989" y="213779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pic>
        <p:nvPicPr>
          <p:cNvPr id="880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1" y="2201455"/>
            <a:ext cx="2514600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80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820669"/>
              </p:ext>
            </p:extLst>
          </p:nvPr>
        </p:nvGraphicFramePr>
        <p:xfrm>
          <a:off x="1796277" y="4150113"/>
          <a:ext cx="39624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10" name="公式" r:id="rId7" imgW="3860800" imgH="685800" progId="Equation.3">
                  <p:embed/>
                </p:oleObj>
              </mc:Choice>
              <mc:Fallback>
                <p:oleObj name="公式" r:id="rId7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77" y="4150113"/>
                        <a:ext cx="3962400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084575"/>
              </p:ext>
            </p:extLst>
          </p:nvPr>
        </p:nvGraphicFramePr>
        <p:xfrm>
          <a:off x="2284481" y="5058955"/>
          <a:ext cx="33385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11" name="公式" r:id="rId9" imgW="3251200" imgH="596900" progId="Equation.3">
                  <p:embed/>
                </p:oleObj>
              </mc:Choice>
              <mc:Fallback>
                <p:oleObj name="公式" r:id="rId9" imgW="3251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81" y="5058955"/>
                        <a:ext cx="33385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59329"/>
              </p:ext>
            </p:extLst>
          </p:nvPr>
        </p:nvGraphicFramePr>
        <p:xfrm>
          <a:off x="5880894" y="5189130"/>
          <a:ext cx="16652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12" name="公式" r:id="rId11" imgW="1625600" imgH="469900" progId="Equation.3">
                  <p:embed/>
                </p:oleObj>
              </mc:Choice>
              <mc:Fallback>
                <p:oleObj name="公式" r:id="rId11" imgW="1625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894" y="5189130"/>
                        <a:ext cx="16652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43"/>
          <p:cNvSpPr>
            <a:spLocks noChangeArrowheads="1"/>
          </p:cNvSpPr>
          <p:nvPr/>
        </p:nvSpPr>
        <p:spPr bwMode="auto">
          <a:xfrm>
            <a:off x="1414870" y="2861057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投影域 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96691"/>
              </p:ext>
            </p:extLst>
          </p:nvPr>
        </p:nvGraphicFramePr>
        <p:xfrm>
          <a:off x="1870869" y="3386927"/>
          <a:ext cx="4010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13" name="Equation" r:id="rId13" imgW="4013200" imgH="520700" progId="Equation.DSMT4">
                  <p:embed/>
                </p:oleObj>
              </mc:Choice>
              <mc:Fallback>
                <p:oleObj name="Equation" r:id="rId13" imgW="4013200" imgH="520700" progId="Equation.DSMT4">
                  <p:embed/>
                  <p:pic>
                    <p:nvPicPr>
                      <p:cNvPr id="0" name="Object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869" y="3386927"/>
                        <a:ext cx="40100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44"/>
          <p:cNvSpPr>
            <a:spLocks noChangeArrowheads="1"/>
          </p:cNvSpPr>
          <p:nvPr/>
        </p:nvSpPr>
        <p:spPr bwMode="auto">
          <a:xfrm>
            <a:off x="0" y="981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329270" y="2141031"/>
            <a:ext cx="3664175" cy="552039"/>
            <a:chOff x="2094502" y="2003916"/>
            <a:chExt cx="3664175" cy="552039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49462"/>
                </p:ext>
              </p:extLst>
            </p:nvPr>
          </p:nvGraphicFramePr>
          <p:xfrm>
            <a:off x="3606800" y="2068513"/>
            <a:ext cx="541338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14" name="Equation" r:id="rId15" imgW="215640" imgH="177480" progId="Equation.DSMT4">
                    <p:embed/>
                  </p:oleObj>
                </mc:Choice>
                <mc:Fallback>
                  <p:oleObj name="Equation" r:id="rId15" imgW="215640" imgH="177480" progId="Equation.DSMT4">
                    <p:embed/>
                    <p:pic>
                      <p:nvPicPr>
                        <p:cNvPr id="0" name="Object 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800" y="2068513"/>
                          <a:ext cx="541338" cy="4460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6989160"/>
                </p:ext>
              </p:extLst>
            </p:nvPr>
          </p:nvGraphicFramePr>
          <p:xfrm>
            <a:off x="4269694" y="2068513"/>
            <a:ext cx="1488983" cy="487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015" name="Equation" r:id="rId17" imgW="622080" imgH="203040" progId="Equation.DSMT4">
                    <p:embed/>
                  </p:oleObj>
                </mc:Choice>
                <mc:Fallback>
                  <p:oleObj name="Equation" r:id="rId17" imgW="622080" imgH="203040" progId="Equation.DSMT4">
                    <p:embed/>
                    <p:pic>
                      <p:nvPicPr>
                        <p:cNvPr id="0" name="Object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9694" y="2068513"/>
                          <a:ext cx="1488983" cy="4874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47"/>
            <p:cNvSpPr>
              <a:spLocks noChangeArrowheads="1"/>
            </p:cNvSpPr>
            <p:nvPr/>
          </p:nvSpPr>
          <p:spPr bwMode="auto">
            <a:xfrm>
              <a:off x="2094502" y="2003916"/>
              <a:ext cx="17155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17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899648" y="1881869"/>
          <a:ext cx="30448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0" name="Equation" r:id="rId3" imgW="1244600" imgH="381000" progId="Equation.DSMT4">
                  <p:embed/>
                </p:oleObj>
              </mc:Choice>
              <mc:Fallback>
                <p:oleObj name="Equation" r:id="rId3" imgW="1244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648" y="1881869"/>
                        <a:ext cx="30448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4944473" y="1955347"/>
          <a:ext cx="44640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1" name="公式" r:id="rId5" imgW="4140200" imgH="863600" progId="Equation.3">
                  <p:embed/>
                </p:oleObj>
              </mc:Choice>
              <mc:Fallback>
                <p:oleObj name="公式" r:id="rId5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473" y="1955347"/>
                        <a:ext cx="44640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73215"/>
              </p:ext>
            </p:extLst>
          </p:nvPr>
        </p:nvGraphicFramePr>
        <p:xfrm>
          <a:off x="2196939" y="3349108"/>
          <a:ext cx="3251361" cy="109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2" name="Equation" r:id="rId7" imgW="1244520" imgH="419040" progId="Equation.DSMT4">
                  <p:embed/>
                </p:oleObj>
              </mc:Choice>
              <mc:Fallback>
                <p:oleObj name="Equation" r:id="rId7" imgW="124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39" y="3349108"/>
                        <a:ext cx="3251361" cy="1098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5448300" y="3225574"/>
          <a:ext cx="46799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3" name="公式" r:id="rId9" imgW="4051300" imgH="698500" progId="Equation.3">
                  <p:embed/>
                </p:oleObj>
              </mc:Choice>
              <mc:Fallback>
                <p:oleObj name="公式" r:id="rId9" imgW="405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225574"/>
                        <a:ext cx="467995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1978025" y="4695462"/>
          <a:ext cx="17065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4" name="Equation" r:id="rId11" imgW="711000" imgH="215640" progId="Equation.DSMT4">
                  <p:embed/>
                </p:oleObj>
              </mc:Choice>
              <mc:Fallback>
                <p:oleObj name="Equation" r:id="rId11" imgW="71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4695462"/>
                        <a:ext cx="17065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57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2436858"/>
            <a:ext cx="2362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365724"/>
              </p:ext>
            </p:extLst>
          </p:nvPr>
        </p:nvGraphicFramePr>
        <p:xfrm>
          <a:off x="2301875" y="918876"/>
          <a:ext cx="768032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7" name="Document" r:id="rId4" imgW="7612113" imgH="1249527" progId="Word.Document.8">
                  <p:embed/>
                </p:oleObj>
              </mc:Choice>
              <mc:Fallback>
                <p:oleObj name="Document" r:id="rId4" imgW="7612113" imgH="12495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918876"/>
                        <a:ext cx="7680325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301875" y="91887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Yu Gothic UI Light" panose="020B0300000000000000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/>
          <p:cNvPicPr preferRelativeResize="0"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4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2486027" y="2436858"/>
            <a:ext cx="7634287" cy="31242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129559" y="159456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42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157971"/>
              </p:ext>
            </p:extLst>
          </p:nvPr>
        </p:nvGraphicFramePr>
        <p:xfrm>
          <a:off x="3178384" y="1446065"/>
          <a:ext cx="4802549" cy="1694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06" name="Document" r:id="rId4" imgW="1802294" imgH="704905" progId="Word.Document.8">
                  <p:embed/>
                </p:oleObj>
              </mc:Choice>
              <mc:Fallback>
                <p:oleObj name="Document" r:id="rId4" imgW="1802294" imgH="7049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384" y="1446065"/>
                        <a:ext cx="4802549" cy="1694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69744"/>
              </p:ext>
            </p:extLst>
          </p:nvPr>
        </p:nvGraphicFramePr>
        <p:xfrm>
          <a:off x="7357606" y="2605339"/>
          <a:ext cx="44989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07" name="文档" r:id="rId6" imgW="4424961" imgH="537612" progId="Word.Document.8">
                  <p:embed/>
                </p:oleObj>
              </mc:Choice>
              <mc:Fallback>
                <p:oleObj name="文档" r:id="rId6" imgW="4424961" imgH="5376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606" y="2605339"/>
                        <a:ext cx="44989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08548"/>
              </p:ext>
            </p:extLst>
          </p:nvPr>
        </p:nvGraphicFramePr>
        <p:xfrm>
          <a:off x="2937950" y="5165011"/>
          <a:ext cx="4368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08" name="公式" r:id="rId8" imgW="4140200" imgH="863600" progId="Equation.3">
                  <p:embed/>
                </p:oleObj>
              </mc:Choice>
              <mc:Fallback>
                <p:oleObj name="公式" r:id="rId8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950" y="5165011"/>
                        <a:ext cx="43688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432714" y="3273303"/>
            <a:ext cx="4860017" cy="559010"/>
            <a:chOff x="156657" y="166478"/>
            <a:chExt cx="4860017" cy="55901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0290425"/>
                </p:ext>
              </p:extLst>
            </p:nvPr>
          </p:nvGraphicFramePr>
          <p:xfrm>
            <a:off x="156657" y="263525"/>
            <a:ext cx="4286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09" name="Equation" r:id="rId10" imgW="431800" imgH="457200" progId="Equation.DSMT4">
                    <p:embed/>
                  </p:oleObj>
                </mc:Choice>
                <mc:Fallback>
                  <p:oleObj name="Equation" r:id="rId10" imgW="431800" imgH="457200" progId="Equation.DSMT4">
                    <p:embed/>
                    <p:pic>
                      <p:nvPicPr>
                        <p:cNvPr id="0" name="Object 1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657" y="263525"/>
                          <a:ext cx="4286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1543930"/>
                </p:ext>
              </p:extLst>
            </p:nvPr>
          </p:nvGraphicFramePr>
          <p:xfrm>
            <a:off x="851963" y="166806"/>
            <a:ext cx="4164711" cy="558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10" name="Equation" r:id="rId12" imgW="1688760" imgH="228600" progId="Equation.DSMT4">
                    <p:embed/>
                  </p:oleObj>
                </mc:Choice>
                <mc:Fallback>
                  <p:oleObj name="Equation" r:id="rId12" imgW="1688760" imgH="228600" progId="Equation.DSMT4">
                    <p:embed/>
                    <p:pic>
                      <p:nvPicPr>
                        <p:cNvPr id="0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963" y="166806"/>
                          <a:ext cx="4164711" cy="5586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66"/>
            <p:cNvSpPr>
              <a:spLocks noChangeArrowheads="1"/>
            </p:cNvSpPr>
            <p:nvPr/>
          </p:nvSpPr>
          <p:spPr bwMode="auto">
            <a:xfrm>
              <a:off x="545680" y="166478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Rectangle 273"/>
          <p:cNvSpPr>
            <a:spLocks noChangeArrowheads="1"/>
          </p:cNvSpPr>
          <p:nvPr/>
        </p:nvSpPr>
        <p:spPr bwMode="auto">
          <a:xfrm>
            <a:off x="2129559" y="4178027"/>
            <a:ext cx="1350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228147"/>
              </p:ext>
            </p:extLst>
          </p:nvPr>
        </p:nvGraphicFramePr>
        <p:xfrm>
          <a:off x="3385945" y="4100405"/>
          <a:ext cx="3567675" cy="101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11" name="Equation" r:id="rId14" imgW="1434960" imgH="406080" progId="Equation.DSMT4">
                  <p:embed/>
                </p:oleObj>
              </mc:Choice>
              <mc:Fallback>
                <p:oleObj name="Equation" r:id="rId14" imgW="1434960" imgH="406080" progId="Equation.DSMT4">
                  <p:embed/>
                  <p:pic>
                    <p:nvPicPr>
                      <p:cNvPr id="0" name="Object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45" y="4100405"/>
                        <a:ext cx="3567675" cy="1015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990024" y="2562215"/>
            <a:ext cx="2604394" cy="602187"/>
            <a:chOff x="0" y="7329"/>
            <a:chExt cx="2604394" cy="602187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141127"/>
                </p:ext>
              </p:extLst>
            </p:nvPr>
          </p:nvGraphicFramePr>
          <p:xfrm>
            <a:off x="814560" y="7329"/>
            <a:ext cx="1789834" cy="602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12" name="Equation" r:id="rId16" imgW="672840" imgH="228600" progId="Equation.DSMT4">
                    <p:embed/>
                  </p:oleObj>
                </mc:Choice>
                <mc:Fallback>
                  <p:oleObj name="Equation" r:id="rId16" imgW="672840" imgH="228600" progId="Equation.DSMT4">
                    <p:embed/>
                    <p:pic>
                      <p:nvPicPr>
                        <p:cNvPr id="0" name="Object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560" y="7329"/>
                          <a:ext cx="1789834" cy="6021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286"/>
            <p:cNvSpPr>
              <a:spLocks noChangeArrowheads="1"/>
            </p:cNvSpPr>
            <p:nvPr/>
          </p:nvSpPr>
          <p:spPr bwMode="auto">
            <a:xfrm>
              <a:off x="0" y="31348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693773"/>
              </p:ext>
            </p:extLst>
          </p:nvPr>
        </p:nvGraphicFramePr>
        <p:xfrm>
          <a:off x="4861210" y="2563749"/>
          <a:ext cx="2291659" cy="60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13" name="Equation" r:id="rId18" imgW="876240" imgH="228600" progId="Equation.DSMT4">
                  <p:embed/>
                </p:oleObj>
              </mc:Choice>
              <mc:Fallback>
                <p:oleObj name="Equation" r:id="rId18" imgW="876240" imgH="228600" progId="Equation.DSMT4">
                  <p:embed/>
                  <p:pic>
                    <p:nvPicPr>
                      <p:cNvPr id="0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210" y="2563749"/>
                        <a:ext cx="2291659" cy="602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9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04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672" y="1587500"/>
            <a:ext cx="2819400" cy="3048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65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96347"/>
              </p:ext>
            </p:extLst>
          </p:nvPr>
        </p:nvGraphicFramePr>
        <p:xfrm>
          <a:off x="1065439" y="900679"/>
          <a:ext cx="5476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8" name="文档" r:id="rId4" imgW="5477210" imgH="487067" progId="Word.Document.8">
                  <p:embed/>
                </p:oleObj>
              </mc:Choice>
              <mc:Fallback>
                <p:oleObj name="文档" r:id="rId4" imgW="5477210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900679"/>
                        <a:ext cx="54768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39923"/>
              </p:ext>
            </p:extLst>
          </p:nvPr>
        </p:nvGraphicFramePr>
        <p:xfrm>
          <a:off x="879022" y="3721100"/>
          <a:ext cx="45148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9" name="文档" r:id="rId6" imgW="4524756" imgH="914400" progId="Word.Document.8">
                  <p:embed/>
                </p:oleObj>
              </mc:Choice>
              <mc:Fallback>
                <p:oleObj name="文档" r:id="rId6" imgW="4524756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022" y="3721100"/>
                        <a:ext cx="45148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891122"/>
              </p:ext>
            </p:extLst>
          </p:nvPr>
        </p:nvGraphicFramePr>
        <p:xfrm>
          <a:off x="4593772" y="3694827"/>
          <a:ext cx="37338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0" name="公式" r:id="rId8" imgW="3810000" imgH="901700" progId="Equation.3">
                  <p:embed/>
                </p:oleObj>
              </mc:Choice>
              <mc:Fallback>
                <p:oleObj name="公式" r:id="rId8" imgW="3810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772" y="3694827"/>
                        <a:ext cx="37338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127672" y="1587500"/>
            <a:ext cx="2819400" cy="3200400"/>
            <a:chOff x="3264" y="1536"/>
            <a:chExt cx="1776" cy="1920"/>
          </a:xfrm>
        </p:grpSpPr>
        <p:pic>
          <p:nvPicPr>
            <p:cNvPr id="66569" name="Picture 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536"/>
              <a:ext cx="1776" cy="192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66570" name="Object 6"/>
            <p:cNvGraphicFramePr>
              <a:graphicFrameLocks noChangeAspect="1"/>
            </p:cNvGraphicFramePr>
            <p:nvPr/>
          </p:nvGraphicFramePr>
          <p:xfrm>
            <a:off x="4608" y="2987"/>
            <a:ext cx="336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51" name="公式" r:id="rId11" imgW="571252" imgH="266584" progId="Equation.3">
                    <p:embed/>
                  </p:oleObj>
                </mc:Choice>
                <mc:Fallback>
                  <p:oleObj name="公式" r:id="rId11" imgW="571252" imgH="2665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87"/>
                          <a:ext cx="336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03414"/>
              </p:ext>
            </p:extLst>
          </p:nvPr>
        </p:nvGraphicFramePr>
        <p:xfrm>
          <a:off x="1065439" y="4528494"/>
          <a:ext cx="3170546" cy="123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2" name="Equation" r:id="rId13" imgW="1498320" imgH="520560" progId="Equation.DSMT4">
                  <p:embed/>
                </p:oleObj>
              </mc:Choice>
              <mc:Fallback>
                <p:oleObj name="Equation" r:id="rId13" imgW="14983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4528494"/>
                        <a:ext cx="3170546" cy="1237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57576"/>
              </p:ext>
            </p:extLst>
          </p:nvPr>
        </p:nvGraphicFramePr>
        <p:xfrm>
          <a:off x="4197587" y="4706666"/>
          <a:ext cx="2977654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3" name="公式" r:id="rId15" imgW="3454400" imgH="914400" progId="Equation.3">
                  <p:embed/>
                </p:oleObj>
              </mc:Choice>
              <mc:Fallback>
                <p:oleObj name="公式" r:id="rId15" imgW="3454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587" y="4706666"/>
                        <a:ext cx="2977654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74521"/>
              </p:ext>
            </p:extLst>
          </p:nvPr>
        </p:nvGraphicFramePr>
        <p:xfrm>
          <a:off x="7175241" y="4949553"/>
          <a:ext cx="817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4" name="Equation" r:id="rId17" imgW="291960" imgH="139680" progId="Equation.DSMT4">
                  <p:embed/>
                </p:oleObj>
              </mc:Choice>
              <mc:Fallback>
                <p:oleObj name="Equation" r:id="rId17" imgW="29196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41" y="4949553"/>
                        <a:ext cx="817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700244"/>
              </p:ext>
            </p:extLst>
          </p:nvPr>
        </p:nvGraphicFramePr>
        <p:xfrm>
          <a:off x="654844" y="5727699"/>
          <a:ext cx="522446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5" name="Document" r:id="rId19" imgW="5187627" imgH="806429" progId="Word.Document.8">
                  <p:embed/>
                </p:oleObj>
              </mc:Choice>
              <mc:Fallback>
                <p:oleObj name="Document" r:id="rId19" imgW="5187627" imgH="8064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4" y="5727699"/>
                        <a:ext cx="522446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526741"/>
              </p:ext>
            </p:extLst>
          </p:nvPr>
        </p:nvGraphicFramePr>
        <p:xfrm>
          <a:off x="1065439" y="1440432"/>
          <a:ext cx="2190945" cy="62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6" name="Equation" r:id="rId21" imgW="990360" imgH="228600" progId="Equation.DSMT4">
                  <p:embed/>
                </p:oleObj>
              </mc:Choice>
              <mc:Fallback>
                <p:oleObj name="Equation" r:id="rId21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1440432"/>
                        <a:ext cx="2190945" cy="628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676593"/>
              </p:ext>
            </p:extLst>
          </p:nvPr>
        </p:nvGraphicFramePr>
        <p:xfrm>
          <a:off x="1096509" y="2062679"/>
          <a:ext cx="518318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7" name="Equation" r:id="rId23" imgW="2057400" imgH="279360" progId="Equation.DSMT4">
                  <p:embed/>
                </p:oleObj>
              </mc:Choice>
              <mc:Fallback>
                <p:oleObj name="Equation" r:id="rId23" imgW="2057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509" y="2062679"/>
                        <a:ext cx="5183188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384163"/>
              </p:ext>
            </p:extLst>
          </p:nvPr>
        </p:nvGraphicFramePr>
        <p:xfrm>
          <a:off x="1065439" y="2918208"/>
          <a:ext cx="59197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8" name="Equation" r:id="rId25" imgW="2349360" imgH="228600" progId="Equation.DSMT4">
                  <p:embed/>
                </p:oleObj>
              </mc:Choice>
              <mc:Fallback>
                <p:oleObj name="Equation" r:id="rId25" imgW="234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2918208"/>
                        <a:ext cx="591978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7377"/>
              </p:ext>
            </p:extLst>
          </p:nvPr>
        </p:nvGraphicFramePr>
        <p:xfrm>
          <a:off x="3287454" y="1325691"/>
          <a:ext cx="4599214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9" name="Equation" r:id="rId27" imgW="1942920" imgH="279360" progId="Equation.DSMT4">
                  <p:embed/>
                </p:oleObj>
              </mc:Choice>
              <mc:Fallback>
                <p:oleObj name="Equation" r:id="rId27" imgW="1942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454" y="1325691"/>
                        <a:ext cx="4599214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23500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11601"/>
              </p:ext>
            </p:extLst>
          </p:nvPr>
        </p:nvGraphicFramePr>
        <p:xfrm>
          <a:off x="1695008" y="1063626"/>
          <a:ext cx="7451725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6" name="文档" r:id="rId3" imgW="7779697" imgH="2120638" progId="Word.Document.8">
                  <p:embed/>
                </p:oleObj>
              </mc:Choice>
              <mc:Fallback>
                <p:oleObj name="文档" r:id="rId3" imgW="7779697" imgH="21206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008" y="1063626"/>
                        <a:ext cx="7451725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484668" y="253603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144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565989"/>
              </p:ext>
            </p:extLst>
          </p:nvPr>
        </p:nvGraphicFramePr>
        <p:xfrm>
          <a:off x="1551288" y="3273413"/>
          <a:ext cx="69183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7" name="Document" r:id="rId6" imgW="6549715" imgH="690102" progId="Word.Document.8">
                  <p:embed/>
                </p:oleObj>
              </mc:Choice>
              <mc:Fallback>
                <p:oleObj name="Document" r:id="rId6" imgW="6549715" imgH="6901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273413"/>
                        <a:ext cx="69183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39966"/>
              </p:ext>
            </p:extLst>
          </p:nvPr>
        </p:nvGraphicFramePr>
        <p:xfrm>
          <a:off x="2100936" y="2521745"/>
          <a:ext cx="5835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8" name="Equation" r:id="rId8" imgW="2501640" imgH="228600" progId="Equation.DSMT4">
                  <p:embed/>
                </p:oleObj>
              </mc:Choice>
              <mc:Fallback>
                <p:oleObj name="Equation" r:id="rId8" imgW="250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936" y="2521745"/>
                        <a:ext cx="5835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471960"/>
              </p:ext>
            </p:extLst>
          </p:nvPr>
        </p:nvGraphicFramePr>
        <p:xfrm>
          <a:off x="1551288" y="3910410"/>
          <a:ext cx="3233738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9" name="Document" r:id="rId10" imgW="3244992" imgH="1326490" progId="Word.Document.8">
                  <p:embed/>
                </p:oleObj>
              </mc:Choice>
              <mc:Fallback>
                <p:oleObj name="Document" r:id="rId10" imgW="3244992" imgH="13264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910410"/>
                        <a:ext cx="3233738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302012"/>
              </p:ext>
            </p:extLst>
          </p:nvPr>
        </p:nvGraphicFramePr>
        <p:xfrm>
          <a:off x="1884570" y="5280553"/>
          <a:ext cx="4048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0" name="文档" r:id="rId12" imgW="4048173" imgH="487067" progId="Word.Document.8">
                  <p:embed/>
                </p:oleObj>
              </mc:Choice>
              <mc:Fallback>
                <p:oleObj name="文档" r:id="rId12" imgW="4048173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570" y="5280553"/>
                        <a:ext cx="40481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34549" y="2074864"/>
            <a:ext cx="2895600" cy="3352800"/>
            <a:chOff x="3374" y="1008"/>
            <a:chExt cx="1954" cy="2112"/>
          </a:xfrm>
        </p:grpSpPr>
        <p:pic>
          <p:nvPicPr>
            <p:cNvPr id="61450" name="Picture 12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" y="1008"/>
              <a:ext cx="1954" cy="211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451" name="Line 13"/>
            <p:cNvSpPr>
              <a:spLocks noChangeShapeType="1"/>
            </p:cNvSpPr>
            <p:nvPr/>
          </p:nvSpPr>
          <p:spPr bwMode="auto">
            <a:xfrm flipV="1">
              <a:off x="4416" y="1200"/>
              <a:ext cx="0" cy="72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2" name="Line 14"/>
            <p:cNvSpPr>
              <a:spLocks noChangeShapeType="1"/>
            </p:cNvSpPr>
            <p:nvPr/>
          </p:nvSpPr>
          <p:spPr bwMode="auto">
            <a:xfrm>
              <a:off x="4486" y="2378"/>
              <a:ext cx="602" cy="21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15"/>
            <p:cNvSpPr>
              <a:spLocks noChangeShapeType="1"/>
            </p:cNvSpPr>
            <p:nvPr/>
          </p:nvSpPr>
          <p:spPr bwMode="auto">
            <a:xfrm flipH="1">
              <a:off x="3984" y="2400"/>
              <a:ext cx="349" cy="43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54" name="Object 6"/>
            <p:cNvGraphicFramePr>
              <a:graphicFrameLocks noChangeAspect="1"/>
            </p:cNvGraphicFramePr>
            <p:nvPr/>
          </p:nvGraphicFramePr>
          <p:xfrm>
            <a:off x="4010" y="2806"/>
            <a:ext cx="119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31" name="公式" r:id="rId15" imgW="247784" imgH="237999" progId="Equation.3">
                    <p:embed/>
                  </p:oleObj>
                </mc:Choice>
                <mc:Fallback>
                  <p:oleObj name="公式" r:id="rId15" imgW="247784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" y="2806"/>
                          <a:ext cx="119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5" name="Object 7"/>
            <p:cNvGraphicFramePr>
              <a:graphicFrameLocks noChangeAspect="1"/>
            </p:cNvGraphicFramePr>
            <p:nvPr/>
          </p:nvGraphicFramePr>
          <p:xfrm>
            <a:off x="5017" y="2623"/>
            <a:ext cx="119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32" name="公式" r:id="rId17" imgW="247784" imgH="314345" progId="Equation.3">
                    <p:embed/>
                  </p:oleObj>
                </mc:Choice>
                <mc:Fallback>
                  <p:oleObj name="公式" r:id="rId17" imgW="247784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2623"/>
                          <a:ext cx="119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6" name="Object 8"/>
            <p:cNvGraphicFramePr>
              <a:graphicFrameLocks noChangeAspect="1"/>
            </p:cNvGraphicFramePr>
            <p:nvPr/>
          </p:nvGraphicFramePr>
          <p:xfrm>
            <a:off x="4311" y="1143"/>
            <a:ext cx="96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33" name="公式" r:id="rId19" imgW="200092" imgH="247677" progId="Equation.3">
                    <p:embed/>
                  </p:oleObj>
                </mc:Choice>
                <mc:Fallback>
                  <p:oleObj name="公式" r:id="rId19" imgW="200092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1143"/>
                          <a:ext cx="96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1412011" y="1063626"/>
            <a:ext cx="9451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5.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2762796" y="1116299"/>
          <a:ext cx="38592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2" name="公式" r:id="rId3" imgW="3860800" imgH="685800" progId="Equation.3">
                  <p:embed/>
                </p:oleObj>
              </mc:Choice>
              <mc:Fallback>
                <p:oleObj name="公式" r:id="rId3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796" y="1116299"/>
                        <a:ext cx="38592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240375" y="2053662"/>
          <a:ext cx="4013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3" name="公式" r:id="rId5" imgW="4013200" imgH="596900" progId="Equation.3">
                  <p:embed/>
                </p:oleObj>
              </mc:Choice>
              <mc:Fallback>
                <p:oleObj name="公式" r:id="rId5" imgW="4013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375" y="2053662"/>
                        <a:ext cx="4013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063432"/>
              </p:ext>
            </p:extLst>
          </p:nvPr>
        </p:nvGraphicFramePr>
        <p:xfrm>
          <a:off x="2157617" y="3066379"/>
          <a:ext cx="314962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4" name="文档" r:id="rId7" imgW="2808732" imgH="787908" progId="Word.Document.8">
                  <p:embed/>
                </p:oleObj>
              </mc:Choice>
              <mc:Fallback>
                <p:oleObj name="文档" r:id="rId7" imgW="2808732" imgH="787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3066379"/>
                        <a:ext cx="314962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5034983" y="3066380"/>
          <a:ext cx="19288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5" name="公式" r:id="rId9" imgW="1892300" imgH="863600" progId="Equation.3">
                  <p:embed/>
                </p:oleObj>
              </mc:Choice>
              <mc:Fallback>
                <p:oleObj name="公式" r:id="rId9" imgW="18923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983" y="3066380"/>
                        <a:ext cx="19288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3115469" y="4180591"/>
          <a:ext cx="6019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6" name="公式" r:id="rId11" imgW="6261100" imgH="863600" progId="Equation.3">
                  <p:embed/>
                </p:oleObj>
              </mc:Choice>
              <mc:Fallback>
                <p:oleObj name="公式" r:id="rId11" imgW="62611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69" y="4180591"/>
                        <a:ext cx="60198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22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47769"/>
              </p:ext>
            </p:extLst>
          </p:nvPr>
        </p:nvGraphicFramePr>
        <p:xfrm>
          <a:off x="2157617" y="5101152"/>
          <a:ext cx="6820920" cy="58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17" name="Equation" r:id="rId13" imgW="2997000" imgH="253800" progId="Equation.DSMT4">
                  <p:embed/>
                </p:oleObj>
              </mc:Choice>
              <mc:Fallback>
                <p:oleObj name="Equation" r:id="rId13" imgW="2997000" imgH="253800" progId="Equation.DSMT4">
                  <p:embed/>
                  <p:pic>
                    <p:nvPicPr>
                      <p:cNvPr id="0" name="Object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5101152"/>
                        <a:ext cx="6820920" cy="581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557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508308"/>
              </p:ext>
            </p:extLst>
          </p:nvPr>
        </p:nvGraphicFramePr>
        <p:xfrm>
          <a:off x="2174967" y="2750563"/>
          <a:ext cx="59436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9" name="Equation" r:id="rId3" imgW="5575300" imgH="800100" progId="Equation.DSMT4">
                  <p:embed/>
                </p:oleObj>
              </mc:Choice>
              <mc:Fallback>
                <p:oleObj name="Equation" r:id="rId3" imgW="55753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2750563"/>
                        <a:ext cx="59436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636200"/>
              </p:ext>
            </p:extLst>
          </p:nvPr>
        </p:nvGraphicFramePr>
        <p:xfrm>
          <a:off x="2174967" y="3835186"/>
          <a:ext cx="43926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0" name="公式" r:id="rId5" imgW="4292600" imgH="711200" progId="Equation.3">
                  <p:embed/>
                </p:oleObj>
              </mc:Choice>
              <mc:Fallback>
                <p:oleObj name="公式" r:id="rId5" imgW="429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3835186"/>
                        <a:ext cx="43926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178909"/>
              </p:ext>
            </p:extLst>
          </p:nvPr>
        </p:nvGraphicFramePr>
        <p:xfrm>
          <a:off x="6663692" y="3932023"/>
          <a:ext cx="2414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1" name="Document" r:id="rId7" imgW="2486345" imgH="542899" progId="Word.Document.8">
                  <p:embed/>
                </p:oleObj>
              </mc:Choice>
              <mc:Fallback>
                <p:oleObj name="Document" r:id="rId7" imgW="2486345" imgH="5428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3692" y="3932023"/>
                        <a:ext cx="24145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119252"/>
              </p:ext>
            </p:extLst>
          </p:nvPr>
        </p:nvGraphicFramePr>
        <p:xfrm>
          <a:off x="2174967" y="4732611"/>
          <a:ext cx="30940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2" name="公式" r:id="rId9" imgW="2959100" imgH="889000" progId="Equation.3">
                  <p:embed/>
                </p:oleObj>
              </mc:Choice>
              <mc:Fallback>
                <p:oleObj name="公式" r:id="rId9" imgW="2959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4732611"/>
                        <a:ext cx="30940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517115"/>
              </p:ext>
            </p:extLst>
          </p:nvPr>
        </p:nvGraphicFramePr>
        <p:xfrm>
          <a:off x="5373823" y="4768814"/>
          <a:ext cx="1950701" cy="894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3" name="公式" r:id="rId11" imgW="1879600" imgH="863600" progId="Equation.3">
                  <p:embed/>
                </p:oleObj>
              </mc:Choice>
              <mc:Fallback>
                <p:oleObj name="公式" r:id="rId11" imgW="1879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823" y="4768814"/>
                        <a:ext cx="1950701" cy="894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346745"/>
              </p:ext>
            </p:extLst>
          </p:nvPr>
        </p:nvGraphicFramePr>
        <p:xfrm>
          <a:off x="4075611" y="1895255"/>
          <a:ext cx="4130767" cy="54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4" name="Equation" r:id="rId13" imgW="1549080" imgH="203040" progId="Equation.DSMT4">
                  <p:embed/>
                </p:oleObj>
              </mc:Choice>
              <mc:Fallback>
                <p:oleObj name="Equation" r:id="rId13" imgW="1549080" imgH="203040" progId="Equation.DSMT4">
                  <p:embed/>
                  <p:pic>
                    <p:nvPicPr>
                      <p:cNvPr id="0" name="Object 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611" y="1895255"/>
                        <a:ext cx="4130767" cy="544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34"/>
          <p:cNvSpPr>
            <a:spLocks noChangeArrowheads="1"/>
          </p:cNvSpPr>
          <p:nvPr/>
        </p:nvSpPr>
        <p:spPr bwMode="auto">
          <a:xfrm>
            <a:off x="2072640" y="1898371"/>
            <a:ext cx="20029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利用极坐标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21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398139" y="994857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263711"/>
              </p:ext>
            </p:extLst>
          </p:nvPr>
        </p:nvGraphicFramePr>
        <p:xfrm>
          <a:off x="1781316" y="2287960"/>
          <a:ext cx="5443610" cy="1115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38" name="Equation" r:id="rId3" imgW="2679480" imgH="482400" progId="Equation.DSMT4">
                  <p:embed/>
                </p:oleObj>
              </mc:Choice>
              <mc:Fallback>
                <p:oleObj name="Equation" r:id="rId3" imgW="267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2287960"/>
                        <a:ext cx="5443610" cy="1115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283990"/>
              </p:ext>
            </p:extLst>
          </p:nvPr>
        </p:nvGraphicFramePr>
        <p:xfrm>
          <a:off x="2026435" y="951209"/>
          <a:ext cx="629896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39" name="Equation" r:id="rId5" imgW="3377880" imgH="393480" progId="Equation.DSMT4">
                  <p:embed/>
                </p:oleObj>
              </mc:Choice>
              <mc:Fallback>
                <p:oleObj name="Equation" r:id="rId5" imgW="3377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35" y="951209"/>
                        <a:ext cx="629896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8" name="Group 34"/>
          <p:cNvGrpSpPr>
            <a:grpSpLocks/>
          </p:cNvGrpSpPr>
          <p:nvPr/>
        </p:nvGrpSpPr>
        <p:grpSpPr bwMode="auto">
          <a:xfrm>
            <a:off x="8529777" y="3104356"/>
            <a:ext cx="3130550" cy="3113087"/>
            <a:chOff x="3696" y="2338"/>
            <a:chExt cx="1972" cy="1961"/>
          </a:xfrm>
        </p:grpSpPr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4960" y="2599"/>
            <a:ext cx="24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40" name="公式" r:id="rId7" imgW="190440" imgH="215640" progId="Equation.3">
                    <p:embed/>
                  </p:oleObj>
                </mc:Choice>
                <mc:Fallback>
                  <p:oleObj name="公式" r:id="rId7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" y="2599"/>
                          <a:ext cx="24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6408" name="Line 24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4880" y="3504"/>
            <a:ext cx="30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41" name="公式" r:id="rId9" imgW="190440" imgH="215640" progId="Equation.3">
                    <p:embed/>
                  </p:oleObj>
                </mc:Choice>
                <mc:Fallback>
                  <p:oleObj name="公式" r:id="rId9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0" y="3504"/>
                          <a:ext cx="30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4311" y="3762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42" name="Equation" r:id="rId11" imgW="266400" imgH="241200" progId="Equation.3">
                    <p:embed/>
                  </p:oleObj>
                </mc:Choice>
                <mc:Fallback>
                  <p:oleObj name="Equation" r:id="rId11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3762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 flipH="1">
              <a:off x="4608" y="3086"/>
              <a:ext cx="539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Arc 14"/>
            <p:cNvSpPr>
              <a:spLocks/>
            </p:cNvSpPr>
            <p:nvPr/>
          </p:nvSpPr>
          <p:spPr bwMode="auto">
            <a:xfrm rot="16200000" flipH="1" flipV="1">
              <a:off x="4303" y="2573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Arc 15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Arc 16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4639" y="383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 flipH="1">
              <a:off x="4041" y="3845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5427" y="371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1781316" y="179747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278547"/>
              </p:ext>
            </p:extLst>
          </p:nvPr>
        </p:nvGraphicFramePr>
        <p:xfrm>
          <a:off x="1781316" y="4201566"/>
          <a:ext cx="476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3" name="Equation" r:id="rId13" imgW="1955520" imgH="291960" progId="Equation.DSMT4">
                  <p:embed/>
                </p:oleObj>
              </mc:Choice>
              <mc:Fallback>
                <p:oleObj name="Equation" r:id="rId13" imgW="1955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4201566"/>
                        <a:ext cx="4762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869056"/>
              </p:ext>
            </p:extLst>
          </p:nvPr>
        </p:nvGraphicFramePr>
        <p:xfrm>
          <a:off x="2471877" y="1705769"/>
          <a:ext cx="76778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4" name="Equation" r:id="rId15" imgW="3047760" imgH="291960" progId="Equation.DSMT4">
                  <p:embed/>
                </p:oleObj>
              </mc:Choice>
              <mc:Fallback>
                <p:oleObj name="Equation" r:id="rId15" imgW="3047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877" y="1705769"/>
                        <a:ext cx="7677838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80313"/>
              </p:ext>
            </p:extLst>
          </p:nvPr>
        </p:nvGraphicFramePr>
        <p:xfrm>
          <a:off x="1781316" y="5894432"/>
          <a:ext cx="50212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5" name="Equation" r:id="rId17" imgW="2184120" imgH="304560" progId="Equation.DSMT4">
                  <p:embed/>
                </p:oleObj>
              </mc:Choice>
              <mc:Fallback>
                <p:oleObj name="Equation" r:id="rId17" imgW="21841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5894432"/>
                        <a:ext cx="502126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96605"/>
              </p:ext>
            </p:extLst>
          </p:nvPr>
        </p:nvGraphicFramePr>
        <p:xfrm>
          <a:off x="1797971" y="3335337"/>
          <a:ext cx="6280214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6" name="Equation" r:id="rId19" imgW="3022560" imgH="482400" progId="Equation.DSMT4">
                  <p:embed/>
                </p:oleObj>
              </mc:Choice>
              <mc:Fallback>
                <p:oleObj name="Equation" r:id="rId19" imgW="3022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71" y="3335337"/>
                        <a:ext cx="6280214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369893"/>
              </p:ext>
            </p:extLst>
          </p:nvPr>
        </p:nvGraphicFramePr>
        <p:xfrm>
          <a:off x="1703797" y="4837561"/>
          <a:ext cx="4592186" cy="116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7" name="Equation" r:id="rId21" imgW="2070000" imgH="482400" progId="Equation.DSMT4">
                  <p:embed/>
                </p:oleObj>
              </mc:Choice>
              <mc:Fallback>
                <p:oleObj name="Equation" r:id="rId21" imgW="2070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97" y="4837561"/>
                        <a:ext cx="4592186" cy="1168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483856"/>
              </p:ext>
            </p:extLst>
          </p:nvPr>
        </p:nvGraphicFramePr>
        <p:xfrm>
          <a:off x="8339101" y="1074330"/>
          <a:ext cx="23925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8" name="Equation" r:id="rId23" imgW="1168200" imgH="203040" progId="Equation.DSMT4">
                  <p:embed/>
                </p:oleObj>
              </mc:Choice>
              <mc:Fallback>
                <p:oleObj name="Equation" r:id="rId23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101" y="1074330"/>
                        <a:ext cx="239253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32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38" name="Group 30"/>
          <p:cNvGrpSpPr>
            <a:grpSpLocks/>
          </p:cNvGrpSpPr>
          <p:nvPr/>
        </p:nvGrpSpPr>
        <p:grpSpPr bwMode="auto">
          <a:xfrm>
            <a:off x="8333878" y="174171"/>
            <a:ext cx="3133725" cy="3113088"/>
            <a:chOff x="3696" y="2338"/>
            <a:chExt cx="1974" cy="1961"/>
          </a:xfrm>
        </p:grpSpPr>
        <p:graphicFrame>
          <p:nvGraphicFramePr>
            <p:cNvPr id="17439" name="Object 31"/>
            <p:cNvGraphicFramePr>
              <a:graphicFrameLocks noChangeAspect="1"/>
            </p:cNvGraphicFramePr>
            <p:nvPr/>
          </p:nvGraphicFramePr>
          <p:xfrm>
            <a:off x="4961" y="2637"/>
            <a:ext cx="17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322" name="Equation" r:id="rId3" imgW="190440" imgH="215640" progId="Equation.3">
                    <p:embed/>
                  </p:oleObj>
                </mc:Choice>
                <mc:Fallback>
                  <p:oleObj name="Equation" r:id="rId3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1" y="2637"/>
                          <a:ext cx="177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2" name="Oval 34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5" name="Object 37"/>
            <p:cNvGraphicFramePr>
              <a:graphicFrameLocks noChangeAspect="1"/>
            </p:cNvGraphicFramePr>
            <p:nvPr/>
          </p:nvGraphicFramePr>
          <p:xfrm>
            <a:off x="4888" y="3551"/>
            <a:ext cx="25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323" name="Equation" r:id="rId5" imgW="203040" imgH="215640" progId="Equation.3">
                    <p:embed/>
                  </p:oleObj>
                </mc:Choice>
                <mc:Fallback>
                  <p:oleObj name="Equation" r:id="rId5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" y="3551"/>
                          <a:ext cx="25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716648"/>
                </p:ext>
              </p:extLst>
            </p:nvPr>
          </p:nvGraphicFramePr>
          <p:xfrm>
            <a:off x="4344" y="3758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324" name="Equation" r:id="rId7" imgW="266400" imgH="241200" progId="Equation.3">
                    <p:embed/>
                  </p:oleObj>
                </mc:Choice>
                <mc:Fallback>
                  <p:oleObj name="Equation" r:id="rId7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3758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7" name="Line 39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H="1">
              <a:off x="4608" y="3094"/>
              <a:ext cx="541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9" name="Arc 41"/>
            <p:cNvSpPr>
              <a:spLocks/>
            </p:cNvSpPr>
            <p:nvPr/>
          </p:nvSpPr>
          <p:spPr bwMode="auto">
            <a:xfrm rot="16200000" flipH="1" flipV="1">
              <a:off x="4288" y="2551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0" name="Arc 42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Arc 43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4635" y="381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Text Box 45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7454" name="Text Box 46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6" name="Line 48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7" name="Line 49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8" name="Line 50"/>
            <p:cNvSpPr>
              <a:spLocks noChangeShapeType="1"/>
            </p:cNvSpPr>
            <p:nvPr/>
          </p:nvSpPr>
          <p:spPr bwMode="auto">
            <a:xfrm flipH="1">
              <a:off x="3883" y="3914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Text Box 51"/>
            <p:cNvSpPr txBox="1">
              <a:spLocks noChangeArrowheads="1"/>
            </p:cNvSpPr>
            <p:nvPr/>
          </p:nvSpPr>
          <p:spPr bwMode="auto">
            <a:xfrm>
              <a:off x="5468" y="379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1746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225701"/>
              </p:ext>
            </p:extLst>
          </p:nvPr>
        </p:nvGraphicFramePr>
        <p:xfrm>
          <a:off x="1363368" y="516018"/>
          <a:ext cx="2834004" cy="101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25" name="Equation" r:id="rId9" imgW="1231560" imgH="419040" progId="Equation.DSMT4">
                  <p:embed/>
                </p:oleObj>
              </mc:Choice>
              <mc:Fallback>
                <p:oleObj name="Equation" r:id="rId9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368" y="516018"/>
                        <a:ext cx="2834004" cy="101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27624"/>
              </p:ext>
            </p:extLst>
          </p:nvPr>
        </p:nvGraphicFramePr>
        <p:xfrm>
          <a:off x="1270000" y="1477963"/>
          <a:ext cx="6384925" cy="336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26" name="Equation" r:id="rId11" imgW="2692080" imgH="1409400" progId="Equation.DSMT4">
                  <p:embed/>
                </p:oleObj>
              </mc:Choice>
              <mc:Fallback>
                <p:oleObj name="Equation" r:id="rId11" imgW="2692080" imgH="140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477963"/>
                        <a:ext cx="6384925" cy="336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76099"/>
              </p:ext>
            </p:extLst>
          </p:nvPr>
        </p:nvGraphicFramePr>
        <p:xfrm>
          <a:off x="10336213" y="2698750"/>
          <a:ext cx="30956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27"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6213" y="2698750"/>
                        <a:ext cx="30956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6" name="Object 78"/>
          <p:cNvGraphicFramePr>
            <a:graphicFrameLocks noChangeAspect="1"/>
          </p:cNvGraphicFramePr>
          <p:nvPr/>
        </p:nvGraphicFramePr>
        <p:xfrm>
          <a:off x="1607686" y="4619807"/>
          <a:ext cx="7162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28" name="Equation" r:id="rId15" imgW="3124080" imgH="342720" progId="Equation.DSMT4">
                  <p:embed/>
                </p:oleObj>
              </mc:Choice>
              <mc:Fallback>
                <p:oleObj name="Equation" r:id="rId15" imgW="3124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686" y="4619807"/>
                        <a:ext cx="7162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7" name="Object 79"/>
          <p:cNvGraphicFramePr>
            <a:graphicFrameLocks noChangeAspect="1"/>
          </p:cNvGraphicFramePr>
          <p:nvPr/>
        </p:nvGraphicFramePr>
        <p:xfrm>
          <a:off x="1571048" y="5520374"/>
          <a:ext cx="43195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29" name="公式" r:id="rId17" imgW="1638000" imgH="406080" progId="Equation.3">
                  <p:embed/>
                </p:oleObj>
              </mc:Choice>
              <mc:Fallback>
                <p:oleObj name="公式" r:id="rId17" imgW="1638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048" y="5520374"/>
                        <a:ext cx="43195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32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5"/>
          <p:cNvGrpSpPr>
            <a:grpSpLocks/>
          </p:cNvGrpSpPr>
          <p:nvPr/>
        </p:nvGrpSpPr>
        <p:grpSpPr bwMode="auto">
          <a:xfrm>
            <a:off x="8199438" y="2490788"/>
            <a:ext cx="1370012" cy="823912"/>
            <a:chOff x="4205" y="1569"/>
            <a:chExt cx="863" cy="519"/>
          </a:xfrm>
        </p:grpSpPr>
        <p:sp>
          <p:nvSpPr>
            <p:cNvPr id="47151" name="Oval 111"/>
            <p:cNvSpPr>
              <a:spLocks noChangeArrowheads="1"/>
            </p:cNvSpPr>
            <p:nvPr/>
          </p:nvSpPr>
          <p:spPr bwMode="auto">
            <a:xfrm>
              <a:off x="4205" y="1828"/>
              <a:ext cx="863" cy="260"/>
            </a:xfrm>
            <a:prstGeom prst="ellipse">
              <a:avLst/>
            </a:prstGeom>
            <a:solidFill>
              <a:srgbClr val="005AB4"/>
            </a:solidFill>
            <a:ln w="1270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152" name="Line 113"/>
            <p:cNvSpPr>
              <a:spLocks noChangeShapeType="1"/>
            </p:cNvSpPr>
            <p:nvPr/>
          </p:nvSpPr>
          <p:spPr bwMode="auto">
            <a:xfrm>
              <a:off x="4205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3" name="Line 114"/>
            <p:cNvSpPr>
              <a:spLocks noChangeShapeType="1"/>
            </p:cNvSpPr>
            <p:nvPr/>
          </p:nvSpPr>
          <p:spPr bwMode="auto">
            <a:xfrm>
              <a:off x="5068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278" name="Object 2"/>
          <p:cNvGraphicFramePr>
            <a:graphicFrameLocks noChangeAspect="1"/>
          </p:cNvGraphicFramePr>
          <p:nvPr/>
        </p:nvGraphicFramePr>
        <p:xfrm>
          <a:off x="8915400" y="3095626"/>
          <a:ext cx="596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07" name="Equation" r:id="rId4" imgW="599918" imgH="485675" progId="Equation.3">
                  <p:embed/>
                </p:oleObj>
              </mc:Choice>
              <mc:Fallback>
                <p:oleObj name="Equation" r:id="rId4" imgW="599918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095626"/>
                        <a:ext cx="596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8115" y="801327"/>
            <a:ext cx="3352800" cy="6858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计算曲面积分</a:t>
            </a:r>
          </a:p>
        </p:txBody>
      </p:sp>
      <p:graphicFrame>
        <p:nvGraphicFramePr>
          <p:cNvPr id="4710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49402"/>
              </p:ext>
            </p:extLst>
          </p:nvPr>
        </p:nvGraphicFramePr>
        <p:xfrm>
          <a:off x="4595812" y="620009"/>
          <a:ext cx="10588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08" name="Equation" r:id="rId6" imgW="469800" imgH="444240" progId="Equation.DSMT4">
                  <p:embed/>
                </p:oleObj>
              </mc:Choice>
              <mc:Fallback>
                <p:oleObj name="Equation" r:id="rId6" imgW="469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2" y="620009"/>
                        <a:ext cx="10588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654675" y="885019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71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52006"/>
              </p:ext>
            </p:extLst>
          </p:nvPr>
        </p:nvGraphicFramePr>
        <p:xfrm>
          <a:off x="7815299" y="832712"/>
          <a:ext cx="2628578" cy="58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09" name="Equation" r:id="rId8" imgW="1066680" imgH="228600" progId="Equation.DSMT4">
                  <p:embed/>
                </p:oleObj>
              </mc:Choice>
              <mc:Fallback>
                <p:oleObj name="Equation" r:id="rId8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99" y="832712"/>
                        <a:ext cx="2628578" cy="58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033247" y="1493084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被平面</a:t>
            </a:r>
          </a:p>
        </p:txBody>
      </p:sp>
      <p:graphicFrame>
        <p:nvGraphicFramePr>
          <p:cNvPr id="71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93989"/>
              </p:ext>
            </p:extLst>
          </p:nvPr>
        </p:nvGraphicFramePr>
        <p:xfrm>
          <a:off x="3274515" y="1557994"/>
          <a:ext cx="23669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0" name="Equation" r:id="rId10" imgW="1028790" imgH="190327" progId="Equation.DSMT4">
                  <p:embed/>
                </p:oleObj>
              </mc:Choice>
              <mc:Fallback>
                <p:oleObj name="Equation" r:id="rId10" imgW="102879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515" y="1557994"/>
                        <a:ext cx="236696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7" name="Text Box 89"/>
          <p:cNvSpPr txBox="1">
            <a:spLocks noChangeArrowheads="1"/>
          </p:cNvSpPr>
          <p:nvPr/>
        </p:nvSpPr>
        <p:spPr bwMode="auto">
          <a:xfrm>
            <a:off x="5634831" y="1545288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截出的顶部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2033247" y="212354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72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713022"/>
              </p:ext>
            </p:extLst>
          </p:nvPr>
        </p:nvGraphicFramePr>
        <p:xfrm>
          <a:off x="2857500" y="2045220"/>
          <a:ext cx="5083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1" name="Equation" r:id="rId12" imgW="2171610" imgH="285670" progId="Equation.DSMT4">
                  <p:embed/>
                </p:oleObj>
              </mc:Choice>
              <mc:Fallback>
                <p:oleObj name="Equation" r:id="rId12" imgW="21716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045220"/>
                        <a:ext cx="5083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202350"/>
              </p:ext>
            </p:extLst>
          </p:nvPr>
        </p:nvGraphicFramePr>
        <p:xfrm>
          <a:off x="3591614" y="2718520"/>
          <a:ext cx="32718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2" name="Equation" r:id="rId14" imgW="1409610" imgH="247677" progId="Equation.DSMT4">
                  <p:embed/>
                </p:oleObj>
              </mc:Choice>
              <mc:Fallback>
                <p:oleObj name="Equation" r:id="rId14" imgW="1409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614" y="2718520"/>
                        <a:ext cx="32718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92858"/>
              </p:ext>
            </p:extLst>
          </p:nvPr>
        </p:nvGraphicFramePr>
        <p:xfrm>
          <a:off x="2219950" y="3376704"/>
          <a:ext cx="3064044" cy="683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3" name="Equation" r:id="rId16" imgW="1523880" imgH="304560" progId="Equation.DSMT4">
                  <p:embed/>
                </p:oleObj>
              </mc:Choice>
              <mc:Fallback>
                <p:oleObj name="Equation" r:id="rId16" imgW="1523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950" y="3376704"/>
                        <a:ext cx="3064044" cy="683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868095"/>
              </p:ext>
            </p:extLst>
          </p:nvPr>
        </p:nvGraphicFramePr>
        <p:xfrm>
          <a:off x="5371382" y="3247588"/>
          <a:ext cx="2173212" cy="109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4" name="Equation" r:id="rId18" imgW="1054080" imgH="482400" progId="Equation.DSMT4">
                  <p:embed/>
                </p:oleObj>
              </mc:Choice>
              <mc:Fallback>
                <p:oleObj name="Equation" r:id="rId18" imgW="1054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1382" y="3247588"/>
                        <a:ext cx="2173212" cy="1099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628458"/>
              </p:ext>
            </p:extLst>
          </p:nvPr>
        </p:nvGraphicFramePr>
        <p:xfrm>
          <a:off x="2033247" y="4341756"/>
          <a:ext cx="13636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5" name="Equation" r:id="rId20" imgW="609600" imgH="409688" progId="Equation.DSMT4">
                  <p:embed/>
                </p:oleObj>
              </mc:Choice>
              <mc:Fallback>
                <p:oleObj name="Equation" r:id="rId20" imgW="6096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247" y="4341756"/>
                        <a:ext cx="13636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237529"/>
              </p:ext>
            </p:extLst>
          </p:nvPr>
        </p:nvGraphicFramePr>
        <p:xfrm>
          <a:off x="6324600" y="4408668"/>
          <a:ext cx="16637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6" name="Equation" r:id="rId22" imgW="666616" imgH="333342" progId="Equation.DSMT4">
                  <p:embed/>
                </p:oleObj>
              </mc:Choice>
              <mc:Fallback>
                <p:oleObj name="Equation" r:id="rId22" imgW="666616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408668"/>
                        <a:ext cx="16637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8995"/>
              </p:ext>
            </p:extLst>
          </p:nvPr>
        </p:nvGraphicFramePr>
        <p:xfrm>
          <a:off x="3544161" y="5264152"/>
          <a:ext cx="45513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7" name="Equation" r:id="rId24" imgW="1943190" imgH="495353" progId="Equation.DSMT4">
                  <p:embed/>
                </p:oleObj>
              </mc:Choice>
              <mc:Fallback>
                <p:oleObj name="Equation" r:id="rId24" imgW="1943190" imgH="4953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161" y="5264152"/>
                        <a:ext cx="455136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8848"/>
              </p:ext>
            </p:extLst>
          </p:nvPr>
        </p:nvGraphicFramePr>
        <p:xfrm>
          <a:off x="8120358" y="5395912"/>
          <a:ext cx="1660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8" name="Equation" r:id="rId26" imgW="714308" imgH="400010" progId="Equation.DSMT4">
                  <p:embed/>
                </p:oleObj>
              </mc:Choice>
              <mc:Fallback>
                <p:oleObj name="Equation" r:id="rId26" imgW="71430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358" y="5395912"/>
                        <a:ext cx="1660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33678"/>
              </p:ext>
            </p:extLst>
          </p:nvPr>
        </p:nvGraphicFramePr>
        <p:xfrm>
          <a:off x="3506031" y="4334055"/>
          <a:ext cx="29003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19" name="Equation" r:id="rId28" imgW="1247887" imgH="419007" progId="Equation.DSMT4">
                  <p:embed/>
                </p:oleObj>
              </mc:Choice>
              <mc:Fallback>
                <p:oleObj name="Equation" r:id="rId28" imgW="1247887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031" y="4334055"/>
                        <a:ext cx="290036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17110"/>
              </p:ext>
            </p:extLst>
          </p:nvPr>
        </p:nvGraphicFramePr>
        <p:xfrm>
          <a:off x="7988300" y="4268968"/>
          <a:ext cx="22383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20" name="Equation" r:id="rId30" imgW="914400" imgH="400010" progId="Equation.DSMT4">
                  <p:embed/>
                </p:oleObj>
              </mc:Choice>
              <mc:Fallback>
                <p:oleObj name="Equation" r:id="rId30" imgW="9144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4268968"/>
                        <a:ext cx="22383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6"/>
          <p:cNvGrpSpPr>
            <a:grpSpLocks/>
          </p:cNvGrpSpPr>
          <p:nvPr/>
        </p:nvGrpSpPr>
        <p:grpSpPr bwMode="auto">
          <a:xfrm>
            <a:off x="7924800" y="1676400"/>
            <a:ext cx="2413000" cy="2286000"/>
            <a:chOff x="4032" y="1056"/>
            <a:chExt cx="1520" cy="1440"/>
          </a:xfrm>
        </p:grpSpPr>
        <p:sp>
          <p:nvSpPr>
            <p:cNvPr id="47128" name="Arc 157"/>
            <p:cNvSpPr>
              <a:spLocks/>
            </p:cNvSpPr>
            <p:nvPr/>
          </p:nvSpPr>
          <p:spPr bwMode="auto">
            <a:xfrm>
              <a:off x="4032" y="1709"/>
              <a:ext cx="1207" cy="313"/>
            </a:xfrm>
            <a:custGeom>
              <a:avLst/>
              <a:gdLst>
                <a:gd name="T0" fmla="*/ 0 w 43200"/>
                <a:gd name="T1" fmla="*/ 0 h 24421"/>
                <a:gd name="T2" fmla="*/ 0 w 43200"/>
                <a:gd name="T3" fmla="*/ 0 h 24421"/>
                <a:gd name="T4" fmla="*/ 0 w 43200"/>
                <a:gd name="T5" fmla="*/ 0 h 2442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21"/>
                <a:gd name="T11" fmla="*/ 43200 w 43200"/>
                <a:gd name="T12" fmla="*/ 24421 h 24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21" fill="none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</a:path>
                <a:path w="43200" h="24421" stroke="0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  <a:lnTo>
                    <a:pt x="21600" y="21600"/>
                  </a:lnTo>
                  <a:lnTo>
                    <a:pt x="185" y="24420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9" name="Arc 158"/>
            <p:cNvSpPr>
              <a:spLocks/>
            </p:cNvSpPr>
            <p:nvPr/>
          </p:nvSpPr>
          <p:spPr bwMode="auto">
            <a:xfrm>
              <a:off x="4034" y="1940"/>
              <a:ext cx="1207" cy="306"/>
            </a:xfrm>
            <a:custGeom>
              <a:avLst/>
              <a:gdLst>
                <a:gd name="T0" fmla="*/ 0 w 43200"/>
                <a:gd name="T1" fmla="*/ 0 h 23827"/>
                <a:gd name="T2" fmla="*/ 0 w 43200"/>
                <a:gd name="T3" fmla="*/ 0 h 23827"/>
                <a:gd name="T4" fmla="*/ 0 w 43200"/>
                <a:gd name="T5" fmla="*/ 0 h 2382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827"/>
                <a:gd name="T11" fmla="*/ 43200 w 43200"/>
                <a:gd name="T12" fmla="*/ 23827 h 238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827" fill="none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</a:path>
                <a:path w="43200" h="23827" stroke="0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  <a:lnTo>
                    <a:pt x="21600" y="2227"/>
                  </a:lnTo>
                  <a:lnTo>
                    <a:pt x="43199" y="2117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Arc 159"/>
            <p:cNvSpPr>
              <a:spLocks/>
            </p:cNvSpPr>
            <p:nvPr/>
          </p:nvSpPr>
          <p:spPr bwMode="auto">
            <a:xfrm>
              <a:off x="4637" y="1555"/>
              <a:ext cx="603" cy="452"/>
            </a:xfrm>
            <a:custGeom>
              <a:avLst/>
              <a:gdLst>
                <a:gd name="T0" fmla="*/ 0 w 21560"/>
                <a:gd name="T1" fmla="*/ 0 h 14956"/>
                <a:gd name="T2" fmla="*/ 0 w 21560"/>
                <a:gd name="T3" fmla="*/ 0 h 14956"/>
                <a:gd name="T4" fmla="*/ 0 w 21560"/>
                <a:gd name="T5" fmla="*/ 0 h 14956"/>
                <a:gd name="T6" fmla="*/ 0 60000 65536"/>
                <a:gd name="T7" fmla="*/ 0 60000 65536"/>
                <a:gd name="T8" fmla="*/ 0 60000 65536"/>
                <a:gd name="T9" fmla="*/ 0 w 21560"/>
                <a:gd name="T10" fmla="*/ 0 h 14956"/>
                <a:gd name="T11" fmla="*/ 21560 w 21560"/>
                <a:gd name="T12" fmla="*/ 14956 h 149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0" h="14956" fill="none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</a:path>
                <a:path w="21560" h="14956" stroke="0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  <a:lnTo>
                    <a:pt x="0" y="14956"/>
                  </a:lnTo>
                  <a:lnTo>
                    <a:pt x="15584" y="-1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Arc 160"/>
            <p:cNvSpPr>
              <a:spLocks/>
            </p:cNvSpPr>
            <p:nvPr/>
          </p:nvSpPr>
          <p:spPr bwMode="auto">
            <a:xfrm>
              <a:off x="4200" y="1353"/>
              <a:ext cx="869" cy="653"/>
            </a:xfrm>
            <a:custGeom>
              <a:avLst/>
              <a:gdLst>
                <a:gd name="T0" fmla="*/ 0 w 31014"/>
                <a:gd name="T1" fmla="*/ 0 h 21600"/>
                <a:gd name="T2" fmla="*/ 0 w 31014"/>
                <a:gd name="T3" fmla="*/ 0 h 21600"/>
                <a:gd name="T4" fmla="*/ 0 w 31014"/>
                <a:gd name="T5" fmla="*/ 0 h 21600"/>
                <a:gd name="T6" fmla="*/ 0 60000 65536"/>
                <a:gd name="T7" fmla="*/ 0 60000 65536"/>
                <a:gd name="T8" fmla="*/ 0 60000 65536"/>
                <a:gd name="T9" fmla="*/ 0 w 31014"/>
                <a:gd name="T10" fmla="*/ 0 h 21600"/>
                <a:gd name="T11" fmla="*/ 31014 w 310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014" h="21600" fill="none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</a:path>
                <a:path w="31014" h="21600" stroke="0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  <a:lnTo>
                    <a:pt x="15708" y="21600"/>
                  </a:lnTo>
                  <a:lnTo>
                    <a:pt x="-1" y="6773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2" name="Arc 161"/>
            <p:cNvSpPr>
              <a:spLocks/>
            </p:cNvSpPr>
            <p:nvPr/>
          </p:nvSpPr>
          <p:spPr bwMode="auto">
            <a:xfrm>
              <a:off x="4034" y="1553"/>
              <a:ext cx="604" cy="454"/>
            </a:xfrm>
            <a:custGeom>
              <a:avLst/>
              <a:gdLst>
                <a:gd name="T0" fmla="*/ 0 w 21564"/>
                <a:gd name="T1" fmla="*/ 0 h 15022"/>
                <a:gd name="T2" fmla="*/ 0 w 21564"/>
                <a:gd name="T3" fmla="*/ 0 h 15022"/>
                <a:gd name="T4" fmla="*/ 0 w 21564"/>
                <a:gd name="T5" fmla="*/ 0 h 15022"/>
                <a:gd name="T6" fmla="*/ 0 60000 65536"/>
                <a:gd name="T7" fmla="*/ 0 60000 65536"/>
                <a:gd name="T8" fmla="*/ 0 60000 65536"/>
                <a:gd name="T9" fmla="*/ 0 w 21564"/>
                <a:gd name="T10" fmla="*/ 0 h 15022"/>
                <a:gd name="T11" fmla="*/ 21564 w 21564"/>
                <a:gd name="T12" fmla="*/ 15022 h 150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4" h="15022" fill="none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</a:path>
                <a:path w="21564" h="15022" stroke="0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  <a:lnTo>
                    <a:pt x="21564" y="15022"/>
                  </a:lnTo>
                  <a:lnTo>
                    <a:pt x="-1" y="13783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133" name="Group 162"/>
            <p:cNvGrpSpPr>
              <a:grpSpLocks/>
            </p:cNvGrpSpPr>
            <p:nvPr/>
          </p:nvGrpSpPr>
          <p:grpSpPr bwMode="auto">
            <a:xfrm>
              <a:off x="4128" y="1056"/>
              <a:ext cx="1424" cy="1440"/>
              <a:chOff x="4128" y="1056"/>
              <a:chExt cx="1424" cy="1440"/>
            </a:xfrm>
          </p:grpSpPr>
          <p:graphicFrame>
            <p:nvGraphicFramePr>
              <p:cNvPr id="47141" name="Object 20"/>
              <p:cNvGraphicFramePr>
                <a:graphicFrameLocks noChangeAspect="1"/>
              </p:cNvGraphicFramePr>
              <p:nvPr/>
            </p:nvGraphicFramePr>
            <p:xfrm>
              <a:off x="4464" y="1824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821" name="Equation" r:id="rId32" imgW="200092" imgH="219002" progId="Equation.3">
                      <p:embed/>
                    </p:oleObj>
                  </mc:Choice>
                  <mc:Fallback>
                    <p:oleObj name="Equation" r:id="rId32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24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2" name="Object 21"/>
              <p:cNvGraphicFramePr>
                <a:graphicFrameLocks noChangeAspect="1"/>
              </p:cNvGraphicFramePr>
              <p:nvPr/>
            </p:nvGraphicFramePr>
            <p:xfrm>
              <a:off x="4272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822" name="Equation" r:id="rId34" imgW="209416" imgH="219002" progId="Equation.3">
                      <p:embed/>
                    </p:oleObj>
                  </mc:Choice>
                  <mc:Fallback>
                    <p:oleObj name="Equation" r:id="rId34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3" name="Object 22"/>
              <p:cNvGraphicFramePr>
                <a:graphicFrameLocks noChangeAspect="1"/>
              </p:cNvGraphicFramePr>
              <p:nvPr/>
            </p:nvGraphicFramePr>
            <p:xfrm>
              <a:off x="4444" y="1064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823" name="Equation" r:id="rId36" imgW="200092" imgH="200005" progId="Equation.3">
                      <p:embed/>
                    </p:oleObj>
                  </mc:Choice>
                  <mc:Fallback>
                    <p:oleObj name="Equation" r:id="rId36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" y="1064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4" name="Object 23"/>
              <p:cNvGraphicFramePr>
                <a:graphicFrameLocks noChangeAspect="1"/>
              </p:cNvGraphicFramePr>
              <p:nvPr/>
            </p:nvGraphicFramePr>
            <p:xfrm>
              <a:off x="5400" y="1980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824" name="Equation" r:id="rId38" imgW="219097" imgH="295348" progId="Equation.3">
                      <p:embed/>
                    </p:oleObj>
                  </mc:Choice>
                  <mc:Fallback>
                    <p:oleObj name="Equation" r:id="rId38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00" y="1980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45" name="Line 167"/>
              <p:cNvSpPr>
                <a:spLocks noChangeShapeType="1"/>
              </p:cNvSpPr>
              <p:nvPr/>
            </p:nvSpPr>
            <p:spPr bwMode="auto">
              <a:xfrm>
                <a:off x="5241" y="1945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168"/>
              <p:cNvSpPr>
                <a:spLocks noChangeShapeType="1"/>
              </p:cNvSpPr>
              <p:nvPr/>
            </p:nvSpPr>
            <p:spPr bwMode="auto">
              <a:xfrm flipV="1">
                <a:off x="4637" y="1365"/>
                <a:ext cx="0" cy="5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169"/>
              <p:cNvSpPr>
                <a:spLocks noChangeShapeType="1"/>
              </p:cNvSpPr>
              <p:nvPr/>
            </p:nvSpPr>
            <p:spPr bwMode="auto">
              <a:xfrm>
                <a:off x="4637" y="1945"/>
                <a:ext cx="6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Line 170"/>
              <p:cNvSpPr>
                <a:spLocks noChangeShapeType="1"/>
              </p:cNvSpPr>
              <p:nvPr/>
            </p:nvSpPr>
            <p:spPr bwMode="auto">
              <a:xfrm flipV="1">
                <a:off x="4637" y="1056"/>
                <a:ext cx="0" cy="3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9" name="Line 171"/>
              <p:cNvSpPr>
                <a:spLocks noChangeShapeType="1"/>
              </p:cNvSpPr>
              <p:nvPr/>
            </p:nvSpPr>
            <p:spPr bwMode="auto">
              <a:xfrm flipH="1">
                <a:off x="4128" y="2225"/>
                <a:ext cx="216" cy="2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0" name="Line 172"/>
              <p:cNvSpPr>
                <a:spLocks noChangeShapeType="1"/>
              </p:cNvSpPr>
              <p:nvPr/>
            </p:nvSpPr>
            <p:spPr bwMode="auto">
              <a:xfrm flipH="1">
                <a:off x="4368" y="1945"/>
                <a:ext cx="259" cy="2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7134" name="Object 17"/>
            <p:cNvGraphicFramePr>
              <a:graphicFrameLocks noChangeAspect="1"/>
            </p:cNvGraphicFramePr>
            <p:nvPr/>
          </p:nvGraphicFramePr>
          <p:xfrm>
            <a:off x="4976" y="124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25" name="Equation" r:id="rId40" imgW="238103" imgH="285670" progId="Equation.3">
                    <p:embed/>
                  </p:oleObj>
                </mc:Choice>
                <mc:Fallback>
                  <p:oleObj name="Equation" r:id="rId40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24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5" name="Oval 174"/>
            <p:cNvSpPr>
              <a:spLocks noChangeArrowheads="1"/>
            </p:cNvSpPr>
            <p:nvPr/>
          </p:nvSpPr>
          <p:spPr bwMode="auto">
            <a:xfrm>
              <a:off x="4620" y="155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7136" name="Object 18"/>
            <p:cNvGraphicFramePr>
              <a:graphicFrameLocks noChangeAspect="1"/>
            </p:cNvGraphicFramePr>
            <p:nvPr/>
          </p:nvGraphicFramePr>
          <p:xfrm>
            <a:off x="4705" y="1478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26" name="Equation" r:id="rId42" imgW="209416" imgH="314345" progId="Equation.3">
                    <p:embed/>
                  </p:oleObj>
                </mc:Choice>
                <mc:Fallback>
                  <p:oleObj name="Equation" r:id="rId42" imgW="209416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5" y="1478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7" name="Object 19"/>
            <p:cNvGraphicFramePr>
              <a:graphicFrameLocks noChangeAspect="1"/>
            </p:cNvGraphicFramePr>
            <p:nvPr/>
          </p:nvGraphicFramePr>
          <p:xfrm>
            <a:off x="5191" y="200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27" name="Equation" r:id="rId44" imgW="209416" imgH="219002" progId="Equation.3">
                    <p:embed/>
                  </p:oleObj>
                </mc:Choice>
                <mc:Fallback>
                  <p:oleObj name="Equation" r:id="rId44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1" y="200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38" name="Group 177"/>
            <p:cNvGrpSpPr>
              <a:grpSpLocks/>
            </p:cNvGrpSpPr>
            <p:nvPr/>
          </p:nvGrpSpPr>
          <p:grpSpPr bwMode="auto">
            <a:xfrm>
              <a:off x="4207" y="1469"/>
              <a:ext cx="868" cy="227"/>
              <a:chOff x="4224" y="1475"/>
              <a:chExt cx="864" cy="227"/>
            </a:xfrm>
          </p:grpSpPr>
          <p:sp>
            <p:nvSpPr>
              <p:cNvPr id="47139" name="Arc 178"/>
              <p:cNvSpPr>
                <a:spLocks/>
              </p:cNvSpPr>
              <p:nvPr/>
            </p:nvSpPr>
            <p:spPr bwMode="auto">
              <a:xfrm flipH="1" flipV="1">
                <a:off x="4224" y="1475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Arc 179"/>
              <p:cNvSpPr>
                <a:spLocks/>
              </p:cNvSpPr>
              <p:nvPr/>
            </p:nvSpPr>
            <p:spPr bwMode="auto">
              <a:xfrm flipH="1">
                <a:off x="4224" y="1571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148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87502" y="932407"/>
            <a:ext cx="1129145" cy="51752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045494" y="1513432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013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759778"/>
              </p:ext>
            </p:extLst>
          </p:nvPr>
        </p:nvGraphicFramePr>
        <p:xfrm>
          <a:off x="3987800" y="1449932"/>
          <a:ext cx="27178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0" name="Equation" r:id="rId4" imgW="1057118" imgH="219002" progId="Equation.DSMT4">
                  <p:embed/>
                </p:oleObj>
              </mc:Choice>
              <mc:Fallback>
                <p:oleObj name="Equation" r:id="rId4" imgW="105711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449932"/>
                        <a:ext cx="27178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6705600" y="1518195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被平行平面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=±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截</a:t>
            </a:r>
          </a:p>
        </p:txBody>
      </p: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1738745" y="2138364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出的上下两部分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13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07617"/>
              </p:ext>
            </p:extLst>
          </p:nvPr>
        </p:nvGraphicFramePr>
        <p:xfrm>
          <a:off x="2651919" y="2751229"/>
          <a:ext cx="349567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1" name="Equation" r:id="rId6" imgW="1438297" imgH="447682" progId="Equation.DSMT4">
                  <p:embed/>
                </p:oleObj>
              </mc:Choice>
              <mc:Fallback>
                <p:oleObj name="Equation" r:id="rId6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919" y="2751229"/>
                        <a:ext cx="349567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178125"/>
              </p:ext>
            </p:extLst>
          </p:nvPr>
        </p:nvGraphicFramePr>
        <p:xfrm>
          <a:off x="2551907" y="3884023"/>
          <a:ext cx="371157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2" name="Equation" r:id="rId8" imgW="1438297" imgH="447682" progId="Equation.DSMT4">
                  <p:embed/>
                </p:oleObj>
              </mc:Choice>
              <mc:Fallback>
                <p:oleObj name="Equation" r:id="rId8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907" y="3884023"/>
                        <a:ext cx="3711575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60761"/>
              </p:ext>
            </p:extLst>
          </p:nvPr>
        </p:nvGraphicFramePr>
        <p:xfrm>
          <a:off x="4862196" y="3003915"/>
          <a:ext cx="3603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3" name="Equation" r:id="rId10" imgW="114390" imgH="171331" progId="Equation.DSMT4">
                  <p:embed/>
                </p:oleObj>
              </mc:Choice>
              <mc:Fallback>
                <p:oleObj name="Equation" r:id="rId10" imgW="114390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196" y="3003915"/>
                        <a:ext cx="3603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548340"/>
              </p:ext>
            </p:extLst>
          </p:nvPr>
        </p:nvGraphicFramePr>
        <p:xfrm>
          <a:off x="4318477" y="3917951"/>
          <a:ext cx="144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4" name="Equation" r:id="rId12" imgW="599918" imgH="400010" progId="Equation.DSMT4">
                  <p:embed/>
                </p:oleObj>
              </mc:Choice>
              <mc:Fallback>
                <p:oleObj name="Equation" r:id="rId12" imgW="59991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477" y="3917951"/>
                        <a:ext cx="1447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8" name="Text Box 54"/>
          <p:cNvSpPr txBox="1">
            <a:spLocks noChangeArrowheads="1"/>
          </p:cNvSpPr>
          <p:nvPr/>
        </p:nvSpPr>
        <p:spPr bwMode="auto">
          <a:xfrm>
            <a:off x="4589146" y="2135982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8333922" y="2677886"/>
            <a:ext cx="2819400" cy="3124200"/>
            <a:chOff x="3840" y="1488"/>
            <a:chExt cx="1776" cy="1968"/>
          </a:xfrm>
        </p:grpSpPr>
        <p:sp>
          <p:nvSpPr>
            <p:cNvPr id="48142" name="Line 25"/>
            <p:cNvSpPr>
              <a:spLocks noChangeShapeType="1"/>
            </p:cNvSpPr>
            <p:nvPr/>
          </p:nvSpPr>
          <p:spPr bwMode="auto">
            <a:xfrm>
              <a:off x="5232" y="248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3" name="Line 26"/>
            <p:cNvSpPr>
              <a:spLocks noChangeShapeType="1"/>
            </p:cNvSpPr>
            <p:nvPr/>
          </p:nvSpPr>
          <p:spPr bwMode="auto">
            <a:xfrm flipV="1">
              <a:off x="4560" y="1837"/>
              <a:ext cx="0" cy="6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4" name="Line 27"/>
            <p:cNvSpPr>
              <a:spLocks noChangeShapeType="1"/>
            </p:cNvSpPr>
            <p:nvPr/>
          </p:nvSpPr>
          <p:spPr bwMode="auto">
            <a:xfrm>
              <a:off x="4560" y="248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/>
            <p:cNvSpPr>
              <a:spLocks noChangeShapeType="1"/>
            </p:cNvSpPr>
            <p:nvPr/>
          </p:nvSpPr>
          <p:spPr bwMode="auto">
            <a:xfrm flipV="1">
              <a:off x="4560" y="1490"/>
              <a:ext cx="0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/>
            <p:cNvSpPr>
              <a:spLocks noChangeShapeType="1"/>
            </p:cNvSpPr>
            <p:nvPr/>
          </p:nvSpPr>
          <p:spPr bwMode="auto">
            <a:xfrm flipH="1">
              <a:off x="4128" y="2688"/>
              <a:ext cx="218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/>
            <p:cNvSpPr>
              <a:spLocks noChangeShapeType="1"/>
            </p:cNvSpPr>
            <p:nvPr/>
          </p:nvSpPr>
          <p:spPr bwMode="auto">
            <a:xfrm flipH="1">
              <a:off x="4334" y="2481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45"/>
            <p:cNvSpPr>
              <a:spLocks noChangeShapeType="1"/>
            </p:cNvSpPr>
            <p:nvPr/>
          </p:nvSpPr>
          <p:spPr bwMode="auto">
            <a:xfrm>
              <a:off x="4560" y="249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49" name="Group 68"/>
            <p:cNvGrpSpPr>
              <a:grpSpLocks/>
            </p:cNvGrpSpPr>
            <p:nvPr/>
          </p:nvGrpSpPr>
          <p:grpSpPr bwMode="auto">
            <a:xfrm>
              <a:off x="3840" y="1934"/>
              <a:ext cx="1452" cy="1344"/>
              <a:chOff x="3840" y="1934"/>
              <a:chExt cx="1452" cy="1344"/>
            </a:xfrm>
          </p:grpSpPr>
          <p:grpSp>
            <p:nvGrpSpPr>
              <p:cNvPr id="48162" name="Group 59"/>
              <p:cNvGrpSpPr>
                <a:grpSpLocks/>
              </p:cNvGrpSpPr>
              <p:nvPr/>
            </p:nvGrpSpPr>
            <p:grpSpPr bwMode="auto">
              <a:xfrm>
                <a:off x="3840" y="2307"/>
                <a:ext cx="1451" cy="381"/>
                <a:chOff x="3888" y="2219"/>
                <a:chExt cx="1344" cy="597"/>
              </a:xfrm>
            </p:grpSpPr>
            <p:sp>
              <p:nvSpPr>
                <p:cNvPr id="48172" name="Arc 10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3" name="Arc 11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163" name="Arc 56"/>
              <p:cNvSpPr>
                <a:spLocks/>
              </p:cNvSpPr>
              <p:nvPr/>
            </p:nvSpPr>
            <p:spPr bwMode="auto">
              <a:xfrm>
                <a:off x="3842" y="2061"/>
                <a:ext cx="725" cy="984"/>
              </a:xfrm>
              <a:custGeom>
                <a:avLst/>
                <a:gdLst>
                  <a:gd name="T0" fmla="*/ 0 w 21600"/>
                  <a:gd name="T1" fmla="*/ 0 h 29323"/>
                  <a:gd name="T2" fmla="*/ 0 w 21600"/>
                  <a:gd name="T3" fmla="*/ 0 h 29323"/>
                  <a:gd name="T4" fmla="*/ 0 w 21600"/>
                  <a:gd name="T5" fmla="*/ 0 h 2932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323"/>
                  <a:gd name="T11" fmla="*/ 21600 w 21600"/>
                  <a:gd name="T12" fmla="*/ 29323 h 29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323" fill="none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</a:path>
                  <a:path w="21600" h="29323" stroke="0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  <a:lnTo>
                      <a:pt x="21600" y="14630"/>
                    </a:lnTo>
                    <a:lnTo>
                      <a:pt x="5767" y="29322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4" name="Arc 57"/>
              <p:cNvSpPr>
                <a:spLocks/>
              </p:cNvSpPr>
              <p:nvPr/>
            </p:nvSpPr>
            <p:spPr bwMode="auto">
              <a:xfrm>
                <a:off x="4566" y="2003"/>
                <a:ext cx="726" cy="1045"/>
              </a:xfrm>
              <a:custGeom>
                <a:avLst/>
                <a:gdLst>
                  <a:gd name="T0" fmla="*/ 0 w 21600"/>
                  <a:gd name="T1" fmla="*/ 0 h 31094"/>
                  <a:gd name="T2" fmla="*/ 0 w 21600"/>
                  <a:gd name="T3" fmla="*/ 0 h 31094"/>
                  <a:gd name="T4" fmla="*/ 0 w 21600"/>
                  <a:gd name="T5" fmla="*/ 0 h 3109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094"/>
                  <a:gd name="T11" fmla="*/ 21600 w 21600"/>
                  <a:gd name="T12" fmla="*/ 31094 h 310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094" fill="none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</a:path>
                  <a:path w="21600" h="31094" stroke="0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  <a:lnTo>
                      <a:pt x="0" y="16311"/>
                    </a:lnTo>
                    <a:lnTo>
                      <a:pt x="14160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5" name="Arc 60"/>
              <p:cNvSpPr>
                <a:spLocks/>
              </p:cNvSpPr>
              <p:nvPr/>
            </p:nvSpPr>
            <p:spPr bwMode="auto">
              <a:xfrm>
                <a:off x="4033" y="2552"/>
                <a:ext cx="1072" cy="726"/>
              </a:xfrm>
              <a:custGeom>
                <a:avLst/>
                <a:gdLst>
                  <a:gd name="T0" fmla="*/ 0 w 31918"/>
                  <a:gd name="T1" fmla="*/ 0 h 21600"/>
                  <a:gd name="T2" fmla="*/ 0 w 31918"/>
                  <a:gd name="T3" fmla="*/ 0 h 21600"/>
                  <a:gd name="T4" fmla="*/ 0 w 319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918"/>
                  <a:gd name="T10" fmla="*/ 0 h 21600"/>
                  <a:gd name="T11" fmla="*/ 31918 w 319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18" h="21600" fill="none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</a:path>
                  <a:path w="31918" h="21600" stroke="0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  <a:lnTo>
                      <a:pt x="15930" y="0"/>
                    </a:lnTo>
                    <a:lnTo>
                      <a:pt x="31917" y="14523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166" name="Group 61"/>
              <p:cNvGrpSpPr>
                <a:grpSpLocks/>
              </p:cNvGrpSpPr>
              <p:nvPr/>
            </p:nvGrpSpPr>
            <p:grpSpPr bwMode="auto">
              <a:xfrm>
                <a:off x="4043" y="2880"/>
                <a:ext cx="1045" cy="274"/>
                <a:chOff x="3888" y="2219"/>
                <a:chExt cx="1344" cy="597"/>
              </a:xfrm>
            </p:grpSpPr>
            <p:sp>
              <p:nvSpPr>
                <p:cNvPr id="48170" name="Arc 62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1" name="Arc 63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167" name="Group 64"/>
              <p:cNvGrpSpPr>
                <a:grpSpLocks/>
              </p:cNvGrpSpPr>
              <p:nvPr/>
            </p:nvGrpSpPr>
            <p:grpSpPr bwMode="auto">
              <a:xfrm>
                <a:off x="4032" y="1934"/>
                <a:ext cx="1045" cy="274"/>
                <a:chOff x="3888" y="2219"/>
                <a:chExt cx="1344" cy="597"/>
              </a:xfrm>
            </p:grpSpPr>
            <p:sp>
              <p:nvSpPr>
                <p:cNvPr id="48168" name="Arc 65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69" name="Arc 66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150" name="Group 94"/>
            <p:cNvGrpSpPr>
              <a:grpSpLocks/>
            </p:cNvGrpSpPr>
            <p:nvPr/>
          </p:nvGrpSpPr>
          <p:grpSpPr bwMode="auto">
            <a:xfrm>
              <a:off x="4543" y="1968"/>
              <a:ext cx="229" cy="208"/>
              <a:chOff x="2892" y="3062"/>
              <a:chExt cx="229" cy="208"/>
            </a:xfrm>
          </p:grpSpPr>
          <p:sp>
            <p:nvSpPr>
              <p:cNvPr id="48160" name="Oval 91"/>
              <p:cNvSpPr>
                <a:spLocks noChangeArrowheads="1"/>
              </p:cNvSpPr>
              <p:nvPr/>
            </p:nvSpPr>
            <p:spPr bwMode="auto">
              <a:xfrm>
                <a:off x="2892" y="3136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8161" name="Object 14"/>
              <p:cNvGraphicFramePr>
                <a:graphicFrameLocks noChangeAspect="1"/>
              </p:cNvGraphicFramePr>
              <p:nvPr/>
            </p:nvGraphicFramePr>
            <p:xfrm>
              <a:off x="2977" y="3062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195" name="Equation" r:id="rId14" imgW="209416" imgH="314345" progId="Equation.3">
                      <p:embed/>
                    </p:oleObj>
                  </mc:Choice>
                  <mc:Fallback>
                    <p:oleObj name="Equation" r:id="rId14" imgW="209416" imgH="31434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7" y="3062"/>
                            <a:ext cx="14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151" name="Object 7"/>
            <p:cNvGraphicFramePr>
              <a:graphicFrameLocks noChangeAspect="1"/>
            </p:cNvGraphicFramePr>
            <p:nvPr/>
          </p:nvGraphicFramePr>
          <p:xfrm>
            <a:off x="4608" y="2912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96" name="Equation" r:id="rId16" imgW="476205" imgH="314345" progId="Equation.3">
                    <p:embed/>
                  </p:oleObj>
                </mc:Choice>
                <mc:Fallback>
                  <p:oleObj name="Equation" r:id="rId16" imgW="476205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12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2" name="Oval 96"/>
            <p:cNvSpPr>
              <a:spLocks noChangeArrowheads="1"/>
            </p:cNvSpPr>
            <p:nvPr/>
          </p:nvSpPr>
          <p:spPr bwMode="auto">
            <a:xfrm>
              <a:off x="4543" y="300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3" name="Arc 67"/>
            <p:cNvSpPr>
              <a:spLocks/>
            </p:cNvSpPr>
            <p:nvPr/>
          </p:nvSpPr>
          <p:spPr bwMode="auto">
            <a:xfrm>
              <a:off x="4016" y="1827"/>
              <a:ext cx="1055" cy="726"/>
            </a:xfrm>
            <a:custGeom>
              <a:avLst/>
              <a:gdLst>
                <a:gd name="T0" fmla="*/ 0 w 31419"/>
                <a:gd name="T1" fmla="*/ 0 h 21600"/>
                <a:gd name="T2" fmla="*/ 0 w 31419"/>
                <a:gd name="T3" fmla="*/ 0 h 21600"/>
                <a:gd name="T4" fmla="*/ 0 w 31419"/>
                <a:gd name="T5" fmla="*/ 0 h 21600"/>
                <a:gd name="T6" fmla="*/ 0 60000 65536"/>
                <a:gd name="T7" fmla="*/ 0 60000 65536"/>
                <a:gd name="T8" fmla="*/ 0 60000 65536"/>
                <a:gd name="T9" fmla="*/ 0 w 31419"/>
                <a:gd name="T10" fmla="*/ 0 h 21600"/>
                <a:gd name="T11" fmla="*/ 31419 w 3141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19" h="21600" fill="none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</a:path>
                <a:path w="31419" h="21600" stroke="0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  <a:lnTo>
                    <a:pt x="16421" y="21600"/>
                  </a:lnTo>
                  <a:lnTo>
                    <a:pt x="-1" y="7567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54" name="Object 8"/>
            <p:cNvGraphicFramePr>
              <a:graphicFrameLocks noChangeAspect="1"/>
            </p:cNvGraphicFramePr>
            <p:nvPr/>
          </p:nvGraphicFramePr>
          <p:xfrm>
            <a:off x="4848" y="163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97" name="Equation" r:id="rId18" imgW="238103" imgH="285670" progId="Equation.3">
                    <p:embed/>
                  </p:oleObj>
                </mc:Choice>
                <mc:Fallback>
                  <p:oleObj name="Equation" r:id="rId18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63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5" name="Object 9"/>
            <p:cNvGraphicFramePr>
              <a:graphicFrameLocks noChangeAspect="1"/>
            </p:cNvGraphicFramePr>
            <p:nvPr/>
          </p:nvGraphicFramePr>
          <p:xfrm>
            <a:off x="4416" y="23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98" name="Equation" r:id="rId20" imgW="200092" imgH="219002" progId="Equation.3">
                    <p:embed/>
                  </p:oleObj>
                </mc:Choice>
                <mc:Fallback>
                  <p:oleObj name="Equation" r:id="rId20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6" name="Object 10"/>
            <p:cNvGraphicFramePr>
              <a:graphicFrameLocks noChangeAspect="1"/>
            </p:cNvGraphicFramePr>
            <p:nvPr/>
          </p:nvGraphicFramePr>
          <p:xfrm>
            <a:off x="4224" y="28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99" name="Equation" r:id="rId22" imgW="209416" imgH="219002" progId="Equation.3">
                    <p:embed/>
                  </p:oleObj>
                </mc:Choice>
                <mc:Fallback>
                  <p:oleObj name="Equation" r:id="rId22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8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7" name="Object 11"/>
            <p:cNvGraphicFramePr>
              <a:graphicFrameLocks noChangeAspect="1"/>
            </p:cNvGraphicFramePr>
            <p:nvPr/>
          </p:nvGraphicFramePr>
          <p:xfrm>
            <a:off x="4368" y="148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00" name="Equation" r:id="rId24" imgW="200092" imgH="200005" progId="Equation.3">
                    <p:embed/>
                  </p:oleObj>
                </mc:Choice>
                <mc:Fallback>
                  <p:oleObj name="Equation" r:id="rId24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48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8" name="Object 12"/>
            <p:cNvGraphicFramePr>
              <a:graphicFrameLocks noChangeAspect="1"/>
            </p:cNvGraphicFramePr>
            <p:nvPr/>
          </p:nvGraphicFramePr>
          <p:xfrm>
            <a:off x="5464" y="258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01" name="Equation" r:id="rId26" imgW="219097" imgH="295348" progId="Equation.3">
                    <p:embed/>
                  </p:oleObj>
                </mc:Choice>
                <mc:Fallback>
                  <p:oleObj name="Equation" r:id="rId26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4" y="258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9" name="Object 13"/>
            <p:cNvGraphicFramePr>
              <a:graphicFrameLocks noChangeAspect="1"/>
            </p:cNvGraphicFramePr>
            <p:nvPr/>
          </p:nvGraphicFramePr>
          <p:xfrm>
            <a:off x="4848" y="326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02" name="Equation" r:id="rId28" imgW="238103" imgH="285670" progId="Equation.3">
                    <p:embed/>
                  </p:oleObj>
                </mc:Choice>
                <mc:Fallback>
                  <p:oleObj name="Equation" r:id="rId28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26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22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38" grpId="0" autoUpdateAnimBg="0"/>
      <p:bldP spid="21540" grpId="0" autoUpdateAnimBg="0"/>
      <p:bldP spid="2155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8" name="Rectangle 92"/>
          <p:cNvSpPr>
            <a:spLocks noChangeArrowheads="1"/>
          </p:cNvSpPr>
          <p:nvPr/>
        </p:nvSpPr>
        <p:spPr bwMode="auto">
          <a:xfrm>
            <a:off x="9553576" y="859394"/>
            <a:ext cx="2305050" cy="208756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867900" y="912576"/>
            <a:ext cx="1905000" cy="1981200"/>
            <a:chOff x="4368" y="96"/>
            <a:chExt cx="1200" cy="1248"/>
          </a:xfrm>
        </p:grpSpPr>
        <p:grpSp>
          <p:nvGrpSpPr>
            <p:cNvPr id="50213" name="Group 3"/>
            <p:cNvGrpSpPr>
              <a:grpSpLocks/>
            </p:cNvGrpSpPr>
            <p:nvPr/>
          </p:nvGrpSpPr>
          <p:grpSpPr bwMode="auto">
            <a:xfrm>
              <a:off x="4416" y="144"/>
              <a:ext cx="1104" cy="1104"/>
              <a:chOff x="4416" y="144"/>
              <a:chExt cx="1104" cy="1104"/>
            </a:xfrm>
          </p:grpSpPr>
          <p:grpSp>
            <p:nvGrpSpPr>
              <p:cNvPr id="50218" name="Group 4"/>
              <p:cNvGrpSpPr>
                <a:grpSpLocks/>
              </p:cNvGrpSpPr>
              <p:nvPr/>
            </p:nvGrpSpPr>
            <p:grpSpPr bwMode="auto">
              <a:xfrm>
                <a:off x="4416" y="384"/>
                <a:ext cx="864" cy="864"/>
                <a:chOff x="4416" y="384"/>
                <a:chExt cx="864" cy="864"/>
              </a:xfrm>
            </p:grpSpPr>
            <p:sp>
              <p:nvSpPr>
                <p:cNvPr id="50226" name="Oval 5"/>
                <p:cNvSpPr>
                  <a:spLocks noChangeArrowheads="1"/>
                </p:cNvSpPr>
                <p:nvPr/>
              </p:nvSpPr>
              <p:spPr bwMode="auto">
                <a:xfrm>
                  <a:off x="4416" y="384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CC00"/>
                    </a:gs>
                    <a:gs pos="100000">
                      <a:srgbClr val="47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33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227" name="Freeform 6"/>
                <p:cNvSpPr>
                  <a:spLocks/>
                </p:cNvSpPr>
                <p:nvPr/>
              </p:nvSpPr>
              <p:spPr bwMode="auto">
                <a:xfrm>
                  <a:off x="4512" y="528"/>
                  <a:ext cx="672" cy="288"/>
                </a:xfrm>
                <a:custGeom>
                  <a:avLst/>
                  <a:gdLst>
                    <a:gd name="T0" fmla="*/ 0 w 672"/>
                    <a:gd name="T1" fmla="*/ 0 h 288"/>
                    <a:gd name="T2" fmla="*/ 336 w 672"/>
                    <a:gd name="T3" fmla="*/ 288 h 288"/>
                    <a:gd name="T4" fmla="*/ 672 w 672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672"/>
                    <a:gd name="T10" fmla="*/ 0 h 288"/>
                    <a:gd name="T11" fmla="*/ 672 w 672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2" h="288">
                      <a:moveTo>
                        <a:pt x="0" y="0"/>
                      </a:moveTo>
                      <a:lnTo>
                        <a:pt x="336" y="288"/>
                      </a:lnTo>
                      <a:lnTo>
                        <a:pt x="67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5E2F00"/>
                    </a:gs>
                    <a:gs pos="100000">
                      <a:srgbClr val="CC66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8" name="Oval 7"/>
                <p:cNvSpPr>
                  <a:spLocks noChangeArrowheads="1"/>
                </p:cNvSpPr>
                <p:nvPr/>
              </p:nvSpPr>
              <p:spPr bwMode="auto">
                <a:xfrm>
                  <a:off x="4512" y="480"/>
                  <a:ext cx="672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219" name="Group 8"/>
              <p:cNvGrpSpPr>
                <a:grpSpLocks/>
              </p:cNvGrpSpPr>
              <p:nvPr/>
            </p:nvGrpSpPr>
            <p:grpSpPr bwMode="auto">
              <a:xfrm>
                <a:off x="4512" y="144"/>
                <a:ext cx="1008" cy="960"/>
                <a:chOff x="4512" y="144"/>
                <a:chExt cx="1008" cy="960"/>
              </a:xfrm>
            </p:grpSpPr>
            <p:sp>
              <p:nvSpPr>
                <p:cNvPr id="50220" name="Line 9"/>
                <p:cNvSpPr>
                  <a:spLocks noChangeShapeType="1"/>
                </p:cNvSpPr>
                <p:nvPr/>
              </p:nvSpPr>
              <p:spPr bwMode="auto">
                <a:xfrm>
                  <a:off x="4848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848" y="38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704" y="81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3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848" y="14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4" name="Line 13"/>
                <p:cNvSpPr>
                  <a:spLocks noChangeShapeType="1"/>
                </p:cNvSpPr>
                <p:nvPr/>
              </p:nvSpPr>
              <p:spPr bwMode="auto">
                <a:xfrm>
                  <a:off x="5280" y="8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5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512" y="96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0214" name="Object 17"/>
            <p:cNvGraphicFramePr>
              <a:graphicFrameLocks noChangeAspect="1"/>
            </p:cNvGraphicFramePr>
            <p:nvPr/>
          </p:nvGraphicFramePr>
          <p:xfrm>
            <a:off x="4368" y="110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6" name="公式" r:id="rId4" imgW="104708" imgH="123659" progId="Equation.3">
                    <p:embed/>
                  </p:oleObj>
                </mc:Choice>
                <mc:Fallback>
                  <p:oleObj name="公式" r:id="rId4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5" name="Object 18"/>
            <p:cNvGraphicFramePr>
              <a:graphicFrameLocks noChangeAspect="1"/>
            </p:cNvGraphicFramePr>
            <p:nvPr/>
          </p:nvGraphicFramePr>
          <p:xfrm>
            <a:off x="4608" y="72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7" name="公式" r:id="rId6" imgW="104708" imgH="123659" progId="Equation.3">
                    <p:embed/>
                  </p:oleObj>
                </mc:Choice>
                <mc:Fallback>
                  <p:oleObj name="公式" r:id="rId6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72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6" name="Object 19"/>
            <p:cNvGraphicFramePr>
              <a:graphicFrameLocks noChangeAspect="1"/>
            </p:cNvGraphicFramePr>
            <p:nvPr/>
          </p:nvGraphicFramePr>
          <p:xfrm>
            <a:off x="4848" y="96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8" name="公式" r:id="rId8" imgW="104708" imgH="104662" progId="Equation.3">
                    <p:embed/>
                  </p:oleObj>
                </mc:Choice>
                <mc:Fallback>
                  <p:oleObj name="公式" r:id="rId8" imgW="104708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96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7" name="Object 20"/>
            <p:cNvGraphicFramePr>
              <a:graphicFrameLocks noChangeAspect="1"/>
            </p:cNvGraphicFramePr>
            <p:nvPr/>
          </p:nvGraphicFramePr>
          <p:xfrm>
            <a:off x="5370" y="823"/>
            <a:ext cx="19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9" name="公式" r:id="rId10" imgW="123713" imgH="143014" progId="Equation.3">
                    <p:embed/>
                  </p:oleObj>
                </mc:Choice>
                <mc:Fallback>
                  <p:oleObj name="公式" r:id="rId10" imgW="123713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0" y="823"/>
                          <a:ext cx="198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0" name="Rectangle 19"/>
          <p:cNvSpPr>
            <a:spLocks noGrp="1" noChangeArrowheads="1"/>
          </p:cNvSpPr>
          <p:nvPr>
            <p:ph type="title"/>
          </p:nvPr>
        </p:nvSpPr>
        <p:spPr>
          <a:xfrm>
            <a:off x="1914298" y="857818"/>
            <a:ext cx="87312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.</a:t>
            </a:r>
          </a:p>
        </p:txBody>
      </p:sp>
      <p:sp>
        <p:nvSpPr>
          <p:cNvPr id="50181" name="Text Box 20"/>
          <p:cNvSpPr txBox="1">
            <a:spLocks noChangeArrowheads="1"/>
          </p:cNvSpPr>
          <p:nvPr/>
        </p:nvSpPr>
        <p:spPr bwMode="auto">
          <a:xfrm>
            <a:off x="2777329" y="866850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501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059326"/>
              </p:ext>
            </p:extLst>
          </p:nvPr>
        </p:nvGraphicFramePr>
        <p:xfrm>
          <a:off x="3396460" y="842099"/>
          <a:ext cx="3021758" cy="53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0" name="Equation" r:id="rId12" imgW="1276216" imgH="219002" progId="Equation.DSMT4">
                  <p:embed/>
                </p:oleObj>
              </mc:Choice>
              <mc:Fallback>
                <p:oleObj name="Equation" r:id="rId12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460" y="842099"/>
                        <a:ext cx="3021758" cy="538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8295"/>
              </p:ext>
            </p:extLst>
          </p:nvPr>
        </p:nvGraphicFramePr>
        <p:xfrm>
          <a:off x="2396536" y="1673356"/>
          <a:ext cx="18161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1" name="Equation" r:id="rId14" imgW="762000" imgH="190327" progId="Equation.DSMT4">
                  <p:embed/>
                </p:oleObj>
              </mc:Choice>
              <mc:Fallback>
                <p:oleObj name="Equation" r:id="rId14" imgW="7620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36" y="1673356"/>
                        <a:ext cx="18161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1830389" y="262003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246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614699"/>
              </p:ext>
            </p:extLst>
          </p:nvPr>
        </p:nvGraphicFramePr>
        <p:xfrm>
          <a:off x="2992439" y="2552622"/>
          <a:ext cx="2633662" cy="860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2" name="Equation" r:id="rId16" imgW="1307880" imgH="380880" progId="Equation.DSMT4">
                  <p:embed/>
                </p:oleObj>
              </mc:Choice>
              <mc:Fallback>
                <p:oleObj name="Equation" r:id="rId16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9" y="2552622"/>
                        <a:ext cx="2633662" cy="860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1593056" y="3598989"/>
            <a:ext cx="1816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锥面</a:t>
            </a:r>
          </a:p>
        </p:txBody>
      </p:sp>
      <p:graphicFrame>
        <p:nvGraphicFramePr>
          <p:cNvPr id="2460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2905"/>
              </p:ext>
            </p:extLst>
          </p:nvPr>
        </p:nvGraphicFramePr>
        <p:xfrm>
          <a:off x="3341154" y="3509474"/>
          <a:ext cx="20637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3" name="Equation" r:id="rId18" imgW="838379" imgH="266673" progId="Equation.DSMT4">
                  <p:embed/>
                </p:oleObj>
              </mc:Choice>
              <mc:Fallback>
                <p:oleObj name="Equation" r:id="rId18" imgW="8383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154" y="3509474"/>
                        <a:ext cx="20637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54566"/>
              </p:ext>
            </p:extLst>
          </p:nvPr>
        </p:nvGraphicFramePr>
        <p:xfrm>
          <a:off x="7343775" y="3515736"/>
          <a:ext cx="30749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4" name="Equation" r:id="rId20" imgW="1295579" imgH="266673" progId="Equation.DSMT4">
                  <p:embed/>
                </p:oleObj>
              </mc:Choice>
              <mc:Fallback>
                <p:oleObj name="Equation" r:id="rId20" imgW="12955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5" y="3515736"/>
                        <a:ext cx="30749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70476"/>
              </p:ext>
            </p:extLst>
          </p:nvPr>
        </p:nvGraphicFramePr>
        <p:xfrm>
          <a:off x="3057525" y="4097820"/>
          <a:ext cx="37131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5" name="Equation" r:id="rId22" imgW="1400287" imgH="228680" progId="Equation.DSMT4">
                  <p:embed/>
                </p:oleObj>
              </mc:Choice>
              <mc:Fallback>
                <p:oleObj name="Equation" r:id="rId22" imgW="140028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097820"/>
                        <a:ext cx="37131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54737"/>
              </p:ext>
            </p:extLst>
          </p:nvPr>
        </p:nvGraphicFramePr>
        <p:xfrm>
          <a:off x="2139996" y="4709931"/>
          <a:ext cx="9001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6" name="Equation" r:id="rId24" imgW="361816" imgH="219002" progId="Equation.DSMT4">
                  <p:embed/>
                </p:oleObj>
              </mc:Choice>
              <mc:Fallback>
                <p:oleObj name="Equation" r:id="rId24" imgW="3618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96" y="4709931"/>
                        <a:ext cx="9001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147595"/>
              </p:ext>
            </p:extLst>
          </p:nvPr>
        </p:nvGraphicFramePr>
        <p:xfrm>
          <a:off x="3313113" y="5199062"/>
          <a:ext cx="4521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7" name="Equation" r:id="rId26" imgW="2000205" imgH="266673" progId="Equation.DSMT4">
                  <p:embed/>
                </p:oleObj>
              </mc:Choice>
              <mc:Fallback>
                <p:oleObj name="Equation" r:id="rId26" imgW="2000205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199062"/>
                        <a:ext cx="4521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10090150" y="1926770"/>
            <a:ext cx="1057275" cy="227012"/>
            <a:chOff x="4416" y="720"/>
            <a:chExt cx="865" cy="203"/>
          </a:xfrm>
        </p:grpSpPr>
        <p:sp>
          <p:nvSpPr>
            <p:cNvPr id="50211" name="Arc 36"/>
            <p:cNvSpPr>
              <a:spLocks/>
            </p:cNvSpPr>
            <p:nvPr/>
          </p:nvSpPr>
          <p:spPr bwMode="auto">
            <a:xfrm>
              <a:off x="4419" y="720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Arc 37"/>
            <p:cNvSpPr>
              <a:spLocks/>
            </p:cNvSpPr>
            <p:nvPr/>
          </p:nvSpPr>
          <p:spPr bwMode="auto">
            <a:xfrm rot="10800000">
              <a:off x="4416" y="816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20" name="AutoShape 44"/>
          <p:cNvSpPr>
            <a:spLocks/>
          </p:cNvSpPr>
          <p:nvPr/>
        </p:nvSpPr>
        <p:spPr bwMode="auto">
          <a:xfrm>
            <a:off x="4230892" y="1597135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6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754645"/>
              </p:ext>
            </p:extLst>
          </p:nvPr>
        </p:nvGraphicFramePr>
        <p:xfrm>
          <a:off x="4422979" y="1378485"/>
          <a:ext cx="1327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8" name="Equation" r:id="rId28" imgW="533579" imgH="219002" progId="Equation.DSMT4">
                  <p:embed/>
                </p:oleObj>
              </mc:Choice>
              <mc:Fallback>
                <p:oleObj name="Equation" r:id="rId28" imgW="5335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979" y="1378485"/>
                        <a:ext cx="1327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5426"/>
              </p:ext>
            </p:extLst>
          </p:nvPr>
        </p:nvGraphicFramePr>
        <p:xfrm>
          <a:off x="4459492" y="2102634"/>
          <a:ext cx="4206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9" name="Equation" r:id="rId30" imgW="171405" imgH="190327" progId="Equation.DSMT4">
                  <p:embed/>
                </p:oleObj>
              </mc:Choice>
              <mc:Fallback>
                <p:oleObj name="Equation" r:id="rId30" imgW="171405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492" y="2102634"/>
                        <a:ext cx="4206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480207"/>
              </p:ext>
            </p:extLst>
          </p:nvPr>
        </p:nvGraphicFramePr>
        <p:xfrm>
          <a:off x="6003927" y="1381450"/>
          <a:ext cx="21764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0" name="Equation" r:id="rId32" imgW="990779" imgH="266673" progId="Equation.DSMT4">
                  <p:embed/>
                </p:oleObj>
              </mc:Choice>
              <mc:Fallback>
                <p:oleObj name="Equation" r:id="rId32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1381450"/>
                        <a:ext cx="21764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701946"/>
              </p:ext>
            </p:extLst>
          </p:nvPr>
        </p:nvGraphicFramePr>
        <p:xfrm>
          <a:off x="6003927" y="2070557"/>
          <a:ext cx="20637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1" name="Equation" r:id="rId34" imgW="990779" imgH="266673" progId="Equation.DSMT4">
                  <p:embed/>
                </p:oleObj>
              </mc:Choice>
              <mc:Fallback>
                <p:oleObj name="Equation" r:id="rId34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2070557"/>
                        <a:ext cx="20637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7" name="Text Box 51"/>
          <p:cNvSpPr txBox="1">
            <a:spLocks noChangeArrowheads="1"/>
          </p:cNvSpPr>
          <p:nvPr/>
        </p:nvSpPr>
        <p:spPr bwMode="auto">
          <a:xfrm>
            <a:off x="5404904" y="3617235"/>
            <a:ext cx="236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与上半球面</a:t>
            </a:r>
          </a:p>
        </p:txBody>
      </p:sp>
      <p:sp>
        <p:nvSpPr>
          <p:cNvPr id="24628" name="Text Box 52"/>
          <p:cNvSpPr txBox="1">
            <a:spLocks noChangeArrowheads="1"/>
          </p:cNvSpPr>
          <p:nvPr/>
        </p:nvSpPr>
        <p:spPr bwMode="auto">
          <a:xfrm>
            <a:off x="1732756" y="4108566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交线为</a:t>
            </a:r>
          </a:p>
        </p:txBody>
      </p:sp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2944813" y="4723723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为上半球面夹于锥面间的部分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7902511" y="4723723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它在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面上的</a:t>
            </a:r>
          </a:p>
        </p:txBody>
      </p:sp>
      <p:sp>
        <p:nvSpPr>
          <p:cNvPr id="24631" name="Text Box 55"/>
          <p:cNvSpPr txBox="1">
            <a:spLocks noChangeArrowheads="1"/>
          </p:cNvSpPr>
          <p:nvPr/>
        </p:nvSpPr>
        <p:spPr bwMode="auto">
          <a:xfrm>
            <a:off x="1732756" y="5199062"/>
            <a:ext cx="1776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投影域为</a:t>
            </a:r>
          </a:p>
        </p:txBody>
      </p:sp>
      <p:graphicFrame>
        <p:nvGraphicFramePr>
          <p:cNvPr id="246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379695"/>
              </p:ext>
            </p:extLst>
          </p:nvPr>
        </p:nvGraphicFramePr>
        <p:xfrm>
          <a:off x="11004549" y="1016894"/>
          <a:ext cx="508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2" name="公式" r:id="rId36" imgW="181087" imgH="200005" progId="Equation.3">
                  <p:embed/>
                </p:oleObj>
              </mc:Choice>
              <mc:Fallback>
                <p:oleObj name="公式" r:id="rId36" imgW="181087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4549" y="1016894"/>
                        <a:ext cx="5080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10104437" y="1376801"/>
            <a:ext cx="1079500" cy="684213"/>
            <a:chOff x="4512" y="386"/>
            <a:chExt cx="680" cy="431"/>
          </a:xfrm>
        </p:grpSpPr>
        <p:sp>
          <p:nvSpPr>
            <p:cNvPr id="50208" name="Arc 59"/>
            <p:cNvSpPr>
              <a:spLocks/>
            </p:cNvSpPr>
            <p:nvPr/>
          </p:nvSpPr>
          <p:spPr bwMode="auto">
            <a:xfrm>
              <a:off x="4512" y="386"/>
              <a:ext cx="680" cy="431"/>
            </a:xfrm>
            <a:custGeom>
              <a:avLst/>
              <a:gdLst>
                <a:gd name="T0" fmla="*/ 0 w 31701"/>
                <a:gd name="T1" fmla="*/ 0 h 21600"/>
                <a:gd name="T2" fmla="*/ 0 w 31701"/>
                <a:gd name="T3" fmla="*/ 0 h 21600"/>
                <a:gd name="T4" fmla="*/ 0 w 31701"/>
                <a:gd name="T5" fmla="*/ 0 h 21600"/>
                <a:gd name="T6" fmla="*/ 0 60000 65536"/>
                <a:gd name="T7" fmla="*/ 0 60000 65536"/>
                <a:gd name="T8" fmla="*/ 0 60000 65536"/>
                <a:gd name="T9" fmla="*/ 0 w 31701"/>
                <a:gd name="T10" fmla="*/ 0 h 21600"/>
                <a:gd name="T11" fmla="*/ 31701 w 3170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01" h="21600" fill="none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</a:path>
                <a:path w="31701" h="21600" stroke="0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  <a:lnTo>
                    <a:pt x="15955" y="21600"/>
                  </a:lnTo>
                  <a:lnTo>
                    <a:pt x="-1" y="703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9" name="Arc 77"/>
            <p:cNvSpPr>
              <a:spLocks/>
            </p:cNvSpPr>
            <p:nvPr/>
          </p:nvSpPr>
          <p:spPr bwMode="auto">
            <a:xfrm>
              <a:off x="4512" y="480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0" name="Arc 78"/>
            <p:cNvSpPr>
              <a:spLocks/>
            </p:cNvSpPr>
            <p:nvPr/>
          </p:nvSpPr>
          <p:spPr bwMode="auto">
            <a:xfrm rot="10800000">
              <a:off x="4512" y="528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65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554677"/>
              </p:ext>
            </p:extLst>
          </p:nvPr>
        </p:nvGraphicFramePr>
        <p:xfrm>
          <a:off x="10418763" y="2137851"/>
          <a:ext cx="552450" cy="48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3" name="公式" r:id="rId38" imgW="276113" imgH="237999" progId="Equation.3">
                  <p:embed/>
                </p:oleObj>
              </mc:Choice>
              <mc:Fallback>
                <p:oleObj name="公式" r:id="rId38" imgW="276113" imgH="2379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763" y="2137851"/>
                        <a:ext cx="552450" cy="48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59" name="Text Box 83"/>
          <p:cNvSpPr txBox="1">
            <a:spLocks noChangeArrowheads="1"/>
          </p:cNvSpPr>
          <p:nvPr/>
        </p:nvSpPr>
        <p:spPr bwMode="auto">
          <a:xfrm>
            <a:off x="7834313" y="5283201"/>
            <a:ext cx="63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则</a:t>
            </a:r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46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43633"/>
              </p:ext>
            </p:extLst>
          </p:nvPr>
        </p:nvGraphicFramePr>
        <p:xfrm>
          <a:off x="4110038" y="5689600"/>
          <a:ext cx="27289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4" name="Equation" r:id="rId40" imgW="1257120" imgH="406080" progId="Equation.DSMT4">
                  <p:embed/>
                </p:oleObj>
              </mc:Choice>
              <mc:Fallback>
                <p:oleObj name="Equation" r:id="rId40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5689600"/>
                        <a:ext cx="27289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68" grpId="0" animBg="1"/>
      <p:bldP spid="24603" grpId="0" autoUpdateAnimBg="0"/>
      <p:bldP spid="24627" grpId="0" autoUpdateAnimBg="0"/>
      <p:bldP spid="24628" grpId="0" autoUpdateAnimBg="0"/>
      <p:bldP spid="24629" grpId="0" autoUpdateAnimBg="0"/>
      <p:bldP spid="24630" grpId="0" autoUpdateAnimBg="0"/>
      <p:bldP spid="24631" grpId="0" autoUpdateAnimBg="0"/>
      <p:bldP spid="2465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8"/>
          <p:cNvSpPr>
            <a:spLocks noChangeArrowheads="1"/>
          </p:cNvSpPr>
          <p:nvPr/>
        </p:nvSpPr>
        <p:spPr bwMode="auto">
          <a:xfrm>
            <a:off x="9599613" y="568892"/>
            <a:ext cx="2376487" cy="21605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49625"/>
              </p:ext>
            </p:extLst>
          </p:nvPr>
        </p:nvGraphicFramePr>
        <p:xfrm>
          <a:off x="1629964" y="845867"/>
          <a:ext cx="31861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4" name="Equation" r:id="rId4" imgW="1257120" imgH="406080" progId="Equation.DSMT4">
                  <p:embed/>
                </p:oleObj>
              </mc:Choice>
              <mc:Fallback>
                <p:oleObj name="Equation" r:id="rId4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964" y="845867"/>
                        <a:ext cx="31861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863500"/>
              </p:ext>
            </p:extLst>
          </p:nvPr>
        </p:nvGraphicFramePr>
        <p:xfrm>
          <a:off x="1812402" y="1797163"/>
          <a:ext cx="2277022" cy="10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5" name="Equation" r:id="rId6" imgW="901440" imgH="419040" progId="Equation.DSMT4">
                  <p:embed/>
                </p:oleObj>
              </mc:Choice>
              <mc:Fallback>
                <p:oleObj name="Equation" r:id="rId6" imgW="901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1797163"/>
                        <a:ext cx="2277022" cy="1073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6650"/>
              </p:ext>
            </p:extLst>
          </p:nvPr>
        </p:nvGraphicFramePr>
        <p:xfrm>
          <a:off x="1812402" y="2712264"/>
          <a:ext cx="41957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6" name="Equation" r:id="rId8" imgW="1771784" imgH="447682" progId="Equation.DSMT4">
                  <p:embed/>
                </p:oleObj>
              </mc:Choice>
              <mc:Fallback>
                <p:oleObj name="Equation" r:id="rId8" imgW="1771784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2712264"/>
                        <a:ext cx="41957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693407"/>
              </p:ext>
            </p:extLst>
          </p:nvPr>
        </p:nvGraphicFramePr>
        <p:xfrm>
          <a:off x="6008165" y="2789701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7" name="Equation" r:id="rId10" imgW="1133497" imgH="400010" progId="Equation.DSMT4">
                  <p:embed/>
                </p:oleObj>
              </mc:Choice>
              <mc:Fallback>
                <p:oleObj name="Equation" r:id="rId10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165" y="2789701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94460"/>
              </p:ext>
            </p:extLst>
          </p:nvPr>
        </p:nvGraphicFramePr>
        <p:xfrm>
          <a:off x="4105061" y="1590788"/>
          <a:ext cx="223202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8" name="Equation" r:id="rId12" imgW="914400" imgH="476356" progId="Equation.DSMT4">
                  <p:embed/>
                </p:oleObj>
              </mc:Choice>
              <mc:Fallback>
                <p:oleObj name="Equation" r:id="rId12" imgW="914400" imgH="47635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061" y="1590788"/>
                        <a:ext cx="2232025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957165"/>
              </p:ext>
            </p:extLst>
          </p:nvPr>
        </p:nvGraphicFramePr>
        <p:xfrm>
          <a:off x="6281976" y="1815556"/>
          <a:ext cx="10699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" name="Equation" r:id="rId14" imgW="447518" imgH="190327" progId="Equation.DSMT4">
                  <p:embed/>
                </p:oleObj>
              </mc:Choice>
              <mc:Fallback>
                <p:oleObj name="Equation" r:id="rId14" imgW="447518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976" y="1815556"/>
                        <a:ext cx="10699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9" name="Group 82"/>
          <p:cNvGrpSpPr>
            <a:grpSpLocks/>
          </p:cNvGrpSpPr>
          <p:nvPr/>
        </p:nvGrpSpPr>
        <p:grpSpPr bwMode="auto">
          <a:xfrm>
            <a:off x="9916885" y="600188"/>
            <a:ext cx="1905000" cy="1981200"/>
            <a:chOff x="4368" y="118"/>
            <a:chExt cx="1200" cy="1248"/>
          </a:xfrm>
        </p:grpSpPr>
        <p:grpSp>
          <p:nvGrpSpPr>
            <p:cNvPr id="51210" name="Group 2"/>
            <p:cNvGrpSpPr>
              <a:grpSpLocks/>
            </p:cNvGrpSpPr>
            <p:nvPr/>
          </p:nvGrpSpPr>
          <p:grpSpPr bwMode="auto">
            <a:xfrm>
              <a:off x="4368" y="118"/>
              <a:ext cx="1200" cy="1248"/>
              <a:chOff x="4368" y="96"/>
              <a:chExt cx="1200" cy="1248"/>
            </a:xfrm>
          </p:grpSpPr>
          <p:grpSp>
            <p:nvGrpSpPr>
              <p:cNvPr id="51220" name="Group 3"/>
              <p:cNvGrpSpPr>
                <a:grpSpLocks/>
              </p:cNvGrpSpPr>
              <p:nvPr/>
            </p:nvGrpSpPr>
            <p:grpSpPr bwMode="auto">
              <a:xfrm>
                <a:off x="4416" y="144"/>
                <a:ext cx="1104" cy="1104"/>
                <a:chOff x="4416" y="144"/>
                <a:chExt cx="1104" cy="1104"/>
              </a:xfrm>
            </p:grpSpPr>
            <p:grpSp>
              <p:nvGrpSpPr>
                <p:cNvPr id="51225" name="Group 4"/>
                <p:cNvGrpSpPr>
                  <a:grpSpLocks/>
                </p:cNvGrpSpPr>
                <p:nvPr/>
              </p:nvGrpSpPr>
              <p:grpSpPr bwMode="auto">
                <a:xfrm>
                  <a:off x="4416" y="384"/>
                  <a:ext cx="864" cy="864"/>
                  <a:chOff x="4416" y="384"/>
                  <a:chExt cx="864" cy="864"/>
                </a:xfrm>
              </p:grpSpPr>
              <p:sp>
                <p:nvSpPr>
                  <p:cNvPr id="51233" name="Oval 5"/>
                  <p:cNvSpPr>
                    <a:spLocks noChangeArrowheads="1"/>
                  </p:cNvSpPr>
                  <p:nvPr/>
                </p:nvSpPr>
                <p:spPr bwMode="auto">
                  <a:xfrm>
                    <a:off x="4416" y="384"/>
                    <a:ext cx="864" cy="86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CC00"/>
                      </a:gs>
                      <a:gs pos="100000">
                        <a:srgbClr val="475E00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rgbClr val="33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234" name="Freeform 6"/>
                  <p:cNvSpPr>
                    <a:spLocks/>
                  </p:cNvSpPr>
                  <p:nvPr/>
                </p:nvSpPr>
                <p:spPr bwMode="auto">
                  <a:xfrm>
                    <a:off x="4512" y="528"/>
                    <a:ext cx="672" cy="288"/>
                  </a:xfrm>
                  <a:custGeom>
                    <a:avLst/>
                    <a:gdLst>
                      <a:gd name="T0" fmla="*/ 0 w 672"/>
                      <a:gd name="T1" fmla="*/ 0 h 288"/>
                      <a:gd name="T2" fmla="*/ 336 w 672"/>
                      <a:gd name="T3" fmla="*/ 288 h 288"/>
                      <a:gd name="T4" fmla="*/ 672 w 672"/>
                      <a:gd name="T5" fmla="*/ 0 h 288"/>
                      <a:gd name="T6" fmla="*/ 0 60000 65536"/>
                      <a:gd name="T7" fmla="*/ 0 60000 65536"/>
                      <a:gd name="T8" fmla="*/ 0 60000 65536"/>
                      <a:gd name="T9" fmla="*/ 0 w 672"/>
                      <a:gd name="T10" fmla="*/ 0 h 288"/>
                      <a:gd name="T11" fmla="*/ 672 w 672"/>
                      <a:gd name="T12" fmla="*/ 288 h 2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672" h="288">
                        <a:moveTo>
                          <a:pt x="0" y="0"/>
                        </a:moveTo>
                        <a:lnTo>
                          <a:pt x="336" y="288"/>
                        </a:lnTo>
                        <a:lnTo>
                          <a:pt x="67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5E2F00"/>
                      </a:gs>
                      <a:gs pos="100000">
                        <a:srgbClr val="CC66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5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480"/>
                    <a:ext cx="672" cy="9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CC6600"/>
                      </a:gs>
                      <a:gs pos="100000">
                        <a:srgbClr val="5E2F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1226" name="Group 8"/>
                <p:cNvGrpSpPr>
                  <a:grpSpLocks/>
                </p:cNvGrpSpPr>
                <p:nvPr/>
              </p:nvGrpSpPr>
              <p:grpSpPr bwMode="auto">
                <a:xfrm>
                  <a:off x="4512" y="144"/>
                  <a:ext cx="1008" cy="960"/>
                  <a:chOff x="4512" y="144"/>
                  <a:chExt cx="1008" cy="960"/>
                </a:xfrm>
              </p:grpSpPr>
              <p:sp>
                <p:nvSpPr>
                  <p:cNvPr id="51227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848" y="816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8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38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9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4" y="816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0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144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5280" y="8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960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51221" name="Object 10"/>
              <p:cNvGraphicFramePr>
                <a:graphicFrameLocks noChangeAspect="1"/>
              </p:cNvGraphicFramePr>
              <p:nvPr/>
            </p:nvGraphicFramePr>
            <p:xfrm>
              <a:off x="4368" y="1104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20" name="公式" r:id="rId16" imgW="104708" imgH="123659" progId="Equation.3">
                      <p:embed/>
                    </p:oleObj>
                  </mc:Choice>
                  <mc:Fallback>
                    <p:oleObj name="公式" r:id="rId16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104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2" name="Object 11"/>
              <p:cNvGraphicFramePr>
                <a:graphicFrameLocks noChangeAspect="1"/>
              </p:cNvGraphicFramePr>
              <p:nvPr/>
            </p:nvGraphicFramePr>
            <p:xfrm>
              <a:off x="4608" y="720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21" name="公式" r:id="rId18" imgW="104708" imgH="123659" progId="Equation.3">
                      <p:embed/>
                    </p:oleObj>
                  </mc:Choice>
                  <mc:Fallback>
                    <p:oleObj name="公式" r:id="rId18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720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3" name="Object 12"/>
              <p:cNvGraphicFramePr>
                <a:graphicFrameLocks noChangeAspect="1"/>
              </p:cNvGraphicFramePr>
              <p:nvPr/>
            </p:nvGraphicFramePr>
            <p:xfrm>
              <a:off x="4848" y="96"/>
              <a:ext cx="21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22" name="公式" r:id="rId20" imgW="104708" imgH="104662" progId="Equation.3">
                      <p:embed/>
                    </p:oleObj>
                  </mc:Choice>
                  <mc:Fallback>
                    <p:oleObj name="公式" r:id="rId20" imgW="104708" imgH="10466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96"/>
                            <a:ext cx="215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4" name="Object 13"/>
              <p:cNvGraphicFramePr>
                <a:graphicFrameLocks noChangeAspect="1"/>
              </p:cNvGraphicFramePr>
              <p:nvPr/>
            </p:nvGraphicFramePr>
            <p:xfrm>
              <a:off x="5370" y="823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23" name="公式" r:id="rId22" imgW="123713" imgH="143014" progId="Equation.3">
                      <p:embed/>
                    </p:oleObj>
                  </mc:Choice>
                  <mc:Fallback>
                    <p:oleObj name="公式" r:id="rId22" imgW="123713" imgH="1430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0" y="823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211" name="Group 32"/>
            <p:cNvGrpSpPr>
              <a:grpSpLocks/>
            </p:cNvGrpSpPr>
            <p:nvPr/>
          </p:nvGrpSpPr>
          <p:grpSpPr bwMode="auto">
            <a:xfrm>
              <a:off x="4512" y="761"/>
              <a:ext cx="666" cy="143"/>
              <a:chOff x="4416" y="720"/>
              <a:chExt cx="865" cy="203"/>
            </a:xfrm>
          </p:grpSpPr>
          <p:sp>
            <p:nvSpPr>
              <p:cNvPr id="51218" name="Arc 33"/>
              <p:cNvSpPr>
                <a:spLocks/>
              </p:cNvSpPr>
              <p:nvPr/>
            </p:nvSpPr>
            <p:spPr bwMode="auto">
              <a:xfrm>
                <a:off x="4419" y="720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9" name="Arc 34"/>
              <p:cNvSpPr>
                <a:spLocks/>
              </p:cNvSpPr>
              <p:nvPr/>
            </p:nvSpPr>
            <p:spPr bwMode="auto">
              <a:xfrm rot="10800000">
                <a:off x="4416" y="816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2" name="Object 8"/>
            <p:cNvGraphicFramePr>
              <a:graphicFrameLocks noChangeAspect="1"/>
            </p:cNvGraphicFramePr>
            <p:nvPr/>
          </p:nvGraphicFramePr>
          <p:xfrm>
            <a:off x="5040" y="166"/>
            <a:ext cx="3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24" name="公式" r:id="rId24" imgW="181087" imgH="200005" progId="Equation.3">
                    <p:embed/>
                  </p:oleObj>
                </mc:Choice>
                <mc:Fallback>
                  <p:oleObj name="公式" r:id="rId24" imgW="181087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6"/>
                          <a:ext cx="32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213" name="Group 52"/>
            <p:cNvGrpSpPr>
              <a:grpSpLocks/>
            </p:cNvGrpSpPr>
            <p:nvPr/>
          </p:nvGrpSpPr>
          <p:grpSpPr bwMode="auto">
            <a:xfrm>
              <a:off x="4512" y="408"/>
              <a:ext cx="680" cy="431"/>
              <a:chOff x="4512" y="386"/>
              <a:chExt cx="680" cy="431"/>
            </a:xfrm>
          </p:grpSpPr>
          <p:sp>
            <p:nvSpPr>
              <p:cNvPr id="51215" name="Arc 53"/>
              <p:cNvSpPr>
                <a:spLocks/>
              </p:cNvSpPr>
              <p:nvPr/>
            </p:nvSpPr>
            <p:spPr bwMode="auto">
              <a:xfrm>
                <a:off x="4512" y="386"/>
                <a:ext cx="680" cy="431"/>
              </a:xfrm>
              <a:custGeom>
                <a:avLst/>
                <a:gdLst>
                  <a:gd name="T0" fmla="*/ 0 w 31701"/>
                  <a:gd name="T1" fmla="*/ 0 h 21600"/>
                  <a:gd name="T2" fmla="*/ 0 w 31701"/>
                  <a:gd name="T3" fmla="*/ 0 h 21600"/>
                  <a:gd name="T4" fmla="*/ 0 w 3170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701"/>
                  <a:gd name="T10" fmla="*/ 0 h 21600"/>
                  <a:gd name="T11" fmla="*/ 31701 w 3170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01" h="21600" fill="none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</a:path>
                  <a:path w="31701" h="21600" stroke="0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  <a:lnTo>
                      <a:pt x="15955" y="21600"/>
                    </a:lnTo>
                    <a:lnTo>
                      <a:pt x="-1" y="703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6" name="Arc 54"/>
              <p:cNvSpPr>
                <a:spLocks/>
              </p:cNvSpPr>
              <p:nvPr/>
            </p:nvSpPr>
            <p:spPr bwMode="auto">
              <a:xfrm>
                <a:off x="4512" y="480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7" name="Arc 55"/>
              <p:cNvSpPr>
                <a:spLocks/>
              </p:cNvSpPr>
              <p:nvPr/>
            </p:nvSpPr>
            <p:spPr bwMode="auto">
              <a:xfrm rot="10800000">
                <a:off x="4512" y="528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4" name="Object 9"/>
            <p:cNvGraphicFramePr>
              <a:graphicFrameLocks noChangeAspect="1"/>
            </p:cNvGraphicFramePr>
            <p:nvPr/>
          </p:nvGraphicFramePr>
          <p:xfrm>
            <a:off x="4872" y="872"/>
            <a:ext cx="45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25" name="公式" r:id="rId26" imgW="276113" imgH="237999" progId="Equation.3">
                    <p:embed/>
                  </p:oleObj>
                </mc:Choice>
                <mc:Fallback>
                  <p:oleObj name="公式" r:id="rId26" imgW="276113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872"/>
                          <a:ext cx="45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411767"/>
              </p:ext>
            </p:extLst>
          </p:nvPr>
        </p:nvGraphicFramePr>
        <p:xfrm>
          <a:off x="2791324" y="3936407"/>
          <a:ext cx="6056586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6" name="Equation" r:id="rId28" imgW="3276360" imgH="228600" progId="Equation.DSMT4">
                  <p:embed/>
                </p:oleObj>
              </mc:Choice>
              <mc:Fallback>
                <p:oleObj name="Equation" r:id="rId28" imgW="327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324" y="3936407"/>
                        <a:ext cx="6056586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629964" y="39163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或者，</a:t>
            </a:r>
          </a:p>
        </p:txBody>
      </p:sp>
      <p:graphicFrame>
        <p:nvGraphicFramePr>
          <p:cNvPr id="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424217"/>
              </p:ext>
            </p:extLst>
          </p:nvPr>
        </p:nvGraphicFramePr>
        <p:xfrm>
          <a:off x="8885839" y="3703183"/>
          <a:ext cx="2519291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7" name="Equation" r:id="rId30" imgW="1409400" imgH="406080" progId="Equation.DSMT4">
                  <p:embed/>
                </p:oleObj>
              </mc:Choice>
              <mc:Fallback>
                <p:oleObj name="Equation" r:id="rId30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5839" y="3703183"/>
                        <a:ext cx="2519291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94939"/>
              </p:ext>
            </p:extLst>
          </p:nvPr>
        </p:nvGraphicFramePr>
        <p:xfrm>
          <a:off x="1971041" y="4592721"/>
          <a:ext cx="2763511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8" name="Equation" r:id="rId32" imgW="1257120" imgH="406080" progId="Equation.DSMT4">
                  <p:embed/>
                </p:oleObj>
              </mc:Choice>
              <mc:Fallback>
                <p:oleObj name="Equation" r:id="rId32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041" y="4592721"/>
                        <a:ext cx="2763511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284911"/>
              </p:ext>
            </p:extLst>
          </p:nvPr>
        </p:nvGraphicFramePr>
        <p:xfrm>
          <a:off x="4680982" y="4377607"/>
          <a:ext cx="42719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9" name="Equation" r:id="rId33" imgW="1942920" imgH="380880" progId="Equation.DSMT4">
                  <p:embed/>
                </p:oleObj>
              </mc:Choice>
              <mc:Fallback>
                <p:oleObj name="Equation" r:id="rId33" imgW="1942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982" y="4377607"/>
                        <a:ext cx="42719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197253"/>
              </p:ext>
            </p:extLst>
          </p:nvPr>
        </p:nvGraphicFramePr>
        <p:xfrm>
          <a:off x="2162992" y="5316739"/>
          <a:ext cx="38528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30" name="Equation" r:id="rId35" imgW="1752480" imgH="380880" progId="Equation.DSMT4">
                  <p:embed/>
                </p:oleObj>
              </mc:Choice>
              <mc:Fallback>
                <p:oleObj name="Equation" r:id="rId35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992" y="5316739"/>
                        <a:ext cx="38528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151908"/>
              </p:ext>
            </p:extLst>
          </p:nvPr>
        </p:nvGraphicFramePr>
        <p:xfrm>
          <a:off x="6171214" y="5391150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31" name="Equation" r:id="rId37" imgW="1133497" imgH="400010" progId="Equation.DSMT4">
                  <p:embed/>
                </p:oleObj>
              </mc:Choice>
              <mc:Fallback>
                <p:oleObj name="Equation" r:id="rId37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214" y="5391150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378198"/>
              </p:ext>
            </p:extLst>
          </p:nvPr>
        </p:nvGraphicFramePr>
        <p:xfrm>
          <a:off x="9643045" y="4678115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32" name="Equation" r:id="rId38" imgW="1231560" imgH="901440" progId="Equation.DSMT4">
                  <p:embed/>
                </p:oleObj>
              </mc:Choice>
              <mc:Fallback>
                <p:oleObj name="Equation" r:id="rId38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643045" y="4678115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63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9864" y="773723"/>
            <a:ext cx="1905000" cy="592137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267252"/>
              </p:ext>
            </p:extLst>
          </p:nvPr>
        </p:nvGraphicFramePr>
        <p:xfrm>
          <a:off x="3679169" y="744319"/>
          <a:ext cx="29860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2" name="Equation" r:id="rId3" imgW="1390605" imgH="304667" progId="Equation.DSMT4">
                  <p:embed/>
                </p:oleObj>
              </mc:Choice>
              <mc:Fallback>
                <p:oleObj name="Equation" r:id="rId3" imgW="139060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69" y="744319"/>
                        <a:ext cx="2986087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832420" y="814162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609720"/>
              </p:ext>
            </p:extLst>
          </p:nvPr>
        </p:nvGraphicFramePr>
        <p:xfrm>
          <a:off x="9098758" y="828417"/>
          <a:ext cx="1225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3" name="Equation" r:id="rId6" imgW="485887" imgH="219002" progId="Equation.DSMT4">
                  <p:embed/>
                </p:oleObj>
              </mc:Choice>
              <mc:Fallback>
                <p:oleObj name="Equation" r:id="rId6" imgW="4858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758" y="828417"/>
                        <a:ext cx="12255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046674" y="2477576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利用对称性可知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92232"/>
              </p:ext>
            </p:extLst>
          </p:nvPr>
        </p:nvGraphicFramePr>
        <p:xfrm>
          <a:off x="4876801" y="2435450"/>
          <a:ext cx="49307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4" name="Equation" r:id="rId8" imgW="2209979" imgH="304667" progId="Equation.DSMT4">
                  <p:embed/>
                </p:oleObj>
              </mc:Choice>
              <mc:Fallback>
                <p:oleObj name="Equation" r:id="rId8" imgW="22099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435450"/>
                        <a:ext cx="49307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43700"/>
              </p:ext>
            </p:extLst>
          </p:nvPr>
        </p:nvGraphicFramePr>
        <p:xfrm>
          <a:off x="3221719" y="4168189"/>
          <a:ext cx="41465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5" name="Equation" r:id="rId10" imgW="2019210" imgH="304667" progId="Equation.DSMT4">
                  <p:embed/>
                </p:oleObj>
              </mc:Choice>
              <mc:Fallback>
                <p:oleObj name="Equation" r:id="rId10" imgW="201921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719" y="4168189"/>
                        <a:ext cx="41465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43217"/>
              </p:ext>
            </p:extLst>
          </p:nvPr>
        </p:nvGraphicFramePr>
        <p:xfrm>
          <a:off x="2640013" y="3191544"/>
          <a:ext cx="41084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6" name="Equation" r:id="rId12" imgW="1981200" imgH="400010" progId="Equation.DSMT4">
                  <p:embed/>
                </p:oleObj>
              </mc:Choice>
              <mc:Fallback>
                <p:oleObj name="Equation" r:id="rId12" imgW="19812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191544"/>
                        <a:ext cx="41084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78335"/>
              </p:ext>
            </p:extLst>
          </p:nvPr>
        </p:nvGraphicFramePr>
        <p:xfrm>
          <a:off x="6720640" y="3220266"/>
          <a:ext cx="290671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7" name="Equation" r:id="rId14" imgW="1466984" imgH="400010" progId="Equation.DSMT4">
                  <p:embed/>
                </p:oleObj>
              </mc:Choice>
              <mc:Fallback>
                <p:oleObj name="Equation" r:id="rId14" imgW="1466984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640" y="3220266"/>
                        <a:ext cx="290671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359335"/>
              </p:ext>
            </p:extLst>
          </p:nvPr>
        </p:nvGraphicFramePr>
        <p:xfrm>
          <a:off x="2916238" y="4976586"/>
          <a:ext cx="17780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8" name="Equation" r:id="rId16" imgW="819016" imgH="304667" progId="Equation.DSMT4">
                  <p:embed/>
                </p:oleObj>
              </mc:Choice>
              <mc:Fallback>
                <p:oleObj name="Equation" r:id="rId16" imgW="819016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976586"/>
                        <a:ext cx="17780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911632"/>
              </p:ext>
            </p:extLst>
          </p:nvPr>
        </p:nvGraphicFramePr>
        <p:xfrm>
          <a:off x="4721225" y="4996091"/>
          <a:ext cx="22129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9" name="Equation" r:id="rId18" imgW="981097" imgH="304667" progId="Equation.DSMT4">
                  <p:embed/>
                </p:oleObj>
              </mc:Choice>
              <mc:Fallback>
                <p:oleObj name="Equation" r:id="rId18" imgW="98109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4996091"/>
                        <a:ext cx="22129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21615"/>
              </p:ext>
            </p:extLst>
          </p:nvPr>
        </p:nvGraphicFramePr>
        <p:xfrm>
          <a:off x="2942364" y="5781270"/>
          <a:ext cx="29765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0" name="Equation" r:id="rId20" imgW="1428616" imgH="228680" progId="Equation.DSMT4">
                  <p:embed/>
                </p:oleObj>
              </mc:Choice>
              <mc:Fallback>
                <p:oleObj name="Equation" r:id="rId20" imgW="14286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364" y="5781270"/>
                        <a:ext cx="29765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2054225" y="1923829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显然球心为</a:t>
            </a:r>
          </a:p>
        </p:txBody>
      </p:sp>
      <p:graphicFrame>
        <p:nvGraphicFramePr>
          <p:cNvPr id="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81781"/>
              </p:ext>
            </p:extLst>
          </p:nvPr>
        </p:nvGraphicFramePr>
        <p:xfrm>
          <a:off x="4533224" y="2004755"/>
          <a:ext cx="1227020" cy="502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1" name="Equation" r:id="rId22" imgW="507960" imgH="203040" progId="Equation.DSMT4">
                  <p:embed/>
                </p:oleObj>
              </mc:Choice>
              <mc:Fallback>
                <p:oleObj name="Equation" r:id="rId22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224" y="2004755"/>
                        <a:ext cx="1227020" cy="502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5726510" y="195292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半径为</a:t>
            </a:r>
          </a:p>
        </p:txBody>
      </p:sp>
      <p:graphicFrame>
        <p:nvGraphicFramePr>
          <p:cNvPr id="1745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042139"/>
              </p:ext>
            </p:extLst>
          </p:nvPr>
        </p:nvGraphicFramePr>
        <p:xfrm>
          <a:off x="6858000" y="1957838"/>
          <a:ext cx="6699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2" name="Equation" r:id="rId24" imgW="279360" imgH="228600" progId="Equation.DSMT4">
                  <p:embed/>
                </p:oleObj>
              </mc:Choice>
              <mc:Fallback>
                <p:oleObj name="Equation" r:id="rId24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57838"/>
                        <a:ext cx="6699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5" name="Line 47"/>
          <p:cNvSpPr>
            <a:spLocks noChangeShapeType="1"/>
          </p:cNvSpPr>
          <p:nvPr/>
        </p:nvSpPr>
        <p:spPr bwMode="auto">
          <a:xfrm>
            <a:off x="3150326" y="4034608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8" name="Rectangle 40"/>
          <p:cNvSpPr>
            <a:spLocks noChangeArrowheads="1"/>
          </p:cNvSpPr>
          <p:nvPr/>
        </p:nvSpPr>
        <p:spPr bwMode="auto">
          <a:xfrm>
            <a:off x="8089720" y="4066766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4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22282"/>
              </p:ext>
            </p:extLst>
          </p:nvPr>
        </p:nvGraphicFramePr>
        <p:xfrm>
          <a:off x="8114211" y="4954996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3" name="Equation" r:id="rId26" imgW="257108" imgH="209683" progId="Equation.DSMT4">
                  <p:embed/>
                </p:oleObj>
              </mc:Choice>
              <mc:Fallback>
                <p:oleObj name="Equation" r:id="rId26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211" y="4954996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8307094" y="4082438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利用质心公式</a:t>
            </a:r>
          </a:p>
        </p:txBody>
      </p:sp>
      <p:graphicFrame>
        <p:nvGraphicFramePr>
          <p:cNvPr id="1746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281376"/>
              </p:ext>
            </p:extLst>
          </p:nvPr>
        </p:nvGraphicFramePr>
        <p:xfrm>
          <a:off x="8722224" y="4529908"/>
          <a:ext cx="14239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4" name="Equation" r:id="rId28" imgW="638287" imgH="304667" progId="Equation.DSMT4">
                  <p:embed/>
                </p:oleObj>
              </mc:Choice>
              <mc:Fallback>
                <p:oleObj name="Equation" r:id="rId28" imgW="6382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2224" y="4529908"/>
                        <a:ext cx="14239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1" name="Line 53"/>
          <p:cNvSpPr>
            <a:spLocks noChangeShapeType="1"/>
          </p:cNvSpPr>
          <p:nvPr/>
        </p:nvSpPr>
        <p:spPr bwMode="auto">
          <a:xfrm flipH="1">
            <a:off x="9098758" y="4670199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6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83322"/>
              </p:ext>
            </p:extLst>
          </p:nvPr>
        </p:nvGraphicFramePr>
        <p:xfrm>
          <a:off x="9627352" y="5158379"/>
          <a:ext cx="1138237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5" name="Equation" r:id="rId30" imgW="533579" imgH="304667" progId="Equation.DSMT4">
                  <p:embed/>
                </p:oleObj>
              </mc:Choice>
              <mc:Fallback>
                <p:oleObj name="Equation" r:id="rId30" imgW="5335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7352" y="5158379"/>
                        <a:ext cx="1138237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729780"/>
              </p:ext>
            </p:extLst>
          </p:nvPr>
        </p:nvGraphicFramePr>
        <p:xfrm>
          <a:off x="2136323" y="1264647"/>
          <a:ext cx="3133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6" name="Equation" r:id="rId32" imgW="1181190" imgH="219002" progId="Equation.DSMT4">
                  <p:embed/>
                </p:oleObj>
              </mc:Choice>
              <mc:Fallback>
                <p:oleObj name="Equation" r:id="rId32" imgW="11811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323" y="1264647"/>
                        <a:ext cx="31337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79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17452" grpId="0" autoUpdateAnimBg="0"/>
      <p:bldP spid="17455" grpId="0" animBg="1"/>
      <p:bldP spid="17448" grpId="0" animBg="1"/>
      <p:bldP spid="17447" grpId="0" build="p" autoUpdateAnimBg="0" advAuto="0"/>
      <p:bldP spid="1746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68489" y="661395"/>
            <a:ext cx="1905000" cy="592138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20738"/>
              </p:ext>
            </p:extLst>
          </p:nvPr>
        </p:nvGraphicFramePr>
        <p:xfrm>
          <a:off x="2092326" y="1198442"/>
          <a:ext cx="85248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0" name="Equation" r:id="rId3" imgW="3987720" imgH="380880" progId="Equation.DSMT4">
                  <p:embed/>
                </p:oleObj>
              </mc:Choice>
              <mc:Fallback>
                <p:oleObj name="Equation" r:id="rId3" imgW="3987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6" y="1198442"/>
                        <a:ext cx="85248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868489" y="18665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072818"/>
              </p:ext>
            </p:extLst>
          </p:nvPr>
        </p:nvGraphicFramePr>
        <p:xfrm>
          <a:off x="4245678" y="1873851"/>
          <a:ext cx="28590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1" name="Equation" r:id="rId6" imgW="1155600" imgH="228600" progId="Equation.DSMT4">
                  <p:embed/>
                </p:oleObj>
              </mc:Choice>
              <mc:Fallback>
                <p:oleObj name="Equation" r:id="rId6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678" y="1873851"/>
                        <a:ext cx="28590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868489" y="3219571"/>
            <a:ext cx="835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09325"/>
              </p:ext>
            </p:extLst>
          </p:nvPr>
        </p:nvGraphicFramePr>
        <p:xfrm>
          <a:off x="2624841" y="3149716"/>
          <a:ext cx="4479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2" name="Equation" r:id="rId8" imgW="2019240" imgH="380880" progId="Equation.DSMT4">
                  <p:embed/>
                </p:oleObj>
              </mc:Choice>
              <mc:Fallback>
                <p:oleObj name="Equation" r:id="rId8" imgW="2019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841" y="3149716"/>
                        <a:ext cx="4479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1868490" y="2473441"/>
            <a:ext cx="501128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关于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x, y, x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轮换对称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663104"/>
              </p:ext>
            </p:extLst>
          </p:nvPr>
        </p:nvGraphicFramePr>
        <p:xfrm>
          <a:off x="2441576" y="4049238"/>
          <a:ext cx="34099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3" name="Equation" r:id="rId10" imgW="1536480" imgH="444240" progId="Equation.DSMT4">
                  <p:embed/>
                </p:oleObj>
              </mc:Choice>
              <mc:Fallback>
                <p:oleObj name="Equation" r:id="rId10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6" y="4049238"/>
                        <a:ext cx="34099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64378"/>
              </p:ext>
            </p:extLst>
          </p:nvPr>
        </p:nvGraphicFramePr>
        <p:xfrm>
          <a:off x="5817393" y="4002212"/>
          <a:ext cx="16621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4" name="Equation" r:id="rId12" imgW="749160" imgH="457200" progId="Equation.DSMT4">
                  <p:embed/>
                </p:oleObj>
              </mc:Choice>
              <mc:Fallback>
                <p:oleObj name="Equation" r:id="rId12" imgW="74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393" y="4002212"/>
                        <a:ext cx="16621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96928"/>
              </p:ext>
            </p:extLst>
          </p:nvPr>
        </p:nvGraphicFramePr>
        <p:xfrm>
          <a:off x="7493000" y="3985975"/>
          <a:ext cx="1211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5" name="Equation" r:id="rId14" imgW="545760" imgH="419040" progId="Equation.DSMT4">
                  <p:embed/>
                </p:oleObj>
              </mc:Choice>
              <mc:Fallback>
                <p:oleObj name="Equation" r:id="rId14" imgW="545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3985975"/>
                        <a:ext cx="1211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092326" y="4979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于是，</a:t>
            </a: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410430"/>
              </p:ext>
            </p:extLst>
          </p:nvPr>
        </p:nvGraphicFramePr>
        <p:xfrm>
          <a:off x="3238500" y="4916250"/>
          <a:ext cx="56753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6" name="Equation" r:id="rId16" imgW="2654280" imgH="457200" progId="Equation.DSMT4">
                  <p:embed/>
                </p:oleObj>
              </mc:Choice>
              <mc:Fallback>
                <p:oleObj name="Equation" r:id="rId16" imgW="2654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916250"/>
                        <a:ext cx="56753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170114" y="574516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而</a:t>
            </a: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34881"/>
              </p:ext>
            </p:extLst>
          </p:nvPr>
        </p:nvGraphicFramePr>
        <p:xfrm>
          <a:off x="3436938" y="5668963"/>
          <a:ext cx="405606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7" name="Equation" r:id="rId18" imgW="1828800" imgH="380880" progId="Equation.DSMT4">
                  <p:embed/>
                </p:oleObj>
              </mc:Choice>
              <mc:Fallback>
                <p:oleObj name="Equation" r:id="rId18" imgW="1828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5668963"/>
                        <a:ext cx="4056062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9536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938356"/>
              </p:ext>
            </p:extLst>
          </p:nvPr>
        </p:nvGraphicFramePr>
        <p:xfrm>
          <a:off x="2821204" y="3210280"/>
          <a:ext cx="40719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0" name="Equation" r:id="rId3" imgW="1904760" imgH="419040" progId="Equation.DSMT4">
                  <p:embed/>
                </p:oleObj>
              </mc:Choice>
              <mc:Fallback>
                <p:oleObj name="Equation" r:id="rId3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204" y="3210280"/>
                        <a:ext cx="4071938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095019" y="1365791"/>
            <a:ext cx="6152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56324" name="Text Box 42"/>
          <p:cNvSpPr txBox="1">
            <a:spLocks noChangeArrowheads="1"/>
          </p:cNvSpPr>
          <p:nvPr/>
        </p:nvSpPr>
        <p:spPr bwMode="auto">
          <a:xfrm>
            <a:off x="1542256" y="705431"/>
            <a:ext cx="4862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另外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关于三个坐标面对称，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053138" y="707018"/>
            <a:ext cx="35115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而 </a:t>
            </a:r>
            <a:r>
              <a:rPr lang="en-US" altLang="zh-CN" sz="2800" b="1" i="1" dirty="0" err="1"/>
              <a:t>pxy+qxz+lx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588077" y="1359419"/>
            <a:ext cx="1662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奇函数，</a:t>
            </a: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817468"/>
              </p:ext>
            </p:extLst>
          </p:nvPr>
        </p:nvGraphicFramePr>
        <p:xfrm>
          <a:off x="3709988" y="1257300"/>
          <a:ext cx="35814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1" name="Equation" r:id="rId6" imgW="1676160" imgH="380880" progId="Equation.DSMT4">
                  <p:embed/>
                </p:oleObj>
              </mc:Choice>
              <mc:Fallback>
                <p:oleObj name="Equation" r:id="rId6" imgW="1676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1257300"/>
                        <a:ext cx="35814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374227"/>
              </p:ext>
            </p:extLst>
          </p:nvPr>
        </p:nvGraphicFramePr>
        <p:xfrm>
          <a:off x="6088351" y="1912423"/>
          <a:ext cx="29876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2" name="Equation" r:id="rId8" imgW="1396800" imgH="380880" progId="Equation.DSMT4">
                  <p:embed/>
                </p:oleObj>
              </mc:Choice>
              <mc:Fallback>
                <p:oleObj name="Equation" r:id="rId8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351" y="1912423"/>
                        <a:ext cx="29876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961982"/>
              </p:ext>
            </p:extLst>
          </p:nvPr>
        </p:nvGraphicFramePr>
        <p:xfrm>
          <a:off x="4935538" y="2541588"/>
          <a:ext cx="19542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3" name="Equation" r:id="rId10" imgW="914400" imgH="380880" progId="Equation.DSMT4">
                  <p:embed/>
                </p:oleObj>
              </mc:Choice>
              <mc:Fallback>
                <p:oleObj name="Equation" r:id="rId10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2541588"/>
                        <a:ext cx="19542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88077" y="2044222"/>
            <a:ext cx="418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ryz+my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88077" y="2676329"/>
            <a:ext cx="3076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nz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494626" y="2029851"/>
            <a:ext cx="83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4288126" y="2681091"/>
            <a:ext cx="75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54379" y="335806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22352"/>
              </p:ext>
            </p:extLst>
          </p:nvPr>
        </p:nvGraphicFramePr>
        <p:xfrm>
          <a:off x="1403350" y="4255007"/>
          <a:ext cx="7652690" cy="971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4" name="Equation" r:id="rId12" imgW="3301920" imgH="419040" progId="Equation.DSMT4">
                  <p:embed/>
                </p:oleObj>
              </mc:Choice>
              <mc:Fallback>
                <p:oleObj name="Equation" r:id="rId12" imgW="3301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03350" y="4255007"/>
                        <a:ext cx="7652690" cy="971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22496"/>
              </p:ext>
            </p:extLst>
          </p:nvPr>
        </p:nvGraphicFramePr>
        <p:xfrm>
          <a:off x="1403350" y="5075346"/>
          <a:ext cx="788828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5" name="Equation" r:id="rId14" imgW="3403440" imgH="482400" progId="Equation.DSMT4">
                  <p:embed/>
                </p:oleObj>
              </mc:Choice>
              <mc:Fallback>
                <p:oleObj name="Equation" r:id="rId14" imgW="3403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3350" y="5075346"/>
                        <a:ext cx="7888288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73891" y="4078343"/>
            <a:ext cx="12118109" cy="73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9927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4" grpId="0"/>
      <p:bldP spid="5" grpId="0"/>
      <p:bldP spid="6" grpId="0"/>
      <p:bldP spid="22" grpId="0"/>
      <p:bldP spid="23" grpId="0" autoUpdateAnimBg="0"/>
      <p:bldP spid="24" grpId="0" autoUpdateAnimBg="0"/>
      <p:bldP spid="7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3361" y="143305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43281"/>
              </p:ext>
            </p:extLst>
          </p:nvPr>
        </p:nvGraphicFramePr>
        <p:xfrm>
          <a:off x="2392090" y="781133"/>
          <a:ext cx="6714565" cy="183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4" name="Equation" r:id="rId3" imgW="2781000" imgH="761760" progId="Equation.DSMT4">
                  <p:embed/>
                </p:oleObj>
              </mc:Choice>
              <mc:Fallback>
                <p:oleObj name="Equation" r:id="rId3" imgW="27810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2090" y="781133"/>
                        <a:ext cx="6714565" cy="183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803286"/>
              </p:ext>
            </p:extLst>
          </p:nvPr>
        </p:nvGraphicFramePr>
        <p:xfrm>
          <a:off x="1313361" y="2702866"/>
          <a:ext cx="3900372" cy="53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5" name="Equation" r:id="rId5" imgW="1663560" imgH="228600" progId="Equation.DSMT4">
                  <p:embed/>
                </p:oleObj>
              </mc:Choice>
              <mc:Fallback>
                <p:oleObj name="Equation" r:id="rId5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3361" y="2702866"/>
                        <a:ext cx="3900372" cy="535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33</a:t>
            </a:fld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04298"/>
              </p:ext>
            </p:extLst>
          </p:nvPr>
        </p:nvGraphicFramePr>
        <p:xfrm>
          <a:off x="2459038" y="3510673"/>
          <a:ext cx="6151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6" name="Equation" r:id="rId7" imgW="2641320" imgH="444240" progId="Equation.DSMT4">
                  <p:embed/>
                </p:oleObj>
              </mc:Choice>
              <mc:Fallback>
                <p:oleObj name="Equation" r:id="rId7" imgW="2641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9038" y="3510673"/>
                        <a:ext cx="6151562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416430"/>
              </p:ext>
            </p:extLst>
          </p:nvPr>
        </p:nvGraphicFramePr>
        <p:xfrm>
          <a:off x="1313361" y="4731969"/>
          <a:ext cx="56578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17" name="Equation" r:id="rId9" imgW="2412720" imgH="228600" progId="Equation.DSMT4">
                  <p:embed/>
                </p:oleObj>
              </mc:Choice>
              <mc:Fallback>
                <p:oleObj name="Equation" r:id="rId9" imgW="2412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13361" y="4731969"/>
                        <a:ext cx="5657850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313361" y="37665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推广</a:t>
            </a:r>
          </a:p>
        </p:txBody>
      </p:sp>
    </p:spTree>
    <p:extLst>
      <p:ext uri="{BB962C8B-B14F-4D97-AF65-F5344CB8AC3E}">
        <p14:creationId xmlns:p14="http://schemas.microsoft.com/office/powerpoint/2010/main" val="31579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460588" y="730879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086088"/>
              </p:ext>
            </p:extLst>
          </p:nvPr>
        </p:nvGraphicFramePr>
        <p:xfrm>
          <a:off x="2313535" y="662055"/>
          <a:ext cx="7658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8" name="Equation" r:id="rId4" imgW="2819160" imgH="380880" progId="Equation.DSMT4">
                  <p:embed/>
                </p:oleObj>
              </mc:Choice>
              <mc:Fallback>
                <p:oleObj name="Equation" r:id="rId4" imgW="2819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535" y="662055"/>
                        <a:ext cx="7658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573129"/>
              </p:ext>
            </p:extLst>
          </p:nvPr>
        </p:nvGraphicFramePr>
        <p:xfrm>
          <a:off x="2015085" y="2332663"/>
          <a:ext cx="79565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9" name="Equation" r:id="rId6" imgW="3263760" imgH="406080" progId="Equation.DSMT4">
                  <p:embed/>
                </p:oleObj>
              </mc:Choice>
              <mc:Fallback>
                <p:oleObj name="Equation" r:id="rId6" imgW="3263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085" y="2332663"/>
                        <a:ext cx="79565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11367"/>
              </p:ext>
            </p:extLst>
          </p:nvPr>
        </p:nvGraphicFramePr>
        <p:xfrm>
          <a:off x="1532536" y="3240454"/>
          <a:ext cx="5613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0" name="Equation" r:id="rId8" imgW="1777680" imgH="241200" progId="Equation.DSMT4">
                  <p:embed/>
                </p:oleObj>
              </mc:Choice>
              <mc:Fallback>
                <p:oleObj name="Equation" r:id="rId8" imgW="1777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536" y="3240454"/>
                        <a:ext cx="56134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9" name="Group 27"/>
          <p:cNvGrpSpPr>
            <a:grpSpLocks/>
          </p:cNvGrpSpPr>
          <p:nvPr/>
        </p:nvGrpSpPr>
        <p:grpSpPr bwMode="auto">
          <a:xfrm>
            <a:off x="8747581" y="2891974"/>
            <a:ext cx="2974975" cy="3362325"/>
            <a:chOff x="3690" y="1818"/>
            <a:chExt cx="1874" cy="2118"/>
          </a:xfrm>
        </p:grpSpPr>
        <p:sp>
          <p:nvSpPr>
            <p:cNvPr id="18439" name="Arc 7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0" name="Arc 8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Arc 14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4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0800182"/>
                </p:ext>
              </p:extLst>
            </p:nvPr>
          </p:nvGraphicFramePr>
          <p:xfrm>
            <a:off x="3690" y="3349"/>
            <a:ext cx="33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1" name="Equation" r:id="rId10" imgW="139680" imgH="139680" progId="Equation.3">
                    <p:embed/>
                  </p:oleObj>
                </mc:Choice>
                <mc:Fallback>
                  <p:oleObj name="Equation" r:id="rId10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0" y="3349"/>
                          <a:ext cx="33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8320568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2" name="Equation" r:id="rId12" imgW="114120" imgH="139680" progId="Equation.3">
                    <p:embed/>
                  </p:oleObj>
                </mc:Choice>
                <mc:Fallback>
                  <p:oleObj name="Equation" r:id="rId12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690386"/>
                </p:ext>
              </p:extLst>
            </p:nvPr>
          </p:nvGraphicFramePr>
          <p:xfrm>
            <a:off x="5328" y="2934"/>
            <a:ext cx="23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3" name="Equation" r:id="rId14" imgW="139680" imgH="164880" progId="Equation.3">
                    <p:embed/>
                  </p:oleObj>
                </mc:Choice>
                <mc:Fallback>
                  <p:oleObj name="Equation" r:id="rId14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23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20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4" name="Equation" r:id="rId16" imgW="190440" imgH="215640" progId="Equation.3">
                    <p:embed/>
                  </p:oleObj>
                </mc:Choice>
                <mc:Fallback>
                  <p:oleObj name="Equation" r:id="rId16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71040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5" name="Equation" r:id="rId18" imgW="190440" imgH="228600" progId="Equation.DSMT4">
                    <p:embed/>
                  </p:oleObj>
                </mc:Choice>
                <mc:Fallback>
                  <p:oleObj name="Equation" r:id="rId18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654222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6" name="Equation" r:id="rId20" imgW="190440" imgH="228600" progId="Equation.DSMT4">
                    <p:embed/>
                  </p:oleObj>
                </mc:Choice>
                <mc:Fallback>
                  <p:oleObj name="Equation" r:id="rId20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4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797765"/>
              </p:ext>
            </p:extLst>
          </p:nvPr>
        </p:nvGraphicFramePr>
        <p:xfrm>
          <a:off x="1502907" y="3836461"/>
          <a:ext cx="498472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7" name="Equation" r:id="rId22" imgW="2387520" imgH="419040" progId="Equation.DSMT4">
                  <p:embed/>
                </p:oleObj>
              </mc:Choice>
              <mc:Fallback>
                <p:oleObj name="Equation" r:id="rId22" imgW="2387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907" y="3836461"/>
                        <a:ext cx="498472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614900"/>
              </p:ext>
            </p:extLst>
          </p:nvPr>
        </p:nvGraphicFramePr>
        <p:xfrm>
          <a:off x="6192491" y="3717250"/>
          <a:ext cx="3271529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8" name="Equation" r:id="rId24" imgW="1358640" imgH="457200" progId="Equation.DSMT4">
                  <p:embed/>
                </p:oleObj>
              </mc:Choice>
              <mc:Fallback>
                <p:oleObj name="Equation" r:id="rId24" imgW="1358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491" y="3717250"/>
                        <a:ext cx="3271529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1460588" y="249732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250756"/>
              </p:ext>
            </p:extLst>
          </p:nvPr>
        </p:nvGraphicFramePr>
        <p:xfrm>
          <a:off x="1718131" y="1484742"/>
          <a:ext cx="81057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9" name="Equation" r:id="rId26" imgW="2984400" imgH="228600" progId="Equation.DSMT4">
                  <p:embed/>
                </p:oleObj>
              </mc:Choice>
              <mc:Fallback>
                <p:oleObj name="Equation" r:id="rId26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131" y="1484742"/>
                        <a:ext cx="81057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71845"/>
              </p:ext>
            </p:extLst>
          </p:nvPr>
        </p:nvGraphicFramePr>
        <p:xfrm>
          <a:off x="1561810" y="4750435"/>
          <a:ext cx="5135106" cy="57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0" name="Equation" r:id="rId28" imgW="1752480" imgH="228600" progId="Equation.DSMT4">
                  <p:embed/>
                </p:oleObj>
              </mc:Choice>
              <mc:Fallback>
                <p:oleObj name="Equation" r:id="rId28" imgW="1752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810" y="4750435"/>
                        <a:ext cx="5135106" cy="575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48166"/>
              </p:ext>
            </p:extLst>
          </p:nvPr>
        </p:nvGraphicFramePr>
        <p:xfrm>
          <a:off x="1519598" y="5225599"/>
          <a:ext cx="63198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1" name="Equation" r:id="rId30" imgW="2666880" imgH="469800" progId="Equation.DSMT4">
                  <p:embed/>
                </p:oleObj>
              </mc:Choice>
              <mc:Fallback>
                <p:oleObj name="Equation" r:id="rId30" imgW="2666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98" y="5225599"/>
                        <a:ext cx="63198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51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909252"/>
              </p:ext>
            </p:extLst>
          </p:nvPr>
        </p:nvGraphicFramePr>
        <p:xfrm>
          <a:off x="1363033" y="2215519"/>
          <a:ext cx="6434756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14" name="公式" r:id="rId3" imgW="2336760" imgH="228600" progId="Equation.3">
                  <p:embed/>
                </p:oleObj>
              </mc:Choice>
              <mc:Fallback>
                <p:oleObj name="公式" r:id="rId3" imgW="2336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033" y="2215519"/>
                        <a:ext cx="6434756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17197"/>
              </p:ext>
            </p:extLst>
          </p:nvPr>
        </p:nvGraphicFramePr>
        <p:xfrm>
          <a:off x="1519193" y="2712802"/>
          <a:ext cx="692150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15" name="Equation" r:id="rId5" imgW="2425680" imgH="596880" progId="Equation.DSMT4">
                  <p:embed/>
                </p:oleObj>
              </mc:Choice>
              <mc:Fallback>
                <p:oleObj name="Equation" r:id="rId5" imgW="24256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193" y="2712802"/>
                        <a:ext cx="692150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9116"/>
              </p:ext>
            </p:extLst>
          </p:nvPr>
        </p:nvGraphicFramePr>
        <p:xfrm>
          <a:off x="1550896" y="985562"/>
          <a:ext cx="4424180" cy="118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16" name="Equation" r:id="rId7" imgW="1346040" imgH="482400" progId="Equation.DSMT4">
                  <p:embed/>
                </p:oleObj>
              </mc:Choice>
              <mc:Fallback>
                <p:oleObj name="Equation" r:id="rId7" imgW="1346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985562"/>
                        <a:ext cx="4424180" cy="118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9" name="Group 25"/>
          <p:cNvGrpSpPr>
            <a:grpSpLocks/>
          </p:cNvGrpSpPr>
          <p:nvPr/>
        </p:nvGrpSpPr>
        <p:grpSpPr bwMode="auto">
          <a:xfrm>
            <a:off x="8629653" y="700251"/>
            <a:ext cx="2928938" cy="3362325"/>
            <a:chOff x="3784" y="1818"/>
            <a:chExt cx="1845" cy="2118"/>
          </a:xfrm>
        </p:grpSpPr>
        <p:sp>
          <p:nvSpPr>
            <p:cNvPr id="21530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5650056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17" name="Equation" r:id="rId9" imgW="139680" imgH="139680" progId="Equation.3">
                    <p:embed/>
                  </p:oleObj>
                </mc:Choice>
                <mc:Fallback>
                  <p:oleObj name="Equation" r:id="rId9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31472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18" name="Equation" r:id="rId11" imgW="114120" imgH="139680" progId="Equation.3">
                    <p:embed/>
                  </p:oleObj>
                </mc:Choice>
                <mc:Fallback>
                  <p:oleObj name="Equation" r:id="rId11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2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19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3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20" name="Equation" r:id="rId15" imgW="190440" imgH="215640" progId="Equation.3">
                    <p:embed/>
                  </p:oleObj>
                </mc:Choice>
                <mc:Fallback>
                  <p:oleObj name="Equation" r:id="rId15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4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21" name="Equation" r:id="rId17" imgW="203040" imgH="215640" progId="Equation.3">
                    <p:embed/>
                  </p:oleObj>
                </mc:Choice>
                <mc:Fallback>
                  <p:oleObj name="Equation" r:id="rId17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5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22" name="Equation" r:id="rId19" imgW="203040" imgH="228600" progId="Equation.3">
                    <p:embed/>
                  </p:oleObj>
                </mc:Choice>
                <mc:Fallback>
                  <p:oleObj name="Equation" r:id="rId19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424294"/>
              </p:ext>
            </p:extLst>
          </p:nvPr>
        </p:nvGraphicFramePr>
        <p:xfrm>
          <a:off x="1550896" y="4336416"/>
          <a:ext cx="7143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23" name="Equation" r:id="rId21" imgW="2450880" imgH="253800" progId="Equation.DSMT4">
                  <p:embed/>
                </p:oleObj>
              </mc:Choice>
              <mc:Fallback>
                <p:oleObj name="Equation" r:id="rId21" imgW="2450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4336416"/>
                        <a:ext cx="7143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846615"/>
              </p:ext>
            </p:extLst>
          </p:nvPr>
        </p:nvGraphicFramePr>
        <p:xfrm>
          <a:off x="1782765" y="5023725"/>
          <a:ext cx="732948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24" name="Equation" r:id="rId23" imgW="2514600" imgH="482400" progId="Equation.DSMT4">
                  <p:embed/>
                </p:oleObj>
              </mc:Choice>
              <mc:Fallback>
                <p:oleObj name="Equation" r:id="rId23" imgW="2514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5" y="5023725"/>
                        <a:ext cx="7329488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173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722561"/>
              </p:ext>
            </p:extLst>
          </p:nvPr>
        </p:nvGraphicFramePr>
        <p:xfrm>
          <a:off x="1273175" y="1262293"/>
          <a:ext cx="73374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97" name="Equation" r:id="rId3" imgW="3098520" imgH="406080" progId="Equation.DSMT4">
                  <p:embed/>
                </p:oleObj>
              </mc:Choice>
              <mc:Fallback>
                <p:oleObj name="Equation" r:id="rId3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262293"/>
                        <a:ext cx="73374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561150"/>
              </p:ext>
            </p:extLst>
          </p:nvPr>
        </p:nvGraphicFramePr>
        <p:xfrm>
          <a:off x="1185651" y="2146922"/>
          <a:ext cx="7485027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98" name="Equation" r:id="rId5" imgW="3136680" imgH="482400" progId="Equation.DSMT4">
                  <p:embed/>
                </p:oleObj>
              </mc:Choice>
              <mc:Fallback>
                <p:oleObj name="Equation" r:id="rId5" imgW="313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651" y="2146922"/>
                        <a:ext cx="7485027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8899618" y="247406"/>
            <a:ext cx="2928938" cy="3362325"/>
            <a:chOff x="3784" y="1818"/>
            <a:chExt cx="1845" cy="2118"/>
          </a:xfrm>
        </p:grpSpPr>
        <p:sp>
          <p:nvSpPr>
            <p:cNvPr id="6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9434380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99" name="Equation" r:id="rId7" imgW="139680" imgH="139680" progId="Equation.3">
                    <p:embed/>
                  </p:oleObj>
                </mc:Choice>
                <mc:Fallback>
                  <p:oleObj name="Equation" r:id="rId7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263175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00" name="Equation" r:id="rId9" imgW="114120" imgH="139680" progId="Equation.3">
                    <p:embed/>
                  </p:oleObj>
                </mc:Choice>
                <mc:Fallback>
                  <p:oleObj name="Equation" r:id="rId9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01" name="Equation" r:id="rId11" imgW="139680" imgH="164880" progId="Equation.3">
                    <p:embed/>
                  </p:oleObj>
                </mc:Choice>
                <mc:Fallback>
                  <p:oleObj name="Equation" r:id="rId11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02" name="Equation" r:id="rId13" imgW="190440" imgH="215640" progId="Equation.3">
                    <p:embed/>
                  </p:oleObj>
                </mc:Choice>
                <mc:Fallback>
                  <p:oleObj name="Equation" r:id="rId13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03" name="Equation" r:id="rId15" imgW="203040" imgH="215640" progId="Equation.3">
                    <p:embed/>
                  </p:oleObj>
                </mc:Choice>
                <mc:Fallback>
                  <p:oleObj name="Equation" r:id="rId15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04" name="Equation" r:id="rId17" imgW="203040" imgH="228600" progId="Equation.3">
                    <p:embed/>
                  </p:oleObj>
                </mc:Choice>
                <mc:Fallback>
                  <p:oleObj name="Equation" r:id="rId17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36</a:t>
            </a:fld>
            <a:endParaRPr lang="zh-CN" alt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141680"/>
              </p:ext>
            </p:extLst>
          </p:nvPr>
        </p:nvGraphicFramePr>
        <p:xfrm>
          <a:off x="1150206" y="3221539"/>
          <a:ext cx="425767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5" name="Equation" r:id="rId19" imgW="1688760" imgH="495000" progId="Equation.DSMT4">
                  <p:embed/>
                </p:oleObj>
              </mc:Choice>
              <mc:Fallback>
                <p:oleObj name="Equation" r:id="rId19" imgW="1688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206" y="3221539"/>
                        <a:ext cx="425767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4479"/>
              </p:ext>
            </p:extLst>
          </p:nvPr>
        </p:nvGraphicFramePr>
        <p:xfrm>
          <a:off x="1189100" y="4400137"/>
          <a:ext cx="6318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6" name="Equation" r:id="rId21" imgW="2197080" imgH="215640" progId="Equation.DSMT4">
                  <p:embed/>
                </p:oleObj>
              </mc:Choice>
              <mc:Fallback>
                <p:oleObj name="Equation" r:id="rId21" imgW="2197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100" y="4400137"/>
                        <a:ext cx="63182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07092"/>
              </p:ext>
            </p:extLst>
          </p:nvPr>
        </p:nvGraphicFramePr>
        <p:xfrm>
          <a:off x="7382752" y="4371161"/>
          <a:ext cx="3617931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7" name="Equation" r:id="rId23" imgW="1434960" imgH="253800" progId="Equation.DSMT4">
                  <p:embed/>
                </p:oleObj>
              </mc:Choice>
              <mc:Fallback>
                <p:oleObj name="Equation" r:id="rId23" imgW="1434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2752" y="4371161"/>
                        <a:ext cx="3617931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046851"/>
              </p:ext>
            </p:extLst>
          </p:nvPr>
        </p:nvGraphicFramePr>
        <p:xfrm>
          <a:off x="1257524" y="5064946"/>
          <a:ext cx="31353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8" name="Equation" r:id="rId25" imgW="1346040" imgH="406080" progId="Equation.DSMT4">
                  <p:embed/>
                </p:oleObj>
              </mc:Choice>
              <mc:Fallback>
                <p:oleObj name="Equation" r:id="rId25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524" y="5064946"/>
                        <a:ext cx="31353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587095"/>
              </p:ext>
            </p:extLst>
          </p:nvPr>
        </p:nvGraphicFramePr>
        <p:xfrm>
          <a:off x="4322193" y="4869907"/>
          <a:ext cx="644683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9" name="Equation" r:id="rId27" imgW="3035160" imgH="495000" progId="Equation.DSMT4">
                  <p:embed/>
                </p:oleObj>
              </mc:Choice>
              <mc:Fallback>
                <p:oleObj name="Equation" r:id="rId27" imgW="30351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193" y="4869907"/>
                        <a:ext cx="6446837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330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859514"/>
              </p:ext>
            </p:extLst>
          </p:nvPr>
        </p:nvGraphicFramePr>
        <p:xfrm>
          <a:off x="1108785" y="873533"/>
          <a:ext cx="81883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16" name="Equation" r:id="rId3" imgW="2971800" imgH="419040" progId="Equation.DSMT4">
                  <p:embed/>
                </p:oleObj>
              </mc:Choice>
              <mc:Fallback>
                <p:oleObj name="Equation" r:id="rId3" imgW="2971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785" y="873533"/>
                        <a:ext cx="81883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88069"/>
              </p:ext>
            </p:extLst>
          </p:nvPr>
        </p:nvGraphicFramePr>
        <p:xfrm>
          <a:off x="943121" y="3969293"/>
          <a:ext cx="5667646" cy="107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17" name="Equation" r:id="rId5" imgW="2247840" imgH="444240" progId="Equation.DSMT4">
                  <p:embed/>
                </p:oleObj>
              </mc:Choice>
              <mc:Fallback>
                <p:oleObj name="Equation" r:id="rId5" imgW="2247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121" y="3969293"/>
                        <a:ext cx="5667646" cy="1071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76" name="Group 24"/>
          <p:cNvGrpSpPr>
            <a:grpSpLocks/>
          </p:cNvGrpSpPr>
          <p:nvPr/>
        </p:nvGrpSpPr>
        <p:grpSpPr bwMode="auto">
          <a:xfrm>
            <a:off x="9252179" y="259851"/>
            <a:ext cx="2659063" cy="3267076"/>
            <a:chOff x="3832" y="1878"/>
            <a:chExt cx="1675" cy="2058"/>
          </a:xfrm>
        </p:grpSpPr>
        <p:sp>
          <p:nvSpPr>
            <p:cNvPr id="23577" name="Arc 25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Arc 26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28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0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31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Arc 32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895191"/>
                </p:ext>
              </p:extLst>
            </p:nvPr>
          </p:nvGraphicFramePr>
          <p:xfrm>
            <a:off x="3832" y="3654"/>
            <a:ext cx="30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18" name="Equation" r:id="rId7" imgW="139680" imgH="139680" progId="Equation.DSMT4">
                    <p:embed/>
                  </p:oleObj>
                </mc:Choice>
                <mc:Fallback>
                  <p:oleObj name="Equation" r:id="rId7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3654"/>
                          <a:ext cx="30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913326"/>
                </p:ext>
              </p:extLst>
            </p:nvPr>
          </p:nvGraphicFramePr>
          <p:xfrm>
            <a:off x="4605" y="1878"/>
            <a:ext cx="267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19"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1878"/>
                          <a:ext cx="267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756102"/>
                </p:ext>
              </p:extLst>
            </p:nvPr>
          </p:nvGraphicFramePr>
          <p:xfrm>
            <a:off x="5281" y="3008"/>
            <a:ext cx="22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20"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1" y="3008"/>
                          <a:ext cx="22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1620729"/>
                </p:ext>
              </p:extLst>
            </p:nvPr>
          </p:nvGraphicFramePr>
          <p:xfrm>
            <a:off x="4695" y="2687"/>
            <a:ext cx="26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21"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687"/>
                          <a:ext cx="26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43365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22"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3492085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423" name="Equation" r:id="rId17" imgW="190440" imgH="228600" progId="Equation.DSMT4">
                    <p:embed/>
                  </p:oleObj>
                </mc:Choice>
                <mc:Fallback>
                  <p:oleObj name="Equation" r:id="rId1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37</a:t>
            </a:fld>
            <a:endParaRPr lang="zh-CN" altLang="en-US"/>
          </a:p>
        </p:txBody>
      </p:sp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630027"/>
              </p:ext>
            </p:extLst>
          </p:nvPr>
        </p:nvGraphicFramePr>
        <p:xfrm>
          <a:off x="1089112" y="1855288"/>
          <a:ext cx="2705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4" name="Equation" r:id="rId19" imgW="1155600" imgH="215640" progId="Equation.DSMT4">
                  <p:embed/>
                </p:oleObj>
              </mc:Choice>
              <mc:Fallback>
                <p:oleObj name="Equation" r:id="rId19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112" y="1855288"/>
                        <a:ext cx="2705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363862"/>
              </p:ext>
            </p:extLst>
          </p:nvPr>
        </p:nvGraphicFramePr>
        <p:xfrm>
          <a:off x="1392420" y="2329591"/>
          <a:ext cx="61849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5" name="Equation" r:id="rId21" imgW="2781000" imgH="406080" progId="Equation.DSMT4">
                  <p:embed/>
                </p:oleObj>
              </mc:Choice>
              <mc:Fallback>
                <p:oleObj name="Equation" r:id="rId21" imgW="2781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420" y="2329591"/>
                        <a:ext cx="61849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955299"/>
              </p:ext>
            </p:extLst>
          </p:nvPr>
        </p:nvGraphicFramePr>
        <p:xfrm>
          <a:off x="1349374" y="3116070"/>
          <a:ext cx="4917684" cy="108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6" name="Equation" r:id="rId23" imgW="2400120" imgH="482400" progId="Equation.DSMT4">
                  <p:embed/>
                </p:oleObj>
              </mc:Choice>
              <mc:Fallback>
                <p:oleObj name="Equation" r:id="rId23" imgW="2400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4" y="3116070"/>
                        <a:ext cx="4917684" cy="1085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67050"/>
              </p:ext>
            </p:extLst>
          </p:nvPr>
        </p:nvGraphicFramePr>
        <p:xfrm>
          <a:off x="9621621" y="4303739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7" name="Equation" r:id="rId25" imgW="1231560" imgH="901440" progId="Equation.DSMT4">
                  <p:embed/>
                </p:oleObj>
              </mc:Choice>
              <mc:Fallback>
                <p:oleObj name="Equation" r:id="rId25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621621" y="4303739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40545"/>
              </p:ext>
            </p:extLst>
          </p:nvPr>
        </p:nvGraphicFramePr>
        <p:xfrm>
          <a:off x="3817273" y="1858833"/>
          <a:ext cx="566125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8" name="Equation" r:id="rId27" imgW="2514600" imgH="203040" progId="Equation.DSMT4">
                  <p:embed/>
                </p:oleObj>
              </mc:Choice>
              <mc:Fallback>
                <p:oleObj name="Equation" r:id="rId27" imgW="2514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273" y="1858833"/>
                        <a:ext cx="566125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163609" y="4993474"/>
            <a:ext cx="8115922" cy="1274994"/>
            <a:chOff x="1378351" y="5068600"/>
            <a:chExt cx="8115922" cy="1274994"/>
          </a:xfrm>
        </p:grpSpPr>
        <p:grpSp>
          <p:nvGrpSpPr>
            <p:cNvPr id="12" name="组合 11"/>
            <p:cNvGrpSpPr/>
            <p:nvPr/>
          </p:nvGrpSpPr>
          <p:grpSpPr>
            <a:xfrm>
              <a:off x="1378351" y="5068600"/>
              <a:ext cx="8115922" cy="1274994"/>
              <a:chOff x="843984" y="5138985"/>
              <a:chExt cx="8115922" cy="1274994"/>
            </a:xfrm>
          </p:grpSpPr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6038244"/>
                  </p:ext>
                </p:extLst>
              </p:nvPr>
            </p:nvGraphicFramePr>
            <p:xfrm>
              <a:off x="4447638" y="5254086"/>
              <a:ext cx="471487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429" name="Equation" r:id="rId29" imgW="164880" imgH="152280" progId="Equation.DSMT4">
                      <p:embed/>
                    </p:oleObj>
                  </mc:Choice>
                  <mc:Fallback>
                    <p:oleObj name="Equation" r:id="rId29" imgW="164880" imgH="152280" progId="Equation.DSMT4">
                      <p:embed/>
                      <p:pic>
                        <p:nvPicPr>
                          <p:cNvPr id="0" name="Object 4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7638" y="5254086"/>
                            <a:ext cx="471487" cy="4254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" name="组合 10"/>
              <p:cNvGrpSpPr/>
              <p:nvPr/>
            </p:nvGrpSpPr>
            <p:grpSpPr>
              <a:xfrm>
                <a:off x="843984" y="5138985"/>
                <a:ext cx="8115922" cy="1274994"/>
                <a:chOff x="805594" y="5117515"/>
                <a:chExt cx="8115922" cy="1274994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1690015" y="5117515"/>
                  <a:ext cx="7231501" cy="787400"/>
                  <a:chOff x="1690015" y="5117515"/>
                  <a:chExt cx="7231501" cy="787400"/>
                </a:xfrm>
              </p:grpSpPr>
              <p:graphicFrame>
                <p:nvGraphicFramePr>
                  <p:cNvPr id="3" name="对象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07312550"/>
                      </p:ext>
                    </p:extLst>
                  </p:nvPr>
                </p:nvGraphicFramePr>
                <p:xfrm>
                  <a:off x="2173806" y="5117515"/>
                  <a:ext cx="1604963" cy="7874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5430" name="Equation" r:id="rId31" imgW="787320" imgH="380880" progId="Equation.DSMT4">
                          <p:embed/>
                        </p:oleObj>
                      </mc:Choice>
                      <mc:Fallback>
                        <p:oleObj name="Equation" r:id="rId31" imgW="787320" imgH="380880" progId="Equation.DSMT4">
                          <p:embed/>
                          <p:pic>
                            <p:nvPicPr>
                              <p:cNvPr id="0" name="Object 49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73806" y="5117515"/>
                                <a:ext cx="1604963" cy="78740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" name="对象 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76802332"/>
                      </p:ext>
                    </p:extLst>
                  </p:nvPr>
                </p:nvGraphicFramePr>
                <p:xfrm>
                  <a:off x="5926062" y="5152609"/>
                  <a:ext cx="2995454" cy="5318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5431" name="Equation" r:id="rId33" imgW="1612800" imgH="228600" progId="Equation.DSMT4">
                          <p:embed/>
                        </p:oleObj>
                      </mc:Choice>
                      <mc:Fallback>
                        <p:oleObj name="Equation" r:id="rId33" imgW="1612800" imgH="228600" progId="Equation.DSMT4">
                          <p:embed/>
                          <p:pic>
                            <p:nvPicPr>
                              <p:cNvPr id="0" name="Object 49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926062" y="5152609"/>
                                <a:ext cx="2995454" cy="5318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6" name="Rectangle 500"/>
                  <p:cNvSpPr>
                    <a:spLocks noChangeArrowheads="1"/>
                  </p:cNvSpPr>
                  <p:nvPr/>
                </p:nvSpPr>
                <p:spPr bwMode="auto">
                  <a:xfrm>
                    <a:off x="1690015" y="5129998"/>
                    <a:ext cx="441747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求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" name="Rectangle 501"/>
                  <p:cNvSpPr>
                    <a:spLocks noChangeArrowheads="1"/>
                  </p:cNvSpPr>
                  <p:nvPr/>
                </p:nvSpPr>
                <p:spPr bwMode="auto">
                  <a:xfrm>
                    <a:off x="3684658" y="5156244"/>
                    <a:ext cx="1131345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其中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" name="Rectangle 502"/>
                  <p:cNvSpPr>
                    <a:spLocks noChangeArrowheads="1"/>
                  </p:cNvSpPr>
                  <p:nvPr/>
                </p:nvSpPr>
                <p:spPr bwMode="auto">
                  <a:xfrm>
                    <a:off x="4748409" y="5156244"/>
                    <a:ext cx="1529471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为球面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9" name="Rectangle 503"/>
                <p:cNvSpPr>
                  <a:spLocks noChangeArrowheads="1"/>
                </p:cNvSpPr>
                <p:nvPr/>
              </p:nvSpPr>
              <p:spPr bwMode="auto">
                <a:xfrm>
                  <a:off x="805594" y="5869289"/>
                  <a:ext cx="3193308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在第一卦限部分</a:t>
                  </a:r>
                  <a:r>
                    <a:rPr lang="en-US" altLang="zh-CN" sz="2800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文本框 12"/>
            <p:cNvSpPr txBox="1"/>
            <p:nvPr/>
          </p:nvSpPr>
          <p:spPr>
            <a:xfrm>
              <a:off x="1378351" y="508108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9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10012</TotalTime>
  <Words>741</Words>
  <Application>Microsoft Office PowerPoint</Application>
  <PresentationFormat>宽屏</PresentationFormat>
  <Paragraphs>242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Yu Gothic UI Light</vt:lpstr>
      <vt:lpstr>仿宋_GB2312</vt:lpstr>
      <vt:lpstr>黑体</vt:lpstr>
      <vt:lpstr>华文行楷</vt:lpstr>
      <vt:lpstr>华文宋体</vt:lpstr>
      <vt:lpstr>楷体_GB2312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BMP 图象</vt:lpstr>
      <vt:lpstr>Equation</vt:lpstr>
      <vt:lpstr>公式</vt:lpstr>
      <vt:lpstr>文档</vt:lpstr>
      <vt:lpstr>Document</vt:lpstr>
      <vt:lpstr>PowerPoint 演示文稿</vt:lpstr>
      <vt:lpstr>10.2 、第一型曲面积分的定义与性质</vt:lpstr>
      <vt:lpstr>定义:</vt:lpstr>
      <vt:lpstr>PowerPoint 演示文稿</vt:lpstr>
      <vt:lpstr>PowerPoint 演示文稿</vt:lpstr>
      <vt:lpstr>PowerPoint 演示文稿</vt:lpstr>
      <vt:lpstr>PowerPoint 演示文稿</vt:lpstr>
      <vt:lpstr>10.2.2计算法  转化为某个坐标面内 投影区域上的二重积分</vt:lpstr>
      <vt:lpstr>PowerPoint 演示文稿</vt:lpstr>
      <vt:lpstr>PowerPoint 演示文稿</vt:lpstr>
      <vt:lpstr>PowerPoint 演示文稿</vt:lpstr>
      <vt:lpstr>例1. 设  是四面体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例7. 计算曲面积分</vt:lpstr>
      <vt:lpstr>思考:</vt:lpstr>
      <vt:lpstr>例8.</vt:lpstr>
      <vt:lpstr>PowerPoint 演示文稿</vt:lpstr>
      <vt:lpstr>例9.  计算</vt:lpstr>
      <vt:lpstr>例10.  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174</cp:revision>
  <dcterms:created xsi:type="dcterms:W3CDTF">2020-02-27T11:25:15Z</dcterms:created>
  <dcterms:modified xsi:type="dcterms:W3CDTF">2025-02-04T01:32:03Z</dcterms:modified>
</cp:coreProperties>
</file>