
<file path=[Content_Types].xml><?xml version="1.0" encoding="utf-8"?>
<Types xmlns="http://schemas.openxmlformats.org/package/2006/content-types">
  <Default Extension="bin" ContentType="application/vnd.openxmlformats-officedocument.oleObject"/>
  <Default Extension="png" ContentType="image/png"/>
  <Default Extension="emf" ContentType="image/x-emf"/>
  <Default Extension="wmf" ContentType="image/x-wmf"/>
  <Default Extension="jpeg" ContentType="image/jpeg"/>
  <Default Extension="rels" ContentType="application/vnd.openxmlformats-package.relationships+xml"/>
  <Default Extension="xml" ContentType="application/xml"/>
  <Default Extension="vml" ContentType="application/vnd.openxmlformats-officedocument.vmlDrawing"/>
  <Default Extension="doc" ContentType="application/msword"/>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Override1.xml" ContentType="application/vnd.openxmlformats-officedocument.themeOverride+xml"/>
  <Override PartName="/ppt/theme/theme2.xml" ContentType="application/vnd.openxmlformats-officedocument.theme+xml"/>
  <Override PartName="/ppt/theme/theme3.xml" ContentType="application/vnd.openxmlformats-officedocument.theme+xml"/>
  <Override PartName="/ppt/tags/tag1.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1"/>
  </p:notesMasterIdLst>
  <p:handoutMasterIdLst>
    <p:handoutMasterId r:id="rId32"/>
  </p:handoutMasterIdLst>
  <p:sldIdLst>
    <p:sldId id="261" r:id="rId2"/>
    <p:sldId id="262" r:id="rId3"/>
    <p:sldId id="263" r:id="rId4"/>
    <p:sldId id="264" r:id="rId5"/>
    <p:sldId id="265" r:id="rId6"/>
    <p:sldId id="266" r:id="rId7"/>
    <p:sldId id="267" r:id="rId8"/>
    <p:sldId id="268" r:id="rId9"/>
    <p:sldId id="269" r:id="rId10"/>
    <p:sldId id="270" r:id="rId11"/>
    <p:sldId id="271" r:id="rId12"/>
    <p:sldId id="272" r:id="rId13"/>
    <p:sldId id="273" r:id="rId14"/>
    <p:sldId id="274" r:id="rId15"/>
    <p:sldId id="275" r:id="rId16"/>
    <p:sldId id="276" r:id="rId17"/>
    <p:sldId id="277" r:id="rId18"/>
    <p:sldId id="289" r:id="rId19"/>
    <p:sldId id="290" r:id="rId20"/>
    <p:sldId id="291" r:id="rId21"/>
    <p:sldId id="278" r:id="rId22"/>
    <p:sldId id="279" r:id="rId23"/>
    <p:sldId id="280" r:id="rId24"/>
    <p:sldId id="281" r:id="rId25"/>
    <p:sldId id="282" r:id="rId26"/>
    <p:sldId id="283" r:id="rId27"/>
    <p:sldId id="285" r:id="rId28"/>
    <p:sldId id="287" r:id="rId29"/>
    <p:sldId id="288" r:id="rId30"/>
  </p:sldIdLst>
  <p:sldSz cx="12192000" cy="6858000"/>
  <p:notesSz cx="6858000" cy="9144000"/>
  <p:defaultTextStyle>
    <a:defPPr>
      <a:defRPr lang="zh-CN"/>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xmlns="">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xmlns=""/>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xmlns=""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D27102A9-8310-4765-A935-A1911B00CA55}" styleName="浅色样式 1 - 强调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17292A2E-F333-43FB-9621-5CBBE7FDCDCB}" styleName="浅色样式 2 - 强调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9D7B26C5-4107-4FEC-AEDC-1716B250A1EF}" styleName="浅色样式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EB9631B5-78F2-41C9-869B-9F39066F8104}" styleName="中度样式 3 - 强调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10A1B5D5-9B99-4C35-A422-299274C87663}" styleName="中度样式 1 - 强调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ED083AE6-46FA-4A59-8FB0-9F97EB10719F}" styleName="浅色样式 3 - 强调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1317" autoAdjust="0"/>
    <p:restoredTop sz="94238" autoAdjust="0"/>
  </p:normalViewPr>
  <p:slideViewPr>
    <p:cSldViewPr>
      <p:cViewPr varScale="1">
        <p:scale>
          <a:sx n="114" d="100"/>
          <a:sy n="114" d="100"/>
        </p:scale>
        <p:origin x="-228" y="-108"/>
      </p:cViewPr>
      <p:guideLst>
        <p:guide orient="horz" pos="2160"/>
        <p:guide pos="3840"/>
      </p:guideLst>
    </p:cSldViewPr>
  </p:slideViewPr>
  <p:outlineViewPr>
    <p:cViewPr>
      <p:scale>
        <a:sx n="33" d="100"/>
        <a:sy n="33" d="100"/>
      </p:scale>
      <p:origin x="0" y="0"/>
    </p:cViewPr>
  </p:outlineViewPr>
  <p:notesTextViewPr>
    <p:cViewPr>
      <p:scale>
        <a:sx n="100" d="100"/>
        <a:sy n="100" d="100"/>
      </p:scale>
      <p:origin x="0" y="0"/>
    </p:cViewPr>
  </p:notesTextViewPr>
  <p:notesViewPr>
    <p:cSldViewPr>
      <p:cViewPr varScale="1">
        <p:scale>
          <a:sx n="52" d="100"/>
          <a:sy n="52" d="100"/>
        </p:scale>
        <p:origin x="2064" y="84"/>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60"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s>
</file>

<file path=ppt/drawings/_rels/vmlDrawing1.v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emf"/><Relationship Id="rId1" Type="http://schemas.openxmlformats.org/officeDocument/2006/relationships/image" Target="../media/image1.emf"/></Relationships>
</file>

<file path=ppt/drawings/_rels/vmlDrawing2.vml.rels><?xml version="1.0" encoding="UTF-8" standalone="yes"?>
<Relationships xmlns="http://schemas.openxmlformats.org/package/2006/relationships"><Relationship Id="rId3" Type="http://schemas.openxmlformats.org/officeDocument/2006/relationships/image" Target="../media/image6.wmf"/><Relationship Id="rId7" Type="http://schemas.openxmlformats.org/officeDocument/2006/relationships/image" Target="../media/image10.wmf"/><Relationship Id="rId2" Type="http://schemas.openxmlformats.org/officeDocument/2006/relationships/image" Target="../media/image5.wmf"/><Relationship Id="rId1" Type="http://schemas.openxmlformats.org/officeDocument/2006/relationships/image" Target="../media/image4.wmf"/><Relationship Id="rId6" Type="http://schemas.openxmlformats.org/officeDocument/2006/relationships/image" Target="../media/image9.wmf"/><Relationship Id="rId5" Type="http://schemas.openxmlformats.org/officeDocument/2006/relationships/image" Target="../media/image8.wmf"/><Relationship Id="rId4" Type="http://schemas.openxmlformats.org/officeDocument/2006/relationships/image" Target="../media/image7.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1.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2.emf"/></Relationships>
</file>

<file path=ppt/drawings/_rels/vmlDrawing5.vml.rels><?xml version="1.0" encoding="UTF-8" standalone="yes"?>
<Relationships xmlns="http://schemas.openxmlformats.org/package/2006/relationships"><Relationship Id="rId8" Type="http://schemas.openxmlformats.org/officeDocument/2006/relationships/image" Target="../media/image20.wmf"/><Relationship Id="rId3" Type="http://schemas.openxmlformats.org/officeDocument/2006/relationships/image" Target="../media/image15.wmf"/><Relationship Id="rId7" Type="http://schemas.openxmlformats.org/officeDocument/2006/relationships/image" Target="../media/image19.wmf"/><Relationship Id="rId2" Type="http://schemas.openxmlformats.org/officeDocument/2006/relationships/image" Target="../media/image14.wmf"/><Relationship Id="rId1" Type="http://schemas.openxmlformats.org/officeDocument/2006/relationships/image" Target="../media/image13.wmf"/><Relationship Id="rId6" Type="http://schemas.openxmlformats.org/officeDocument/2006/relationships/image" Target="../media/image18.wmf"/><Relationship Id="rId5" Type="http://schemas.openxmlformats.org/officeDocument/2006/relationships/image" Target="../media/image17.wmf"/><Relationship Id="rId4" Type="http://schemas.openxmlformats.org/officeDocument/2006/relationships/image" Target="../media/image16.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21.emf"/></Relationships>
</file>

<file path=ppt/drawings/_rels/vmlDrawing7.vml.rels><?xml version="1.0" encoding="UTF-8" standalone="yes"?>
<Relationships xmlns="http://schemas.openxmlformats.org/package/2006/relationships"><Relationship Id="rId8" Type="http://schemas.openxmlformats.org/officeDocument/2006/relationships/image" Target="../media/image29.wmf"/><Relationship Id="rId3" Type="http://schemas.openxmlformats.org/officeDocument/2006/relationships/image" Target="../media/image24.wmf"/><Relationship Id="rId7" Type="http://schemas.openxmlformats.org/officeDocument/2006/relationships/image" Target="../media/image28.wmf"/><Relationship Id="rId2" Type="http://schemas.openxmlformats.org/officeDocument/2006/relationships/image" Target="../media/image23.emf"/><Relationship Id="rId1" Type="http://schemas.openxmlformats.org/officeDocument/2006/relationships/image" Target="../media/image22.wmf"/><Relationship Id="rId6" Type="http://schemas.openxmlformats.org/officeDocument/2006/relationships/image" Target="../media/image27.wmf"/><Relationship Id="rId5" Type="http://schemas.openxmlformats.org/officeDocument/2006/relationships/image" Target="../media/image26.wmf"/><Relationship Id="rId10" Type="http://schemas.openxmlformats.org/officeDocument/2006/relationships/image" Target="../media/image31.wmf"/><Relationship Id="rId4" Type="http://schemas.openxmlformats.org/officeDocument/2006/relationships/image" Target="../media/image25.wmf"/><Relationship Id="rId9" Type="http://schemas.openxmlformats.org/officeDocument/2006/relationships/image" Target="../media/image30.wmf"/></Relationships>
</file>

<file path=ppt/drawings/_rels/vmlDrawing8.vml.rels><?xml version="1.0" encoding="UTF-8" standalone="yes"?>
<Relationships xmlns="http://schemas.openxmlformats.org/package/2006/relationships"><Relationship Id="rId3" Type="http://schemas.openxmlformats.org/officeDocument/2006/relationships/image" Target="../media/image34.wmf"/><Relationship Id="rId2" Type="http://schemas.openxmlformats.org/officeDocument/2006/relationships/image" Target="../media/image33.wmf"/><Relationship Id="rId1" Type="http://schemas.openxmlformats.org/officeDocument/2006/relationships/image" Target="../media/image32.wmf"/></Relationships>
</file>

<file path=ppt/drawings/_rels/vmlDrawing9.vml.rels><?xml version="1.0" encoding="UTF-8" standalone="yes"?>
<Relationships xmlns="http://schemas.openxmlformats.org/package/2006/relationships"><Relationship Id="rId8" Type="http://schemas.openxmlformats.org/officeDocument/2006/relationships/image" Target="../media/image43.wmf"/><Relationship Id="rId3" Type="http://schemas.openxmlformats.org/officeDocument/2006/relationships/image" Target="../media/image38.wmf"/><Relationship Id="rId7" Type="http://schemas.openxmlformats.org/officeDocument/2006/relationships/image" Target="../media/image42.wmf"/><Relationship Id="rId2" Type="http://schemas.openxmlformats.org/officeDocument/2006/relationships/image" Target="../media/image37.wmf"/><Relationship Id="rId1" Type="http://schemas.openxmlformats.org/officeDocument/2006/relationships/image" Target="../media/image36.wmf"/><Relationship Id="rId6" Type="http://schemas.openxmlformats.org/officeDocument/2006/relationships/image" Target="../media/image41.wmf"/><Relationship Id="rId5" Type="http://schemas.openxmlformats.org/officeDocument/2006/relationships/image" Target="../media/image40.wmf"/><Relationship Id="rId10" Type="http://schemas.openxmlformats.org/officeDocument/2006/relationships/image" Target="../media/image45.wmf"/><Relationship Id="rId4" Type="http://schemas.openxmlformats.org/officeDocument/2006/relationships/image" Target="../media/image39.wmf"/><Relationship Id="rId9" Type="http://schemas.openxmlformats.org/officeDocument/2006/relationships/image" Target="../media/image44.wmf"/></Relationships>
</file>

<file path=ppt/drawings/_rels/vmlDrawing10.vml.rels><?xml version="1.0" encoding="UTF-8" standalone="yes"?>
<Relationships xmlns="http://schemas.openxmlformats.org/package/2006/relationships"><Relationship Id="rId3" Type="http://schemas.openxmlformats.org/officeDocument/2006/relationships/image" Target="../media/image48.wmf"/><Relationship Id="rId2" Type="http://schemas.openxmlformats.org/officeDocument/2006/relationships/image" Target="../media/image47.wmf"/><Relationship Id="rId1" Type="http://schemas.openxmlformats.org/officeDocument/2006/relationships/image" Target="../media/image46.emf"/><Relationship Id="rId4" Type="http://schemas.openxmlformats.org/officeDocument/2006/relationships/image" Target="../media/image49.wmf"/></Relationships>
</file>

<file path=ppt/drawings/_rels/vmlDrawing11.vml.rels><?xml version="1.0" encoding="UTF-8" standalone="yes"?>
<Relationships xmlns="http://schemas.openxmlformats.org/package/2006/relationships"><Relationship Id="rId3" Type="http://schemas.openxmlformats.org/officeDocument/2006/relationships/image" Target="../media/image52.wmf"/><Relationship Id="rId7" Type="http://schemas.openxmlformats.org/officeDocument/2006/relationships/image" Target="../media/image56.wmf"/><Relationship Id="rId2" Type="http://schemas.openxmlformats.org/officeDocument/2006/relationships/image" Target="../media/image51.wmf"/><Relationship Id="rId1" Type="http://schemas.openxmlformats.org/officeDocument/2006/relationships/image" Target="../media/image50.wmf"/><Relationship Id="rId6" Type="http://schemas.openxmlformats.org/officeDocument/2006/relationships/image" Target="../media/image55.wmf"/><Relationship Id="rId5" Type="http://schemas.openxmlformats.org/officeDocument/2006/relationships/image" Target="../media/image54.wmf"/><Relationship Id="rId4" Type="http://schemas.openxmlformats.org/officeDocument/2006/relationships/image" Target="../media/image53.wmf"/></Relationships>
</file>

<file path=ppt/drawings/_rels/vmlDrawing12.vml.rels><?xml version="1.0" encoding="UTF-8" standalone="yes"?>
<Relationships xmlns="http://schemas.openxmlformats.org/package/2006/relationships"><Relationship Id="rId8" Type="http://schemas.openxmlformats.org/officeDocument/2006/relationships/image" Target="../media/image64.wmf"/><Relationship Id="rId3" Type="http://schemas.openxmlformats.org/officeDocument/2006/relationships/image" Target="../media/image59.wmf"/><Relationship Id="rId7" Type="http://schemas.openxmlformats.org/officeDocument/2006/relationships/image" Target="../media/image63.wmf"/><Relationship Id="rId2" Type="http://schemas.openxmlformats.org/officeDocument/2006/relationships/image" Target="../media/image58.wmf"/><Relationship Id="rId1" Type="http://schemas.openxmlformats.org/officeDocument/2006/relationships/image" Target="../media/image57.wmf"/><Relationship Id="rId6" Type="http://schemas.openxmlformats.org/officeDocument/2006/relationships/image" Target="../media/image62.wmf"/><Relationship Id="rId5" Type="http://schemas.openxmlformats.org/officeDocument/2006/relationships/image" Target="../media/image61.wmf"/><Relationship Id="rId4" Type="http://schemas.openxmlformats.org/officeDocument/2006/relationships/image" Target="../media/image60.wmf"/><Relationship Id="rId9" Type="http://schemas.openxmlformats.org/officeDocument/2006/relationships/image" Target="../media/image65.wmf"/></Relationships>
</file>

<file path=ppt/drawings/_rels/vmlDrawing13.vml.rels><?xml version="1.0" encoding="UTF-8" standalone="yes"?>
<Relationships xmlns="http://schemas.openxmlformats.org/package/2006/relationships"><Relationship Id="rId2" Type="http://schemas.openxmlformats.org/officeDocument/2006/relationships/image" Target="../media/image67.wmf"/><Relationship Id="rId1" Type="http://schemas.openxmlformats.org/officeDocument/2006/relationships/image" Target="../media/image66.wmf"/></Relationships>
</file>

<file path=ppt/drawings/_rels/vmlDrawing14.vml.rels><?xml version="1.0" encoding="UTF-8" standalone="yes"?>
<Relationships xmlns="http://schemas.openxmlformats.org/package/2006/relationships"><Relationship Id="rId3" Type="http://schemas.openxmlformats.org/officeDocument/2006/relationships/image" Target="../media/image70.wmf"/><Relationship Id="rId2" Type="http://schemas.openxmlformats.org/officeDocument/2006/relationships/image" Target="../media/image69.wmf"/><Relationship Id="rId1" Type="http://schemas.openxmlformats.org/officeDocument/2006/relationships/image" Target="../media/image68.emf"/><Relationship Id="rId6" Type="http://schemas.openxmlformats.org/officeDocument/2006/relationships/image" Target="../media/image73.wmf"/><Relationship Id="rId5" Type="http://schemas.openxmlformats.org/officeDocument/2006/relationships/image" Target="../media/image72.wmf"/><Relationship Id="rId4" Type="http://schemas.openxmlformats.org/officeDocument/2006/relationships/image" Target="../media/image71.wmf"/></Relationships>
</file>

<file path=ppt/drawings/_rels/vmlDrawing15.vml.rels><?xml version="1.0" encoding="UTF-8" standalone="yes"?>
<Relationships xmlns="http://schemas.openxmlformats.org/package/2006/relationships"><Relationship Id="rId3" Type="http://schemas.openxmlformats.org/officeDocument/2006/relationships/image" Target="../media/image76.wmf"/><Relationship Id="rId2" Type="http://schemas.openxmlformats.org/officeDocument/2006/relationships/image" Target="../media/image75.wmf"/><Relationship Id="rId1" Type="http://schemas.openxmlformats.org/officeDocument/2006/relationships/image" Target="../media/image74.emf"/><Relationship Id="rId5" Type="http://schemas.openxmlformats.org/officeDocument/2006/relationships/image" Target="../media/image78.wmf"/><Relationship Id="rId4" Type="http://schemas.openxmlformats.org/officeDocument/2006/relationships/image" Target="../media/image77.wmf"/></Relationships>
</file>

<file path=ppt/drawings/_rels/vmlDrawing16.vml.rels><?xml version="1.0" encoding="UTF-8" standalone="yes"?>
<Relationships xmlns="http://schemas.openxmlformats.org/package/2006/relationships"><Relationship Id="rId3" Type="http://schemas.openxmlformats.org/officeDocument/2006/relationships/image" Target="../media/image81.wmf"/><Relationship Id="rId2" Type="http://schemas.openxmlformats.org/officeDocument/2006/relationships/image" Target="../media/image80.wmf"/><Relationship Id="rId1" Type="http://schemas.openxmlformats.org/officeDocument/2006/relationships/image" Target="../media/image79.emf"/><Relationship Id="rId5" Type="http://schemas.openxmlformats.org/officeDocument/2006/relationships/image" Target="../media/image83.wmf"/><Relationship Id="rId4" Type="http://schemas.openxmlformats.org/officeDocument/2006/relationships/image" Target="../media/image82.wmf"/></Relationships>
</file>

<file path=ppt/drawings/_rels/vmlDrawing17.vml.rels><?xml version="1.0" encoding="UTF-8" standalone="yes"?>
<Relationships xmlns="http://schemas.openxmlformats.org/package/2006/relationships"><Relationship Id="rId3" Type="http://schemas.openxmlformats.org/officeDocument/2006/relationships/image" Target="../media/image86.wmf"/><Relationship Id="rId2" Type="http://schemas.openxmlformats.org/officeDocument/2006/relationships/image" Target="../media/image85.wmf"/><Relationship Id="rId1" Type="http://schemas.openxmlformats.org/officeDocument/2006/relationships/image" Target="../media/image84.wmf"/><Relationship Id="rId5" Type="http://schemas.openxmlformats.org/officeDocument/2006/relationships/image" Target="../media/image88.wmf"/><Relationship Id="rId4" Type="http://schemas.openxmlformats.org/officeDocument/2006/relationships/image" Target="../media/image87.wmf"/></Relationships>
</file>

<file path=ppt/drawings/_rels/vmlDrawing18.vml.rels><?xml version="1.0" encoding="UTF-8" standalone="yes"?>
<Relationships xmlns="http://schemas.openxmlformats.org/package/2006/relationships"><Relationship Id="rId8" Type="http://schemas.openxmlformats.org/officeDocument/2006/relationships/image" Target="../media/image96.wmf"/><Relationship Id="rId3" Type="http://schemas.openxmlformats.org/officeDocument/2006/relationships/image" Target="../media/image91.wmf"/><Relationship Id="rId7" Type="http://schemas.openxmlformats.org/officeDocument/2006/relationships/image" Target="../media/image95.wmf"/><Relationship Id="rId2" Type="http://schemas.openxmlformats.org/officeDocument/2006/relationships/image" Target="../media/image90.wmf"/><Relationship Id="rId1" Type="http://schemas.openxmlformats.org/officeDocument/2006/relationships/image" Target="../media/image89.wmf"/><Relationship Id="rId6" Type="http://schemas.openxmlformats.org/officeDocument/2006/relationships/image" Target="../media/image94.wmf"/><Relationship Id="rId5" Type="http://schemas.openxmlformats.org/officeDocument/2006/relationships/image" Target="../media/image93.wmf"/><Relationship Id="rId10" Type="http://schemas.openxmlformats.org/officeDocument/2006/relationships/image" Target="../media/image98.wmf"/><Relationship Id="rId4" Type="http://schemas.openxmlformats.org/officeDocument/2006/relationships/image" Target="../media/image92.wmf"/><Relationship Id="rId9" Type="http://schemas.openxmlformats.org/officeDocument/2006/relationships/image" Target="../media/image97.wmf"/></Relationships>
</file>

<file path=ppt/drawings/_rels/vmlDrawing19.vml.rels><?xml version="1.0" encoding="UTF-8" standalone="yes"?>
<Relationships xmlns="http://schemas.openxmlformats.org/package/2006/relationships"><Relationship Id="rId8" Type="http://schemas.openxmlformats.org/officeDocument/2006/relationships/image" Target="../media/image105.wmf"/><Relationship Id="rId3" Type="http://schemas.openxmlformats.org/officeDocument/2006/relationships/image" Target="../media/image100.wmf"/><Relationship Id="rId7" Type="http://schemas.openxmlformats.org/officeDocument/2006/relationships/image" Target="../media/image104.wmf"/><Relationship Id="rId2" Type="http://schemas.openxmlformats.org/officeDocument/2006/relationships/image" Target="../media/image99.wmf"/><Relationship Id="rId1" Type="http://schemas.openxmlformats.org/officeDocument/2006/relationships/image" Target="../media/image89.wmf"/><Relationship Id="rId6" Type="http://schemas.openxmlformats.org/officeDocument/2006/relationships/image" Target="../media/image103.wmf"/><Relationship Id="rId11" Type="http://schemas.openxmlformats.org/officeDocument/2006/relationships/image" Target="../media/image108.wmf"/><Relationship Id="rId5" Type="http://schemas.openxmlformats.org/officeDocument/2006/relationships/image" Target="../media/image102.wmf"/><Relationship Id="rId10" Type="http://schemas.openxmlformats.org/officeDocument/2006/relationships/image" Target="../media/image107.wmf"/><Relationship Id="rId4" Type="http://schemas.openxmlformats.org/officeDocument/2006/relationships/image" Target="../media/image101.wmf"/><Relationship Id="rId9" Type="http://schemas.openxmlformats.org/officeDocument/2006/relationships/image" Target="../media/image106.wmf"/></Relationships>
</file>

<file path=ppt/drawings/_rels/vmlDrawing20.vml.rels><?xml version="1.0" encoding="UTF-8" standalone="yes"?>
<Relationships xmlns="http://schemas.openxmlformats.org/package/2006/relationships"><Relationship Id="rId3" Type="http://schemas.openxmlformats.org/officeDocument/2006/relationships/image" Target="../media/image110.wmf"/><Relationship Id="rId7" Type="http://schemas.openxmlformats.org/officeDocument/2006/relationships/image" Target="../media/image114.wmf"/><Relationship Id="rId2" Type="http://schemas.openxmlformats.org/officeDocument/2006/relationships/image" Target="../media/image109.wmf"/><Relationship Id="rId1" Type="http://schemas.openxmlformats.org/officeDocument/2006/relationships/image" Target="../media/image89.wmf"/><Relationship Id="rId6" Type="http://schemas.openxmlformats.org/officeDocument/2006/relationships/image" Target="../media/image113.wmf"/><Relationship Id="rId5" Type="http://schemas.openxmlformats.org/officeDocument/2006/relationships/image" Target="../media/image112.wmf"/><Relationship Id="rId4" Type="http://schemas.openxmlformats.org/officeDocument/2006/relationships/image" Target="../media/image111.wmf"/></Relationships>
</file>

<file path=ppt/drawings/_rels/vmlDrawing21.vml.rels><?xml version="1.0" encoding="UTF-8" standalone="yes"?>
<Relationships xmlns="http://schemas.openxmlformats.org/package/2006/relationships"><Relationship Id="rId3" Type="http://schemas.openxmlformats.org/officeDocument/2006/relationships/image" Target="../media/image117.wmf"/><Relationship Id="rId2" Type="http://schemas.openxmlformats.org/officeDocument/2006/relationships/image" Target="../media/image116.wmf"/><Relationship Id="rId1" Type="http://schemas.openxmlformats.org/officeDocument/2006/relationships/image" Target="../media/image115.wmf"/></Relationships>
</file>

<file path=ppt/drawings/_rels/vmlDrawing22.vml.rels><?xml version="1.0" encoding="UTF-8" standalone="yes"?>
<Relationships xmlns="http://schemas.openxmlformats.org/package/2006/relationships"><Relationship Id="rId8" Type="http://schemas.openxmlformats.org/officeDocument/2006/relationships/image" Target="../media/image125.wmf"/><Relationship Id="rId3" Type="http://schemas.openxmlformats.org/officeDocument/2006/relationships/image" Target="../media/image120.wmf"/><Relationship Id="rId7" Type="http://schemas.openxmlformats.org/officeDocument/2006/relationships/image" Target="../media/image124.wmf"/><Relationship Id="rId2" Type="http://schemas.openxmlformats.org/officeDocument/2006/relationships/image" Target="../media/image119.wmf"/><Relationship Id="rId1" Type="http://schemas.openxmlformats.org/officeDocument/2006/relationships/image" Target="../media/image118.emf"/><Relationship Id="rId6" Type="http://schemas.openxmlformats.org/officeDocument/2006/relationships/image" Target="../media/image123.wmf"/><Relationship Id="rId5" Type="http://schemas.openxmlformats.org/officeDocument/2006/relationships/image" Target="../media/image122.wmf"/><Relationship Id="rId10" Type="http://schemas.openxmlformats.org/officeDocument/2006/relationships/image" Target="../media/image127.wmf"/><Relationship Id="rId4" Type="http://schemas.openxmlformats.org/officeDocument/2006/relationships/image" Target="../media/image121.wmf"/><Relationship Id="rId9" Type="http://schemas.openxmlformats.org/officeDocument/2006/relationships/image" Target="../media/image126.wmf"/></Relationships>
</file>

<file path=ppt/drawings/_rels/vmlDrawing23.vml.rels><?xml version="1.0" encoding="UTF-8" standalone="yes"?>
<Relationships xmlns="http://schemas.openxmlformats.org/package/2006/relationships"><Relationship Id="rId2" Type="http://schemas.openxmlformats.org/officeDocument/2006/relationships/image" Target="../media/image129.wmf"/><Relationship Id="rId1" Type="http://schemas.openxmlformats.org/officeDocument/2006/relationships/image" Target="../media/image128.wmf"/></Relationships>
</file>

<file path=ppt/drawings/_rels/vmlDrawing24.vml.rels><?xml version="1.0" encoding="UTF-8" standalone="yes"?>
<Relationships xmlns="http://schemas.openxmlformats.org/package/2006/relationships"><Relationship Id="rId3" Type="http://schemas.openxmlformats.org/officeDocument/2006/relationships/image" Target="../media/image132.emf"/><Relationship Id="rId7" Type="http://schemas.openxmlformats.org/officeDocument/2006/relationships/image" Target="../media/image136.wmf"/><Relationship Id="rId2" Type="http://schemas.openxmlformats.org/officeDocument/2006/relationships/image" Target="../media/image131.emf"/><Relationship Id="rId1" Type="http://schemas.openxmlformats.org/officeDocument/2006/relationships/image" Target="../media/image130.emf"/><Relationship Id="rId6" Type="http://schemas.openxmlformats.org/officeDocument/2006/relationships/image" Target="../media/image135.emf"/><Relationship Id="rId5" Type="http://schemas.openxmlformats.org/officeDocument/2006/relationships/image" Target="../media/image134.emf"/><Relationship Id="rId4" Type="http://schemas.openxmlformats.org/officeDocument/2006/relationships/image" Target="../media/image133.emf"/></Relationships>
</file>

<file path=ppt/drawings/_rels/vmlDrawing25.vml.rels><?xml version="1.0" encoding="UTF-8" standalone="yes"?>
<Relationships xmlns="http://schemas.openxmlformats.org/package/2006/relationships"><Relationship Id="rId8" Type="http://schemas.openxmlformats.org/officeDocument/2006/relationships/image" Target="../media/image144.wmf"/><Relationship Id="rId13" Type="http://schemas.openxmlformats.org/officeDocument/2006/relationships/image" Target="../media/image149.emf"/><Relationship Id="rId18" Type="http://schemas.openxmlformats.org/officeDocument/2006/relationships/image" Target="../media/image154.emf"/><Relationship Id="rId3" Type="http://schemas.openxmlformats.org/officeDocument/2006/relationships/image" Target="../media/image139.emf"/><Relationship Id="rId7" Type="http://schemas.openxmlformats.org/officeDocument/2006/relationships/image" Target="../media/image143.emf"/><Relationship Id="rId12" Type="http://schemas.openxmlformats.org/officeDocument/2006/relationships/image" Target="../media/image148.emf"/><Relationship Id="rId17" Type="http://schemas.openxmlformats.org/officeDocument/2006/relationships/image" Target="../media/image153.emf"/><Relationship Id="rId2" Type="http://schemas.openxmlformats.org/officeDocument/2006/relationships/image" Target="../media/image138.emf"/><Relationship Id="rId16" Type="http://schemas.openxmlformats.org/officeDocument/2006/relationships/image" Target="../media/image152.wmf"/><Relationship Id="rId20" Type="http://schemas.openxmlformats.org/officeDocument/2006/relationships/image" Target="../media/image156.emf"/><Relationship Id="rId1" Type="http://schemas.openxmlformats.org/officeDocument/2006/relationships/image" Target="../media/image137.emf"/><Relationship Id="rId6" Type="http://schemas.openxmlformats.org/officeDocument/2006/relationships/image" Target="../media/image142.emf"/><Relationship Id="rId11" Type="http://schemas.openxmlformats.org/officeDocument/2006/relationships/image" Target="../media/image147.emf"/><Relationship Id="rId5" Type="http://schemas.openxmlformats.org/officeDocument/2006/relationships/image" Target="../media/image141.emf"/><Relationship Id="rId15" Type="http://schemas.openxmlformats.org/officeDocument/2006/relationships/image" Target="../media/image151.wmf"/><Relationship Id="rId10" Type="http://schemas.openxmlformats.org/officeDocument/2006/relationships/image" Target="../media/image146.emf"/><Relationship Id="rId19" Type="http://schemas.openxmlformats.org/officeDocument/2006/relationships/image" Target="../media/image155.emf"/><Relationship Id="rId4" Type="http://schemas.openxmlformats.org/officeDocument/2006/relationships/image" Target="../media/image140.wmf"/><Relationship Id="rId9" Type="http://schemas.openxmlformats.org/officeDocument/2006/relationships/image" Target="../media/image145.wmf"/><Relationship Id="rId14" Type="http://schemas.openxmlformats.org/officeDocument/2006/relationships/image" Target="../media/image150.emf"/></Relationships>
</file>

<file path=ppt/drawings/_rels/vmlDrawing26.vml.rels><?xml version="1.0" encoding="UTF-8" standalone="yes"?>
<Relationships xmlns="http://schemas.openxmlformats.org/package/2006/relationships"><Relationship Id="rId8" Type="http://schemas.openxmlformats.org/officeDocument/2006/relationships/image" Target="../media/image164.wmf"/><Relationship Id="rId3" Type="http://schemas.openxmlformats.org/officeDocument/2006/relationships/image" Target="../media/image159.wmf"/><Relationship Id="rId7" Type="http://schemas.openxmlformats.org/officeDocument/2006/relationships/image" Target="../media/image163.wmf"/><Relationship Id="rId2" Type="http://schemas.openxmlformats.org/officeDocument/2006/relationships/image" Target="../media/image158.wmf"/><Relationship Id="rId1" Type="http://schemas.openxmlformats.org/officeDocument/2006/relationships/image" Target="../media/image157.wmf"/><Relationship Id="rId6" Type="http://schemas.openxmlformats.org/officeDocument/2006/relationships/image" Target="../media/image162.wmf"/><Relationship Id="rId5" Type="http://schemas.openxmlformats.org/officeDocument/2006/relationships/image" Target="../media/image161.wmf"/><Relationship Id="rId4" Type="http://schemas.openxmlformats.org/officeDocument/2006/relationships/image" Target="../media/image160.wmf"/><Relationship Id="rId9" Type="http://schemas.openxmlformats.org/officeDocument/2006/relationships/image" Target="../media/image165.wmf"/></Relationships>
</file>

<file path=ppt/drawings/_rels/vmlDrawing27.vml.rels><?xml version="1.0" encoding="UTF-8" standalone="yes"?>
<Relationships xmlns="http://schemas.openxmlformats.org/package/2006/relationships"><Relationship Id="rId3" Type="http://schemas.openxmlformats.org/officeDocument/2006/relationships/image" Target="../media/image168.wmf"/><Relationship Id="rId2" Type="http://schemas.openxmlformats.org/officeDocument/2006/relationships/image" Target="../media/image167.wmf"/><Relationship Id="rId1" Type="http://schemas.openxmlformats.org/officeDocument/2006/relationships/image" Target="../media/image166.wmf"/><Relationship Id="rId6" Type="http://schemas.openxmlformats.org/officeDocument/2006/relationships/image" Target="../media/image171.wmf"/><Relationship Id="rId5" Type="http://schemas.openxmlformats.org/officeDocument/2006/relationships/image" Target="../media/image170.wmf"/><Relationship Id="rId4" Type="http://schemas.openxmlformats.org/officeDocument/2006/relationships/image" Target="../media/image169.wmf"/></Relationships>
</file>

<file path=ppt/drawings/_rels/vmlDrawing28.vml.rels><?xml version="1.0" encoding="UTF-8" standalone="yes"?>
<Relationships xmlns="http://schemas.openxmlformats.org/package/2006/relationships"><Relationship Id="rId3" Type="http://schemas.openxmlformats.org/officeDocument/2006/relationships/image" Target="../media/image174.wmf"/><Relationship Id="rId7" Type="http://schemas.openxmlformats.org/officeDocument/2006/relationships/image" Target="../media/image178.wmf"/><Relationship Id="rId2" Type="http://schemas.openxmlformats.org/officeDocument/2006/relationships/image" Target="../media/image173.wmf"/><Relationship Id="rId1" Type="http://schemas.openxmlformats.org/officeDocument/2006/relationships/image" Target="../media/image172.wmf"/><Relationship Id="rId6" Type="http://schemas.openxmlformats.org/officeDocument/2006/relationships/image" Target="../media/image177.wmf"/><Relationship Id="rId5" Type="http://schemas.openxmlformats.org/officeDocument/2006/relationships/image" Target="../media/image176.wmf"/><Relationship Id="rId4" Type="http://schemas.openxmlformats.org/officeDocument/2006/relationships/image" Target="../media/image175.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a:extLst>
              <a:ext uri="{FF2B5EF4-FFF2-40B4-BE49-F238E27FC236}">
                <a16:creationId xmlns="" xmlns:a16="http://schemas.microsoft.com/office/drawing/2014/main" id="{8235AF77-A18C-44A2-9887-BA6837F1F88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a:extLst>
              <a:ext uri="{FF2B5EF4-FFF2-40B4-BE49-F238E27FC236}">
                <a16:creationId xmlns="" xmlns:a16="http://schemas.microsoft.com/office/drawing/2014/main" id="{906F8879-FA83-46F1-812C-B351FEB30C69}"/>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BA9B71D-1A20-4120-9CE9-BFA7C6A041E6}" type="datetimeFigureOut">
              <a:rPr lang="zh-CN" altLang="en-US" smtClean="0"/>
              <a:t>2023/3/3</a:t>
            </a:fld>
            <a:endParaRPr lang="zh-CN" altLang="en-US"/>
          </a:p>
        </p:txBody>
      </p:sp>
      <p:sp>
        <p:nvSpPr>
          <p:cNvPr id="4" name="页脚占位符 3">
            <a:extLst>
              <a:ext uri="{FF2B5EF4-FFF2-40B4-BE49-F238E27FC236}">
                <a16:creationId xmlns="" xmlns:a16="http://schemas.microsoft.com/office/drawing/2014/main" id="{743EA16B-B790-4A8F-BAFF-8C48811E8186}"/>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a:extLst>
              <a:ext uri="{FF2B5EF4-FFF2-40B4-BE49-F238E27FC236}">
                <a16:creationId xmlns="" xmlns:a16="http://schemas.microsoft.com/office/drawing/2014/main" id="{7B0E1DF2-7039-41CB-9779-BF80C8DA71D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FA40DB9D-6B41-4D78-B091-AADE897B35C6}" type="slidenum">
              <a:rPr lang="zh-CN" altLang="en-US" smtClean="0"/>
              <a:t>‹#›</a:t>
            </a:fld>
            <a:endParaRPr lang="zh-CN" altLang="en-US"/>
          </a:p>
        </p:txBody>
      </p:sp>
    </p:spTree>
    <p:extLst>
      <p:ext uri="{BB962C8B-B14F-4D97-AF65-F5344CB8AC3E}">
        <p14:creationId xmlns:p14="http://schemas.microsoft.com/office/powerpoint/2010/main" val="310735000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a:extLst>
              <a:ext uri="{FF2B5EF4-FFF2-40B4-BE49-F238E27FC236}">
                <a16:creationId xmlns="" xmlns:a16="http://schemas.microsoft.com/office/drawing/2014/main" id="{C5F9DC52-4B07-4CFC-87D5-490AC862F55A}"/>
              </a:ext>
            </a:extLst>
          </p:cNvPr>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ea typeface="+mn-ea"/>
              </a:defRPr>
            </a:lvl1pPr>
          </a:lstStyle>
          <a:p>
            <a:pPr>
              <a:defRPr/>
            </a:pPr>
            <a:endParaRPr lang="zh-CN" altLang="en-US"/>
          </a:p>
        </p:txBody>
      </p:sp>
      <p:sp>
        <p:nvSpPr>
          <p:cNvPr id="3" name="日期占位符 2">
            <a:extLst>
              <a:ext uri="{FF2B5EF4-FFF2-40B4-BE49-F238E27FC236}">
                <a16:creationId xmlns="" xmlns:a16="http://schemas.microsoft.com/office/drawing/2014/main" id="{34031DDA-4355-4854-8C5C-C2AC2978D353}"/>
              </a:ext>
            </a:extLst>
          </p:cNvPr>
          <p:cNvSpPr>
            <a:spLocks noGrp="1"/>
          </p:cNvSpPr>
          <p:nvPr>
            <p:ph type="dt"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defRPr sz="1200">
                <a:latin typeface="+mn-lt"/>
                <a:ea typeface="+mn-ea"/>
              </a:defRPr>
            </a:lvl1pPr>
          </a:lstStyle>
          <a:p>
            <a:pPr>
              <a:defRPr/>
            </a:pPr>
            <a:fld id="{BA5888E0-7D9B-4110-B86E-D837CC8393A8}" type="datetimeFigureOut">
              <a:rPr lang="zh-CN" altLang="en-US"/>
              <a:pPr>
                <a:defRPr/>
              </a:pPr>
              <a:t>2023/3/3</a:t>
            </a:fld>
            <a:endParaRPr lang="zh-CN" altLang="en-US"/>
          </a:p>
        </p:txBody>
      </p:sp>
      <p:sp>
        <p:nvSpPr>
          <p:cNvPr id="4" name="幻灯片图像占位符 3">
            <a:extLst>
              <a:ext uri="{FF2B5EF4-FFF2-40B4-BE49-F238E27FC236}">
                <a16:creationId xmlns="" xmlns:a16="http://schemas.microsoft.com/office/drawing/2014/main" id="{362A9837-FF55-4611-8E76-055748A93185}"/>
              </a:ext>
            </a:extLst>
          </p:cNvPr>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pPr lvl="0"/>
            <a:endParaRPr lang="zh-CN" altLang="en-US" noProof="0"/>
          </a:p>
        </p:txBody>
      </p:sp>
      <p:sp>
        <p:nvSpPr>
          <p:cNvPr id="5" name="备注占位符 4">
            <a:extLst>
              <a:ext uri="{FF2B5EF4-FFF2-40B4-BE49-F238E27FC236}">
                <a16:creationId xmlns="" xmlns:a16="http://schemas.microsoft.com/office/drawing/2014/main" id="{B51D619C-3C9F-4618-AFB2-907B7021A003}"/>
              </a:ext>
            </a:extLst>
          </p:cNvPr>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6" name="页脚占位符 5">
            <a:extLst>
              <a:ext uri="{FF2B5EF4-FFF2-40B4-BE49-F238E27FC236}">
                <a16:creationId xmlns="" xmlns:a16="http://schemas.microsoft.com/office/drawing/2014/main" id="{B31C88CE-468D-4237-9B49-B2395263C3FC}"/>
              </a:ext>
            </a:extLst>
          </p:cNvPr>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ea typeface="+mn-ea"/>
              </a:defRPr>
            </a:lvl1pPr>
          </a:lstStyle>
          <a:p>
            <a:pPr>
              <a:defRPr/>
            </a:pPr>
            <a:endParaRPr lang="zh-CN" altLang="en-US"/>
          </a:p>
        </p:txBody>
      </p:sp>
      <p:sp>
        <p:nvSpPr>
          <p:cNvPr id="7" name="灯片编号占位符 6">
            <a:extLst>
              <a:ext uri="{FF2B5EF4-FFF2-40B4-BE49-F238E27FC236}">
                <a16:creationId xmlns="" xmlns:a16="http://schemas.microsoft.com/office/drawing/2014/main" id="{8A2225A2-C182-4197-9D89-D94D3291980A}"/>
              </a:ext>
            </a:extLst>
          </p:cNvPr>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a:defRPr sz="1200">
                <a:latin typeface="Calibri" panose="020F0502020204030204" pitchFamily="34" charset="0"/>
              </a:defRPr>
            </a:lvl1pPr>
          </a:lstStyle>
          <a:p>
            <a:fld id="{3E0C2EFB-E6F0-4526-A71E-3BEE9C081B90}" type="slidenum">
              <a:rPr lang="zh-CN" altLang="en-US"/>
              <a:pPr/>
              <a:t>‹#›</a:t>
            </a:fld>
            <a:endParaRPr lang="en-US" altLang="zh-CN"/>
          </a:p>
        </p:txBody>
      </p:sp>
    </p:spTree>
    <p:extLst>
      <p:ext uri="{BB962C8B-B14F-4D97-AF65-F5344CB8AC3E}">
        <p14:creationId xmlns:p14="http://schemas.microsoft.com/office/powerpoint/2010/main" val="316223235"/>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hemeOverride" Target="../theme/themeOverride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6"/>
            <a:ext cx="10363200" cy="1470025"/>
          </a:xfrm>
        </p:spPr>
        <p:txBody>
          <a:bodyPr/>
          <a:lstStyle>
            <a:lvl1pPr algn="ctr">
              <a:defRPr/>
            </a:lvl1pPr>
          </a:lstStyle>
          <a:p>
            <a:r>
              <a:rPr lang="zh-CN" altLang="en-US"/>
              <a:t>单击此处编辑母版标题样式</a:t>
            </a:r>
          </a:p>
        </p:txBody>
      </p:sp>
      <p:sp>
        <p:nvSpPr>
          <p:cNvPr id="3" name="副标题 2"/>
          <p:cNvSpPr>
            <a:spLocks noGrp="1"/>
          </p:cNvSpPr>
          <p:nvPr>
            <p:ph type="subTitle" idx="1"/>
          </p:nvPr>
        </p:nvSpPr>
        <p:spPr>
          <a:xfrm>
            <a:off x="1679509" y="4077072"/>
            <a:ext cx="8534400" cy="622920"/>
          </a:xfrm>
        </p:spPr>
        <p:txBody>
          <a:bodyPr/>
          <a:lstStyle>
            <a:lvl1pPr marL="0" indent="0" algn="ctr">
              <a:buNone/>
              <a:defRPr>
                <a:solidFill>
                  <a:schemeClr val="bg2">
                    <a:lumMod val="1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p>
        </p:txBody>
      </p:sp>
      <p:sp>
        <p:nvSpPr>
          <p:cNvPr id="4" name="日期占位符 3">
            <a:extLst>
              <a:ext uri="{FF2B5EF4-FFF2-40B4-BE49-F238E27FC236}">
                <a16:creationId xmlns="" xmlns:a16="http://schemas.microsoft.com/office/drawing/2014/main" id="{C01C6A41-90A8-4EB9-8C2B-1723944C0923}"/>
              </a:ext>
            </a:extLst>
          </p:cNvPr>
          <p:cNvSpPr>
            <a:spLocks noGrp="1"/>
          </p:cNvSpPr>
          <p:nvPr>
            <p:ph type="dt" sz="half" idx="10"/>
          </p:nvPr>
        </p:nvSpPr>
        <p:spPr/>
        <p:txBody>
          <a:bodyPr/>
          <a:lstStyle>
            <a:lvl1pPr>
              <a:defRPr/>
            </a:lvl1pPr>
          </a:lstStyle>
          <a:p>
            <a:pPr>
              <a:defRPr/>
            </a:pPr>
            <a:fld id="{63845C3B-12B8-44A0-8F52-0F6EF65AD41E}" type="datetimeFigureOut">
              <a:rPr lang="zh-CN" altLang="en-US"/>
              <a:pPr>
                <a:defRPr/>
              </a:pPr>
              <a:t>2023/3/3</a:t>
            </a:fld>
            <a:endParaRPr lang="zh-CN" altLang="en-US"/>
          </a:p>
        </p:txBody>
      </p:sp>
      <p:sp>
        <p:nvSpPr>
          <p:cNvPr id="5" name="页脚占位符 4">
            <a:extLst>
              <a:ext uri="{FF2B5EF4-FFF2-40B4-BE49-F238E27FC236}">
                <a16:creationId xmlns="" xmlns:a16="http://schemas.microsoft.com/office/drawing/2014/main" id="{853C8C8E-1B6A-40F4-967D-EA7CEF9613E6}"/>
              </a:ext>
            </a:extLst>
          </p:cNvPr>
          <p:cNvSpPr>
            <a:spLocks noGrp="1"/>
          </p:cNvSpPr>
          <p:nvPr>
            <p:ph type="ftr" sz="quarter" idx="11"/>
          </p:nvPr>
        </p:nvSpPr>
        <p:spPr/>
        <p:txBody>
          <a:bodyPr/>
          <a:lstStyle>
            <a:lvl1pPr>
              <a:defRPr/>
            </a:lvl1pPr>
          </a:lstStyle>
          <a:p>
            <a:pPr>
              <a:defRPr/>
            </a:pPr>
            <a:endParaRPr lang="zh-CN" altLang="en-US"/>
          </a:p>
        </p:txBody>
      </p:sp>
      <p:sp>
        <p:nvSpPr>
          <p:cNvPr id="6" name="灯片编号占位符 5">
            <a:extLst>
              <a:ext uri="{FF2B5EF4-FFF2-40B4-BE49-F238E27FC236}">
                <a16:creationId xmlns="" xmlns:a16="http://schemas.microsoft.com/office/drawing/2014/main" id="{A1B00CDE-2600-49A6-8D88-57F034EF80FC}"/>
              </a:ext>
            </a:extLst>
          </p:cNvPr>
          <p:cNvSpPr>
            <a:spLocks noGrp="1"/>
          </p:cNvSpPr>
          <p:nvPr>
            <p:ph type="sldNum" sz="quarter" idx="12"/>
          </p:nvPr>
        </p:nvSpPr>
        <p:spPr/>
        <p:txBody>
          <a:bodyPr/>
          <a:lstStyle>
            <a:lvl1pPr>
              <a:defRPr/>
            </a:lvl1pPr>
          </a:lstStyle>
          <a:p>
            <a:fld id="{7BF8BE23-9125-4FCC-9C73-BD04F861CF2C}" type="slidenum">
              <a:rPr lang="zh-CN" altLang="en-US"/>
              <a:pPr/>
              <a:t>‹#›</a:t>
            </a:fld>
            <a:endParaRPr lang="en-US" altLang="zh-CN"/>
          </a:p>
        </p:txBody>
      </p:sp>
    </p:spTree>
    <p:extLst>
      <p:ext uri="{BB962C8B-B14F-4D97-AF65-F5344CB8AC3E}">
        <p14:creationId xmlns:p14="http://schemas.microsoft.com/office/powerpoint/2010/main" val="33838729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1679509" y="255569"/>
            <a:ext cx="9422837" cy="1143000"/>
          </a:xfrm>
        </p:spPr>
        <p:txBody>
          <a:bodyPr/>
          <a:lstStyle>
            <a:lvl1pPr algn="r">
              <a:defRPr sz="3200" b="0">
                <a:solidFill>
                  <a:schemeClr val="bg2">
                    <a:lumMod val="10000"/>
                  </a:schemeClr>
                </a:solidFill>
              </a:defRPr>
            </a:lvl1pPr>
          </a:lstStyle>
          <a:p>
            <a:r>
              <a:rPr lang="zh-CN" altLang="en-US"/>
              <a:t>单击此处编辑母版标题样式</a:t>
            </a:r>
          </a:p>
        </p:txBody>
      </p:sp>
      <p:sp>
        <p:nvSpPr>
          <p:cNvPr id="3" name="内容占位符 2"/>
          <p:cNvSpPr>
            <a:spLocks noGrp="1"/>
          </p:cNvSpPr>
          <p:nvPr>
            <p:ph idx="1"/>
          </p:nvPr>
        </p:nvSpPr>
        <p:spPr>
          <a:xfrm>
            <a:off x="1295467" y="1403652"/>
            <a:ext cx="9601067" cy="4608512"/>
          </a:xfrm>
        </p:spPr>
        <p:txBody>
          <a:bodyPr/>
          <a:lstStyle>
            <a:lvl1pPr>
              <a:defRPr sz="2000">
                <a:solidFill>
                  <a:schemeClr val="bg2">
                    <a:lumMod val="10000"/>
                  </a:schemeClr>
                </a:solidFill>
              </a:defRPr>
            </a:lvl1pPr>
            <a:lvl2pPr>
              <a:defRPr sz="2000">
                <a:solidFill>
                  <a:schemeClr val="bg2">
                    <a:lumMod val="10000"/>
                  </a:schemeClr>
                </a:solidFill>
              </a:defRPr>
            </a:lvl2pPr>
            <a:lvl3pPr>
              <a:defRPr sz="2000">
                <a:solidFill>
                  <a:schemeClr val="bg2">
                    <a:lumMod val="10000"/>
                  </a:schemeClr>
                </a:solidFill>
              </a:defRPr>
            </a:lvl3pPr>
            <a:lvl4pPr>
              <a:defRPr sz="2000">
                <a:solidFill>
                  <a:schemeClr val="bg2">
                    <a:lumMod val="10000"/>
                  </a:schemeClr>
                </a:solidFill>
              </a:defRPr>
            </a:lvl4pPr>
            <a:lvl5pPr>
              <a:defRPr sz="2000">
                <a:solidFill>
                  <a:schemeClr val="bg2">
                    <a:lumMod val="10000"/>
                  </a:schemeClr>
                </a:solidFill>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a:extLst>
              <a:ext uri="{FF2B5EF4-FFF2-40B4-BE49-F238E27FC236}">
                <a16:creationId xmlns="" xmlns:a16="http://schemas.microsoft.com/office/drawing/2014/main" id="{DDC941AA-1ED0-47DF-A392-EB5BA0987008}"/>
              </a:ext>
            </a:extLst>
          </p:cNvPr>
          <p:cNvSpPr>
            <a:spLocks noGrp="1"/>
          </p:cNvSpPr>
          <p:nvPr>
            <p:ph type="dt" sz="half" idx="10"/>
          </p:nvPr>
        </p:nvSpPr>
        <p:spPr>
          <a:xfrm>
            <a:off x="656299" y="6481752"/>
            <a:ext cx="2844800" cy="365125"/>
          </a:xfrm>
        </p:spPr>
        <p:txBody>
          <a:bodyPr/>
          <a:lstStyle>
            <a:lvl1pPr>
              <a:defRPr/>
            </a:lvl1pPr>
          </a:lstStyle>
          <a:p>
            <a:pPr>
              <a:defRPr/>
            </a:pPr>
            <a:fld id="{73CD22F5-A067-4F1D-9696-0D3DAD59E1FE}" type="datetimeFigureOut">
              <a:rPr lang="zh-CN" altLang="en-US"/>
              <a:pPr>
                <a:defRPr/>
              </a:pPr>
              <a:t>2023/3/3</a:t>
            </a:fld>
            <a:endParaRPr lang="zh-CN" altLang="en-US"/>
          </a:p>
        </p:txBody>
      </p:sp>
      <p:sp>
        <p:nvSpPr>
          <p:cNvPr id="5" name="页脚占位符 4">
            <a:extLst>
              <a:ext uri="{FF2B5EF4-FFF2-40B4-BE49-F238E27FC236}">
                <a16:creationId xmlns="" xmlns:a16="http://schemas.microsoft.com/office/drawing/2014/main" id="{B2C16850-0787-4BA6-8B93-4879708DC8CD}"/>
              </a:ext>
            </a:extLst>
          </p:cNvPr>
          <p:cNvSpPr>
            <a:spLocks noGrp="1"/>
          </p:cNvSpPr>
          <p:nvPr>
            <p:ph type="ftr" sz="quarter" idx="11"/>
          </p:nvPr>
        </p:nvSpPr>
        <p:spPr>
          <a:xfrm>
            <a:off x="4212299" y="6481752"/>
            <a:ext cx="3860800" cy="365125"/>
          </a:xfrm>
        </p:spPr>
        <p:txBody>
          <a:bodyPr/>
          <a:lstStyle>
            <a:lvl1pPr>
              <a:defRPr/>
            </a:lvl1pPr>
          </a:lstStyle>
          <a:p>
            <a:pPr>
              <a:defRPr/>
            </a:pPr>
            <a:endParaRPr lang="zh-CN" altLang="en-US"/>
          </a:p>
        </p:txBody>
      </p:sp>
      <p:sp>
        <p:nvSpPr>
          <p:cNvPr id="6" name="灯片编号占位符 5">
            <a:extLst>
              <a:ext uri="{FF2B5EF4-FFF2-40B4-BE49-F238E27FC236}">
                <a16:creationId xmlns="" xmlns:a16="http://schemas.microsoft.com/office/drawing/2014/main" id="{6F464477-EFEA-449A-8B4F-EF7109AFDBBB}"/>
              </a:ext>
            </a:extLst>
          </p:cNvPr>
          <p:cNvSpPr>
            <a:spLocks noGrp="1"/>
          </p:cNvSpPr>
          <p:nvPr>
            <p:ph type="sldNum" sz="quarter" idx="12"/>
          </p:nvPr>
        </p:nvSpPr>
        <p:spPr>
          <a:xfrm>
            <a:off x="8784299" y="6481752"/>
            <a:ext cx="2844800" cy="365125"/>
          </a:xfrm>
        </p:spPr>
        <p:txBody>
          <a:bodyPr/>
          <a:lstStyle>
            <a:lvl1pPr>
              <a:defRPr/>
            </a:lvl1pPr>
          </a:lstStyle>
          <a:p>
            <a:fld id="{DF241AFB-9D3F-4C35-906A-8E91BE352314}" type="slidenum">
              <a:rPr lang="zh-CN" altLang="en-US"/>
              <a:pPr/>
              <a:t>‹#›</a:t>
            </a:fld>
            <a:endParaRPr lang="en-US" altLang="zh-CN"/>
          </a:p>
        </p:txBody>
      </p:sp>
    </p:spTree>
    <p:extLst>
      <p:ext uri="{BB962C8B-B14F-4D97-AF65-F5344CB8AC3E}">
        <p14:creationId xmlns:p14="http://schemas.microsoft.com/office/powerpoint/2010/main" val="3157654261"/>
      </p:ext>
    </p:extLst>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1"/>
            <a:ext cx="103632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 xmlns:a16="http://schemas.microsoft.com/office/drawing/2014/main" id="{1228ECEA-04CA-4B21-AFB4-9A8C45439556}"/>
              </a:ext>
            </a:extLst>
          </p:cNvPr>
          <p:cNvSpPr>
            <a:spLocks noGrp="1"/>
          </p:cNvSpPr>
          <p:nvPr>
            <p:ph type="dt" sz="half" idx="10"/>
          </p:nvPr>
        </p:nvSpPr>
        <p:spPr/>
        <p:txBody>
          <a:bodyPr/>
          <a:lstStyle>
            <a:lvl1pPr>
              <a:defRPr/>
            </a:lvl1pPr>
          </a:lstStyle>
          <a:p>
            <a:pPr>
              <a:defRPr/>
            </a:pPr>
            <a:fld id="{A2DCCDB1-F5E8-418A-A2C7-83965C4D6368}" type="datetimeFigureOut">
              <a:rPr lang="zh-CN" altLang="en-US"/>
              <a:pPr>
                <a:defRPr/>
              </a:pPr>
              <a:t>2023/3/3</a:t>
            </a:fld>
            <a:endParaRPr lang="zh-CN" altLang="en-US"/>
          </a:p>
        </p:txBody>
      </p:sp>
      <p:sp>
        <p:nvSpPr>
          <p:cNvPr id="5" name="页脚占位符 4">
            <a:extLst>
              <a:ext uri="{FF2B5EF4-FFF2-40B4-BE49-F238E27FC236}">
                <a16:creationId xmlns="" xmlns:a16="http://schemas.microsoft.com/office/drawing/2014/main" id="{FB54874D-11CB-4CF1-9596-B4E872E3E274}"/>
              </a:ext>
            </a:extLst>
          </p:cNvPr>
          <p:cNvSpPr>
            <a:spLocks noGrp="1"/>
          </p:cNvSpPr>
          <p:nvPr>
            <p:ph type="ftr" sz="quarter" idx="11"/>
          </p:nvPr>
        </p:nvSpPr>
        <p:spPr/>
        <p:txBody>
          <a:bodyPr/>
          <a:lstStyle>
            <a:lvl1pPr>
              <a:defRPr/>
            </a:lvl1pPr>
          </a:lstStyle>
          <a:p>
            <a:pPr>
              <a:defRPr/>
            </a:pPr>
            <a:endParaRPr lang="zh-CN" altLang="en-US"/>
          </a:p>
        </p:txBody>
      </p:sp>
      <p:sp>
        <p:nvSpPr>
          <p:cNvPr id="6" name="灯片编号占位符 5">
            <a:extLst>
              <a:ext uri="{FF2B5EF4-FFF2-40B4-BE49-F238E27FC236}">
                <a16:creationId xmlns="" xmlns:a16="http://schemas.microsoft.com/office/drawing/2014/main" id="{9922F02F-58AC-46A9-A73D-43486DC6F87C}"/>
              </a:ext>
            </a:extLst>
          </p:cNvPr>
          <p:cNvSpPr>
            <a:spLocks noGrp="1"/>
          </p:cNvSpPr>
          <p:nvPr>
            <p:ph type="sldNum" sz="quarter" idx="12"/>
          </p:nvPr>
        </p:nvSpPr>
        <p:spPr/>
        <p:txBody>
          <a:bodyPr/>
          <a:lstStyle>
            <a:lvl1pPr>
              <a:defRPr/>
            </a:lvl1pPr>
          </a:lstStyle>
          <a:p>
            <a:fld id="{728E686A-6D74-4894-BF7D-7F6AFA86EB66}" type="slidenum">
              <a:rPr lang="zh-CN" altLang="en-US"/>
              <a:pPr/>
              <a:t>‹#›</a:t>
            </a:fld>
            <a:endParaRPr lang="en-US" altLang="zh-CN"/>
          </a:p>
        </p:txBody>
      </p:sp>
    </p:spTree>
    <p:extLst>
      <p:ext uri="{BB962C8B-B14F-4D97-AF65-F5344CB8AC3E}">
        <p14:creationId xmlns:p14="http://schemas.microsoft.com/office/powerpoint/2010/main" val="27821494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3">
            <a:extLst>
              <a:ext uri="{FF2B5EF4-FFF2-40B4-BE49-F238E27FC236}">
                <a16:creationId xmlns="" xmlns:a16="http://schemas.microsoft.com/office/drawing/2014/main" id="{46847E57-A096-49E6-A2EF-E7EA8C2B08B3}"/>
              </a:ext>
            </a:extLst>
          </p:cNvPr>
          <p:cNvSpPr>
            <a:spLocks noGrp="1"/>
          </p:cNvSpPr>
          <p:nvPr>
            <p:ph type="dt" sz="half" idx="10"/>
          </p:nvPr>
        </p:nvSpPr>
        <p:spPr/>
        <p:txBody>
          <a:bodyPr/>
          <a:lstStyle>
            <a:lvl1pPr>
              <a:defRPr/>
            </a:lvl1pPr>
          </a:lstStyle>
          <a:p>
            <a:pPr>
              <a:defRPr/>
            </a:pPr>
            <a:fld id="{73892DE1-FD72-4770-9694-E5AE515EAF4B}" type="datetimeFigureOut">
              <a:rPr lang="zh-CN" altLang="en-US"/>
              <a:pPr>
                <a:defRPr/>
              </a:pPr>
              <a:t>2023/3/3</a:t>
            </a:fld>
            <a:endParaRPr lang="zh-CN" altLang="en-US"/>
          </a:p>
        </p:txBody>
      </p:sp>
      <p:sp>
        <p:nvSpPr>
          <p:cNvPr id="6" name="页脚占位符 4">
            <a:extLst>
              <a:ext uri="{FF2B5EF4-FFF2-40B4-BE49-F238E27FC236}">
                <a16:creationId xmlns="" xmlns:a16="http://schemas.microsoft.com/office/drawing/2014/main" id="{632BB91C-E4B0-4A76-A6B2-45ECDDABB15B}"/>
              </a:ext>
            </a:extLst>
          </p:cNvPr>
          <p:cNvSpPr>
            <a:spLocks noGrp="1"/>
          </p:cNvSpPr>
          <p:nvPr>
            <p:ph type="ftr" sz="quarter" idx="11"/>
          </p:nvPr>
        </p:nvSpPr>
        <p:spPr/>
        <p:txBody>
          <a:bodyPr/>
          <a:lstStyle>
            <a:lvl1pPr>
              <a:defRPr/>
            </a:lvl1pPr>
          </a:lstStyle>
          <a:p>
            <a:pPr>
              <a:defRPr/>
            </a:pPr>
            <a:endParaRPr lang="zh-CN" altLang="en-US"/>
          </a:p>
        </p:txBody>
      </p:sp>
      <p:sp>
        <p:nvSpPr>
          <p:cNvPr id="7" name="灯片编号占位符 5">
            <a:extLst>
              <a:ext uri="{FF2B5EF4-FFF2-40B4-BE49-F238E27FC236}">
                <a16:creationId xmlns="" xmlns:a16="http://schemas.microsoft.com/office/drawing/2014/main" id="{F624A061-66EC-4D77-90B7-FB0F65A2372F}"/>
              </a:ext>
            </a:extLst>
          </p:cNvPr>
          <p:cNvSpPr>
            <a:spLocks noGrp="1"/>
          </p:cNvSpPr>
          <p:nvPr>
            <p:ph type="sldNum" sz="quarter" idx="12"/>
          </p:nvPr>
        </p:nvSpPr>
        <p:spPr/>
        <p:txBody>
          <a:bodyPr/>
          <a:lstStyle>
            <a:lvl1pPr>
              <a:defRPr/>
            </a:lvl1pPr>
          </a:lstStyle>
          <a:p>
            <a:fld id="{299B45CD-C86B-48D4-829F-F0E1BCAACD99}" type="slidenum">
              <a:rPr lang="zh-CN" altLang="en-US"/>
              <a:pPr/>
              <a:t>‹#›</a:t>
            </a:fld>
            <a:endParaRPr lang="en-US" altLang="zh-CN"/>
          </a:p>
        </p:txBody>
      </p:sp>
    </p:spTree>
    <p:extLst>
      <p:ext uri="{BB962C8B-B14F-4D97-AF65-F5344CB8AC3E}">
        <p14:creationId xmlns:p14="http://schemas.microsoft.com/office/powerpoint/2010/main" val="22759283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3">
            <a:extLst>
              <a:ext uri="{FF2B5EF4-FFF2-40B4-BE49-F238E27FC236}">
                <a16:creationId xmlns="" xmlns:a16="http://schemas.microsoft.com/office/drawing/2014/main" id="{63275422-D8EF-4BAE-9CAF-14D514E1A635}"/>
              </a:ext>
            </a:extLst>
          </p:cNvPr>
          <p:cNvSpPr>
            <a:spLocks noGrp="1"/>
          </p:cNvSpPr>
          <p:nvPr>
            <p:ph type="dt" sz="half" idx="10"/>
          </p:nvPr>
        </p:nvSpPr>
        <p:spPr/>
        <p:txBody>
          <a:bodyPr/>
          <a:lstStyle>
            <a:lvl1pPr>
              <a:defRPr/>
            </a:lvl1pPr>
          </a:lstStyle>
          <a:p>
            <a:pPr>
              <a:defRPr/>
            </a:pPr>
            <a:fld id="{79DA1612-B0FE-4D56-B49C-D574DB53E80D}" type="datetimeFigureOut">
              <a:rPr lang="zh-CN" altLang="en-US"/>
              <a:pPr>
                <a:defRPr/>
              </a:pPr>
              <a:t>2023/3/3</a:t>
            </a:fld>
            <a:endParaRPr lang="zh-CN" altLang="en-US"/>
          </a:p>
        </p:txBody>
      </p:sp>
      <p:sp>
        <p:nvSpPr>
          <p:cNvPr id="8" name="页脚占位符 4">
            <a:extLst>
              <a:ext uri="{FF2B5EF4-FFF2-40B4-BE49-F238E27FC236}">
                <a16:creationId xmlns="" xmlns:a16="http://schemas.microsoft.com/office/drawing/2014/main" id="{65A91C3E-A2DD-4326-8D3C-ACB03C5AC810}"/>
              </a:ext>
            </a:extLst>
          </p:cNvPr>
          <p:cNvSpPr>
            <a:spLocks noGrp="1"/>
          </p:cNvSpPr>
          <p:nvPr>
            <p:ph type="ftr" sz="quarter" idx="11"/>
          </p:nvPr>
        </p:nvSpPr>
        <p:spPr/>
        <p:txBody>
          <a:bodyPr/>
          <a:lstStyle>
            <a:lvl1pPr>
              <a:defRPr/>
            </a:lvl1pPr>
          </a:lstStyle>
          <a:p>
            <a:pPr>
              <a:defRPr/>
            </a:pPr>
            <a:endParaRPr lang="zh-CN" altLang="en-US"/>
          </a:p>
        </p:txBody>
      </p:sp>
      <p:sp>
        <p:nvSpPr>
          <p:cNvPr id="9" name="灯片编号占位符 5">
            <a:extLst>
              <a:ext uri="{FF2B5EF4-FFF2-40B4-BE49-F238E27FC236}">
                <a16:creationId xmlns="" xmlns:a16="http://schemas.microsoft.com/office/drawing/2014/main" id="{A4120A65-DE4C-46BF-9E2E-93AA9EF11A3A}"/>
              </a:ext>
            </a:extLst>
          </p:cNvPr>
          <p:cNvSpPr>
            <a:spLocks noGrp="1"/>
          </p:cNvSpPr>
          <p:nvPr>
            <p:ph type="sldNum" sz="quarter" idx="12"/>
          </p:nvPr>
        </p:nvSpPr>
        <p:spPr/>
        <p:txBody>
          <a:bodyPr/>
          <a:lstStyle>
            <a:lvl1pPr>
              <a:defRPr/>
            </a:lvl1pPr>
          </a:lstStyle>
          <a:p>
            <a:fld id="{E9A9F5F6-6DAB-47EB-B335-FB1D716CB78D}" type="slidenum">
              <a:rPr lang="zh-CN" altLang="en-US"/>
              <a:pPr/>
              <a:t>‹#›</a:t>
            </a:fld>
            <a:endParaRPr lang="en-US" altLang="zh-CN"/>
          </a:p>
        </p:txBody>
      </p:sp>
    </p:spTree>
    <p:extLst>
      <p:ext uri="{BB962C8B-B14F-4D97-AF65-F5344CB8AC3E}">
        <p14:creationId xmlns:p14="http://schemas.microsoft.com/office/powerpoint/2010/main" val="29209424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3">
            <a:extLst>
              <a:ext uri="{FF2B5EF4-FFF2-40B4-BE49-F238E27FC236}">
                <a16:creationId xmlns="" xmlns:a16="http://schemas.microsoft.com/office/drawing/2014/main" id="{2611C3E3-61F8-4E46-9A1B-C756B9458733}"/>
              </a:ext>
            </a:extLst>
          </p:cNvPr>
          <p:cNvSpPr>
            <a:spLocks noGrp="1"/>
          </p:cNvSpPr>
          <p:nvPr>
            <p:ph type="dt" sz="half" idx="10"/>
          </p:nvPr>
        </p:nvSpPr>
        <p:spPr/>
        <p:txBody>
          <a:bodyPr/>
          <a:lstStyle>
            <a:lvl1pPr>
              <a:defRPr/>
            </a:lvl1pPr>
          </a:lstStyle>
          <a:p>
            <a:pPr>
              <a:defRPr/>
            </a:pPr>
            <a:fld id="{F247D166-22B7-43BF-88F6-B15BC8903EDD}" type="datetimeFigureOut">
              <a:rPr lang="zh-CN" altLang="en-US"/>
              <a:pPr>
                <a:defRPr/>
              </a:pPr>
              <a:t>2023/3/3</a:t>
            </a:fld>
            <a:endParaRPr lang="zh-CN" altLang="en-US"/>
          </a:p>
        </p:txBody>
      </p:sp>
      <p:sp>
        <p:nvSpPr>
          <p:cNvPr id="4" name="页脚占位符 4">
            <a:extLst>
              <a:ext uri="{FF2B5EF4-FFF2-40B4-BE49-F238E27FC236}">
                <a16:creationId xmlns="" xmlns:a16="http://schemas.microsoft.com/office/drawing/2014/main" id="{5BCF57CF-0598-438E-8A5D-EB1085F7F5AB}"/>
              </a:ext>
            </a:extLst>
          </p:cNvPr>
          <p:cNvSpPr>
            <a:spLocks noGrp="1"/>
          </p:cNvSpPr>
          <p:nvPr>
            <p:ph type="ftr" sz="quarter" idx="11"/>
          </p:nvPr>
        </p:nvSpPr>
        <p:spPr/>
        <p:txBody>
          <a:bodyPr/>
          <a:lstStyle>
            <a:lvl1pPr>
              <a:defRPr/>
            </a:lvl1pPr>
          </a:lstStyle>
          <a:p>
            <a:pPr>
              <a:defRPr/>
            </a:pPr>
            <a:endParaRPr lang="zh-CN" altLang="en-US"/>
          </a:p>
        </p:txBody>
      </p:sp>
      <p:sp>
        <p:nvSpPr>
          <p:cNvPr id="5" name="灯片编号占位符 5">
            <a:extLst>
              <a:ext uri="{FF2B5EF4-FFF2-40B4-BE49-F238E27FC236}">
                <a16:creationId xmlns="" xmlns:a16="http://schemas.microsoft.com/office/drawing/2014/main" id="{6784F4FC-7E57-4D41-95ED-DE546C1D1E6F}"/>
              </a:ext>
            </a:extLst>
          </p:cNvPr>
          <p:cNvSpPr>
            <a:spLocks noGrp="1"/>
          </p:cNvSpPr>
          <p:nvPr>
            <p:ph type="sldNum" sz="quarter" idx="12"/>
          </p:nvPr>
        </p:nvSpPr>
        <p:spPr/>
        <p:txBody>
          <a:bodyPr/>
          <a:lstStyle>
            <a:lvl1pPr>
              <a:defRPr/>
            </a:lvl1pPr>
          </a:lstStyle>
          <a:p>
            <a:fld id="{AE187150-5C3E-4439-B216-5F65A4C7C309}" type="slidenum">
              <a:rPr lang="zh-CN" altLang="en-US"/>
              <a:pPr/>
              <a:t>‹#›</a:t>
            </a:fld>
            <a:endParaRPr lang="en-US" altLang="zh-CN"/>
          </a:p>
        </p:txBody>
      </p:sp>
    </p:spTree>
    <p:extLst>
      <p:ext uri="{BB962C8B-B14F-4D97-AF65-F5344CB8AC3E}">
        <p14:creationId xmlns:p14="http://schemas.microsoft.com/office/powerpoint/2010/main" val="24464374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a:extLst>
              <a:ext uri="{FF2B5EF4-FFF2-40B4-BE49-F238E27FC236}">
                <a16:creationId xmlns="" xmlns:a16="http://schemas.microsoft.com/office/drawing/2014/main" id="{D650A1EE-2A09-45A9-A90D-1144FEDD09DF}"/>
              </a:ext>
            </a:extLst>
          </p:cNvPr>
          <p:cNvSpPr>
            <a:spLocks noGrp="1"/>
          </p:cNvSpPr>
          <p:nvPr>
            <p:ph type="dt" sz="half" idx="10"/>
          </p:nvPr>
        </p:nvSpPr>
        <p:spPr/>
        <p:txBody>
          <a:bodyPr/>
          <a:lstStyle>
            <a:lvl1pPr>
              <a:defRPr/>
            </a:lvl1pPr>
          </a:lstStyle>
          <a:p>
            <a:pPr>
              <a:defRPr/>
            </a:pPr>
            <a:fld id="{D2DF86F0-0B1E-4EF6-96EB-165C1041BE10}" type="datetimeFigureOut">
              <a:rPr lang="zh-CN" altLang="en-US"/>
              <a:pPr>
                <a:defRPr/>
              </a:pPr>
              <a:t>2023/3/3</a:t>
            </a:fld>
            <a:endParaRPr lang="zh-CN" altLang="en-US"/>
          </a:p>
        </p:txBody>
      </p:sp>
      <p:sp>
        <p:nvSpPr>
          <p:cNvPr id="3" name="页脚占位符 4">
            <a:extLst>
              <a:ext uri="{FF2B5EF4-FFF2-40B4-BE49-F238E27FC236}">
                <a16:creationId xmlns="" xmlns:a16="http://schemas.microsoft.com/office/drawing/2014/main" id="{56F56139-E9D8-452A-AFCD-9F64CECF99F9}"/>
              </a:ext>
            </a:extLst>
          </p:cNvPr>
          <p:cNvSpPr>
            <a:spLocks noGrp="1"/>
          </p:cNvSpPr>
          <p:nvPr>
            <p:ph type="ftr" sz="quarter" idx="11"/>
          </p:nvPr>
        </p:nvSpPr>
        <p:spPr/>
        <p:txBody>
          <a:bodyPr/>
          <a:lstStyle>
            <a:lvl1pPr>
              <a:defRPr/>
            </a:lvl1pPr>
          </a:lstStyle>
          <a:p>
            <a:pPr>
              <a:defRPr/>
            </a:pPr>
            <a:endParaRPr lang="zh-CN" altLang="en-US"/>
          </a:p>
        </p:txBody>
      </p:sp>
      <p:sp>
        <p:nvSpPr>
          <p:cNvPr id="4" name="灯片编号占位符 5">
            <a:extLst>
              <a:ext uri="{FF2B5EF4-FFF2-40B4-BE49-F238E27FC236}">
                <a16:creationId xmlns="" xmlns:a16="http://schemas.microsoft.com/office/drawing/2014/main" id="{A52E69B4-70FF-4B93-ACD9-39CB35DA83A4}"/>
              </a:ext>
            </a:extLst>
          </p:cNvPr>
          <p:cNvSpPr>
            <a:spLocks noGrp="1"/>
          </p:cNvSpPr>
          <p:nvPr>
            <p:ph type="sldNum" sz="quarter" idx="12"/>
          </p:nvPr>
        </p:nvSpPr>
        <p:spPr/>
        <p:txBody>
          <a:bodyPr/>
          <a:lstStyle>
            <a:lvl1pPr>
              <a:defRPr/>
            </a:lvl1pPr>
          </a:lstStyle>
          <a:p>
            <a:fld id="{44FDD63B-992A-4963-B4FF-3D8E2E9E157C}" type="slidenum">
              <a:rPr lang="zh-CN" altLang="en-US"/>
              <a:pPr/>
              <a:t>‹#›</a:t>
            </a:fld>
            <a:endParaRPr lang="en-US" altLang="zh-CN"/>
          </a:p>
        </p:txBody>
      </p:sp>
    </p:spTree>
    <p:extLst>
      <p:ext uri="{BB962C8B-B14F-4D97-AF65-F5344CB8AC3E}">
        <p14:creationId xmlns:p14="http://schemas.microsoft.com/office/powerpoint/2010/main" val="18116665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1" y="273050"/>
            <a:ext cx="4011084"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3">
            <a:extLst>
              <a:ext uri="{FF2B5EF4-FFF2-40B4-BE49-F238E27FC236}">
                <a16:creationId xmlns="" xmlns:a16="http://schemas.microsoft.com/office/drawing/2014/main" id="{39CBEA3F-5ADC-4C9C-A7B1-7FB6BA5916C5}"/>
              </a:ext>
            </a:extLst>
          </p:cNvPr>
          <p:cNvSpPr>
            <a:spLocks noGrp="1"/>
          </p:cNvSpPr>
          <p:nvPr>
            <p:ph type="dt" sz="half" idx="10"/>
          </p:nvPr>
        </p:nvSpPr>
        <p:spPr/>
        <p:txBody>
          <a:bodyPr/>
          <a:lstStyle>
            <a:lvl1pPr>
              <a:defRPr/>
            </a:lvl1pPr>
          </a:lstStyle>
          <a:p>
            <a:pPr>
              <a:defRPr/>
            </a:pPr>
            <a:fld id="{68207046-A6C2-4564-973D-5B55C77B7634}" type="datetimeFigureOut">
              <a:rPr lang="zh-CN" altLang="en-US"/>
              <a:pPr>
                <a:defRPr/>
              </a:pPr>
              <a:t>2023/3/3</a:t>
            </a:fld>
            <a:endParaRPr lang="zh-CN" altLang="en-US"/>
          </a:p>
        </p:txBody>
      </p:sp>
      <p:sp>
        <p:nvSpPr>
          <p:cNvPr id="6" name="页脚占位符 4">
            <a:extLst>
              <a:ext uri="{FF2B5EF4-FFF2-40B4-BE49-F238E27FC236}">
                <a16:creationId xmlns="" xmlns:a16="http://schemas.microsoft.com/office/drawing/2014/main" id="{5E3A7A82-C3EA-4E48-ADF2-C9F0F4B9F6F4}"/>
              </a:ext>
            </a:extLst>
          </p:cNvPr>
          <p:cNvSpPr>
            <a:spLocks noGrp="1"/>
          </p:cNvSpPr>
          <p:nvPr>
            <p:ph type="ftr" sz="quarter" idx="11"/>
          </p:nvPr>
        </p:nvSpPr>
        <p:spPr/>
        <p:txBody>
          <a:bodyPr/>
          <a:lstStyle>
            <a:lvl1pPr>
              <a:defRPr/>
            </a:lvl1pPr>
          </a:lstStyle>
          <a:p>
            <a:pPr>
              <a:defRPr/>
            </a:pPr>
            <a:endParaRPr lang="zh-CN" altLang="en-US"/>
          </a:p>
        </p:txBody>
      </p:sp>
      <p:sp>
        <p:nvSpPr>
          <p:cNvPr id="7" name="灯片编号占位符 5">
            <a:extLst>
              <a:ext uri="{FF2B5EF4-FFF2-40B4-BE49-F238E27FC236}">
                <a16:creationId xmlns="" xmlns:a16="http://schemas.microsoft.com/office/drawing/2014/main" id="{B8977483-C766-4A38-B965-E3487DBB55A7}"/>
              </a:ext>
            </a:extLst>
          </p:cNvPr>
          <p:cNvSpPr>
            <a:spLocks noGrp="1"/>
          </p:cNvSpPr>
          <p:nvPr>
            <p:ph type="sldNum" sz="quarter" idx="12"/>
          </p:nvPr>
        </p:nvSpPr>
        <p:spPr/>
        <p:txBody>
          <a:bodyPr/>
          <a:lstStyle>
            <a:lvl1pPr>
              <a:defRPr/>
            </a:lvl1pPr>
          </a:lstStyle>
          <a:p>
            <a:fld id="{717B350A-96DE-4831-A299-8751279B269F}" type="slidenum">
              <a:rPr lang="zh-CN" altLang="en-US"/>
              <a:pPr/>
              <a:t>‹#›</a:t>
            </a:fld>
            <a:endParaRPr lang="en-US" altLang="zh-CN"/>
          </a:p>
        </p:txBody>
      </p:sp>
    </p:spTree>
    <p:extLst>
      <p:ext uri="{BB962C8B-B14F-4D97-AF65-F5344CB8AC3E}">
        <p14:creationId xmlns:p14="http://schemas.microsoft.com/office/powerpoint/2010/main" val="34361919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2389717" y="612775"/>
            <a:ext cx="73152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3">
            <a:extLst>
              <a:ext uri="{FF2B5EF4-FFF2-40B4-BE49-F238E27FC236}">
                <a16:creationId xmlns="" xmlns:a16="http://schemas.microsoft.com/office/drawing/2014/main" id="{CA563FC7-0B6C-423B-B295-147E40F18344}"/>
              </a:ext>
            </a:extLst>
          </p:cNvPr>
          <p:cNvSpPr>
            <a:spLocks noGrp="1"/>
          </p:cNvSpPr>
          <p:nvPr>
            <p:ph type="dt" sz="half" idx="10"/>
          </p:nvPr>
        </p:nvSpPr>
        <p:spPr/>
        <p:txBody>
          <a:bodyPr/>
          <a:lstStyle>
            <a:lvl1pPr>
              <a:defRPr/>
            </a:lvl1pPr>
          </a:lstStyle>
          <a:p>
            <a:pPr>
              <a:defRPr/>
            </a:pPr>
            <a:fld id="{50AC7F67-FFBA-4598-A363-5A1E3E73D1E5}" type="datetimeFigureOut">
              <a:rPr lang="zh-CN" altLang="en-US"/>
              <a:pPr>
                <a:defRPr/>
              </a:pPr>
              <a:t>2023/3/3</a:t>
            </a:fld>
            <a:endParaRPr lang="zh-CN" altLang="en-US"/>
          </a:p>
        </p:txBody>
      </p:sp>
      <p:sp>
        <p:nvSpPr>
          <p:cNvPr id="6" name="页脚占位符 4">
            <a:extLst>
              <a:ext uri="{FF2B5EF4-FFF2-40B4-BE49-F238E27FC236}">
                <a16:creationId xmlns="" xmlns:a16="http://schemas.microsoft.com/office/drawing/2014/main" id="{A5076843-BAB1-4854-A445-A0137A160D0A}"/>
              </a:ext>
            </a:extLst>
          </p:cNvPr>
          <p:cNvSpPr>
            <a:spLocks noGrp="1"/>
          </p:cNvSpPr>
          <p:nvPr>
            <p:ph type="ftr" sz="quarter" idx="11"/>
          </p:nvPr>
        </p:nvSpPr>
        <p:spPr/>
        <p:txBody>
          <a:bodyPr/>
          <a:lstStyle>
            <a:lvl1pPr>
              <a:defRPr/>
            </a:lvl1pPr>
          </a:lstStyle>
          <a:p>
            <a:pPr>
              <a:defRPr/>
            </a:pPr>
            <a:endParaRPr lang="zh-CN" altLang="en-US"/>
          </a:p>
        </p:txBody>
      </p:sp>
      <p:sp>
        <p:nvSpPr>
          <p:cNvPr id="7" name="灯片编号占位符 5">
            <a:extLst>
              <a:ext uri="{FF2B5EF4-FFF2-40B4-BE49-F238E27FC236}">
                <a16:creationId xmlns="" xmlns:a16="http://schemas.microsoft.com/office/drawing/2014/main" id="{91EF6D50-E79D-49FA-B76A-6BA66596A773}"/>
              </a:ext>
            </a:extLst>
          </p:cNvPr>
          <p:cNvSpPr>
            <a:spLocks noGrp="1"/>
          </p:cNvSpPr>
          <p:nvPr>
            <p:ph type="sldNum" sz="quarter" idx="12"/>
          </p:nvPr>
        </p:nvSpPr>
        <p:spPr/>
        <p:txBody>
          <a:bodyPr/>
          <a:lstStyle>
            <a:lvl1pPr>
              <a:defRPr/>
            </a:lvl1pPr>
          </a:lstStyle>
          <a:p>
            <a:fld id="{678F5F28-11E1-4F09-953A-DB09D1BF2502}" type="slidenum">
              <a:rPr lang="zh-CN" altLang="en-US"/>
              <a:pPr/>
              <a:t>‹#›</a:t>
            </a:fld>
            <a:endParaRPr lang="en-US" altLang="zh-CN"/>
          </a:p>
        </p:txBody>
      </p:sp>
    </p:spTree>
    <p:extLst>
      <p:ext uri="{BB962C8B-B14F-4D97-AF65-F5344CB8AC3E}">
        <p14:creationId xmlns:p14="http://schemas.microsoft.com/office/powerpoint/2010/main" val="416803958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 xmlns:a16="http://schemas.microsoft.com/office/drawing/2014/main" id="{D3BDD4BC-D884-4375-89CE-7EEF4EC53C2E}"/>
              </a:ext>
            </a:extLst>
          </p:cNvPr>
          <p:cNvSpPr>
            <a:spLocks noGrp="1"/>
          </p:cNvSpPr>
          <p:nvPr>
            <p:ph type="dt" sz="half" idx="10"/>
          </p:nvPr>
        </p:nvSpPr>
        <p:spPr/>
        <p:txBody>
          <a:bodyPr/>
          <a:lstStyle>
            <a:lvl1pPr>
              <a:defRPr/>
            </a:lvl1pPr>
          </a:lstStyle>
          <a:p>
            <a:pPr>
              <a:defRPr/>
            </a:pPr>
            <a:fld id="{5CEC063F-A2BC-463C-8CAF-B19EA2F9C491}" type="datetimeFigureOut">
              <a:rPr lang="zh-CN" altLang="en-US"/>
              <a:pPr>
                <a:defRPr/>
              </a:pPr>
              <a:t>2023/3/3</a:t>
            </a:fld>
            <a:endParaRPr lang="zh-CN" altLang="en-US"/>
          </a:p>
        </p:txBody>
      </p:sp>
      <p:sp>
        <p:nvSpPr>
          <p:cNvPr id="5" name="页脚占位符 4">
            <a:extLst>
              <a:ext uri="{FF2B5EF4-FFF2-40B4-BE49-F238E27FC236}">
                <a16:creationId xmlns="" xmlns:a16="http://schemas.microsoft.com/office/drawing/2014/main" id="{7E74256A-0E7D-4754-A912-FD07C6E297DF}"/>
              </a:ext>
            </a:extLst>
          </p:cNvPr>
          <p:cNvSpPr>
            <a:spLocks noGrp="1"/>
          </p:cNvSpPr>
          <p:nvPr>
            <p:ph type="ftr" sz="quarter" idx="11"/>
          </p:nvPr>
        </p:nvSpPr>
        <p:spPr/>
        <p:txBody>
          <a:bodyPr/>
          <a:lstStyle>
            <a:lvl1pPr>
              <a:defRPr/>
            </a:lvl1pPr>
          </a:lstStyle>
          <a:p>
            <a:pPr>
              <a:defRPr/>
            </a:pPr>
            <a:endParaRPr lang="zh-CN" altLang="en-US"/>
          </a:p>
        </p:txBody>
      </p:sp>
      <p:sp>
        <p:nvSpPr>
          <p:cNvPr id="6" name="灯片编号占位符 5">
            <a:extLst>
              <a:ext uri="{FF2B5EF4-FFF2-40B4-BE49-F238E27FC236}">
                <a16:creationId xmlns="" xmlns:a16="http://schemas.microsoft.com/office/drawing/2014/main" id="{4B7BAAEC-0BA9-41DF-8EBD-836A6ACE670F}"/>
              </a:ext>
            </a:extLst>
          </p:cNvPr>
          <p:cNvSpPr>
            <a:spLocks noGrp="1"/>
          </p:cNvSpPr>
          <p:nvPr>
            <p:ph type="sldNum" sz="quarter" idx="12"/>
          </p:nvPr>
        </p:nvSpPr>
        <p:spPr/>
        <p:txBody>
          <a:bodyPr/>
          <a:lstStyle>
            <a:lvl1pPr>
              <a:defRPr/>
            </a:lvl1pPr>
          </a:lstStyle>
          <a:p>
            <a:fld id="{2C21D670-47FF-458F-87A7-4A231FD2161E}" type="slidenum">
              <a:rPr lang="zh-CN" altLang="en-US"/>
              <a:pPr/>
              <a:t>‹#›</a:t>
            </a:fld>
            <a:endParaRPr lang="en-US" altLang="zh-CN"/>
          </a:p>
        </p:txBody>
      </p:sp>
    </p:spTree>
    <p:extLst>
      <p:ext uri="{BB962C8B-B14F-4D97-AF65-F5344CB8AC3E}">
        <p14:creationId xmlns:p14="http://schemas.microsoft.com/office/powerpoint/2010/main" val="1354759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274639"/>
            <a:ext cx="27432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09600" y="274639"/>
            <a:ext cx="80264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 xmlns:a16="http://schemas.microsoft.com/office/drawing/2014/main" id="{950080B1-3975-480E-95BC-F6D48504CFD7}"/>
              </a:ext>
            </a:extLst>
          </p:cNvPr>
          <p:cNvSpPr>
            <a:spLocks noGrp="1"/>
          </p:cNvSpPr>
          <p:nvPr>
            <p:ph type="dt" sz="half" idx="10"/>
          </p:nvPr>
        </p:nvSpPr>
        <p:spPr/>
        <p:txBody>
          <a:bodyPr/>
          <a:lstStyle>
            <a:lvl1pPr>
              <a:defRPr/>
            </a:lvl1pPr>
          </a:lstStyle>
          <a:p>
            <a:pPr>
              <a:defRPr/>
            </a:pPr>
            <a:fld id="{9FC66B24-CA97-439F-AA6D-C5F31D508A43}" type="datetimeFigureOut">
              <a:rPr lang="zh-CN" altLang="en-US"/>
              <a:pPr>
                <a:defRPr/>
              </a:pPr>
              <a:t>2023/3/3</a:t>
            </a:fld>
            <a:endParaRPr lang="zh-CN" altLang="en-US"/>
          </a:p>
        </p:txBody>
      </p:sp>
      <p:sp>
        <p:nvSpPr>
          <p:cNvPr id="5" name="页脚占位符 4">
            <a:extLst>
              <a:ext uri="{FF2B5EF4-FFF2-40B4-BE49-F238E27FC236}">
                <a16:creationId xmlns="" xmlns:a16="http://schemas.microsoft.com/office/drawing/2014/main" id="{30ABF498-AFF6-428E-A696-509856D70FD3}"/>
              </a:ext>
            </a:extLst>
          </p:cNvPr>
          <p:cNvSpPr>
            <a:spLocks noGrp="1"/>
          </p:cNvSpPr>
          <p:nvPr>
            <p:ph type="ftr" sz="quarter" idx="11"/>
          </p:nvPr>
        </p:nvSpPr>
        <p:spPr/>
        <p:txBody>
          <a:bodyPr/>
          <a:lstStyle>
            <a:lvl1pPr>
              <a:defRPr/>
            </a:lvl1pPr>
          </a:lstStyle>
          <a:p>
            <a:pPr>
              <a:defRPr/>
            </a:pPr>
            <a:endParaRPr lang="zh-CN" altLang="en-US"/>
          </a:p>
        </p:txBody>
      </p:sp>
      <p:sp>
        <p:nvSpPr>
          <p:cNvPr id="6" name="灯片编号占位符 5">
            <a:extLst>
              <a:ext uri="{FF2B5EF4-FFF2-40B4-BE49-F238E27FC236}">
                <a16:creationId xmlns="" xmlns:a16="http://schemas.microsoft.com/office/drawing/2014/main" id="{1541D49B-DC10-4DDF-98D3-3D985A27ACC6}"/>
              </a:ext>
            </a:extLst>
          </p:cNvPr>
          <p:cNvSpPr>
            <a:spLocks noGrp="1"/>
          </p:cNvSpPr>
          <p:nvPr>
            <p:ph type="sldNum" sz="quarter" idx="12"/>
          </p:nvPr>
        </p:nvSpPr>
        <p:spPr/>
        <p:txBody>
          <a:bodyPr/>
          <a:lstStyle>
            <a:lvl1pPr>
              <a:defRPr/>
            </a:lvl1pPr>
          </a:lstStyle>
          <a:p>
            <a:fld id="{B0EDF25B-788C-4C3E-95C0-95CF9C7F2840}" type="slidenum">
              <a:rPr lang="zh-CN" altLang="en-US"/>
              <a:pPr/>
              <a:t>‹#›</a:t>
            </a:fld>
            <a:endParaRPr lang="en-US" altLang="zh-CN"/>
          </a:p>
        </p:txBody>
      </p:sp>
    </p:spTree>
    <p:extLst>
      <p:ext uri="{BB962C8B-B14F-4D97-AF65-F5344CB8AC3E}">
        <p14:creationId xmlns:p14="http://schemas.microsoft.com/office/powerpoint/2010/main" val="279795607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pattFill prst="pct25">
          <a:fgClr>
            <a:schemeClr val="bg1"/>
          </a:fgClr>
          <a:bgClr>
            <a:schemeClr val="accent6">
              <a:lumMod val="20000"/>
              <a:lumOff val="80000"/>
            </a:schemeClr>
          </a:bgClr>
        </a:pattFill>
        <a:effectLst/>
      </p:bgPr>
    </p:bg>
    <p:spTree>
      <p:nvGrpSpPr>
        <p:cNvPr id="1" name=""/>
        <p:cNvGrpSpPr/>
        <p:nvPr/>
      </p:nvGrpSpPr>
      <p:grpSpPr>
        <a:xfrm>
          <a:off x="0" y="0"/>
          <a:ext cx="0" cy="0"/>
          <a:chOff x="0" y="0"/>
          <a:chExt cx="0" cy="0"/>
        </a:xfrm>
      </p:grpSpPr>
      <p:sp>
        <p:nvSpPr>
          <p:cNvPr id="1026" name="标题占位符 1">
            <a:extLst>
              <a:ext uri="{FF2B5EF4-FFF2-40B4-BE49-F238E27FC236}">
                <a16:creationId xmlns="" xmlns:a16="http://schemas.microsoft.com/office/drawing/2014/main" id="{C7EC5E42-6E5D-407E-9066-783F041463F3}"/>
              </a:ext>
            </a:extLst>
          </p:cNvPr>
          <p:cNvSpPr>
            <a:spLocks noGrp="1"/>
          </p:cNvSpPr>
          <p:nvPr>
            <p:ph type="title"/>
          </p:nvPr>
        </p:nvSpPr>
        <p:spPr bwMode="auto">
          <a:xfrm>
            <a:off x="911424" y="273844"/>
            <a:ext cx="10264845"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1027" name="文本占位符 2">
            <a:extLst>
              <a:ext uri="{FF2B5EF4-FFF2-40B4-BE49-F238E27FC236}">
                <a16:creationId xmlns="" xmlns:a16="http://schemas.microsoft.com/office/drawing/2014/main" id="{9D24FB56-6E7A-4776-AD9A-1053A7134CA2}"/>
              </a:ext>
            </a:extLst>
          </p:cNvPr>
          <p:cNvSpPr>
            <a:spLocks noGrp="1"/>
          </p:cNvSpPr>
          <p:nvPr>
            <p:ph type="body" idx="1"/>
          </p:nvPr>
        </p:nvSpPr>
        <p:spPr bwMode="auto">
          <a:xfrm>
            <a:off x="1295467" y="1438518"/>
            <a:ext cx="9697077"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a:extLst>
              <a:ext uri="{FF2B5EF4-FFF2-40B4-BE49-F238E27FC236}">
                <a16:creationId xmlns="" xmlns:a16="http://schemas.microsoft.com/office/drawing/2014/main" id="{0544D87F-9B01-43C0-BA99-2ADBDACEAF64}"/>
              </a:ext>
            </a:extLst>
          </p:cNvPr>
          <p:cNvSpPr>
            <a:spLocks noGrp="1"/>
          </p:cNvSpPr>
          <p:nvPr>
            <p:ph type="dt" sz="half" idx="2"/>
          </p:nvPr>
        </p:nvSpPr>
        <p:spPr>
          <a:xfrm>
            <a:off x="612484" y="6492876"/>
            <a:ext cx="2844800" cy="365125"/>
          </a:xfrm>
          <a:prstGeom prst="rect">
            <a:avLst/>
          </a:prstGeom>
        </p:spPr>
        <p:txBody>
          <a:bodyPr vert="horz" lIns="91440" tIns="45720" rIns="91440" bIns="45720" rtlCol="0" anchor="ctr"/>
          <a:lstStyle>
            <a:lvl1pPr algn="l" fontAlgn="auto">
              <a:spcBef>
                <a:spcPts val="0"/>
              </a:spcBef>
              <a:spcAft>
                <a:spcPts val="0"/>
              </a:spcAft>
              <a:defRPr sz="1200">
                <a:solidFill>
                  <a:schemeClr val="tx1">
                    <a:tint val="75000"/>
                  </a:schemeClr>
                </a:solidFill>
                <a:latin typeface="+mn-lt"/>
                <a:ea typeface="+mn-ea"/>
              </a:defRPr>
            </a:lvl1pPr>
          </a:lstStyle>
          <a:p>
            <a:pPr>
              <a:defRPr/>
            </a:pPr>
            <a:fld id="{18EFB23F-41D9-4BBE-8B93-E6BE8754B72C}" type="datetimeFigureOut">
              <a:rPr lang="zh-CN" altLang="en-US"/>
              <a:pPr>
                <a:defRPr/>
              </a:pPr>
              <a:t>2023/3/3</a:t>
            </a:fld>
            <a:endParaRPr lang="zh-CN" altLang="en-US"/>
          </a:p>
        </p:txBody>
      </p:sp>
      <p:sp>
        <p:nvSpPr>
          <p:cNvPr id="5" name="页脚占位符 4">
            <a:extLst>
              <a:ext uri="{FF2B5EF4-FFF2-40B4-BE49-F238E27FC236}">
                <a16:creationId xmlns="" xmlns:a16="http://schemas.microsoft.com/office/drawing/2014/main" id="{1DA00A20-4C62-4617-A875-61759F786CAD}"/>
              </a:ext>
            </a:extLst>
          </p:cNvPr>
          <p:cNvSpPr>
            <a:spLocks noGrp="1"/>
          </p:cNvSpPr>
          <p:nvPr>
            <p:ph type="ftr" sz="quarter" idx="3"/>
          </p:nvPr>
        </p:nvSpPr>
        <p:spPr>
          <a:xfrm>
            <a:off x="4168484" y="6492876"/>
            <a:ext cx="38608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ea typeface="+mn-ea"/>
              </a:defRPr>
            </a:lvl1pPr>
          </a:lstStyle>
          <a:p>
            <a:pPr>
              <a:defRPr/>
            </a:pPr>
            <a:endParaRPr lang="zh-CN" altLang="en-US"/>
          </a:p>
        </p:txBody>
      </p:sp>
      <p:sp>
        <p:nvSpPr>
          <p:cNvPr id="6" name="灯片编号占位符 5">
            <a:extLst>
              <a:ext uri="{FF2B5EF4-FFF2-40B4-BE49-F238E27FC236}">
                <a16:creationId xmlns="" xmlns:a16="http://schemas.microsoft.com/office/drawing/2014/main" id="{0A342A9B-B8D3-4025-AFBA-96BF91BF62F4}"/>
              </a:ext>
            </a:extLst>
          </p:cNvPr>
          <p:cNvSpPr>
            <a:spLocks noGrp="1"/>
          </p:cNvSpPr>
          <p:nvPr>
            <p:ph type="sldNum" sz="quarter" idx="4"/>
          </p:nvPr>
        </p:nvSpPr>
        <p:spPr>
          <a:xfrm>
            <a:off x="8740484" y="6492876"/>
            <a:ext cx="28448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latin typeface="Calibri" panose="020F0502020204030204" pitchFamily="34" charset="0"/>
              </a:defRPr>
            </a:lvl1pPr>
          </a:lstStyle>
          <a:p>
            <a:fld id="{F25E571C-9FBD-4713-AA8D-FC2F4955C767}" type="slidenum">
              <a:rPr lang="zh-CN" altLang="en-US"/>
              <a:pPr/>
              <a:t>‹#›</a:t>
            </a:fld>
            <a:endParaRPr lang="en-US" altLang="zh-CN"/>
          </a:p>
        </p:txBody>
      </p:sp>
    </p:spTree>
  </p:cSld>
  <p:clrMap bg1="lt1" tx1="dk1" bg2="lt2" tx2="dk2" accent1="accent1" accent2="accent2" accent3="accent3" accent4="accent4" accent5="accent5" accent6="accent6" hlink="hlink" folHlink="folHlink"/>
  <p:sldLayoutIdLst>
    <p:sldLayoutId id="2147483659" r:id="rId1"/>
    <p:sldLayoutId id="2147483658" r:id="rId2"/>
    <p:sldLayoutId id="2147483657" r:id="rId3"/>
    <p:sldLayoutId id="2147483656" r:id="rId4"/>
    <p:sldLayoutId id="2147483655" r:id="rId5"/>
    <p:sldLayoutId id="2147483654" r:id="rId6"/>
    <p:sldLayoutId id="2147483653" r:id="rId7"/>
    <p:sldLayoutId id="2147483652" r:id="rId8"/>
    <p:sldLayoutId id="2147483651" r:id="rId9"/>
    <p:sldLayoutId id="2147483650" r:id="rId10"/>
    <p:sldLayoutId id="2147483649" r:id="rId11"/>
  </p:sldLayoutIdLst>
  <p:txStyles>
    <p:titleStyle>
      <a:lvl1pPr algn="r" rtl="0" eaLnBrk="0" fontAlgn="base" hangingPunct="0">
        <a:spcBef>
          <a:spcPct val="0"/>
        </a:spcBef>
        <a:spcAft>
          <a:spcPct val="0"/>
        </a:spcAft>
        <a:defRPr sz="3600" b="0" kern="1200">
          <a:solidFill>
            <a:schemeClr val="bg2">
              <a:lumMod val="10000"/>
            </a:schemeClr>
          </a:solidFill>
          <a:latin typeface="华文楷体" panose="02010600040101010101" pitchFamily="2" charset="-122"/>
          <a:ea typeface="华文楷体" panose="02010600040101010101" pitchFamily="2" charset="-122"/>
          <a:cs typeface="+mj-cs"/>
        </a:defRPr>
      </a:lvl1pPr>
      <a:lvl2pPr algn="ctr" rtl="0" eaLnBrk="0" fontAlgn="base" hangingPunct="0">
        <a:spcBef>
          <a:spcPct val="0"/>
        </a:spcBef>
        <a:spcAft>
          <a:spcPct val="0"/>
        </a:spcAft>
        <a:defRPr sz="4400">
          <a:solidFill>
            <a:schemeClr val="tx1"/>
          </a:solidFill>
          <a:latin typeface="Calibri" pitchFamily="34" charset="0"/>
          <a:ea typeface="宋体" charset="-122"/>
        </a:defRPr>
      </a:lvl2pPr>
      <a:lvl3pPr algn="ctr" rtl="0" eaLnBrk="0" fontAlgn="base" hangingPunct="0">
        <a:spcBef>
          <a:spcPct val="0"/>
        </a:spcBef>
        <a:spcAft>
          <a:spcPct val="0"/>
        </a:spcAft>
        <a:defRPr sz="4400">
          <a:solidFill>
            <a:schemeClr val="tx1"/>
          </a:solidFill>
          <a:latin typeface="Calibri" pitchFamily="34" charset="0"/>
          <a:ea typeface="宋体" charset="-122"/>
        </a:defRPr>
      </a:lvl3pPr>
      <a:lvl4pPr algn="ctr" rtl="0" eaLnBrk="0" fontAlgn="base" hangingPunct="0">
        <a:spcBef>
          <a:spcPct val="0"/>
        </a:spcBef>
        <a:spcAft>
          <a:spcPct val="0"/>
        </a:spcAft>
        <a:defRPr sz="4400">
          <a:solidFill>
            <a:schemeClr val="tx1"/>
          </a:solidFill>
          <a:latin typeface="Calibri" pitchFamily="34" charset="0"/>
          <a:ea typeface="宋体" charset="-122"/>
        </a:defRPr>
      </a:lvl4pPr>
      <a:lvl5pPr algn="ctr" rtl="0" eaLnBrk="0" fontAlgn="base" hangingPunct="0">
        <a:spcBef>
          <a:spcPct val="0"/>
        </a:spcBef>
        <a:spcAft>
          <a:spcPct val="0"/>
        </a:spcAft>
        <a:defRPr sz="4400">
          <a:solidFill>
            <a:schemeClr val="tx1"/>
          </a:solidFill>
          <a:latin typeface="Calibri" pitchFamily="34" charset="0"/>
          <a:ea typeface="宋体" charset="-122"/>
        </a:defRPr>
      </a:lvl5pPr>
      <a:lvl6pPr marL="457200" algn="ctr" rtl="0" fontAlgn="base">
        <a:spcBef>
          <a:spcPct val="0"/>
        </a:spcBef>
        <a:spcAft>
          <a:spcPct val="0"/>
        </a:spcAft>
        <a:defRPr sz="4400">
          <a:solidFill>
            <a:schemeClr val="tx1"/>
          </a:solidFill>
          <a:latin typeface="Calibri" pitchFamily="34" charset="0"/>
          <a:ea typeface="宋体" charset="-122"/>
        </a:defRPr>
      </a:lvl6pPr>
      <a:lvl7pPr marL="914400" algn="ctr" rtl="0" fontAlgn="base">
        <a:spcBef>
          <a:spcPct val="0"/>
        </a:spcBef>
        <a:spcAft>
          <a:spcPct val="0"/>
        </a:spcAft>
        <a:defRPr sz="4400">
          <a:solidFill>
            <a:schemeClr val="tx1"/>
          </a:solidFill>
          <a:latin typeface="Calibri" pitchFamily="34" charset="0"/>
          <a:ea typeface="宋体" charset="-122"/>
        </a:defRPr>
      </a:lvl7pPr>
      <a:lvl8pPr marL="1371600" algn="ctr" rtl="0" fontAlgn="base">
        <a:spcBef>
          <a:spcPct val="0"/>
        </a:spcBef>
        <a:spcAft>
          <a:spcPct val="0"/>
        </a:spcAft>
        <a:defRPr sz="4400">
          <a:solidFill>
            <a:schemeClr val="tx1"/>
          </a:solidFill>
          <a:latin typeface="Calibri" pitchFamily="34" charset="0"/>
          <a:ea typeface="宋体" charset="-122"/>
        </a:defRPr>
      </a:lvl8pPr>
      <a:lvl9pPr marL="1828800" algn="ctr" rtl="0" fontAlgn="base">
        <a:spcBef>
          <a:spcPct val="0"/>
        </a:spcBef>
        <a:spcAft>
          <a:spcPct val="0"/>
        </a:spcAft>
        <a:defRPr sz="4400">
          <a:solidFill>
            <a:schemeClr val="tx1"/>
          </a:solidFill>
          <a:latin typeface="Calibri" pitchFamily="34" charset="0"/>
          <a:ea typeface="宋体" charset="-122"/>
        </a:defRPr>
      </a:lvl9pPr>
    </p:titleStyle>
    <p:bodyStyle>
      <a:lvl1pPr marL="342900" indent="-342900" algn="l" rtl="0" eaLnBrk="0" fontAlgn="base" hangingPunct="0">
        <a:spcBef>
          <a:spcPct val="20000"/>
        </a:spcBef>
        <a:spcAft>
          <a:spcPct val="0"/>
        </a:spcAft>
        <a:buFont typeface="Arial" panose="020B0604020202020204" pitchFamily="34" charset="0"/>
        <a:buChar char="•"/>
        <a:defRPr sz="2000" kern="1200">
          <a:solidFill>
            <a:schemeClr val="bg2">
              <a:lumMod val="10000"/>
            </a:schemeClr>
          </a:solidFill>
          <a:latin typeface="华文楷体" panose="02010600040101010101" pitchFamily="2" charset="-122"/>
          <a:ea typeface="华文楷体" panose="02010600040101010101" pitchFamily="2" charset="-122"/>
          <a:cs typeface="+mn-cs"/>
        </a:defRPr>
      </a:lvl1pPr>
      <a:lvl2pPr marL="742950" indent="-285750" algn="l" rtl="0" eaLnBrk="0" fontAlgn="base" hangingPunct="0">
        <a:spcBef>
          <a:spcPct val="20000"/>
        </a:spcBef>
        <a:spcAft>
          <a:spcPct val="0"/>
        </a:spcAft>
        <a:buFont typeface="Arial" panose="020B0604020202020204" pitchFamily="34" charset="0"/>
        <a:buChar char="–"/>
        <a:defRPr sz="2000" kern="1200">
          <a:solidFill>
            <a:schemeClr val="bg2">
              <a:lumMod val="10000"/>
            </a:schemeClr>
          </a:solidFill>
          <a:latin typeface="华文楷体" panose="02010600040101010101" pitchFamily="2" charset="-122"/>
          <a:ea typeface="华文楷体" panose="02010600040101010101" pitchFamily="2" charset="-122"/>
          <a:cs typeface="+mn-cs"/>
        </a:defRPr>
      </a:lvl2pPr>
      <a:lvl3pPr marL="1143000" indent="-228600" algn="l" rtl="0" eaLnBrk="0" fontAlgn="base" hangingPunct="0">
        <a:spcBef>
          <a:spcPct val="20000"/>
        </a:spcBef>
        <a:spcAft>
          <a:spcPct val="0"/>
        </a:spcAft>
        <a:buFont typeface="Arial" panose="020B0604020202020204" pitchFamily="34" charset="0"/>
        <a:buChar char="•"/>
        <a:defRPr sz="2000" kern="1200">
          <a:solidFill>
            <a:schemeClr val="bg2">
              <a:lumMod val="10000"/>
            </a:schemeClr>
          </a:solidFill>
          <a:latin typeface="华文楷体" panose="02010600040101010101" pitchFamily="2" charset="-122"/>
          <a:ea typeface="华文楷体" panose="02010600040101010101" pitchFamily="2" charset="-122"/>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bg2">
              <a:lumMod val="10000"/>
            </a:schemeClr>
          </a:solidFill>
          <a:latin typeface="华文楷体" panose="02010600040101010101" pitchFamily="2" charset="-122"/>
          <a:ea typeface="华文楷体" panose="02010600040101010101" pitchFamily="2" charset="-122"/>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bg2">
              <a:lumMod val="10000"/>
            </a:schemeClr>
          </a:solidFill>
          <a:latin typeface="华文楷体" panose="02010600040101010101" pitchFamily="2" charset="-122"/>
          <a:ea typeface="华文楷体" panose="02010600040101010101" pitchFamily="2"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oleObject" Target="../embeddings/oleObject3.bin"/><Relationship Id="rId3" Type="http://schemas.openxmlformats.org/officeDocument/2006/relationships/slideLayout" Target="../slideLayouts/slideLayout7.xml"/><Relationship Id="rId7" Type="http://schemas.openxmlformats.org/officeDocument/2006/relationships/image" Target="../media/image2.emf"/><Relationship Id="rId2" Type="http://schemas.openxmlformats.org/officeDocument/2006/relationships/tags" Target="../tags/tag1.xml"/><Relationship Id="rId1" Type="http://schemas.openxmlformats.org/officeDocument/2006/relationships/vmlDrawing" Target="../drawings/vmlDrawing1.vml"/><Relationship Id="rId6" Type="http://schemas.openxmlformats.org/officeDocument/2006/relationships/oleObject" Target="../embeddings/oleObject2.bin"/><Relationship Id="rId5" Type="http://schemas.openxmlformats.org/officeDocument/2006/relationships/image" Target="../media/image1.emf"/><Relationship Id="rId4" Type="http://schemas.openxmlformats.org/officeDocument/2006/relationships/oleObject" Target="../embeddings/oleObject1.bin"/><Relationship Id="rId9" Type="http://schemas.openxmlformats.org/officeDocument/2006/relationships/image" Target="../media/image3.emf"/></Relationships>
</file>

<file path=ppt/slides/_rels/slide2.xml.rels><?xml version="1.0" encoding="UTF-8" standalone="yes"?>
<Relationships xmlns="http://schemas.openxmlformats.org/package/2006/relationships"><Relationship Id="rId8" Type="http://schemas.openxmlformats.org/officeDocument/2006/relationships/image" Target="../media/image6.wmf"/><Relationship Id="rId13" Type="http://schemas.openxmlformats.org/officeDocument/2006/relationships/oleObject" Target="../embeddings/oleObject9.bin"/><Relationship Id="rId3" Type="http://schemas.openxmlformats.org/officeDocument/2006/relationships/oleObject" Target="../embeddings/oleObject4.bin"/><Relationship Id="rId7" Type="http://schemas.openxmlformats.org/officeDocument/2006/relationships/oleObject" Target="../embeddings/oleObject6.bin"/><Relationship Id="rId12" Type="http://schemas.openxmlformats.org/officeDocument/2006/relationships/image" Target="../media/image8.wmf"/><Relationship Id="rId2" Type="http://schemas.openxmlformats.org/officeDocument/2006/relationships/slideLayout" Target="../slideLayouts/slideLayout6.xml"/><Relationship Id="rId16" Type="http://schemas.openxmlformats.org/officeDocument/2006/relationships/image" Target="../media/image10.wmf"/><Relationship Id="rId1" Type="http://schemas.openxmlformats.org/officeDocument/2006/relationships/vmlDrawing" Target="../drawings/vmlDrawing2.vml"/><Relationship Id="rId6" Type="http://schemas.openxmlformats.org/officeDocument/2006/relationships/image" Target="../media/image5.wmf"/><Relationship Id="rId11" Type="http://schemas.openxmlformats.org/officeDocument/2006/relationships/oleObject" Target="../embeddings/oleObject8.bin"/><Relationship Id="rId5" Type="http://schemas.openxmlformats.org/officeDocument/2006/relationships/oleObject" Target="../embeddings/oleObject5.bin"/><Relationship Id="rId15" Type="http://schemas.openxmlformats.org/officeDocument/2006/relationships/oleObject" Target="../embeddings/oleObject10.bin"/><Relationship Id="rId10" Type="http://schemas.openxmlformats.org/officeDocument/2006/relationships/image" Target="../media/image7.wmf"/><Relationship Id="rId4" Type="http://schemas.openxmlformats.org/officeDocument/2006/relationships/image" Target="../media/image4.wmf"/><Relationship Id="rId9" Type="http://schemas.openxmlformats.org/officeDocument/2006/relationships/oleObject" Target="../embeddings/oleObject7.bin"/><Relationship Id="rId14" Type="http://schemas.openxmlformats.org/officeDocument/2006/relationships/image" Target="../media/image9.wmf"/></Relationships>
</file>

<file path=ppt/slides/_rels/slide3.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slideLayout" Target="../slideLayouts/slideLayout7.xml"/><Relationship Id="rId1" Type="http://schemas.openxmlformats.org/officeDocument/2006/relationships/vmlDrawing" Target="../drawings/vmlDrawing3.vml"/><Relationship Id="rId4" Type="http://schemas.openxmlformats.org/officeDocument/2006/relationships/image" Target="../media/image11.emf"/></Relationships>
</file>

<file path=ppt/slides/_rels/slide4.xml.rels><?xml version="1.0" encoding="UTF-8" standalone="yes"?>
<Relationships xmlns="http://schemas.openxmlformats.org/package/2006/relationships"><Relationship Id="rId3" Type="http://schemas.openxmlformats.org/officeDocument/2006/relationships/oleObject" Target="../embeddings/Microsoft_Word_97_-_2003_Document1.doc"/><Relationship Id="rId2" Type="http://schemas.openxmlformats.org/officeDocument/2006/relationships/slideLayout" Target="../slideLayouts/slideLayout6.xml"/><Relationship Id="rId1" Type="http://schemas.openxmlformats.org/officeDocument/2006/relationships/vmlDrawing" Target="../drawings/vmlDrawing4.vml"/><Relationship Id="rId4" Type="http://schemas.openxmlformats.org/officeDocument/2006/relationships/image" Target="../media/image12.emf"/></Relationships>
</file>

<file path=ppt/slides/_rels/slide5.xml.rels><?xml version="1.0" encoding="UTF-8" standalone="yes"?>
<Relationships xmlns="http://schemas.openxmlformats.org/package/2006/relationships"><Relationship Id="rId8" Type="http://schemas.openxmlformats.org/officeDocument/2006/relationships/image" Target="../media/image15.wmf"/><Relationship Id="rId13" Type="http://schemas.openxmlformats.org/officeDocument/2006/relationships/oleObject" Target="../embeddings/oleObject17.bin"/><Relationship Id="rId18" Type="http://schemas.openxmlformats.org/officeDocument/2006/relationships/image" Target="../media/image20.wmf"/><Relationship Id="rId3" Type="http://schemas.openxmlformats.org/officeDocument/2006/relationships/oleObject" Target="../embeddings/oleObject12.bin"/><Relationship Id="rId7" Type="http://schemas.openxmlformats.org/officeDocument/2006/relationships/oleObject" Target="../embeddings/oleObject14.bin"/><Relationship Id="rId12" Type="http://schemas.openxmlformats.org/officeDocument/2006/relationships/image" Target="../media/image17.wmf"/><Relationship Id="rId17" Type="http://schemas.openxmlformats.org/officeDocument/2006/relationships/oleObject" Target="../embeddings/oleObject19.bin"/><Relationship Id="rId2" Type="http://schemas.openxmlformats.org/officeDocument/2006/relationships/slideLayout" Target="../slideLayouts/slideLayout7.xml"/><Relationship Id="rId16" Type="http://schemas.openxmlformats.org/officeDocument/2006/relationships/image" Target="../media/image19.wmf"/><Relationship Id="rId1" Type="http://schemas.openxmlformats.org/officeDocument/2006/relationships/vmlDrawing" Target="../drawings/vmlDrawing5.vml"/><Relationship Id="rId6" Type="http://schemas.openxmlformats.org/officeDocument/2006/relationships/image" Target="../media/image14.wmf"/><Relationship Id="rId11" Type="http://schemas.openxmlformats.org/officeDocument/2006/relationships/oleObject" Target="../embeddings/oleObject16.bin"/><Relationship Id="rId5" Type="http://schemas.openxmlformats.org/officeDocument/2006/relationships/oleObject" Target="../embeddings/oleObject13.bin"/><Relationship Id="rId15" Type="http://schemas.openxmlformats.org/officeDocument/2006/relationships/oleObject" Target="../embeddings/oleObject18.bin"/><Relationship Id="rId10" Type="http://schemas.openxmlformats.org/officeDocument/2006/relationships/image" Target="../media/image16.wmf"/><Relationship Id="rId4" Type="http://schemas.openxmlformats.org/officeDocument/2006/relationships/image" Target="../media/image13.wmf"/><Relationship Id="rId9" Type="http://schemas.openxmlformats.org/officeDocument/2006/relationships/oleObject" Target="../embeddings/oleObject15.bin"/><Relationship Id="rId14" Type="http://schemas.openxmlformats.org/officeDocument/2006/relationships/image" Target="../media/image18.wmf"/></Relationships>
</file>

<file path=ppt/slides/_rels/slide6.xml.rels><?xml version="1.0" encoding="UTF-8" standalone="yes"?>
<Relationships xmlns="http://schemas.openxmlformats.org/package/2006/relationships"><Relationship Id="rId3" Type="http://schemas.openxmlformats.org/officeDocument/2006/relationships/oleObject" Target="../embeddings/Microsoft_Word_97_-_2003_Document2.doc"/><Relationship Id="rId2" Type="http://schemas.openxmlformats.org/officeDocument/2006/relationships/slideLayout" Target="../slideLayouts/slideLayout6.xml"/><Relationship Id="rId1" Type="http://schemas.openxmlformats.org/officeDocument/2006/relationships/vmlDrawing" Target="../drawings/vmlDrawing6.vml"/><Relationship Id="rId4" Type="http://schemas.openxmlformats.org/officeDocument/2006/relationships/image" Target="../media/image21.emf"/></Relationships>
</file>

<file path=ppt/slides/_rels/slide7.xml.rels><?xml version="1.0" encoding="UTF-8" standalone="yes"?>
<Relationships xmlns="http://schemas.openxmlformats.org/package/2006/relationships"><Relationship Id="rId8" Type="http://schemas.openxmlformats.org/officeDocument/2006/relationships/image" Target="../media/image24.wmf"/><Relationship Id="rId13" Type="http://schemas.openxmlformats.org/officeDocument/2006/relationships/oleObject" Target="../embeddings/oleObject25.bin"/><Relationship Id="rId18" Type="http://schemas.openxmlformats.org/officeDocument/2006/relationships/image" Target="../media/image29.wmf"/><Relationship Id="rId3" Type="http://schemas.openxmlformats.org/officeDocument/2006/relationships/oleObject" Target="../embeddings/oleObject20.bin"/><Relationship Id="rId21" Type="http://schemas.openxmlformats.org/officeDocument/2006/relationships/oleObject" Target="../embeddings/oleObject29.bin"/><Relationship Id="rId7" Type="http://schemas.openxmlformats.org/officeDocument/2006/relationships/oleObject" Target="../embeddings/oleObject22.bin"/><Relationship Id="rId12" Type="http://schemas.openxmlformats.org/officeDocument/2006/relationships/image" Target="../media/image26.wmf"/><Relationship Id="rId17" Type="http://schemas.openxmlformats.org/officeDocument/2006/relationships/oleObject" Target="../embeddings/oleObject27.bin"/><Relationship Id="rId2" Type="http://schemas.openxmlformats.org/officeDocument/2006/relationships/slideLayout" Target="../slideLayouts/slideLayout7.xml"/><Relationship Id="rId16" Type="http://schemas.openxmlformats.org/officeDocument/2006/relationships/image" Target="../media/image28.wmf"/><Relationship Id="rId20" Type="http://schemas.openxmlformats.org/officeDocument/2006/relationships/image" Target="../media/image30.wmf"/><Relationship Id="rId1" Type="http://schemas.openxmlformats.org/officeDocument/2006/relationships/vmlDrawing" Target="../drawings/vmlDrawing7.vml"/><Relationship Id="rId6" Type="http://schemas.openxmlformats.org/officeDocument/2006/relationships/image" Target="../media/image23.emf"/><Relationship Id="rId11" Type="http://schemas.openxmlformats.org/officeDocument/2006/relationships/oleObject" Target="../embeddings/oleObject24.bin"/><Relationship Id="rId5" Type="http://schemas.openxmlformats.org/officeDocument/2006/relationships/oleObject" Target="../embeddings/oleObject21.bin"/><Relationship Id="rId15" Type="http://schemas.openxmlformats.org/officeDocument/2006/relationships/oleObject" Target="../embeddings/oleObject26.bin"/><Relationship Id="rId10" Type="http://schemas.openxmlformats.org/officeDocument/2006/relationships/image" Target="../media/image25.wmf"/><Relationship Id="rId19" Type="http://schemas.openxmlformats.org/officeDocument/2006/relationships/oleObject" Target="../embeddings/oleObject28.bin"/><Relationship Id="rId4" Type="http://schemas.openxmlformats.org/officeDocument/2006/relationships/image" Target="../media/image22.wmf"/><Relationship Id="rId9" Type="http://schemas.openxmlformats.org/officeDocument/2006/relationships/oleObject" Target="../embeddings/oleObject23.bin"/><Relationship Id="rId14" Type="http://schemas.openxmlformats.org/officeDocument/2006/relationships/image" Target="../media/image27.wmf"/><Relationship Id="rId22" Type="http://schemas.openxmlformats.org/officeDocument/2006/relationships/image" Target="../media/image31.wmf"/></Relationships>
</file>

<file path=ppt/slides/_rels/slide8.xml.rels><?xml version="1.0" encoding="UTF-8" standalone="yes"?>
<Relationships xmlns="http://schemas.openxmlformats.org/package/2006/relationships"><Relationship Id="rId8" Type="http://schemas.openxmlformats.org/officeDocument/2006/relationships/oleObject" Target="../embeddings/oleObject32.bin"/><Relationship Id="rId3" Type="http://schemas.openxmlformats.org/officeDocument/2006/relationships/image" Target="../media/image35.png"/><Relationship Id="rId7" Type="http://schemas.openxmlformats.org/officeDocument/2006/relationships/image" Target="../media/image33.wmf"/><Relationship Id="rId2" Type="http://schemas.openxmlformats.org/officeDocument/2006/relationships/slideLayout" Target="../slideLayouts/slideLayout7.xml"/><Relationship Id="rId1" Type="http://schemas.openxmlformats.org/officeDocument/2006/relationships/vmlDrawing" Target="../drawings/vmlDrawing8.vml"/><Relationship Id="rId6" Type="http://schemas.openxmlformats.org/officeDocument/2006/relationships/oleObject" Target="../embeddings/oleObject31.bin"/><Relationship Id="rId5" Type="http://schemas.openxmlformats.org/officeDocument/2006/relationships/image" Target="../media/image32.wmf"/><Relationship Id="rId4" Type="http://schemas.openxmlformats.org/officeDocument/2006/relationships/oleObject" Target="../embeddings/oleObject30.bin"/><Relationship Id="rId9" Type="http://schemas.openxmlformats.org/officeDocument/2006/relationships/image" Target="../media/image34.wmf"/></Relationships>
</file>

<file path=ppt/slides/_rels/slide9.xml.rels><?xml version="1.0" encoding="UTF-8" standalone="yes"?>
<Relationships xmlns="http://schemas.openxmlformats.org/package/2006/relationships"><Relationship Id="rId8" Type="http://schemas.openxmlformats.org/officeDocument/2006/relationships/image" Target="../media/image38.wmf"/><Relationship Id="rId13" Type="http://schemas.openxmlformats.org/officeDocument/2006/relationships/oleObject" Target="../embeddings/oleObject38.bin"/><Relationship Id="rId18" Type="http://schemas.openxmlformats.org/officeDocument/2006/relationships/image" Target="../media/image43.wmf"/><Relationship Id="rId3" Type="http://schemas.openxmlformats.org/officeDocument/2006/relationships/oleObject" Target="../embeddings/oleObject33.bin"/><Relationship Id="rId21" Type="http://schemas.openxmlformats.org/officeDocument/2006/relationships/oleObject" Target="../embeddings/oleObject42.bin"/><Relationship Id="rId7" Type="http://schemas.openxmlformats.org/officeDocument/2006/relationships/oleObject" Target="../embeddings/oleObject35.bin"/><Relationship Id="rId12" Type="http://schemas.openxmlformats.org/officeDocument/2006/relationships/image" Target="../media/image40.wmf"/><Relationship Id="rId17" Type="http://schemas.openxmlformats.org/officeDocument/2006/relationships/oleObject" Target="../embeddings/oleObject40.bin"/><Relationship Id="rId2" Type="http://schemas.openxmlformats.org/officeDocument/2006/relationships/slideLayout" Target="../slideLayouts/slideLayout7.xml"/><Relationship Id="rId16" Type="http://schemas.openxmlformats.org/officeDocument/2006/relationships/image" Target="../media/image42.wmf"/><Relationship Id="rId20" Type="http://schemas.openxmlformats.org/officeDocument/2006/relationships/image" Target="../media/image44.wmf"/><Relationship Id="rId1" Type="http://schemas.openxmlformats.org/officeDocument/2006/relationships/vmlDrawing" Target="../drawings/vmlDrawing9.vml"/><Relationship Id="rId6" Type="http://schemas.openxmlformats.org/officeDocument/2006/relationships/image" Target="../media/image37.wmf"/><Relationship Id="rId11" Type="http://schemas.openxmlformats.org/officeDocument/2006/relationships/oleObject" Target="../embeddings/oleObject37.bin"/><Relationship Id="rId5" Type="http://schemas.openxmlformats.org/officeDocument/2006/relationships/oleObject" Target="../embeddings/oleObject34.bin"/><Relationship Id="rId15" Type="http://schemas.openxmlformats.org/officeDocument/2006/relationships/oleObject" Target="../embeddings/oleObject39.bin"/><Relationship Id="rId10" Type="http://schemas.openxmlformats.org/officeDocument/2006/relationships/image" Target="../media/image39.wmf"/><Relationship Id="rId19" Type="http://schemas.openxmlformats.org/officeDocument/2006/relationships/oleObject" Target="../embeddings/oleObject41.bin"/><Relationship Id="rId4" Type="http://schemas.openxmlformats.org/officeDocument/2006/relationships/image" Target="../media/image36.wmf"/><Relationship Id="rId9" Type="http://schemas.openxmlformats.org/officeDocument/2006/relationships/oleObject" Target="../embeddings/oleObject36.bin"/><Relationship Id="rId14" Type="http://schemas.openxmlformats.org/officeDocument/2006/relationships/image" Target="../media/image41.wmf"/><Relationship Id="rId22" Type="http://schemas.openxmlformats.org/officeDocument/2006/relationships/image" Target="../media/image45.wmf"/></Relationships>
</file>

<file path=ppt/slides/_rels/slide10.xml.rels><?xml version="1.0" encoding="UTF-8" standalone="yes"?>
<Relationships xmlns="http://schemas.openxmlformats.org/package/2006/relationships"><Relationship Id="rId8" Type="http://schemas.openxmlformats.org/officeDocument/2006/relationships/image" Target="../media/image48.wmf"/><Relationship Id="rId3" Type="http://schemas.openxmlformats.org/officeDocument/2006/relationships/oleObject" Target="../embeddings/Microsoft_Word_97_-_2003_Document3.doc"/><Relationship Id="rId7" Type="http://schemas.openxmlformats.org/officeDocument/2006/relationships/oleObject" Target="../embeddings/oleObject44.bin"/><Relationship Id="rId2" Type="http://schemas.openxmlformats.org/officeDocument/2006/relationships/slideLayout" Target="../slideLayouts/slideLayout7.xml"/><Relationship Id="rId1" Type="http://schemas.openxmlformats.org/officeDocument/2006/relationships/vmlDrawing" Target="../drawings/vmlDrawing10.vml"/><Relationship Id="rId6" Type="http://schemas.openxmlformats.org/officeDocument/2006/relationships/image" Target="../media/image47.wmf"/><Relationship Id="rId5" Type="http://schemas.openxmlformats.org/officeDocument/2006/relationships/oleObject" Target="../embeddings/oleObject43.bin"/><Relationship Id="rId10" Type="http://schemas.openxmlformats.org/officeDocument/2006/relationships/image" Target="../media/image49.wmf"/><Relationship Id="rId4" Type="http://schemas.openxmlformats.org/officeDocument/2006/relationships/image" Target="../media/image46.emf"/><Relationship Id="rId9" Type="http://schemas.openxmlformats.org/officeDocument/2006/relationships/oleObject" Target="../embeddings/oleObject45.bin"/></Relationships>
</file>

<file path=ppt/slides/_rels/slide11.xml.rels><?xml version="1.0" encoding="UTF-8" standalone="yes"?>
<Relationships xmlns="http://schemas.openxmlformats.org/package/2006/relationships"><Relationship Id="rId8" Type="http://schemas.openxmlformats.org/officeDocument/2006/relationships/image" Target="../media/image52.wmf"/><Relationship Id="rId13" Type="http://schemas.openxmlformats.org/officeDocument/2006/relationships/oleObject" Target="../embeddings/oleObject51.bin"/><Relationship Id="rId3" Type="http://schemas.openxmlformats.org/officeDocument/2006/relationships/oleObject" Target="../embeddings/oleObject46.bin"/><Relationship Id="rId7" Type="http://schemas.openxmlformats.org/officeDocument/2006/relationships/oleObject" Target="../embeddings/oleObject48.bin"/><Relationship Id="rId12" Type="http://schemas.openxmlformats.org/officeDocument/2006/relationships/image" Target="../media/image54.wmf"/><Relationship Id="rId2" Type="http://schemas.openxmlformats.org/officeDocument/2006/relationships/slideLayout" Target="../slideLayouts/slideLayout7.xml"/><Relationship Id="rId16" Type="http://schemas.openxmlformats.org/officeDocument/2006/relationships/image" Target="../media/image56.wmf"/><Relationship Id="rId1" Type="http://schemas.openxmlformats.org/officeDocument/2006/relationships/vmlDrawing" Target="../drawings/vmlDrawing11.vml"/><Relationship Id="rId6" Type="http://schemas.openxmlformats.org/officeDocument/2006/relationships/image" Target="../media/image51.wmf"/><Relationship Id="rId11" Type="http://schemas.openxmlformats.org/officeDocument/2006/relationships/oleObject" Target="../embeddings/oleObject50.bin"/><Relationship Id="rId5" Type="http://schemas.openxmlformats.org/officeDocument/2006/relationships/oleObject" Target="../embeddings/oleObject47.bin"/><Relationship Id="rId15" Type="http://schemas.openxmlformats.org/officeDocument/2006/relationships/oleObject" Target="../embeddings/oleObject52.bin"/><Relationship Id="rId10" Type="http://schemas.openxmlformats.org/officeDocument/2006/relationships/image" Target="../media/image53.wmf"/><Relationship Id="rId4" Type="http://schemas.openxmlformats.org/officeDocument/2006/relationships/image" Target="../media/image50.wmf"/><Relationship Id="rId9" Type="http://schemas.openxmlformats.org/officeDocument/2006/relationships/oleObject" Target="../embeddings/oleObject49.bin"/><Relationship Id="rId14" Type="http://schemas.openxmlformats.org/officeDocument/2006/relationships/image" Target="../media/image55.wmf"/></Relationships>
</file>

<file path=ppt/slides/_rels/slide12.xml.rels><?xml version="1.0" encoding="UTF-8" standalone="yes"?>
<Relationships xmlns="http://schemas.openxmlformats.org/package/2006/relationships"><Relationship Id="rId8" Type="http://schemas.openxmlformats.org/officeDocument/2006/relationships/image" Target="../media/image59.wmf"/><Relationship Id="rId13" Type="http://schemas.openxmlformats.org/officeDocument/2006/relationships/oleObject" Target="../embeddings/oleObject58.bin"/><Relationship Id="rId18" Type="http://schemas.openxmlformats.org/officeDocument/2006/relationships/image" Target="../media/image64.wmf"/><Relationship Id="rId3" Type="http://schemas.openxmlformats.org/officeDocument/2006/relationships/oleObject" Target="../embeddings/oleObject53.bin"/><Relationship Id="rId7" Type="http://schemas.openxmlformats.org/officeDocument/2006/relationships/oleObject" Target="../embeddings/oleObject55.bin"/><Relationship Id="rId12" Type="http://schemas.openxmlformats.org/officeDocument/2006/relationships/image" Target="../media/image61.wmf"/><Relationship Id="rId17" Type="http://schemas.openxmlformats.org/officeDocument/2006/relationships/oleObject" Target="../embeddings/oleObject60.bin"/><Relationship Id="rId2" Type="http://schemas.openxmlformats.org/officeDocument/2006/relationships/slideLayout" Target="../slideLayouts/slideLayout7.xml"/><Relationship Id="rId16" Type="http://schemas.openxmlformats.org/officeDocument/2006/relationships/image" Target="../media/image63.wmf"/><Relationship Id="rId20" Type="http://schemas.openxmlformats.org/officeDocument/2006/relationships/image" Target="../media/image65.wmf"/><Relationship Id="rId1" Type="http://schemas.openxmlformats.org/officeDocument/2006/relationships/vmlDrawing" Target="../drawings/vmlDrawing12.vml"/><Relationship Id="rId6" Type="http://schemas.openxmlformats.org/officeDocument/2006/relationships/image" Target="../media/image58.wmf"/><Relationship Id="rId11" Type="http://schemas.openxmlformats.org/officeDocument/2006/relationships/oleObject" Target="../embeddings/oleObject57.bin"/><Relationship Id="rId5" Type="http://schemas.openxmlformats.org/officeDocument/2006/relationships/oleObject" Target="../embeddings/oleObject54.bin"/><Relationship Id="rId15" Type="http://schemas.openxmlformats.org/officeDocument/2006/relationships/oleObject" Target="../embeddings/oleObject59.bin"/><Relationship Id="rId10" Type="http://schemas.openxmlformats.org/officeDocument/2006/relationships/image" Target="../media/image60.wmf"/><Relationship Id="rId19" Type="http://schemas.openxmlformats.org/officeDocument/2006/relationships/oleObject" Target="../embeddings/oleObject61.bin"/><Relationship Id="rId4" Type="http://schemas.openxmlformats.org/officeDocument/2006/relationships/image" Target="../media/image57.wmf"/><Relationship Id="rId9" Type="http://schemas.openxmlformats.org/officeDocument/2006/relationships/oleObject" Target="../embeddings/oleObject56.bin"/><Relationship Id="rId14" Type="http://schemas.openxmlformats.org/officeDocument/2006/relationships/image" Target="../media/image62.wmf"/></Relationships>
</file>

<file path=ppt/slides/_rels/slide13.xml.rels><?xml version="1.0" encoding="UTF-8" standalone="yes"?>
<Relationships xmlns="http://schemas.openxmlformats.org/package/2006/relationships"><Relationship Id="rId3" Type="http://schemas.openxmlformats.org/officeDocument/2006/relationships/oleObject" Target="../embeddings/oleObject62.bin"/><Relationship Id="rId2" Type="http://schemas.openxmlformats.org/officeDocument/2006/relationships/slideLayout" Target="../slideLayouts/slideLayout6.xml"/><Relationship Id="rId1" Type="http://schemas.openxmlformats.org/officeDocument/2006/relationships/vmlDrawing" Target="../drawings/vmlDrawing13.vml"/><Relationship Id="rId6" Type="http://schemas.openxmlformats.org/officeDocument/2006/relationships/image" Target="../media/image67.wmf"/><Relationship Id="rId5" Type="http://schemas.openxmlformats.org/officeDocument/2006/relationships/oleObject" Target="../embeddings/oleObject63.bin"/><Relationship Id="rId4" Type="http://schemas.openxmlformats.org/officeDocument/2006/relationships/image" Target="../media/image66.wmf"/></Relationships>
</file>

<file path=ppt/slides/_rels/slide14.xml.rels><?xml version="1.0" encoding="UTF-8" standalone="yes"?>
<Relationships xmlns="http://schemas.openxmlformats.org/package/2006/relationships"><Relationship Id="rId8" Type="http://schemas.openxmlformats.org/officeDocument/2006/relationships/image" Target="../media/image70.wmf"/><Relationship Id="rId13" Type="http://schemas.openxmlformats.org/officeDocument/2006/relationships/oleObject" Target="../embeddings/oleObject68.bin"/><Relationship Id="rId3" Type="http://schemas.openxmlformats.org/officeDocument/2006/relationships/oleObject" Target="../embeddings/Microsoft_Word_97_-_2003_Document4.doc"/><Relationship Id="rId7" Type="http://schemas.openxmlformats.org/officeDocument/2006/relationships/oleObject" Target="../embeddings/oleObject65.bin"/><Relationship Id="rId12" Type="http://schemas.openxmlformats.org/officeDocument/2006/relationships/image" Target="../media/image72.wmf"/><Relationship Id="rId2" Type="http://schemas.openxmlformats.org/officeDocument/2006/relationships/slideLayout" Target="../slideLayouts/slideLayout7.xml"/><Relationship Id="rId1" Type="http://schemas.openxmlformats.org/officeDocument/2006/relationships/vmlDrawing" Target="../drawings/vmlDrawing14.vml"/><Relationship Id="rId6" Type="http://schemas.openxmlformats.org/officeDocument/2006/relationships/image" Target="../media/image69.wmf"/><Relationship Id="rId11" Type="http://schemas.openxmlformats.org/officeDocument/2006/relationships/oleObject" Target="../embeddings/oleObject67.bin"/><Relationship Id="rId5" Type="http://schemas.openxmlformats.org/officeDocument/2006/relationships/oleObject" Target="../embeddings/oleObject64.bin"/><Relationship Id="rId10" Type="http://schemas.openxmlformats.org/officeDocument/2006/relationships/image" Target="../media/image71.wmf"/><Relationship Id="rId4" Type="http://schemas.openxmlformats.org/officeDocument/2006/relationships/image" Target="../media/image68.emf"/><Relationship Id="rId9" Type="http://schemas.openxmlformats.org/officeDocument/2006/relationships/oleObject" Target="../embeddings/oleObject66.bin"/><Relationship Id="rId14" Type="http://schemas.openxmlformats.org/officeDocument/2006/relationships/image" Target="../media/image73.wmf"/></Relationships>
</file>

<file path=ppt/slides/_rels/slide15.xml.rels><?xml version="1.0" encoding="UTF-8" standalone="yes"?>
<Relationships xmlns="http://schemas.openxmlformats.org/package/2006/relationships"><Relationship Id="rId8" Type="http://schemas.openxmlformats.org/officeDocument/2006/relationships/image" Target="../media/image76.wmf"/><Relationship Id="rId3" Type="http://schemas.openxmlformats.org/officeDocument/2006/relationships/oleObject" Target="../embeddings/Microsoft_Word_97_-_2003_Document5.doc"/><Relationship Id="rId7" Type="http://schemas.openxmlformats.org/officeDocument/2006/relationships/oleObject" Target="../embeddings/oleObject70.bin"/><Relationship Id="rId12" Type="http://schemas.openxmlformats.org/officeDocument/2006/relationships/image" Target="../media/image78.wmf"/><Relationship Id="rId2" Type="http://schemas.openxmlformats.org/officeDocument/2006/relationships/slideLayout" Target="../slideLayouts/slideLayout7.xml"/><Relationship Id="rId1" Type="http://schemas.openxmlformats.org/officeDocument/2006/relationships/vmlDrawing" Target="../drawings/vmlDrawing15.vml"/><Relationship Id="rId6" Type="http://schemas.openxmlformats.org/officeDocument/2006/relationships/image" Target="../media/image75.wmf"/><Relationship Id="rId11" Type="http://schemas.openxmlformats.org/officeDocument/2006/relationships/oleObject" Target="../embeddings/oleObject72.bin"/><Relationship Id="rId5" Type="http://schemas.openxmlformats.org/officeDocument/2006/relationships/oleObject" Target="../embeddings/oleObject69.bin"/><Relationship Id="rId10" Type="http://schemas.openxmlformats.org/officeDocument/2006/relationships/image" Target="../media/image77.wmf"/><Relationship Id="rId4" Type="http://schemas.openxmlformats.org/officeDocument/2006/relationships/image" Target="../media/image74.emf"/><Relationship Id="rId9" Type="http://schemas.openxmlformats.org/officeDocument/2006/relationships/oleObject" Target="../embeddings/oleObject71.bin"/></Relationships>
</file>

<file path=ppt/slides/_rels/slide16.xml.rels><?xml version="1.0" encoding="UTF-8" standalone="yes"?>
<Relationships xmlns="http://schemas.openxmlformats.org/package/2006/relationships"><Relationship Id="rId8" Type="http://schemas.openxmlformats.org/officeDocument/2006/relationships/image" Target="../media/image81.wmf"/><Relationship Id="rId3" Type="http://schemas.openxmlformats.org/officeDocument/2006/relationships/oleObject" Target="../embeddings/Microsoft_Word_97_-_2003_Document6.doc"/><Relationship Id="rId7" Type="http://schemas.openxmlformats.org/officeDocument/2006/relationships/oleObject" Target="../embeddings/oleObject74.bin"/><Relationship Id="rId12" Type="http://schemas.openxmlformats.org/officeDocument/2006/relationships/image" Target="../media/image83.wmf"/><Relationship Id="rId2" Type="http://schemas.openxmlformats.org/officeDocument/2006/relationships/slideLayout" Target="../slideLayouts/slideLayout7.xml"/><Relationship Id="rId1" Type="http://schemas.openxmlformats.org/officeDocument/2006/relationships/vmlDrawing" Target="../drawings/vmlDrawing16.vml"/><Relationship Id="rId6" Type="http://schemas.openxmlformats.org/officeDocument/2006/relationships/image" Target="../media/image80.wmf"/><Relationship Id="rId11" Type="http://schemas.openxmlformats.org/officeDocument/2006/relationships/oleObject" Target="../embeddings/oleObject76.bin"/><Relationship Id="rId5" Type="http://schemas.openxmlformats.org/officeDocument/2006/relationships/oleObject" Target="../embeddings/oleObject73.bin"/><Relationship Id="rId10" Type="http://schemas.openxmlformats.org/officeDocument/2006/relationships/image" Target="../media/image82.wmf"/><Relationship Id="rId4" Type="http://schemas.openxmlformats.org/officeDocument/2006/relationships/image" Target="../media/image79.emf"/><Relationship Id="rId9" Type="http://schemas.openxmlformats.org/officeDocument/2006/relationships/oleObject" Target="../embeddings/oleObject75.bin"/></Relationships>
</file>

<file path=ppt/slides/_rels/slide17.xml.rels><?xml version="1.0" encoding="UTF-8" standalone="yes"?>
<Relationships xmlns="http://schemas.openxmlformats.org/package/2006/relationships"><Relationship Id="rId8" Type="http://schemas.openxmlformats.org/officeDocument/2006/relationships/image" Target="../media/image86.wmf"/><Relationship Id="rId3" Type="http://schemas.openxmlformats.org/officeDocument/2006/relationships/oleObject" Target="../embeddings/oleObject77.bin"/><Relationship Id="rId7" Type="http://schemas.openxmlformats.org/officeDocument/2006/relationships/oleObject" Target="../embeddings/oleObject79.bin"/><Relationship Id="rId12" Type="http://schemas.openxmlformats.org/officeDocument/2006/relationships/image" Target="../media/image88.wmf"/><Relationship Id="rId2" Type="http://schemas.openxmlformats.org/officeDocument/2006/relationships/slideLayout" Target="../slideLayouts/slideLayout6.xml"/><Relationship Id="rId1" Type="http://schemas.openxmlformats.org/officeDocument/2006/relationships/vmlDrawing" Target="../drawings/vmlDrawing17.vml"/><Relationship Id="rId6" Type="http://schemas.openxmlformats.org/officeDocument/2006/relationships/image" Target="../media/image85.wmf"/><Relationship Id="rId11" Type="http://schemas.openxmlformats.org/officeDocument/2006/relationships/oleObject" Target="../embeddings/oleObject81.bin"/><Relationship Id="rId5" Type="http://schemas.openxmlformats.org/officeDocument/2006/relationships/oleObject" Target="../embeddings/oleObject78.bin"/><Relationship Id="rId10" Type="http://schemas.openxmlformats.org/officeDocument/2006/relationships/image" Target="../media/image87.wmf"/><Relationship Id="rId4" Type="http://schemas.openxmlformats.org/officeDocument/2006/relationships/image" Target="../media/image84.wmf"/><Relationship Id="rId9" Type="http://schemas.openxmlformats.org/officeDocument/2006/relationships/oleObject" Target="../embeddings/oleObject80.bin"/></Relationships>
</file>

<file path=ppt/slides/_rels/slide18.xml.rels><?xml version="1.0" encoding="UTF-8" standalone="yes"?>
<Relationships xmlns="http://schemas.openxmlformats.org/package/2006/relationships"><Relationship Id="rId8" Type="http://schemas.openxmlformats.org/officeDocument/2006/relationships/image" Target="../media/image91.wmf"/><Relationship Id="rId13" Type="http://schemas.openxmlformats.org/officeDocument/2006/relationships/oleObject" Target="../embeddings/oleObject87.bin"/><Relationship Id="rId18" Type="http://schemas.openxmlformats.org/officeDocument/2006/relationships/image" Target="../media/image96.wmf"/><Relationship Id="rId3" Type="http://schemas.openxmlformats.org/officeDocument/2006/relationships/oleObject" Target="../embeddings/oleObject82.bin"/><Relationship Id="rId21" Type="http://schemas.openxmlformats.org/officeDocument/2006/relationships/oleObject" Target="../embeddings/oleObject91.bin"/><Relationship Id="rId7" Type="http://schemas.openxmlformats.org/officeDocument/2006/relationships/oleObject" Target="../embeddings/oleObject84.bin"/><Relationship Id="rId12" Type="http://schemas.openxmlformats.org/officeDocument/2006/relationships/image" Target="../media/image93.wmf"/><Relationship Id="rId17" Type="http://schemas.openxmlformats.org/officeDocument/2006/relationships/oleObject" Target="../embeddings/oleObject89.bin"/><Relationship Id="rId2" Type="http://schemas.openxmlformats.org/officeDocument/2006/relationships/slideLayout" Target="../slideLayouts/slideLayout7.xml"/><Relationship Id="rId16" Type="http://schemas.openxmlformats.org/officeDocument/2006/relationships/image" Target="../media/image95.wmf"/><Relationship Id="rId20" Type="http://schemas.openxmlformats.org/officeDocument/2006/relationships/image" Target="../media/image97.wmf"/><Relationship Id="rId1" Type="http://schemas.openxmlformats.org/officeDocument/2006/relationships/vmlDrawing" Target="../drawings/vmlDrawing18.vml"/><Relationship Id="rId6" Type="http://schemas.openxmlformats.org/officeDocument/2006/relationships/image" Target="../media/image90.wmf"/><Relationship Id="rId11" Type="http://schemas.openxmlformats.org/officeDocument/2006/relationships/oleObject" Target="../embeddings/oleObject86.bin"/><Relationship Id="rId5" Type="http://schemas.openxmlformats.org/officeDocument/2006/relationships/oleObject" Target="../embeddings/oleObject83.bin"/><Relationship Id="rId15" Type="http://schemas.openxmlformats.org/officeDocument/2006/relationships/oleObject" Target="../embeddings/oleObject88.bin"/><Relationship Id="rId10" Type="http://schemas.openxmlformats.org/officeDocument/2006/relationships/image" Target="../media/image92.wmf"/><Relationship Id="rId19" Type="http://schemas.openxmlformats.org/officeDocument/2006/relationships/oleObject" Target="../embeddings/oleObject90.bin"/><Relationship Id="rId4" Type="http://schemas.openxmlformats.org/officeDocument/2006/relationships/image" Target="../media/image89.wmf"/><Relationship Id="rId9" Type="http://schemas.openxmlformats.org/officeDocument/2006/relationships/oleObject" Target="../embeddings/oleObject85.bin"/><Relationship Id="rId14" Type="http://schemas.openxmlformats.org/officeDocument/2006/relationships/image" Target="../media/image94.wmf"/><Relationship Id="rId22" Type="http://schemas.openxmlformats.org/officeDocument/2006/relationships/image" Target="../media/image98.wmf"/></Relationships>
</file>

<file path=ppt/slides/_rels/slide19.xml.rels><?xml version="1.0" encoding="UTF-8" standalone="yes"?>
<Relationships xmlns="http://schemas.openxmlformats.org/package/2006/relationships"><Relationship Id="rId8" Type="http://schemas.openxmlformats.org/officeDocument/2006/relationships/image" Target="../media/image100.wmf"/><Relationship Id="rId13" Type="http://schemas.openxmlformats.org/officeDocument/2006/relationships/oleObject" Target="../embeddings/oleObject97.bin"/><Relationship Id="rId18" Type="http://schemas.openxmlformats.org/officeDocument/2006/relationships/image" Target="../media/image105.wmf"/><Relationship Id="rId3" Type="http://schemas.openxmlformats.org/officeDocument/2006/relationships/oleObject" Target="../embeddings/oleObject92.bin"/><Relationship Id="rId21" Type="http://schemas.openxmlformats.org/officeDocument/2006/relationships/oleObject" Target="../embeddings/oleObject101.bin"/><Relationship Id="rId7" Type="http://schemas.openxmlformats.org/officeDocument/2006/relationships/oleObject" Target="../embeddings/oleObject94.bin"/><Relationship Id="rId12" Type="http://schemas.openxmlformats.org/officeDocument/2006/relationships/image" Target="../media/image102.wmf"/><Relationship Id="rId17" Type="http://schemas.openxmlformats.org/officeDocument/2006/relationships/oleObject" Target="../embeddings/oleObject99.bin"/><Relationship Id="rId2" Type="http://schemas.openxmlformats.org/officeDocument/2006/relationships/slideLayout" Target="../slideLayouts/slideLayout7.xml"/><Relationship Id="rId16" Type="http://schemas.openxmlformats.org/officeDocument/2006/relationships/image" Target="../media/image104.wmf"/><Relationship Id="rId20" Type="http://schemas.openxmlformats.org/officeDocument/2006/relationships/image" Target="../media/image106.wmf"/><Relationship Id="rId1" Type="http://schemas.openxmlformats.org/officeDocument/2006/relationships/vmlDrawing" Target="../drawings/vmlDrawing19.vml"/><Relationship Id="rId6" Type="http://schemas.openxmlformats.org/officeDocument/2006/relationships/image" Target="../media/image99.wmf"/><Relationship Id="rId11" Type="http://schemas.openxmlformats.org/officeDocument/2006/relationships/oleObject" Target="../embeddings/oleObject96.bin"/><Relationship Id="rId24" Type="http://schemas.openxmlformats.org/officeDocument/2006/relationships/image" Target="../media/image108.wmf"/><Relationship Id="rId5" Type="http://schemas.openxmlformats.org/officeDocument/2006/relationships/oleObject" Target="../embeddings/oleObject93.bin"/><Relationship Id="rId15" Type="http://schemas.openxmlformats.org/officeDocument/2006/relationships/oleObject" Target="../embeddings/oleObject98.bin"/><Relationship Id="rId23" Type="http://schemas.openxmlformats.org/officeDocument/2006/relationships/oleObject" Target="../embeddings/oleObject102.bin"/><Relationship Id="rId10" Type="http://schemas.openxmlformats.org/officeDocument/2006/relationships/image" Target="../media/image101.wmf"/><Relationship Id="rId19" Type="http://schemas.openxmlformats.org/officeDocument/2006/relationships/oleObject" Target="../embeddings/oleObject100.bin"/><Relationship Id="rId4" Type="http://schemas.openxmlformats.org/officeDocument/2006/relationships/image" Target="../media/image89.wmf"/><Relationship Id="rId9" Type="http://schemas.openxmlformats.org/officeDocument/2006/relationships/oleObject" Target="../embeddings/oleObject95.bin"/><Relationship Id="rId14" Type="http://schemas.openxmlformats.org/officeDocument/2006/relationships/image" Target="../media/image103.wmf"/><Relationship Id="rId22" Type="http://schemas.openxmlformats.org/officeDocument/2006/relationships/image" Target="../media/image107.wmf"/></Relationships>
</file>

<file path=ppt/slides/_rels/slide20.xml.rels><?xml version="1.0" encoding="UTF-8" standalone="yes"?>
<Relationships xmlns="http://schemas.openxmlformats.org/package/2006/relationships"><Relationship Id="rId8" Type="http://schemas.openxmlformats.org/officeDocument/2006/relationships/image" Target="../media/image110.wmf"/><Relationship Id="rId13" Type="http://schemas.openxmlformats.org/officeDocument/2006/relationships/oleObject" Target="../embeddings/oleObject108.bin"/><Relationship Id="rId3" Type="http://schemas.openxmlformats.org/officeDocument/2006/relationships/oleObject" Target="../embeddings/oleObject103.bin"/><Relationship Id="rId7" Type="http://schemas.openxmlformats.org/officeDocument/2006/relationships/oleObject" Target="../embeddings/oleObject105.bin"/><Relationship Id="rId12" Type="http://schemas.openxmlformats.org/officeDocument/2006/relationships/image" Target="../media/image112.wmf"/><Relationship Id="rId2" Type="http://schemas.openxmlformats.org/officeDocument/2006/relationships/slideLayout" Target="../slideLayouts/slideLayout7.xml"/><Relationship Id="rId16" Type="http://schemas.openxmlformats.org/officeDocument/2006/relationships/image" Target="../media/image114.wmf"/><Relationship Id="rId1" Type="http://schemas.openxmlformats.org/officeDocument/2006/relationships/vmlDrawing" Target="../drawings/vmlDrawing20.vml"/><Relationship Id="rId6" Type="http://schemas.openxmlformats.org/officeDocument/2006/relationships/image" Target="../media/image109.wmf"/><Relationship Id="rId11" Type="http://schemas.openxmlformats.org/officeDocument/2006/relationships/oleObject" Target="../embeddings/oleObject107.bin"/><Relationship Id="rId5" Type="http://schemas.openxmlformats.org/officeDocument/2006/relationships/oleObject" Target="../embeddings/oleObject104.bin"/><Relationship Id="rId15" Type="http://schemas.openxmlformats.org/officeDocument/2006/relationships/oleObject" Target="../embeddings/oleObject109.bin"/><Relationship Id="rId10" Type="http://schemas.openxmlformats.org/officeDocument/2006/relationships/image" Target="../media/image111.wmf"/><Relationship Id="rId4" Type="http://schemas.openxmlformats.org/officeDocument/2006/relationships/image" Target="../media/image89.wmf"/><Relationship Id="rId9" Type="http://schemas.openxmlformats.org/officeDocument/2006/relationships/oleObject" Target="../embeddings/oleObject106.bin"/><Relationship Id="rId14" Type="http://schemas.openxmlformats.org/officeDocument/2006/relationships/image" Target="../media/image113.wmf"/></Relationships>
</file>

<file path=ppt/slides/_rels/slide21.xml.rels><?xml version="1.0" encoding="UTF-8" standalone="yes"?>
<Relationships xmlns="http://schemas.openxmlformats.org/package/2006/relationships"><Relationship Id="rId8" Type="http://schemas.openxmlformats.org/officeDocument/2006/relationships/image" Target="../media/image117.wmf"/><Relationship Id="rId3" Type="http://schemas.openxmlformats.org/officeDocument/2006/relationships/oleObject" Target="../embeddings/oleObject110.bin"/><Relationship Id="rId7" Type="http://schemas.openxmlformats.org/officeDocument/2006/relationships/oleObject" Target="../embeddings/oleObject112.bin"/><Relationship Id="rId2" Type="http://schemas.openxmlformats.org/officeDocument/2006/relationships/slideLayout" Target="../slideLayouts/slideLayout7.xml"/><Relationship Id="rId1" Type="http://schemas.openxmlformats.org/officeDocument/2006/relationships/vmlDrawing" Target="../drawings/vmlDrawing21.vml"/><Relationship Id="rId6" Type="http://schemas.openxmlformats.org/officeDocument/2006/relationships/image" Target="../media/image116.wmf"/><Relationship Id="rId5" Type="http://schemas.openxmlformats.org/officeDocument/2006/relationships/oleObject" Target="../embeddings/oleObject111.bin"/><Relationship Id="rId4" Type="http://schemas.openxmlformats.org/officeDocument/2006/relationships/image" Target="../media/image115.wmf"/></Relationships>
</file>

<file path=ppt/slides/_rels/slide22.xml.rels><?xml version="1.0" encoding="UTF-8" standalone="yes"?>
<Relationships xmlns="http://schemas.openxmlformats.org/package/2006/relationships"><Relationship Id="rId8" Type="http://schemas.openxmlformats.org/officeDocument/2006/relationships/image" Target="../media/image120.wmf"/><Relationship Id="rId13" Type="http://schemas.openxmlformats.org/officeDocument/2006/relationships/oleObject" Target="../embeddings/oleObject117.bin"/><Relationship Id="rId18" Type="http://schemas.openxmlformats.org/officeDocument/2006/relationships/image" Target="../media/image125.wmf"/><Relationship Id="rId3" Type="http://schemas.openxmlformats.org/officeDocument/2006/relationships/oleObject" Target="../embeddings/Microsoft_Word_97_-_2003_Document7.doc"/><Relationship Id="rId21" Type="http://schemas.openxmlformats.org/officeDocument/2006/relationships/oleObject" Target="../embeddings/oleObject121.bin"/><Relationship Id="rId7" Type="http://schemas.openxmlformats.org/officeDocument/2006/relationships/oleObject" Target="../embeddings/oleObject114.bin"/><Relationship Id="rId12" Type="http://schemas.openxmlformats.org/officeDocument/2006/relationships/image" Target="../media/image122.wmf"/><Relationship Id="rId17" Type="http://schemas.openxmlformats.org/officeDocument/2006/relationships/oleObject" Target="../embeddings/oleObject119.bin"/><Relationship Id="rId2" Type="http://schemas.openxmlformats.org/officeDocument/2006/relationships/slideLayout" Target="../slideLayouts/slideLayout7.xml"/><Relationship Id="rId16" Type="http://schemas.openxmlformats.org/officeDocument/2006/relationships/image" Target="../media/image124.wmf"/><Relationship Id="rId20" Type="http://schemas.openxmlformats.org/officeDocument/2006/relationships/image" Target="../media/image126.wmf"/><Relationship Id="rId1" Type="http://schemas.openxmlformats.org/officeDocument/2006/relationships/vmlDrawing" Target="../drawings/vmlDrawing22.vml"/><Relationship Id="rId6" Type="http://schemas.openxmlformats.org/officeDocument/2006/relationships/image" Target="../media/image119.wmf"/><Relationship Id="rId11" Type="http://schemas.openxmlformats.org/officeDocument/2006/relationships/oleObject" Target="../embeddings/oleObject116.bin"/><Relationship Id="rId5" Type="http://schemas.openxmlformats.org/officeDocument/2006/relationships/oleObject" Target="../embeddings/oleObject113.bin"/><Relationship Id="rId15" Type="http://schemas.openxmlformats.org/officeDocument/2006/relationships/oleObject" Target="../embeddings/oleObject118.bin"/><Relationship Id="rId10" Type="http://schemas.openxmlformats.org/officeDocument/2006/relationships/image" Target="../media/image121.wmf"/><Relationship Id="rId19" Type="http://schemas.openxmlformats.org/officeDocument/2006/relationships/oleObject" Target="../embeddings/oleObject120.bin"/><Relationship Id="rId4" Type="http://schemas.openxmlformats.org/officeDocument/2006/relationships/image" Target="../media/image118.emf"/><Relationship Id="rId9" Type="http://schemas.openxmlformats.org/officeDocument/2006/relationships/oleObject" Target="../embeddings/oleObject115.bin"/><Relationship Id="rId14" Type="http://schemas.openxmlformats.org/officeDocument/2006/relationships/image" Target="../media/image123.wmf"/><Relationship Id="rId22" Type="http://schemas.openxmlformats.org/officeDocument/2006/relationships/image" Target="../media/image127.wmf"/></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3" Type="http://schemas.openxmlformats.org/officeDocument/2006/relationships/oleObject" Target="../embeddings/oleObject122.bin"/><Relationship Id="rId2" Type="http://schemas.openxmlformats.org/officeDocument/2006/relationships/slideLayout" Target="../slideLayouts/slideLayout7.xml"/><Relationship Id="rId1" Type="http://schemas.openxmlformats.org/officeDocument/2006/relationships/vmlDrawing" Target="../drawings/vmlDrawing23.vml"/><Relationship Id="rId6" Type="http://schemas.openxmlformats.org/officeDocument/2006/relationships/image" Target="../media/image129.wmf"/><Relationship Id="rId5" Type="http://schemas.openxmlformats.org/officeDocument/2006/relationships/oleObject" Target="../embeddings/oleObject123.bin"/><Relationship Id="rId4" Type="http://schemas.openxmlformats.org/officeDocument/2006/relationships/image" Target="../media/image128.wmf"/></Relationships>
</file>

<file path=ppt/slides/_rels/slide25.xml.rels><?xml version="1.0" encoding="UTF-8" standalone="yes"?>
<Relationships xmlns="http://schemas.openxmlformats.org/package/2006/relationships"><Relationship Id="rId8" Type="http://schemas.openxmlformats.org/officeDocument/2006/relationships/image" Target="../media/image132.emf"/><Relationship Id="rId13" Type="http://schemas.openxmlformats.org/officeDocument/2006/relationships/oleObject" Target="../embeddings/oleObject129.bin"/><Relationship Id="rId3" Type="http://schemas.openxmlformats.org/officeDocument/2006/relationships/oleObject" Target="../embeddings/oleObject124.bin"/><Relationship Id="rId7" Type="http://schemas.openxmlformats.org/officeDocument/2006/relationships/oleObject" Target="../embeddings/oleObject126.bin"/><Relationship Id="rId12" Type="http://schemas.openxmlformats.org/officeDocument/2006/relationships/image" Target="../media/image134.emf"/><Relationship Id="rId2" Type="http://schemas.openxmlformats.org/officeDocument/2006/relationships/slideLayout" Target="../slideLayouts/slideLayout7.xml"/><Relationship Id="rId16" Type="http://schemas.openxmlformats.org/officeDocument/2006/relationships/image" Target="../media/image136.wmf"/><Relationship Id="rId1" Type="http://schemas.openxmlformats.org/officeDocument/2006/relationships/vmlDrawing" Target="../drawings/vmlDrawing24.vml"/><Relationship Id="rId6" Type="http://schemas.openxmlformats.org/officeDocument/2006/relationships/image" Target="../media/image131.emf"/><Relationship Id="rId11" Type="http://schemas.openxmlformats.org/officeDocument/2006/relationships/oleObject" Target="../embeddings/oleObject128.bin"/><Relationship Id="rId5" Type="http://schemas.openxmlformats.org/officeDocument/2006/relationships/oleObject" Target="../embeddings/oleObject125.bin"/><Relationship Id="rId15" Type="http://schemas.openxmlformats.org/officeDocument/2006/relationships/oleObject" Target="../embeddings/oleObject130.bin"/><Relationship Id="rId10" Type="http://schemas.openxmlformats.org/officeDocument/2006/relationships/image" Target="../media/image133.emf"/><Relationship Id="rId4" Type="http://schemas.openxmlformats.org/officeDocument/2006/relationships/image" Target="../media/image130.emf"/><Relationship Id="rId9" Type="http://schemas.openxmlformats.org/officeDocument/2006/relationships/oleObject" Target="../embeddings/oleObject127.bin"/><Relationship Id="rId14" Type="http://schemas.openxmlformats.org/officeDocument/2006/relationships/image" Target="../media/image135.emf"/></Relationships>
</file>

<file path=ppt/slides/_rels/slide26.xml.rels><?xml version="1.0" encoding="UTF-8" standalone="yes"?>
<Relationships xmlns="http://schemas.openxmlformats.org/package/2006/relationships"><Relationship Id="rId13" Type="http://schemas.openxmlformats.org/officeDocument/2006/relationships/oleObject" Target="../embeddings/oleObject136.bin"/><Relationship Id="rId18" Type="http://schemas.openxmlformats.org/officeDocument/2006/relationships/image" Target="../media/image144.wmf"/><Relationship Id="rId26" Type="http://schemas.openxmlformats.org/officeDocument/2006/relationships/image" Target="../media/image148.emf"/><Relationship Id="rId39" Type="http://schemas.openxmlformats.org/officeDocument/2006/relationships/oleObject" Target="../embeddings/oleObject149.bin"/><Relationship Id="rId21" Type="http://schemas.openxmlformats.org/officeDocument/2006/relationships/oleObject" Target="../embeddings/oleObject140.bin"/><Relationship Id="rId34" Type="http://schemas.openxmlformats.org/officeDocument/2006/relationships/image" Target="../media/image152.wmf"/><Relationship Id="rId42" Type="http://schemas.openxmlformats.org/officeDocument/2006/relationships/image" Target="../media/image156.emf"/><Relationship Id="rId7" Type="http://schemas.openxmlformats.org/officeDocument/2006/relationships/oleObject" Target="../embeddings/oleObject133.bin"/><Relationship Id="rId2" Type="http://schemas.openxmlformats.org/officeDocument/2006/relationships/slideLayout" Target="../slideLayouts/slideLayout7.xml"/><Relationship Id="rId16" Type="http://schemas.openxmlformats.org/officeDocument/2006/relationships/image" Target="../media/image143.emf"/><Relationship Id="rId20" Type="http://schemas.openxmlformats.org/officeDocument/2006/relationships/image" Target="../media/image145.wmf"/><Relationship Id="rId29" Type="http://schemas.openxmlformats.org/officeDocument/2006/relationships/oleObject" Target="../embeddings/oleObject144.bin"/><Relationship Id="rId41" Type="http://schemas.openxmlformats.org/officeDocument/2006/relationships/oleObject" Target="../embeddings/oleObject150.bin"/><Relationship Id="rId1" Type="http://schemas.openxmlformats.org/officeDocument/2006/relationships/vmlDrawing" Target="../drawings/vmlDrawing25.vml"/><Relationship Id="rId6" Type="http://schemas.openxmlformats.org/officeDocument/2006/relationships/image" Target="../media/image138.emf"/><Relationship Id="rId11" Type="http://schemas.openxmlformats.org/officeDocument/2006/relationships/oleObject" Target="../embeddings/oleObject135.bin"/><Relationship Id="rId24" Type="http://schemas.openxmlformats.org/officeDocument/2006/relationships/image" Target="../media/image147.emf"/><Relationship Id="rId32" Type="http://schemas.openxmlformats.org/officeDocument/2006/relationships/image" Target="../media/image151.wmf"/><Relationship Id="rId37" Type="http://schemas.openxmlformats.org/officeDocument/2006/relationships/oleObject" Target="../embeddings/oleObject148.bin"/><Relationship Id="rId40" Type="http://schemas.openxmlformats.org/officeDocument/2006/relationships/image" Target="../media/image155.emf"/><Relationship Id="rId5" Type="http://schemas.openxmlformats.org/officeDocument/2006/relationships/oleObject" Target="../embeddings/oleObject132.bin"/><Relationship Id="rId15" Type="http://schemas.openxmlformats.org/officeDocument/2006/relationships/oleObject" Target="../embeddings/oleObject137.bin"/><Relationship Id="rId23" Type="http://schemas.openxmlformats.org/officeDocument/2006/relationships/oleObject" Target="../embeddings/oleObject141.bin"/><Relationship Id="rId28" Type="http://schemas.openxmlformats.org/officeDocument/2006/relationships/image" Target="../media/image149.emf"/><Relationship Id="rId36" Type="http://schemas.openxmlformats.org/officeDocument/2006/relationships/image" Target="../media/image153.emf"/><Relationship Id="rId10" Type="http://schemas.openxmlformats.org/officeDocument/2006/relationships/image" Target="../media/image140.wmf"/><Relationship Id="rId19" Type="http://schemas.openxmlformats.org/officeDocument/2006/relationships/oleObject" Target="../embeddings/oleObject139.bin"/><Relationship Id="rId31" Type="http://schemas.openxmlformats.org/officeDocument/2006/relationships/oleObject" Target="../embeddings/oleObject145.bin"/><Relationship Id="rId4" Type="http://schemas.openxmlformats.org/officeDocument/2006/relationships/image" Target="../media/image137.emf"/><Relationship Id="rId9" Type="http://schemas.openxmlformats.org/officeDocument/2006/relationships/oleObject" Target="../embeddings/oleObject134.bin"/><Relationship Id="rId14" Type="http://schemas.openxmlformats.org/officeDocument/2006/relationships/image" Target="../media/image142.emf"/><Relationship Id="rId22" Type="http://schemas.openxmlformats.org/officeDocument/2006/relationships/image" Target="../media/image146.emf"/><Relationship Id="rId27" Type="http://schemas.openxmlformats.org/officeDocument/2006/relationships/oleObject" Target="../embeddings/oleObject143.bin"/><Relationship Id="rId30" Type="http://schemas.openxmlformats.org/officeDocument/2006/relationships/image" Target="../media/image150.emf"/><Relationship Id="rId35" Type="http://schemas.openxmlformats.org/officeDocument/2006/relationships/oleObject" Target="../embeddings/oleObject147.bin"/><Relationship Id="rId8" Type="http://schemas.openxmlformats.org/officeDocument/2006/relationships/image" Target="../media/image139.emf"/><Relationship Id="rId3" Type="http://schemas.openxmlformats.org/officeDocument/2006/relationships/oleObject" Target="../embeddings/oleObject131.bin"/><Relationship Id="rId12" Type="http://schemas.openxmlformats.org/officeDocument/2006/relationships/image" Target="../media/image141.emf"/><Relationship Id="rId17" Type="http://schemas.openxmlformats.org/officeDocument/2006/relationships/oleObject" Target="../embeddings/oleObject138.bin"/><Relationship Id="rId25" Type="http://schemas.openxmlformats.org/officeDocument/2006/relationships/oleObject" Target="../embeddings/oleObject142.bin"/><Relationship Id="rId33" Type="http://schemas.openxmlformats.org/officeDocument/2006/relationships/oleObject" Target="../embeddings/oleObject146.bin"/><Relationship Id="rId38" Type="http://schemas.openxmlformats.org/officeDocument/2006/relationships/image" Target="../media/image154.emf"/></Relationships>
</file>

<file path=ppt/slides/_rels/slide27.xml.rels><?xml version="1.0" encoding="UTF-8" standalone="yes"?>
<Relationships xmlns="http://schemas.openxmlformats.org/package/2006/relationships"><Relationship Id="rId8" Type="http://schemas.openxmlformats.org/officeDocument/2006/relationships/image" Target="../media/image159.wmf"/><Relationship Id="rId13" Type="http://schemas.openxmlformats.org/officeDocument/2006/relationships/oleObject" Target="../embeddings/oleObject156.bin"/><Relationship Id="rId18" Type="http://schemas.openxmlformats.org/officeDocument/2006/relationships/image" Target="../media/image164.wmf"/><Relationship Id="rId3" Type="http://schemas.openxmlformats.org/officeDocument/2006/relationships/oleObject" Target="../embeddings/oleObject151.bin"/><Relationship Id="rId7" Type="http://schemas.openxmlformats.org/officeDocument/2006/relationships/oleObject" Target="../embeddings/oleObject153.bin"/><Relationship Id="rId12" Type="http://schemas.openxmlformats.org/officeDocument/2006/relationships/image" Target="../media/image161.wmf"/><Relationship Id="rId17" Type="http://schemas.openxmlformats.org/officeDocument/2006/relationships/oleObject" Target="../embeddings/oleObject158.bin"/><Relationship Id="rId2" Type="http://schemas.openxmlformats.org/officeDocument/2006/relationships/slideLayout" Target="../slideLayouts/slideLayout7.xml"/><Relationship Id="rId16" Type="http://schemas.openxmlformats.org/officeDocument/2006/relationships/image" Target="../media/image163.wmf"/><Relationship Id="rId20" Type="http://schemas.openxmlformats.org/officeDocument/2006/relationships/image" Target="../media/image165.wmf"/><Relationship Id="rId1" Type="http://schemas.openxmlformats.org/officeDocument/2006/relationships/vmlDrawing" Target="../drawings/vmlDrawing26.vml"/><Relationship Id="rId6" Type="http://schemas.openxmlformats.org/officeDocument/2006/relationships/image" Target="../media/image158.wmf"/><Relationship Id="rId11" Type="http://schemas.openxmlformats.org/officeDocument/2006/relationships/oleObject" Target="../embeddings/oleObject155.bin"/><Relationship Id="rId5" Type="http://schemas.openxmlformats.org/officeDocument/2006/relationships/oleObject" Target="../embeddings/oleObject152.bin"/><Relationship Id="rId15" Type="http://schemas.openxmlformats.org/officeDocument/2006/relationships/oleObject" Target="../embeddings/oleObject157.bin"/><Relationship Id="rId10" Type="http://schemas.openxmlformats.org/officeDocument/2006/relationships/image" Target="../media/image160.wmf"/><Relationship Id="rId19" Type="http://schemas.openxmlformats.org/officeDocument/2006/relationships/oleObject" Target="../embeddings/oleObject159.bin"/><Relationship Id="rId4" Type="http://schemas.openxmlformats.org/officeDocument/2006/relationships/image" Target="../media/image157.wmf"/><Relationship Id="rId9" Type="http://schemas.openxmlformats.org/officeDocument/2006/relationships/oleObject" Target="../embeddings/oleObject154.bin"/><Relationship Id="rId14" Type="http://schemas.openxmlformats.org/officeDocument/2006/relationships/image" Target="../media/image162.wmf"/></Relationships>
</file>

<file path=ppt/slides/_rels/slide28.xml.rels><?xml version="1.0" encoding="UTF-8" standalone="yes"?>
<Relationships xmlns="http://schemas.openxmlformats.org/package/2006/relationships"><Relationship Id="rId8" Type="http://schemas.openxmlformats.org/officeDocument/2006/relationships/image" Target="../media/image168.wmf"/><Relationship Id="rId13" Type="http://schemas.openxmlformats.org/officeDocument/2006/relationships/oleObject" Target="../embeddings/oleObject165.bin"/><Relationship Id="rId3" Type="http://schemas.openxmlformats.org/officeDocument/2006/relationships/oleObject" Target="../embeddings/oleObject160.bin"/><Relationship Id="rId7" Type="http://schemas.openxmlformats.org/officeDocument/2006/relationships/oleObject" Target="../embeddings/oleObject162.bin"/><Relationship Id="rId12" Type="http://schemas.openxmlformats.org/officeDocument/2006/relationships/image" Target="../media/image170.wmf"/><Relationship Id="rId2" Type="http://schemas.openxmlformats.org/officeDocument/2006/relationships/slideLayout" Target="../slideLayouts/slideLayout7.xml"/><Relationship Id="rId1" Type="http://schemas.openxmlformats.org/officeDocument/2006/relationships/vmlDrawing" Target="../drawings/vmlDrawing27.vml"/><Relationship Id="rId6" Type="http://schemas.openxmlformats.org/officeDocument/2006/relationships/image" Target="../media/image167.wmf"/><Relationship Id="rId11" Type="http://schemas.openxmlformats.org/officeDocument/2006/relationships/oleObject" Target="../embeddings/oleObject164.bin"/><Relationship Id="rId5" Type="http://schemas.openxmlformats.org/officeDocument/2006/relationships/oleObject" Target="../embeddings/oleObject161.bin"/><Relationship Id="rId10" Type="http://schemas.openxmlformats.org/officeDocument/2006/relationships/image" Target="../media/image169.wmf"/><Relationship Id="rId4" Type="http://schemas.openxmlformats.org/officeDocument/2006/relationships/image" Target="../media/image166.wmf"/><Relationship Id="rId9" Type="http://schemas.openxmlformats.org/officeDocument/2006/relationships/oleObject" Target="../embeddings/oleObject163.bin"/><Relationship Id="rId14" Type="http://schemas.openxmlformats.org/officeDocument/2006/relationships/image" Target="../media/image171.wmf"/></Relationships>
</file>

<file path=ppt/slides/_rels/slide29.xml.rels><?xml version="1.0" encoding="UTF-8" standalone="yes"?>
<Relationships xmlns="http://schemas.openxmlformats.org/package/2006/relationships"><Relationship Id="rId8" Type="http://schemas.openxmlformats.org/officeDocument/2006/relationships/image" Target="../media/image174.wmf"/><Relationship Id="rId13" Type="http://schemas.openxmlformats.org/officeDocument/2006/relationships/oleObject" Target="../embeddings/oleObject171.bin"/><Relationship Id="rId3" Type="http://schemas.openxmlformats.org/officeDocument/2006/relationships/oleObject" Target="../embeddings/oleObject166.bin"/><Relationship Id="rId7" Type="http://schemas.openxmlformats.org/officeDocument/2006/relationships/oleObject" Target="../embeddings/oleObject168.bin"/><Relationship Id="rId12" Type="http://schemas.openxmlformats.org/officeDocument/2006/relationships/image" Target="../media/image176.wmf"/><Relationship Id="rId2" Type="http://schemas.openxmlformats.org/officeDocument/2006/relationships/slideLayout" Target="../slideLayouts/slideLayout7.xml"/><Relationship Id="rId16" Type="http://schemas.openxmlformats.org/officeDocument/2006/relationships/image" Target="../media/image178.wmf"/><Relationship Id="rId1" Type="http://schemas.openxmlformats.org/officeDocument/2006/relationships/vmlDrawing" Target="../drawings/vmlDrawing28.vml"/><Relationship Id="rId6" Type="http://schemas.openxmlformats.org/officeDocument/2006/relationships/image" Target="../media/image173.wmf"/><Relationship Id="rId11" Type="http://schemas.openxmlformats.org/officeDocument/2006/relationships/oleObject" Target="../embeddings/oleObject170.bin"/><Relationship Id="rId5" Type="http://schemas.openxmlformats.org/officeDocument/2006/relationships/oleObject" Target="../embeddings/oleObject167.bin"/><Relationship Id="rId15" Type="http://schemas.openxmlformats.org/officeDocument/2006/relationships/oleObject" Target="../embeddings/oleObject172.bin"/><Relationship Id="rId10" Type="http://schemas.openxmlformats.org/officeDocument/2006/relationships/image" Target="../media/image175.wmf"/><Relationship Id="rId4" Type="http://schemas.openxmlformats.org/officeDocument/2006/relationships/image" Target="../media/image172.wmf"/><Relationship Id="rId9" Type="http://schemas.openxmlformats.org/officeDocument/2006/relationships/oleObject" Target="../embeddings/oleObject169.bin"/><Relationship Id="rId14" Type="http://schemas.openxmlformats.org/officeDocument/2006/relationships/image" Target="../media/image177.wmf"/></Relationships>
</file>

<file path=ppt/slides/slide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14018" name="Text Box 2"/>
          <p:cNvSpPr txBox="1">
            <a:spLocks noChangeArrowheads="1"/>
          </p:cNvSpPr>
          <p:nvPr/>
        </p:nvSpPr>
        <p:spPr bwMode="auto">
          <a:xfrm>
            <a:off x="3822736" y="5299626"/>
            <a:ext cx="6191118"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sz="3200" b="1" baseline="30000" dirty="0">
                <a:ea typeface="楷体_GB2312" pitchFamily="49" charset="-122"/>
              </a:rPr>
              <a:t>*</a:t>
            </a:r>
            <a:r>
              <a:rPr lang="zh-CN" altLang="en-US" sz="3200" b="1" dirty="0">
                <a:ea typeface="楷体_GB2312" pitchFamily="49" charset="-122"/>
              </a:rPr>
              <a:t>三、全微分在数值计算中的应用 </a:t>
            </a:r>
          </a:p>
        </p:txBody>
      </p:sp>
      <p:sp>
        <p:nvSpPr>
          <p:cNvPr id="214020" name="Text Box 4"/>
          <p:cNvSpPr txBox="1">
            <a:spLocks noChangeArrowheads="1"/>
          </p:cNvSpPr>
          <p:nvPr/>
        </p:nvSpPr>
        <p:spPr bwMode="auto">
          <a:xfrm>
            <a:off x="6918295" y="3324833"/>
            <a:ext cx="880369"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zh-CN" altLang="en-US" b="1" dirty="0">
                <a:solidFill>
                  <a:schemeClr val="accent2"/>
                </a:solidFill>
                <a:ea typeface="楷体_GB2312" pitchFamily="49" charset="-122"/>
              </a:rPr>
              <a:t>应用 </a:t>
            </a:r>
          </a:p>
        </p:txBody>
      </p:sp>
      <p:sp>
        <p:nvSpPr>
          <p:cNvPr id="214022" name="Text Box 6"/>
          <p:cNvSpPr txBox="1">
            <a:spLocks noChangeArrowheads="1"/>
          </p:cNvSpPr>
          <p:nvPr/>
        </p:nvSpPr>
        <p:spPr bwMode="auto">
          <a:xfrm>
            <a:off x="3363220" y="1725868"/>
            <a:ext cx="4495800" cy="5191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dirty="0">
                <a:ea typeface="楷体_GB2312" pitchFamily="49" charset="-122"/>
              </a:rPr>
              <a:t>一元函数  </a:t>
            </a:r>
            <a:r>
              <a:rPr lang="en-US" altLang="zh-CN" sz="2800" b="1" i="1" dirty="0">
                <a:ea typeface="楷体_GB2312" pitchFamily="49" charset="-122"/>
              </a:rPr>
              <a:t>y = f</a:t>
            </a:r>
            <a:r>
              <a:rPr lang="en-US" altLang="zh-CN" sz="2800" b="1" dirty="0">
                <a:ea typeface="楷体_GB2312" pitchFamily="49" charset="-122"/>
              </a:rPr>
              <a:t> (</a:t>
            </a:r>
            <a:r>
              <a:rPr lang="en-US" altLang="zh-CN" sz="2800" b="1" i="1" dirty="0">
                <a:ea typeface="楷体_GB2312" pitchFamily="49" charset="-122"/>
              </a:rPr>
              <a:t>x</a:t>
            </a:r>
            <a:r>
              <a:rPr lang="en-US" altLang="zh-CN" sz="2800" b="1" dirty="0">
                <a:ea typeface="楷体_GB2312" pitchFamily="49" charset="-122"/>
              </a:rPr>
              <a:t>) </a:t>
            </a:r>
            <a:r>
              <a:rPr lang="zh-CN" altLang="en-US" sz="2800" b="1" dirty="0">
                <a:ea typeface="楷体_GB2312" pitchFamily="49" charset="-122"/>
              </a:rPr>
              <a:t>的微分</a:t>
            </a:r>
          </a:p>
        </p:txBody>
      </p:sp>
      <p:graphicFrame>
        <p:nvGraphicFramePr>
          <p:cNvPr id="214023" name="Object 7"/>
          <p:cNvGraphicFramePr>
            <a:graphicFrameLocks noChangeAspect="1"/>
          </p:cNvGraphicFramePr>
          <p:nvPr>
            <p:extLst>
              <p:ext uri="{D42A27DB-BD31-4B8C-83A1-F6EECF244321}">
                <p14:modId xmlns:p14="http://schemas.microsoft.com/office/powerpoint/2010/main" val="3642826775"/>
              </p:ext>
            </p:extLst>
          </p:nvPr>
        </p:nvGraphicFramePr>
        <p:xfrm>
          <a:off x="4705081" y="2418737"/>
          <a:ext cx="2716212" cy="393700"/>
        </p:xfrm>
        <a:graphic>
          <a:graphicData uri="http://schemas.openxmlformats.org/presentationml/2006/ole">
            <mc:AlternateContent xmlns:mc="http://schemas.openxmlformats.org/markup-compatibility/2006">
              <mc:Choice xmlns:v="urn:schemas-microsoft-com:vml" Requires="v">
                <p:oleObj spid="_x0000_s1104" name="公式" r:id="rId4" imgW="2705028" imgH="380897" progId="Equation.3">
                  <p:embed/>
                </p:oleObj>
              </mc:Choice>
              <mc:Fallback>
                <p:oleObj name="公式" r:id="rId4" imgW="2705028" imgH="380897"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705081" y="2418737"/>
                        <a:ext cx="2716212" cy="393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14024" name="Object 8"/>
          <p:cNvGraphicFramePr>
            <a:graphicFrameLocks noChangeAspect="1"/>
          </p:cNvGraphicFramePr>
          <p:nvPr>
            <p:extLst>
              <p:ext uri="{D42A27DB-BD31-4B8C-83A1-F6EECF244321}">
                <p14:modId xmlns:p14="http://schemas.microsoft.com/office/powerpoint/2010/main" val="1417017798"/>
              </p:ext>
            </p:extLst>
          </p:nvPr>
        </p:nvGraphicFramePr>
        <p:xfrm>
          <a:off x="4764089" y="3410387"/>
          <a:ext cx="2055812" cy="406400"/>
        </p:xfrm>
        <a:graphic>
          <a:graphicData uri="http://schemas.openxmlformats.org/presentationml/2006/ole">
            <mc:AlternateContent xmlns:mc="http://schemas.openxmlformats.org/markup-compatibility/2006">
              <mc:Choice xmlns:v="urn:schemas-microsoft-com:vml" Requires="v">
                <p:oleObj spid="_x0000_s1105" name="公式" r:id="rId6" imgW="2047770" imgH="400011" progId="Equation.3">
                  <p:embed/>
                </p:oleObj>
              </mc:Choice>
              <mc:Fallback>
                <p:oleObj name="公式" r:id="rId6" imgW="2047770" imgH="400011" progId="Equation.3">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764089" y="3410387"/>
                        <a:ext cx="2055812" cy="406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14025" name="Line 9"/>
          <p:cNvSpPr>
            <a:spLocks noChangeShapeType="1"/>
          </p:cNvSpPr>
          <p:nvPr/>
        </p:nvSpPr>
        <p:spPr bwMode="auto">
          <a:xfrm>
            <a:off x="6918295" y="3773129"/>
            <a:ext cx="838200" cy="0"/>
          </a:xfrm>
          <a:prstGeom prst="line">
            <a:avLst/>
          </a:prstGeom>
          <a:noFill/>
          <a:ln w="12700">
            <a:solidFill>
              <a:schemeClr val="accent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214026" name="Object 10"/>
          <p:cNvGraphicFramePr>
            <a:graphicFrameLocks noChangeAspect="1"/>
          </p:cNvGraphicFramePr>
          <p:nvPr>
            <p:extLst>
              <p:ext uri="{D42A27DB-BD31-4B8C-83A1-F6EECF244321}">
                <p14:modId xmlns:p14="http://schemas.microsoft.com/office/powerpoint/2010/main" val="1388664355"/>
              </p:ext>
            </p:extLst>
          </p:nvPr>
        </p:nvGraphicFramePr>
        <p:xfrm>
          <a:off x="7900912" y="3061137"/>
          <a:ext cx="414338" cy="1104900"/>
        </p:xfrm>
        <a:graphic>
          <a:graphicData uri="http://schemas.openxmlformats.org/presentationml/2006/ole">
            <mc:AlternateContent xmlns:mc="http://schemas.openxmlformats.org/markup-compatibility/2006">
              <mc:Choice xmlns:v="urn:schemas-microsoft-com:vml" Requires="v">
                <p:oleObj spid="_x0000_s1106" name="公式" r:id="rId8" imgW="181145" imgH="495236" progId="Equation.3">
                  <p:embed/>
                </p:oleObj>
              </mc:Choice>
              <mc:Fallback>
                <p:oleObj name="公式" r:id="rId8" imgW="181145" imgH="495236" progId="Equation.3">
                  <p:embed/>
                  <p:pic>
                    <p:nvPicPr>
                      <p:cNvPr id="0" name=""/>
                      <p:cNvPicPr>
                        <a:picLocks noChangeAspect="1" noChangeArrowheads="1"/>
                      </p:cNvPicPr>
                      <p:nvPr/>
                    </p:nvPicPr>
                    <p:blipFill>
                      <a:blip r:embed="rId9">
                        <a:grayscl/>
                        <a:biLevel thresh="50000"/>
                        <a:extLst>
                          <a:ext uri="{28A0092B-C50C-407E-A947-70E740481C1C}">
                            <a14:useLocalDpi xmlns:a14="http://schemas.microsoft.com/office/drawing/2010/main" val="0"/>
                          </a:ext>
                        </a:extLst>
                      </a:blip>
                      <a:srcRect/>
                      <a:stretch>
                        <a:fillRect/>
                      </a:stretch>
                    </p:blipFill>
                    <p:spPr bwMode="auto">
                      <a:xfrm>
                        <a:off x="7900912" y="3061137"/>
                        <a:ext cx="414338" cy="1104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14027" name="Text Box 11"/>
          <p:cNvSpPr txBox="1">
            <a:spLocks noChangeArrowheads="1"/>
          </p:cNvSpPr>
          <p:nvPr/>
        </p:nvSpPr>
        <p:spPr bwMode="auto">
          <a:xfrm>
            <a:off x="8077200" y="3094475"/>
            <a:ext cx="1828800" cy="5191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dirty="0">
                <a:ea typeface="楷体_GB2312" pitchFamily="49" charset="-122"/>
              </a:rPr>
              <a:t>近似计算</a:t>
            </a:r>
          </a:p>
        </p:txBody>
      </p:sp>
      <p:sp>
        <p:nvSpPr>
          <p:cNvPr id="214028" name="Text Box 12"/>
          <p:cNvSpPr txBox="1">
            <a:spLocks noChangeArrowheads="1"/>
          </p:cNvSpPr>
          <p:nvPr/>
        </p:nvSpPr>
        <p:spPr bwMode="auto">
          <a:xfrm>
            <a:off x="8077200" y="3642917"/>
            <a:ext cx="1905000" cy="5191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dirty="0">
                <a:ea typeface="楷体_GB2312" pitchFamily="49" charset="-122"/>
              </a:rPr>
              <a:t>估计误差</a:t>
            </a:r>
          </a:p>
        </p:txBody>
      </p:sp>
      <p:grpSp>
        <p:nvGrpSpPr>
          <p:cNvPr id="214029" name="Group 13"/>
          <p:cNvGrpSpPr>
            <a:grpSpLocks/>
          </p:cNvGrpSpPr>
          <p:nvPr/>
        </p:nvGrpSpPr>
        <p:grpSpPr bwMode="auto">
          <a:xfrm>
            <a:off x="5486400" y="2837297"/>
            <a:ext cx="838200" cy="533400"/>
            <a:chOff x="1584" y="1968"/>
            <a:chExt cx="528" cy="240"/>
          </a:xfrm>
        </p:grpSpPr>
        <p:sp>
          <p:nvSpPr>
            <p:cNvPr id="74778" name="Line 14"/>
            <p:cNvSpPr>
              <a:spLocks noChangeShapeType="1"/>
            </p:cNvSpPr>
            <p:nvPr/>
          </p:nvSpPr>
          <p:spPr bwMode="auto">
            <a:xfrm>
              <a:off x="1584" y="1968"/>
              <a:ext cx="528" cy="0"/>
            </a:xfrm>
            <a:prstGeom prst="line">
              <a:avLst/>
            </a:prstGeom>
            <a:noFill/>
            <a:ln w="12700">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4779" name="Line 15"/>
            <p:cNvSpPr>
              <a:spLocks noChangeShapeType="1"/>
            </p:cNvSpPr>
            <p:nvPr/>
          </p:nvSpPr>
          <p:spPr bwMode="auto">
            <a:xfrm>
              <a:off x="1824" y="1968"/>
              <a:ext cx="0" cy="240"/>
            </a:xfrm>
            <a:prstGeom prst="line">
              <a:avLst/>
            </a:prstGeom>
            <a:noFill/>
            <a:ln w="12700">
              <a:solidFill>
                <a:schemeClr val="tx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214039" name="Text Box 23"/>
          <p:cNvSpPr txBox="1">
            <a:spLocks noChangeArrowheads="1"/>
          </p:cNvSpPr>
          <p:nvPr/>
        </p:nvSpPr>
        <p:spPr bwMode="auto">
          <a:xfrm>
            <a:off x="2171679" y="4065237"/>
            <a:ext cx="18288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zh-CN" altLang="en-US" sz="2800" b="1" dirty="0">
                <a:solidFill>
                  <a:srgbClr val="FF0000"/>
                </a:solidFill>
                <a:ea typeface="楷体_GB2312" pitchFamily="49" charset="-122"/>
              </a:rPr>
              <a:t>本节内容</a:t>
            </a:r>
            <a:r>
              <a:rPr lang="en-US" altLang="zh-CN" sz="2800" b="1" dirty="0">
                <a:solidFill>
                  <a:srgbClr val="FF0000"/>
                </a:solidFill>
                <a:ea typeface="楷体_GB2312" pitchFamily="49" charset="-122"/>
              </a:rPr>
              <a:t>:</a:t>
            </a:r>
          </a:p>
        </p:txBody>
      </p:sp>
      <p:sp>
        <p:nvSpPr>
          <p:cNvPr id="214040" name="Text Box 24"/>
          <p:cNvSpPr txBox="1">
            <a:spLocks noChangeArrowheads="1"/>
          </p:cNvSpPr>
          <p:nvPr/>
        </p:nvSpPr>
        <p:spPr bwMode="auto">
          <a:xfrm>
            <a:off x="4000479" y="3999574"/>
            <a:ext cx="3583032"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zh-CN" altLang="en-US" sz="3200" b="1" dirty="0">
                <a:ea typeface="楷体_GB2312" pitchFamily="49" charset="-122"/>
              </a:rPr>
              <a:t>一、全微分的定义 </a:t>
            </a:r>
          </a:p>
        </p:txBody>
      </p:sp>
      <p:sp>
        <p:nvSpPr>
          <p:cNvPr id="74775" name="Text Box 25"/>
          <p:cNvSpPr txBox="1">
            <a:spLocks noChangeArrowheads="1"/>
          </p:cNvSpPr>
          <p:nvPr/>
        </p:nvSpPr>
        <p:spPr bwMode="auto">
          <a:xfrm>
            <a:off x="3766447" y="817563"/>
            <a:ext cx="4134465" cy="769441"/>
          </a:xfrm>
          <a:prstGeom prst="rect">
            <a:avLst/>
          </a:prstGeom>
          <a:noFill/>
          <a:ln w="50800" cmpd="thickThin">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zh-CN" altLang="en-US" sz="4400" b="1" dirty="0" smtClean="0">
                <a:solidFill>
                  <a:srgbClr val="FF0000"/>
                </a:solidFill>
                <a:latin typeface="华文行楷" panose="02010800040101010101" pitchFamily="2" charset="-122"/>
                <a:ea typeface="华文行楷" panose="02010800040101010101" pitchFamily="2" charset="-122"/>
              </a:rPr>
              <a:t>全微分</a:t>
            </a:r>
            <a:r>
              <a:rPr lang="zh-CN" altLang="en-US" sz="4400" b="1" dirty="0">
                <a:solidFill>
                  <a:srgbClr val="FF0000"/>
                </a:solidFill>
                <a:latin typeface="华文行楷" panose="02010800040101010101" pitchFamily="2" charset="-122"/>
                <a:ea typeface="华文行楷" panose="02010800040101010101" pitchFamily="2" charset="-122"/>
              </a:rPr>
              <a:t>及其应用</a:t>
            </a:r>
          </a:p>
        </p:txBody>
      </p:sp>
      <p:sp>
        <p:nvSpPr>
          <p:cNvPr id="74777" name="Rectangle 27"/>
          <p:cNvSpPr>
            <a:spLocks noChangeArrowheads="1"/>
          </p:cNvSpPr>
          <p:nvPr/>
        </p:nvSpPr>
        <p:spPr bwMode="auto">
          <a:xfrm>
            <a:off x="4000479" y="4648600"/>
            <a:ext cx="4103688"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571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zh-CN" altLang="en-US" sz="3200" b="1" dirty="0">
                <a:ea typeface="楷体_GB2312" pitchFamily="49" charset="-122"/>
              </a:rPr>
              <a:t>二、全微分的条件</a:t>
            </a:r>
          </a:p>
        </p:txBody>
      </p:sp>
      <p:sp>
        <p:nvSpPr>
          <p:cNvPr id="18" name="文本框 17"/>
          <p:cNvSpPr txBox="1"/>
          <p:nvPr/>
        </p:nvSpPr>
        <p:spPr>
          <a:xfrm>
            <a:off x="10056440" y="404664"/>
            <a:ext cx="1375698" cy="523220"/>
          </a:xfrm>
          <a:prstGeom prst="rect">
            <a:avLst/>
          </a:prstGeom>
          <a:noFill/>
          <a:ln w="19050">
            <a:solidFill>
              <a:srgbClr val="FF0000"/>
            </a:solidFill>
          </a:ln>
        </p:spPr>
        <p:txBody>
          <a:bodyPr wrap="none" rtlCol="0">
            <a:spAutoFit/>
          </a:bodyPr>
          <a:lstStyle/>
          <a:p>
            <a:r>
              <a:rPr lang="en-US" altLang="zh-CN" sz="2800" dirty="0" smtClean="0">
                <a:solidFill>
                  <a:srgbClr val="FF0000"/>
                </a:solidFill>
                <a:latin typeface="华文行楷" panose="02010800040101010101" pitchFamily="2" charset="-122"/>
                <a:ea typeface="华文行楷" panose="02010800040101010101" pitchFamily="2" charset="-122"/>
              </a:rPr>
              <a:t>Chapter 8</a:t>
            </a:r>
            <a:endParaRPr lang="zh-CN" altLang="en-US" sz="2800" dirty="0">
              <a:solidFill>
                <a:srgbClr val="FF0000"/>
              </a:solidFill>
              <a:latin typeface="华文行楷" panose="02010800040101010101" pitchFamily="2" charset="-122"/>
              <a:ea typeface="华文行楷" panose="02010800040101010101" pitchFamily="2" charset="-122"/>
            </a:endParaRPr>
          </a:p>
        </p:txBody>
      </p:sp>
    </p:spTree>
    <p:custDataLst>
      <p:tags r:id="rId2"/>
    </p:custDataLst>
    <p:extLst>
      <p:ext uri="{BB962C8B-B14F-4D97-AF65-F5344CB8AC3E}">
        <p14:creationId xmlns:p14="http://schemas.microsoft.com/office/powerpoint/2010/main" val="399619268"/>
      </p:ext>
    </p:extLst>
  </p:cSld>
  <p:clrMapOvr>
    <a:masterClrMapping/>
  </p:clrMapOvr>
  <mc:AlternateContent xmlns:mc="http://schemas.openxmlformats.org/markup-compatibility/2006" xmlns:p14="http://schemas.microsoft.com/office/powerpoint/2010/main">
    <mc:Choice Requires="p14">
      <p:transition spd="slow" p14:dur="999" advTm="18000"/>
    </mc:Choice>
    <mc:Fallback xmlns="">
      <p:transition spd="slow" advTm="18000"/>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14022"/>
                                        </p:tgtEl>
                                        <p:attrNameLst>
                                          <p:attrName>style.visibility</p:attrName>
                                        </p:attrNameLst>
                                      </p:cBhvr>
                                      <p:to>
                                        <p:strVal val="visible"/>
                                      </p:to>
                                    </p:set>
                                    <p:animEffect transition="in" filter="wipe(left)">
                                      <p:cBhvr>
                                        <p:cTn id="7" dur="500"/>
                                        <p:tgtEl>
                                          <p:spTgt spid="21402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214023"/>
                                        </p:tgtEl>
                                        <p:attrNameLst>
                                          <p:attrName>style.visibility</p:attrName>
                                        </p:attrNameLst>
                                      </p:cBhvr>
                                      <p:to>
                                        <p:strVal val="visible"/>
                                      </p:to>
                                    </p:set>
                                    <p:animEffect transition="in" filter="wipe(left)">
                                      <p:cBhvr>
                                        <p:cTn id="12" dur="500"/>
                                        <p:tgtEl>
                                          <p:spTgt spid="21402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nodeType="clickEffect">
                                  <p:stCondLst>
                                    <p:cond delay="0"/>
                                  </p:stCondLst>
                                  <p:childTnLst>
                                    <p:set>
                                      <p:cBhvr>
                                        <p:cTn id="16" dur="1" fill="hold">
                                          <p:stCondLst>
                                            <p:cond delay="0"/>
                                          </p:stCondLst>
                                        </p:cTn>
                                        <p:tgtEl>
                                          <p:spTgt spid="214029"/>
                                        </p:tgtEl>
                                        <p:attrNameLst>
                                          <p:attrName>style.visibility</p:attrName>
                                        </p:attrNameLst>
                                      </p:cBhvr>
                                      <p:to>
                                        <p:strVal val="visible"/>
                                      </p:to>
                                    </p:set>
                                    <p:animEffect transition="in" filter="wipe(up)">
                                      <p:cBhvr>
                                        <p:cTn id="17" dur="500"/>
                                        <p:tgtEl>
                                          <p:spTgt spid="214029"/>
                                        </p:tgtEl>
                                      </p:cBhvr>
                                    </p:animEffect>
                                  </p:childTnLst>
                                </p:cTn>
                              </p:par>
                            </p:childTnLst>
                          </p:cTn>
                        </p:par>
                        <p:par>
                          <p:cTn id="18" fill="hold" nodeType="afterGroup">
                            <p:stCondLst>
                              <p:cond delay="500"/>
                            </p:stCondLst>
                            <p:childTnLst>
                              <p:par>
                                <p:cTn id="19" presetID="22" presetClass="entr" presetSubtype="8" fill="hold" nodeType="afterEffect">
                                  <p:stCondLst>
                                    <p:cond delay="0"/>
                                  </p:stCondLst>
                                  <p:childTnLst>
                                    <p:set>
                                      <p:cBhvr>
                                        <p:cTn id="20" dur="1" fill="hold">
                                          <p:stCondLst>
                                            <p:cond delay="0"/>
                                          </p:stCondLst>
                                        </p:cTn>
                                        <p:tgtEl>
                                          <p:spTgt spid="214024"/>
                                        </p:tgtEl>
                                        <p:attrNameLst>
                                          <p:attrName>style.visibility</p:attrName>
                                        </p:attrNameLst>
                                      </p:cBhvr>
                                      <p:to>
                                        <p:strVal val="visible"/>
                                      </p:to>
                                    </p:set>
                                    <p:animEffect transition="in" filter="wipe(left)">
                                      <p:cBhvr>
                                        <p:cTn id="21" dur="500"/>
                                        <p:tgtEl>
                                          <p:spTgt spid="214024"/>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214020">
                                            <p:txEl>
                                              <p:pRg st="0" end="0"/>
                                            </p:txEl>
                                          </p:spTgt>
                                        </p:tgtEl>
                                        <p:attrNameLst>
                                          <p:attrName>style.visibility</p:attrName>
                                        </p:attrNameLst>
                                      </p:cBhvr>
                                      <p:to>
                                        <p:strVal val="visible"/>
                                      </p:to>
                                    </p:set>
                                    <p:animEffect transition="in" filter="wipe(left)">
                                      <p:cBhvr>
                                        <p:cTn id="26" dur="500"/>
                                        <p:tgtEl>
                                          <p:spTgt spid="214020">
                                            <p:txEl>
                                              <p:pRg st="0" end="0"/>
                                            </p:txEl>
                                          </p:spTgt>
                                        </p:tgtEl>
                                      </p:cBhvr>
                                    </p:animEffect>
                                  </p:childTnLst>
                                </p:cTn>
                              </p:par>
                            </p:childTnLst>
                          </p:cTn>
                        </p:par>
                        <p:par>
                          <p:cTn id="27" fill="hold" nodeType="afterGroup">
                            <p:stCondLst>
                              <p:cond delay="500"/>
                            </p:stCondLst>
                            <p:childTnLst>
                              <p:par>
                                <p:cTn id="28" presetID="22" presetClass="entr" presetSubtype="8" fill="hold" grpId="0" nodeType="afterEffect">
                                  <p:stCondLst>
                                    <p:cond delay="0"/>
                                  </p:stCondLst>
                                  <p:childTnLst>
                                    <p:set>
                                      <p:cBhvr>
                                        <p:cTn id="29" dur="1" fill="hold">
                                          <p:stCondLst>
                                            <p:cond delay="0"/>
                                          </p:stCondLst>
                                        </p:cTn>
                                        <p:tgtEl>
                                          <p:spTgt spid="214025"/>
                                        </p:tgtEl>
                                        <p:attrNameLst>
                                          <p:attrName>style.visibility</p:attrName>
                                        </p:attrNameLst>
                                      </p:cBhvr>
                                      <p:to>
                                        <p:strVal val="visible"/>
                                      </p:to>
                                    </p:set>
                                    <p:animEffect transition="in" filter="wipe(left)">
                                      <p:cBhvr>
                                        <p:cTn id="30" dur="500"/>
                                        <p:tgtEl>
                                          <p:spTgt spid="214025"/>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22" presetClass="entr" presetSubtype="1" fill="hold" nodeType="clickEffect">
                                  <p:stCondLst>
                                    <p:cond delay="0"/>
                                  </p:stCondLst>
                                  <p:childTnLst>
                                    <p:set>
                                      <p:cBhvr>
                                        <p:cTn id="34" dur="1" fill="hold">
                                          <p:stCondLst>
                                            <p:cond delay="0"/>
                                          </p:stCondLst>
                                        </p:cTn>
                                        <p:tgtEl>
                                          <p:spTgt spid="214026"/>
                                        </p:tgtEl>
                                        <p:attrNameLst>
                                          <p:attrName>style.visibility</p:attrName>
                                        </p:attrNameLst>
                                      </p:cBhvr>
                                      <p:to>
                                        <p:strVal val="visible"/>
                                      </p:to>
                                    </p:set>
                                    <p:animEffect transition="in" filter="wipe(up)">
                                      <p:cBhvr>
                                        <p:cTn id="35" dur="500"/>
                                        <p:tgtEl>
                                          <p:spTgt spid="214026"/>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22" presetClass="entr" presetSubtype="8" fill="hold" grpId="0" nodeType="clickEffect">
                                  <p:stCondLst>
                                    <p:cond delay="0"/>
                                  </p:stCondLst>
                                  <p:childTnLst>
                                    <p:set>
                                      <p:cBhvr>
                                        <p:cTn id="39" dur="1" fill="hold">
                                          <p:stCondLst>
                                            <p:cond delay="0"/>
                                          </p:stCondLst>
                                        </p:cTn>
                                        <p:tgtEl>
                                          <p:spTgt spid="214027"/>
                                        </p:tgtEl>
                                        <p:attrNameLst>
                                          <p:attrName>style.visibility</p:attrName>
                                        </p:attrNameLst>
                                      </p:cBhvr>
                                      <p:to>
                                        <p:strVal val="visible"/>
                                      </p:to>
                                    </p:set>
                                    <p:animEffect transition="in" filter="wipe(left)">
                                      <p:cBhvr>
                                        <p:cTn id="40" dur="500"/>
                                        <p:tgtEl>
                                          <p:spTgt spid="214027"/>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22" presetClass="entr" presetSubtype="8" fill="hold" grpId="0" nodeType="clickEffect">
                                  <p:stCondLst>
                                    <p:cond delay="0"/>
                                  </p:stCondLst>
                                  <p:childTnLst>
                                    <p:set>
                                      <p:cBhvr>
                                        <p:cTn id="44" dur="1" fill="hold">
                                          <p:stCondLst>
                                            <p:cond delay="0"/>
                                          </p:stCondLst>
                                        </p:cTn>
                                        <p:tgtEl>
                                          <p:spTgt spid="214028"/>
                                        </p:tgtEl>
                                        <p:attrNameLst>
                                          <p:attrName>style.visibility</p:attrName>
                                        </p:attrNameLst>
                                      </p:cBhvr>
                                      <p:to>
                                        <p:strVal val="visible"/>
                                      </p:to>
                                    </p:set>
                                    <p:animEffect transition="in" filter="wipe(left)">
                                      <p:cBhvr>
                                        <p:cTn id="45" dur="500"/>
                                        <p:tgtEl>
                                          <p:spTgt spid="214028"/>
                                        </p:tgtEl>
                                      </p:cBhvr>
                                    </p:animEffect>
                                  </p:childTnLst>
                                </p:cTn>
                              </p:par>
                            </p:childTnLst>
                          </p:cTn>
                        </p:par>
                      </p:childTnLst>
                    </p:cTn>
                  </p:par>
                  <p:par>
                    <p:cTn id="46" fill="hold" nodeType="clickPar">
                      <p:stCondLst>
                        <p:cond delay="indefinite"/>
                      </p:stCondLst>
                      <p:childTnLst>
                        <p:par>
                          <p:cTn id="47" fill="hold" nodeType="withGroup">
                            <p:stCondLst>
                              <p:cond delay="0"/>
                            </p:stCondLst>
                            <p:childTnLst>
                              <p:par>
                                <p:cTn id="48" presetID="22" presetClass="entr" presetSubtype="8" fill="hold" grpId="0" nodeType="clickEffect">
                                  <p:stCondLst>
                                    <p:cond delay="0"/>
                                  </p:stCondLst>
                                  <p:childTnLst>
                                    <p:set>
                                      <p:cBhvr>
                                        <p:cTn id="49" dur="1" fill="hold">
                                          <p:stCondLst>
                                            <p:cond delay="0"/>
                                          </p:stCondLst>
                                        </p:cTn>
                                        <p:tgtEl>
                                          <p:spTgt spid="214039">
                                            <p:txEl>
                                              <p:pRg st="0" end="0"/>
                                            </p:txEl>
                                          </p:spTgt>
                                        </p:tgtEl>
                                        <p:attrNameLst>
                                          <p:attrName>style.visibility</p:attrName>
                                        </p:attrNameLst>
                                      </p:cBhvr>
                                      <p:to>
                                        <p:strVal val="visible"/>
                                      </p:to>
                                    </p:set>
                                    <p:animEffect transition="in" filter="wipe(left)">
                                      <p:cBhvr>
                                        <p:cTn id="50" dur="500"/>
                                        <p:tgtEl>
                                          <p:spTgt spid="214039">
                                            <p:txEl>
                                              <p:pRg st="0" end="0"/>
                                            </p:txEl>
                                          </p:spTgt>
                                        </p:tgtEl>
                                      </p:cBhvr>
                                    </p:animEffect>
                                  </p:childTnLst>
                                </p:cTn>
                              </p:par>
                            </p:childTnLst>
                          </p:cTn>
                        </p:par>
                      </p:childTnLst>
                    </p:cTn>
                  </p:par>
                  <p:par>
                    <p:cTn id="51" fill="hold" nodeType="clickPar">
                      <p:stCondLst>
                        <p:cond delay="indefinite"/>
                      </p:stCondLst>
                      <p:childTnLst>
                        <p:par>
                          <p:cTn id="52" fill="hold" nodeType="withGroup">
                            <p:stCondLst>
                              <p:cond delay="0"/>
                            </p:stCondLst>
                            <p:childTnLst>
                              <p:par>
                                <p:cTn id="53" presetID="22" presetClass="entr" presetSubtype="8" fill="hold" grpId="0" nodeType="clickEffect">
                                  <p:stCondLst>
                                    <p:cond delay="0"/>
                                  </p:stCondLst>
                                  <p:childTnLst>
                                    <p:set>
                                      <p:cBhvr>
                                        <p:cTn id="54" dur="1" fill="hold">
                                          <p:stCondLst>
                                            <p:cond delay="0"/>
                                          </p:stCondLst>
                                        </p:cTn>
                                        <p:tgtEl>
                                          <p:spTgt spid="214040">
                                            <p:txEl>
                                              <p:pRg st="0" end="0"/>
                                            </p:txEl>
                                          </p:spTgt>
                                        </p:tgtEl>
                                        <p:attrNameLst>
                                          <p:attrName>style.visibility</p:attrName>
                                        </p:attrNameLst>
                                      </p:cBhvr>
                                      <p:to>
                                        <p:strVal val="visible"/>
                                      </p:to>
                                    </p:set>
                                    <p:animEffect transition="in" filter="wipe(left)">
                                      <p:cBhvr>
                                        <p:cTn id="55" dur="500"/>
                                        <p:tgtEl>
                                          <p:spTgt spid="214040">
                                            <p:txEl>
                                              <p:pRg st="0" end="0"/>
                                            </p:txEl>
                                          </p:spTgt>
                                        </p:tgtEl>
                                      </p:cBhvr>
                                    </p:animEffect>
                                  </p:childTnLst>
                                </p:cTn>
                              </p:par>
                            </p:childTnLst>
                          </p:cTn>
                        </p:par>
                      </p:childTnLst>
                    </p:cTn>
                  </p:par>
                  <p:par>
                    <p:cTn id="56" fill="hold" nodeType="clickPar">
                      <p:stCondLst>
                        <p:cond delay="indefinite"/>
                      </p:stCondLst>
                      <p:childTnLst>
                        <p:par>
                          <p:cTn id="57" fill="hold" nodeType="withGroup">
                            <p:stCondLst>
                              <p:cond delay="0"/>
                            </p:stCondLst>
                            <p:childTnLst>
                              <p:par>
                                <p:cTn id="58" presetID="22" presetClass="entr" presetSubtype="8" fill="hold" grpId="0" nodeType="clickEffect">
                                  <p:stCondLst>
                                    <p:cond delay="0"/>
                                  </p:stCondLst>
                                  <p:childTnLst>
                                    <p:set>
                                      <p:cBhvr>
                                        <p:cTn id="59" dur="1" fill="hold">
                                          <p:stCondLst>
                                            <p:cond delay="0"/>
                                          </p:stCondLst>
                                        </p:cTn>
                                        <p:tgtEl>
                                          <p:spTgt spid="74777"/>
                                        </p:tgtEl>
                                        <p:attrNameLst>
                                          <p:attrName>style.visibility</p:attrName>
                                        </p:attrNameLst>
                                      </p:cBhvr>
                                      <p:to>
                                        <p:strVal val="visible"/>
                                      </p:to>
                                    </p:set>
                                    <p:animEffect transition="in" filter="wipe(left)">
                                      <p:cBhvr>
                                        <p:cTn id="60" dur="500"/>
                                        <p:tgtEl>
                                          <p:spTgt spid="74777"/>
                                        </p:tgtEl>
                                      </p:cBhvr>
                                    </p:animEffect>
                                  </p:childTnLst>
                                </p:cTn>
                              </p:par>
                            </p:childTnLst>
                          </p:cTn>
                        </p:par>
                      </p:childTnLst>
                    </p:cTn>
                  </p:par>
                  <p:par>
                    <p:cTn id="61" fill="hold">
                      <p:stCondLst>
                        <p:cond delay="indefinite"/>
                      </p:stCondLst>
                      <p:childTnLst>
                        <p:par>
                          <p:cTn id="62" fill="hold">
                            <p:stCondLst>
                              <p:cond delay="0"/>
                            </p:stCondLst>
                            <p:childTnLst>
                              <p:par>
                                <p:cTn id="63" presetID="22" presetClass="entr" presetSubtype="8" fill="hold" grpId="0" nodeType="clickEffect">
                                  <p:stCondLst>
                                    <p:cond delay="0"/>
                                  </p:stCondLst>
                                  <p:childTnLst>
                                    <p:set>
                                      <p:cBhvr>
                                        <p:cTn id="64" dur="1" fill="hold">
                                          <p:stCondLst>
                                            <p:cond delay="0"/>
                                          </p:stCondLst>
                                        </p:cTn>
                                        <p:tgtEl>
                                          <p:spTgt spid="214018">
                                            <p:txEl>
                                              <p:pRg st="0" end="0"/>
                                            </p:txEl>
                                          </p:spTgt>
                                        </p:tgtEl>
                                        <p:attrNameLst>
                                          <p:attrName>style.visibility</p:attrName>
                                        </p:attrNameLst>
                                      </p:cBhvr>
                                      <p:to>
                                        <p:strVal val="visible"/>
                                      </p:to>
                                    </p:set>
                                    <p:animEffect transition="in" filter="wipe(left)">
                                      <p:cBhvr>
                                        <p:cTn id="65" dur="500"/>
                                        <p:tgtEl>
                                          <p:spTgt spid="21401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4018" grpId="0" build="p" autoUpdateAnimBg="0"/>
      <p:bldP spid="214020" grpId="0" build="p" autoUpdateAnimBg="0"/>
      <p:bldP spid="214022" grpId="0" autoUpdateAnimBg="0"/>
      <p:bldP spid="214025" grpId="0" animBg="1"/>
      <p:bldP spid="214027" grpId="0" autoUpdateAnimBg="0"/>
      <p:bldP spid="214028" grpId="0" autoUpdateAnimBg="0"/>
      <p:bldP spid="214039" grpId="0" build="p" autoUpdateAnimBg="0"/>
      <p:bldP spid="214040" grpId="0" build="p" autoUpdateAnimBg="0"/>
      <p:bldP spid="74777"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15042" name="Object 2"/>
          <p:cNvGraphicFramePr>
            <a:graphicFrameLocks noChangeAspect="1"/>
          </p:cNvGraphicFramePr>
          <p:nvPr/>
        </p:nvGraphicFramePr>
        <p:xfrm>
          <a:off x="2514600" y="3005139"/>
          <a:ext cx="4191000" cy="484187"/>
        </p:xfrm>
        <a:graphic>
          <a:graphicData uri="http://schemas.openxmlformats.org/presentationml/2006/ole">
            <mc:AlternateContent xmlns:mc="http://schemas.openxmlformats.org/markup-compatibility/2006">
              <mc:Choice xmlns:v="urn:schemas-microsoft-com:vml" Requires="v">
                <p:oleObj spid="_x0000_s2232" name="公式" r:id="rId3" imgW="3517900" imgH="406400" progId="Equation.3">
                  <p:embed/>
                </p:oleObj>
              </mc:Choice>
              <mc:Fallback>
                <p:oleObj name="公式" r:id="rId3" imgW="3517900" imgH="40640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14600" y="3005139"/>
                        <a:ext cx="4191000" cy="4841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15043" name="Object 3"/>
          <p:cNvGraphicFramePr>
            <a:graphicFrameLocks noChangeAspect="1"/>
          </p:cNvGraphicFramePr>
          <p:nvPr/>
        </p:nvGraphicFramePr>
        <p:xfrm>
          <a:off x="6832600" y="2981326"/>
          <a:ext cx="2463800" cy="542925"/>
        </p:xfrm>
        <a:graphic>
          <a:graphicData uri="http://schemas.openxmlformats.org/presentationml/2006/ole">
            <mc:AlternateContent xmlns:mc="http://schemas.openxmlformats.org/markup-compatibility/2006">
              <mc:Choice xmlns:v="urn:schemas-microsoft-com:vml" Requires="v">
                <p:oleObj spid="_x0000_s2233" name="公式" r:id="rId5" imgW="2070100" imgH="457200" progId="Equation.3">
                  <p:embed/>
                </p:oleObj>
              </mc:Choice>
              <mc:Fallback>
                <p:oleObj name="公式" r:id="rId5" imgW="2070100" imgH="45720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832600" y="2981326"/>
                        <a:ext cx="2463800" cy="542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15044" name="Object 4"/>
          <p:cNvGraphicFramePr>
            <a:graphicFrameLocks noChangeAspect="1"/>
          </p:cNvGraphicFramePr>
          <p:nvPr/>
        </p:nvGraphicFramePr>
        <p:xfrm>
          <a:off x="2514601" y="3752851"/>
          <a:ext cx="4168775" cy="485775"/>
        </p:xfrm>
        <a:graphic>
          <a:graphicData uri="http://schemas.openxmlformats.org/presentationml/2006/ole">
            <mc:AlternateContent xmlns:mc="http://schemas.openxmlformats.org/markup-compatibility/2006">
              <mc:Choice xmlns:v="urn:schemas-microsoft-com:vml" Requires="v">
                <p:oleObj spid="_x0000_s2234" name="公式" r:id="rId7" imgW="3492500" imgH="406400" progId="Equation.3">
                  <p:embed/>
                </p:oleObj>
              </mc:Choice>
              <mc:Fallback>
                <p:oleObj name="公式" r:id="rId7" imgW="3492500" imgH="406400" progId="Equation.3">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514601" y="3752851"/>
                        <a:ext cx="4168775" cy="485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15045" name="Object 5"/>
          <p:cNvGraphicFramePr>
            <a:graphicFrameLocks noChangeAspect="1"/>
          </p:cNvGraphicFramePr>
          <p:nvPr/>
        </p:nvGraphicFramePr>
        <p:xfrm>
          <a:off x="6807201" y="3765551"/>
          <a:ext cx="2409825" cy="601663"/>
        </p:xfrm>
        <a:graphic>
          <a:graphicData uri="http://schemas.openxmlformats.org/presentationml/2006/ole">
            <mc:AlternateContent xmlns:mc="http://schemas.openxmlformats.org/markup-compatibility/2006">
              <mc:Choice xmlns:v="urn:schemas-microsoft-com:vml" Requires="v">
                <p:oleObj spid="_x0000_s2235" name="公式" r:id="rId9" imgW="2044700" imgH="508000" progId="Equation.3">
                  <p:embed/>
                </p:oleObj>
              </mc:Choice>
              <mc:Fallback>
                <p:oleObj name="公式" r:id="rId9" imgW="2044700" imgH="508000" progId="Equation.3">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807201" y="3765551"/>
                        <a:ext cx="2409825" cy="601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15046" name="Rectangle 6"/>
          <p:cNvSpPr>
            <a:spLocks noChangeArrowheads="1"/>
          </p:cNvSpPr>
          <p:nvPr/>
        </p:nvSpPr>
        <p:spPr bwMode="auto">
          <a:xfrm>
            <a:off x="2514600" y="2914650"/>
            <a:ext cx="4267200" cy="1447800"/>
          </a:xfrm>
          <a:prstGeom prst="rect">
            <a:avLst/>
          </a:prstGeom>
          <a:noFill/>
          <a:ln w="28575">
            <a:solidFill>
              <a:srgbClr val="0000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aphicFrame>
        <p:nvGraphicFramePr>
          <p:cNvPr id="75783" name="Object 7"/>
          <p:cNvGraphicFramePr>
            <a:graphicFrameLocks noChangeAspect="1"/>
          </p:cNvGraphicFramePr>
          <p:nvPr/>
        </p:nvGraphicFramePr>
        <p:xfrm>
          <a:off x="6096001" y="4051301"/>
          <a:ext cx="150813" cy="315913"/>
        </p:xfrm>
        <a:graphic>
          <a:graphicData uri="http://schemas.openxmlformats.org/presentationml/2006/ole">
            <mc:AlternateContent xmlns:mc="http://schemas.openxmlformats.org/markup-compatibility/2006">
              <mc:Choice xmlns:v="urn:schemas-microsoft-com:vml" Requires="v">
                <p:oleObj spid="_x0000_s2236" name="公式" r:id="rId11" imgW="152268" imgH="317225" progId="Equation.3">
                  <p:embed/>
                </p:oleObj>
              </mc:Choice>
              <mc:Fallback>
                <p:oleObj name="公式" r:id="rId11" imgW="152268" imgH="317225" progId="Equation.3">
                  <p:embed/>
                  <p:pic>
                    <p:nvPicPr>
                      <p:cNvPr id="0" name=""/>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6096001" y="4051301"/>
                        <a:ext cx="150813" cy="3159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15048" name="Object 8"/>
          <p:cNvGraphicFramePr>
            <a:graphicFrameLocks noChangeAspect="1"/>
          </p:cNvGraphicFramePr>
          <p:nvPr/>
        </p:nvGraphicFramePr>
        <p:xfrm>
          <a:off x="6477000" y="4557713"/>
          <a:ext cx="3657600" cy="952500"/>
        </p:xfrm>
        <a:graphic>
          <a:graphicData uri="http://schemas.openxmlformats.org/presentationml/2006/ole">
            <mc:AlternateContent xmlns:mc="http://schemas.openxmlformats.org/markup-compatibility/2006">
              <mc:Choice xmlns:v="urn:schemas-microsoft-com:vml" Requires="v">
                <p:oleObj spid="_x0000_s2237" name="文档" r:id="rId13" imgW="2302082" imgH="615727" progId="Word.Document.8">
                  <p:embed/>
                </p:oleObj>
              </mc:Choice>
              <mc:Fallback>
                <p:oleObj name="文档" r:id="rId13" imgW="2302082" imgH="615727" progId="Word.Document.8">
                  <p:embed/>
                  <p:pic>
                    <p:nvPicPr>
                      <p:cNvPr id="0" name=""/>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6477000" y="4557713"/>
                        <a:ext cx="3657600" cy="952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15049" name="Object 9"/>
          <p:cNvGraphicFramePr>
            <a:graphicFrameLocks noChangeAspect="1"/>
          </p:cNvGraphicFramePr>
          <p:nvPr/>
        </p:nvGraphicFramePr>
        <p:xfrm>
          <a:off x="2590800" y="4557714"/>
          <a:ext cx="3048000" cy="1023937"/>
        </p:xfrm>
        <a:graphic>
          <a:graphicData uri="http://schemas.openxmlformats.org/presentationml/2006/ole">
            <mc:AlternateContent xmlns:mc="http://schemas.openxmlformats.org/markup-compatibility/2006">
              <mc:Choice xmlns:v="urn:schemas-microsoft-com:vml" Requires="v">
                <p:oleObj spid="_x0000_s2238" name="文档" r:id="rId15" imgW="1957459" imgH="652486" progId="Word.Document.8">
                  <p:embed/>
                </p:oleObj>
              </mc:Choice>
              <mc:Fallback>
                <p:oleObj name="文档" r:id="rId15" imgW="1957459" imgH="652486" progId="Word.Document.8">
                  <p:embed/>
                  <p:pic>
                    <p:nvPicPr>
                      <p:cNvPr id="0" name=""/>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2590800" y="4557714"/>
                        <a:ext cx="3048000" cy="10239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15050" name="Rectangle 10"/>
          <p:cNvSpPr>
            <a:spLocks noChangeArrowheads="1"/>
          </p:cNvSpPr>
          <p:nvPr/>
        </p:nvSpPr>
        <p:spPr bwMode="auto">
          <a:xfrm>
            <a:off x="7162800" y="2914650"/>
            <a:ext cx="2209800" cy="1447800"/>
          </a:xfrm>
          <a:prstGeom prst="rect">
            <a:avLst/>
          </a:prstGeom>
          <a:noFill/>
          <a:ln w="28575">
            <a:solidFill>
              <a:srgbClr val="FF00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215051" name="Text Box 11"/>
          <p:cNvSpPr txBox="1">
            <a:spLocks noChangeArrowheads="1"/>
          </p:cNvSpPr>
          <p:nvPr/>
        </p:nvSpPr>
        <p:spPr bwMode="auto">
          <a:xfrm>
            <a:off x="2438400" y="2071688"/>
            <a:ext cx="73152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a:t>由一元函数微分学中增量与微分的关系得</a:t>
            </a:r>
          </a:p>
        </p:txBody>
      </p:sp>
      <p:sp>
        <p:nvSpPr>
          <p:cNvPr id="75788" name="Rectangle 12"/>
          <p:cNvSpPr>
            <a:spLocks noGrp="1" noChangeArrowheads="1"/>
          </p:cNvSpPr>
          <p:nvPr>
            <p:ph type="title"/>
          </p:nvPr>
        </p:nvSpPr>
        <p:spPr>
          <a:xfrm>
            <a:off x="1055440" y="788194"/>
            <a:ext cx="4799384" cy="892968"/>
          </a:xfrm>
        </p:spPr>
        <p:txBody>
          <a:bodyPr/>
          <a:lstStyle/>
          <a:p>
            <a:pPr algn="l" eaLnBrk="1" hangingPunct="1"/>
            <a:r>
              <a:rPr lang="zh-CN" altLang="en-US" sz="4000" b="1" dirty="0">
                <a:solidFill>
                  <a:srgbClr val="FF0000"/>
                </a:solidFill>
                <a:latin typeface="宋体" panose="02010600030101010101" pitchFamily="2" charset="-122"/>
                <a:ea typeface="宋体" panose="02010600030101010101" pitchFamily="2" charset="-122"/>
              </a:rPr>
              <a:t>一、全微分的定义</a:t>
            </a:r>
          </a:p>
        </p:txBody>
      </p:sp>
    </p:spTree>
    <p:extLst>
      <p:ext uri="{BB962C8B-B14F-4D97-AF65-F5344CB8AC3E}">
        <p14:creationId xmlns:p14="http://schemas.microsoft.com/office/powerpoint/2010/main" val="1245607829"/>
      </p:ext>
    </p:extLst>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15051"/>
                                        </p:tgtEl>
                                        <p:attrNameLst>
                                          <p:attrName>style.visibility</p:attrName>
                                        </p:attrNameLst>
                                      </p:cBhvr>
                                      <p:to>
                                        <p:strVal val="visible"/>
                                      </p:to>
                                    </p:set>
                                    <p:animEffect transition="in" filter="wipe(left)">
                                      <p:cBhvr>
                                        <p:cTn id="7" dur="500"/>
                                        <p:tgtEl>
                                          <p:spTgt spid="21505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215042"/>
                                        </p:tgtEl>
                                        <p:attrNameLst>
                                          <p:attrName>style.visibility</p:attrName>
                                        </p:attrNameLst>
                                      </p:cBhvr>
                                      <p:to>
                                        <p:strVal val="visible"/>
                                      </p:to>
                                    </p:set>
                                    <p:animEffect transition="in" filter="wipe(left)">
                                      <p:cBhvr>
                                        <p:cTn id="12" dur="500"/>
                                        <p:tgtEl>
                                          <p:spTgt spid="215042"/>
                                        </p:tgtEl>
                                      </p:cBhvr>
                                    </p:animEffect>
                                  </p:childTnLst>
                                </p:cTn>
                              </p:par>
                            </p:childTnLst>
                          </p:cTn>
                        </p:par>
                        <p:par>
                          <p:cTn id="13" fill="hold" nodeType="afterGroup">
                            <p:stCondLst>
                              <p:cond delay="500"/>
                            </p:stCondLst>
                            <p:childTnLst>
                              <p:par>
                                <p:cTn id="14" presetID="22" presetClass="entr" presetSubtype="8" fill="hold" nodeType="afterEffect">
                                  <p:stCondLst>
                                    <p:cond delay="0"/>
                                  </p:stCondLst>
                                  <p:childTnLst>
                                    <p:set>
                                      <p:cBhvr>
                                        <p:cTn id="15" dur="1" fill="hold">
                                          <p:stCondLst>
                                            <p:cond delay="0"/>
                                          </p:stCondLst>
                                        </p:cTn>
                                        <p:tgtEl>
                                          <p:spTgt spid="215043"/>
                                        </p:tgtEl>
                                        <p:attrNameLst>
                                          <p:attrName>style.visibility</p:attrName>
                                        </p:attrNameLst>
                                      </p:cBhvr>
                                      <p:to>
                                        <p:strVal val="visible"/>
                                      </p:to>
                                    </p:set>
                                    <p:animEffect transition="in" filter="wipe(left)">
                                      <p:cBhvr>
                                        <p:cTn id="16" dur="500"/>
                                        <p:tgtEl>
                                          <p:spTgt spid="215043"/>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8" fill="hold" nodeType="clickEffect">
                                  <p:stCondLst>
                                    <p:cond delay="0"/>
                                  </p:stCondLst>
                                  <p:childTnLst>
                                    <p:set>
                                      <p:cBhvr>
                                        <p:cTn id="20" dur="1" fill="hold">
                                          <p:stCondLst>
                                            <p:cond delay="0"/>
                                          </p:stCondLst>
                                        </p:cTn>
                                        <p:tgtEl>
                                          <p:spTgt spid="215044"/>
                                        </p:tgtEl>
                                        <p:attrNameLst>
                                          <p:attrName>style.visibility</p:attrName>
                                        </p:attrNameLst>
                                      </p:cBhvr>
                                      <p:to>
                                        <p:strVal val="visible"/>
                                      </p:to>
                                    </p:set>
                                    <p:animEffect transition="in" filter="wipe(left)">
                                      <p:cBhvr>
                                        <p:cTn id="21" dur="500"/>
                                        <p:tgtEl>
                                          <p:spTgt spid="215044"/>
                                        </p:tgtEl>
                                      </p:cBhvr>
                                    </p:animEffect>
                                  </p:childTnLst>
                                </p:cTn>
                              </p:par>
                            </p:childTnLst>
                          </p:cTn>
                        </p:par>
                        <p:par>
                          <p:cTn id="22" fill="hold" nodeType="afterGroup">
                            <p:stCondLst>
                              <p:cond delay="500"/>
                            </p:stCondLst>
                            <p:childTnLst>
                              <p:par>
                                <p:cTn id="23" presetID="22" presetClass="entr" presetSubtype="8" fill="hold" nodeType="afterEffect">
                                  <p:stCondLst>
                                    <p:cond delay="0"/>
                                  </p:stCondLst>
                                  <p:childTnLst>
                                    <p:set>
                                      <p:cBhvr>
                                        <p:cTn id="24" dur="1" fill="hold">
                                          <p:stCondLst>
                                            <p:cond delay="0"/>
                                          </p:stCondLst>
                                        </p:cTn>
                                        <p:tgtEl>
                                          <p:spTgt spid="215045"/>
                                        </p:tgtEl>
                                        <p:attrNameLst>
                                          <p:attrName>style.visibility</p:attrName>
                                        </p:attrNameLst>
                                      </p:cBhvr>
                                      <p:to>
                                        <p:strVal val="visible"/>
                                      </p:to>
                                    </p:set>
                                    <p:animEffect transition="in" filter="wipe(left)">
                                      <p:cBhvr>
                                        <p:cTn id="25" dur="500"/>
                                        <p:tgtEl>
                                          <p:spTgt spid="215045"/>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9" presetClass="entr" presetSubtype="0" fill="hold" grpId="0" nodeType="clickEffect">
                                  <p:stCondLst>
                                    <p:cond delay="0"/>
                                  </p:stCondLst>
                                  <p:childTnLst>
                                    <p:set>
                                      <p:cBhvr>
                                        <p:cTn id="29" dur="1" fill="hold">
                                          <p:stCondLst>
                                            <p:cond delay="0"/>
                                          </p:stCondLst>
                                        </p:cTn>
                                        <p:tgtEl>
                                          <p:spTgt spid="215046"/>
                                        </p:tgtEl>
                                        <p:attrNameLst>
                                          <p:attrName>style.visibility</p:attrName>
                                        </p:attrNameLst>
                                      </p:cBhvr>
                                      <p:to>
                                        <p:strVal val="visible"/>
                                      </p:to>
                                    </p:set>
                                    <p:animEffect transition="in" filter="dissolve">
                                      <p:cBhvr>
                                        <p:cTn id="30" dur="500"/>
                                        <p:tgtEl>
                                          <p:spTgt spid="215046"/>
                                        </p:tgtEl>
                                      </p:cBhvr>
                                    </p:animEffect>
                                  </p:childTnLst>
                                </p:cTn>
                              </p:par>
                            </p:childTnLst>
                          </p:cTn>
                        </p:par>
                        <p:par>
                          <p:cTn id="31" fill="hold" nodeType="afterGroup">
                            <p:stCondLst>
                              <p:cond delay="500"/>
                            </p:stCondLst>
                            <p:childTnLst>
                              <p:par>
                                <p:cTn id="32" presetID="3" presetClass="entr" presetSubtype="5" fill="hold" nodeType="afterEffect">
                                  <p:stCondLst>
                                    <p:cond delay="0"/>
                                  </p:stCondLst>
                                  <p:childTnLst>
                                    <p:set>
                                      <p:cBhvr>
                                        <p:cTn id="33" dur="1" fill="hold">
                                          <p:stCondLst>
                                            <p:cond delay="0"/>
                                          </p:stCondLst>
                                        </p:cTn>
                                        <p:tgtEl>
                                          <p:spTgt spid="215049"/>
                                        </p:tgtEl>
                                        <p:attrNameLst>
                                          <p:attrName>style.visibility</p:attrName>
                                        </p:attrNameLst>
                                      </p:cBhvr>
                                      <p:to>
                                        <p:strVal val="visible"/>
                                      </p:to>
                                    </p:set>
                                    <p:animEffect transition="in" filter="blinds(vertical)">
                                      <p:cBhvr>
                                        <p:cTn id="34" dur="500"/>
                                        <p:tgtEl>
                                          <p:spTgt spid="215049"/>
                                        </p:tgtEl>
                                      </p:cBhvr>
                                    </p:animEffect>
                                  </p:childTnLst>
                                </p:cTn>
                              </p:par>
                            </p:childTnLst>
                          </p:cTn>
                        </p:par>
                      </p:childTnLst>
                    </p:cTn>
                  </p:par>
                  <p:par>
                    <p:cTn id="35" fill="hold" nodeType="clickPar">
                      <p:stCondLst>
                        <p:cond delay="indefinite"/>
                      </p:stCondLst>
                      <p:childTnLst>
                        <p:par>
                          <p:cTn id="36" fill="hold" nodeType="withGroup">
                            <p:stCondLst>
                              <p:cond delay="0"/>
                            </p:stCondLst>
                            <p:childTnLst>
                              <p:par>
                                <p:cTn id="37" presetID="9" presetClass="entr" presetSubtype="0" fill="hold" grpId="0" nodeType="clickEffect">
                                  <p:stCondLst>
                                    <p:cond delay="0"/>
                                  </p:stCondLst>
                                  <p:childTnLst>
                                    <p:set>
                                      <p:cBhvr>
                                        <p:cTn id="38" dur="1" fill="hold">
                                          <p:stCondLst>
                                            <p:cond delay="0"/>
                                          </p:stCondLst>
                                        </p:cTn>
                                        <p:tgtEl>
                                          <p:spTgt spid="215050"/>
                                        </p:tgtEl>
                                        <p:attrNameLst>
                                          <p:attrName>style.visibility</p:attrName>
                                        </p:attrNameLst>
                                      </p:cBhvr>
                                      <p:to>
                                        <p:strVal val="visible"/>
                                      </p:to>
                                    </p:set>
                                    <p:animEffect transition="in" filter="dissolve">
                                      <p:cBhvr>
                                        <p:cTn id="39" dur="500"/>
                                        <p:tgtEl>
                                          <p:spTgt spid="215050"/>
                                        </p:tgtEl>
                                      </p:cBhvr>
                                    </p:animEffect>
                                  </p:childTnLst>
                                </p:cTn>
                              </p:par>
                            </p:childTnLst>
                          </p:cTn>
                        </p:par>
                        <p:par>
                          <p:cTn id="40" fill="hold" nodeType="afterGroup">
                            <p:stCondLst>
                              <p:cond delay="500"/>
                            </p:stCondLst>
                            <p:childTnLst>
                              <p:par>
                                <p:cTn id="41" presetID="3" presetClass="entr" presetSubtype="5" fill="hold" nodeType="afterEffect">
                                  <p:stCondLst>
                                    <p:cond delay="0"/>
                                  </p:stCondLst>
                                  <p:childTnLst>
                                    <p:set>
                                      <p:cBhvr>
                                        <p:cTn id="42" dur="1" fill="hold">
                                          <p:stCondLst>
                                            <p:cond delay="0"/>
                                          </p:stCondLst>
                                        </p:cTn>
                                        <p:tgtEl>
                                          <p:spTgt spid="215048"/>
                                        </p:tgtEl>
                                        <p:attrNameLst>
                                          <p:attrName>style.visibility</p:attrName>
                                        </p:attrNameLst>
                                      </p:cBhvr>
                                      <p:to>
                                        <p:strVal val="visible"/>
                                      </p:to>
                                    </p:set>
                                    <p:animEffect transition="in" filter="blinds(vertical)">
                                      <p:cBhvr>
                                        <p:cTn id="43" dur="500"/>
                                        <p:tgtEl>
                                          <p:spTgt spid="2150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5046" grpId="0" animBg="1"/>
      <p:bldP spid="215050" grpId="0" animBg="1"/>
      <p:bldP spid="215051" grpId="0" autoUpdateAnimBg="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16066" name="Object 2"/>
          <p:cNvGraphicFramePr>
            <a:graphicFrameLocks noChangeAspect="1"/>
          </p:cNvGraphicFramePr>
          <p:nvPr>
            <p:extLst>
              <p:ext uri="{D42A27DB-BD31-4B8C-83A1-F6EECF244321}">
                <p14:modId xmlns:p14="http://schemas.microsoft.com/office/powerpoint/2010/main" val="3367734073"/>
              </p:ext>
            </p:extLst>
          </p:nvPr>
        </p:nvGraphicFramePr>
        <p:xfrm>
          <a:off x="1991544" y="1700808"/>
          <a:ext cx="8229600" cy="4084638"/>
        </p:xfrm>
        <a:graphic>
          <a:graphicData uri="http://schemas.openxmlformats.org/presentationml/2006/ole">
            <mc:AlternateContent xmlns:mc="http://schemas.openxmlformats.org/markup-compatibility/2006">
              <mc:Choice xmlns:v="urn:schemas-microsoft-com:vml" Requires="v">
                <p:oleObj spid="_x0000_s3101" name="文档" r:id="rId3" imgW="7678217" imgH="3812743" progId="Word.Document.8">
                  <p:embed/>
                </p:oleObj>
              </mc:Choice>
              <mc:Fallback>
                <p:oleObj name="文档" r:id="rId3" imgW="7678217" imgH="3812743" progId="Word.Document.8">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91544" y="1700808"/>
                        <a:ext cx="8229600" cy="408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76803" name="Text Box 3"/>
          <p:cNvSpPr txBox="1">
            <a:spLocks noChangeArrowheads="1"/>
          </p:cNvSpPr>
          <p:nvPr/>
        </p:nvSpPr>
        <p:spPr bwMode="auto">
          <a:xfrm>
            <a:off x="2362200" y="914400"/>
            <a:ext cx="2941712"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3200" b="1" dirty="0">
                <a:solidFill>
                  <a:srgbClr val="FF0000"/>
                </a:solidFill>
                <a:latin typeface="宋体" panose="02010600030101010101" pitchFamily="2" charset="-122"/>
              </a:rPr>
              <a:t>全增量的概念</a:t>
            </a:r>
          </a:p>
        </p:txBody>
      </p:sp>
    </p:spTree>
    <p:extLst>
      <p:ext uri="{BB962C8B-B14F-4D97-AF65-F5344CB8AC3E}">
        <p14:creationId xmlns:p14="http://schemas.microsoft.com/office/powerpoint/2010/main" val="1632341920"/>
      </p:ext>
    </p:extLst>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nodeType="clickEffect">
                                  <p:stCondLst>
                                    <p:cond delay="0"/>
                                  </p:stCondLst>
                                  <p:childTnLst>
                                    <p:set>
                                      <p:cBhvr>
                                        <p:cTn id="6" dur="1" fill="hold">
                                          <p:stCondLst>
                                            <p:cond delay="0"/>
                                          </p:stCondLst>
                                        </p:cTn>
                                        <p:tgtEl>
                                          <p:spTgt spid="216066"/>
                                        </p:tgtEl>
                                        <p:attrNameLst>
                                          <p:attrName>style.visibility</p:attrName>
                                        </p:attrNameLst>
                                      </p:cBhvr>
                                      <p:to>
                                        <p:strVal val="visible"/>
                                      </p:to>
                                    </p:set>
                                    <p:animEffect transition="in" filter="wipe(up)">
                                      <p:cBhvr>
                                        <p:cTn id="7" dur="1750"/>
                                        <p:tgtEl>
                                          <p:spTgt spid="21606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aphicFrame>
        <p:nvGraphicFramePr>
          <p:cNvPr id="217090" name="Object 2"/>
          <p:cNvGraphicFramePr>
            <a:graphicFrameLocks noGrp="1" noChangeAspect="1"/>
          </p:cNvGraphicFramePr>
          <p:nvPr>
            <p:ph type="title"/>
            <p:extLst>
              <p:ext uri="{D42A27DB-BD31-4B8C-83A1-F6EECF244321}">
                <p14:modId xmlns:p14="http://schemas.microsoft.com/office/powerpoint/2010/main" val="645029921"/>
              </p:ext>
            </p:extLst>
          </p:nvPr>
        </p:nvGraphicFramePr>
        <p:xfrm>
          <a:off x="1487488" y="1628799"/>
          <a:ext cx="8784976" cy="4278665"/>
        </p:xfrm>
        <a:graphic>
          <a:graphicData uri="http://schemas.openxmlformats.org/presentationml/2006/ole">
            <mc:AlternateContent xmlns:mc="http://schemas.openxmlformats.org/markup-compatibility/2006">
              <mc:Choice xmlns:v="urn:schemas-microsoft-com:vml" Requires="v">
                <p:oleObj spid="_x0000_s4125" name="Document" r:id="rId3" imgW="7321223" imgH="3565347" progId="Word.Document.8">
                  <p:embed/>
                </p:oleObj>
              </mc:Choice>
              <mc:Fallback>
                <p:oleObj name="Document" r:id="rId3" imgW="7321223" imgH="3565347" progId="Word.Document.8">
                  <p:embed/>
                  <p:pic>
                    <p:nvPicPr>
                      <p:cNvPr id="0" name=""/>
                      <p:cNvPicPr>
                        <a:picLocks noChangeAspect="1" noChangeArrowheads="1"/>
                      </p:cNvPicPr>
                      <p:nvPr/>
                    </p:nvPicPr>
                    <p:blipFill>
                      <a:blip r:embed="rId4"/>
                      <a:srcRect/>
                      <a:stretch>
                        <a:fillRect/>
                      </a:stretch>
                    </p:blipFill>
                    <p:spPr bwMode="auto">
                      <a:xfrm>
                        <a:off x="1487488" y="1628799"/>
                        <a:ext cx="8784976" cy="4278665"/>
                      </a:xfrm>
                      <a:prstGeom prst="rect">
                        <a:avLst/>
                      </a:prstGeom>
                      <a:noFill/>
                      <a:ln>
                        <a:noFill/>
                      </a:ln>
                      <a:extLst/>
                    </p:spPr>
                  </p:pic>
                </p:oleObj>
              </mc:Fallback>
            </mc:AlternateContent>
          </a:graphicData>
        </a:graphic>
      </p:graphicFrame>
      <p:sp>
        <p:nvSpPr>
          <p:cNvPr id="77827" name="Rectangle 3"/>
          <p:cNvSpPr>
            <a:spLocks noChangeArrowheads="1"/>
          </p:cNvSpPr>
          <p:nvPr/>
        </p:nvSpPr>
        <p:spPr bwMode="auto">
          <a:xfrm>
            <a:off x="1775520" y="836712"/>
            <a:ext cx="2656496"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3200" b="1" dirty="0">
                <a:solidFill>
                  <a:srgbClr val="FF0000"/>
                </a:solidFill>
                <a:latin typeface="宋体" panose="02010600030101010101" pitchFamily="2" charset="-122"/>
              </a:rPr>
              <a:t>全微分的定义</a:t>
            </a:r>
          </a:p>
        </p:txBody>
      </p:sp>
    </p:spTree>
    <p:extLst>
      <p:ext uri="{BB962C8B-B14F-4D97-AF65-F5344CB8AC3E}">
        <p14:creationId xmlns:p14="http://schemas.microsoft.com/office/powerpoint/2010/main" val="3983569860"/>
      </p:ext>
    </p:extLst>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nodeType="clickEffect">
                                  <p:stCondLst>
                                    <p:cond delay="0"/>
                                  </p:stCondLst>
                                  <p:childTnLst>
                                    <p:set>
                                      <p:cBhvr>
                                        <p:cTn id="6" dur="1" fill="hold">
                                          <p:stCondLst>
                                            <p:cond delay="0"/>
                                          </p:stCondLst>
                                        </p:cTn>
                                        <p:tgtEl>
                                          <p:spTgt spid="217090"/>
                                        </p:tgtEl>
                                        <p:attrNameLst>
                                          <p:attrName>style.visibility</p:attrName>
                                        </p:attrNameLst>
                                      </p:cBhvr>
                                      <p:to>
                                        <p:strVal val="visible"/>
                                      </p:to>
                                    </p:set>
                                    <p:animEffect transition="in" filter="wipe(up)">
                                      <p:cBhvr>
                                        <p:cTn id="7" dur="1750"/>
                                        <p:tgtEl>
                                          <p:spTgt spid="21709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8850" name="Object 2"/>
          <p:cNvGraphicFramePr>
            <a:graphicFrameLocks noChangeAspect="1"/>
          </p:cNvGraphicFramePr>
          <p:nvPr/>
        </p:nvGraphicFramePr>
        <p:xfrm>
          <a:off x="2212975" y="993775"/>
          <a:ext cx="7620000" cy="952500"/>
        </p:xfrm>
        <a:graphic>
          <a:graphicData uri="http://schemas.openxmlformats.org/presentationml/2006/ole">
            <mc:AlternateContent xmlns:mc="http://schemas.openxmlformats.org/markup-compatibility/2006">
              <mc:Choice xmlns:v="urn:schemas-microsoft-com:vml" Requires="v">
                <p:oleObj spid="_x0000_s5330" name="文档" r:id="rId3" imgW="7320280" imgH="924560" progId="Word.Document.8">
                  <p:embed/>
                </p:oleObj>
              </mc:Choice>
              <mc:Fallback>
                <p:oleObj name="文档" r:id="rId3" imgW="7320280" imgH="924560" progId="Word.Document.8">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12975" y="993775"/>
                        <a:ext cx="7620000" cy="952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18115" name="Object 3"/>
          <p:cNvGraphicFramePr>
            <a:graphicFrameLocks noChangeAspect="1"/>
          </p:cNvGraphicFramePr>
          <p:nvPr/>
        </p:nvGraphicFramePr>
        <p:xfrm>
          <a:off x="2536825" y="2127250"/>
          <a:ext cx="7296150" cy="952500"/>
        </p:xfrm>
        <a:graphic>
          <a:graphicData uri="http://schemas.openxmlformats.org/presentationml/2006/ole">
            <mc:AlternateContent xmlns:mc="http://schemas.openxmlformats.org/markup-compatibility/2006">
              <mc:Choice xmlns:v="urn:schemas-microsoft-com:vml" Requires="v">
                <p:oleObj spid="_x0000_s5331" name="文档" r:id="rId5" imgW="7157720" imgH="934720" progId="Word.Document.8">
                  <p:embed/>
                </p:oleObj>
              </mc:Choice>
              <mc:Fallback>
                <p:oleObj name="文档" r:id="rId5" imgW="7157720" imgH="934720" progId="Word.Document.8">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536825" y="2127250"/>
                        <a:ext cx="7296150" cy="952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18116" name="Text Box 4"/>
          <p:cNvSpPr txBox="1">
            <a:spLocks noChangeArrowheads="1"/>
          </p:cNvSpPr>
          <p:nvPr/>
        </p:nvSpPr>
        <p:spPr bwMode="auto">
          <a:xfrm>
            <a:off x="2362200" y="3200401"/>
            <a:ext cx="13716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a:t>事实上</a:t>
            </a:r>
          </a:p>
        </p:txBody>
      </p:sp>
      <p:graphicFrame>
        <p:nvGraphicFramePr>
          <p:cNvPr id="218117" name="Object 5"/>
          <p:cNvGraphicFramePr>
            <a:graphicFrameLocks noChangeAspect="1"/>
          </p:cNvGraphicFramePr>
          <p:nvPr/>
        </p:nvGraphicFramePr>
        <p:xfrm>
          <a:off x="3714750" y="3335338"/>
          <a:ext cx="3581400" cy="392112"/>
        </p:xfrm>
        <a:graphic>
          <a:graphicData uri="http://schemas.openxmlformats.org/presentationml/2006/ole">
            <mc:AlternateContent xmlns:mc="http://schemas.openxmlformats.org/markup-compatibility/2006">
              <mc:Choice xmlns:v="urn:schemas-microsoft-com:vml" Requires="v">
                <p:oleObj spid="_x0000_s5332" name="公式" r:id="rId7" imgW="3581400" imgH="393700" progId="Equation.3">
                  <p:embed/>
                </p:oleObj>
              </mc:Choice>
              <mc:Fallback>
                <p:oleObj name="公式" r:id="rId7" imgW="3581400" imgH="393700" progId="Equation.3">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714750" y="3335338"/>
                        <a:ext cx="3581400" cy="3921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18118" name="Object 6"/>
          <p:cNvGraphicFramePr>
            <a:graphicFrameLocks noChangeAspect="1"/>
          </p:cNvGraphicFramePr>
          <p:nvPr/>
        </p:nvGraphicFramePr>
        <p:xfrm>
          <a:off x="7620000" y="3354388"/>
          <a:ext cx="1587500" cy="582612"/>
        </p:xfrm>
        <a:graphic>
          <a:graphicData uri="http://schemas.openxmlformats.org/presentationml/2006/ole">
            <mc:AlternateContent xmlns:mc="http://schemas.openxmlformats.org/markup-compatibility/2006">
              <mc:Choice xmlns:v="urn:schemas-microsoft-com:vml" Requires="v">
                <p:oleObj spid="_x0000_s5333" name="公式" r:id="rId9" imgW="1586811" imgH="583947" progId="Equation.3">
                  <p:embed/>
                </p:oleObj>
              </mc:Choice>
              <mc:Fallback>
                <p:oleObj name="公式" r:id="rId9" imgW="1586811" imgH="583947" progId="Equation.3">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7620000" y="3354388"/>
                        <a:ext cx="1587500" cy="5826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18119" name="Object 7"/>
          <p:cNvGraphicFramePr>
            <a:graphicFrameLocks noChangeAspect="1"/>
          </p:cNvGraphicFramePr>
          <p:nvPr/>
        </p:nvGraphicFramePr>
        <p:xfrm>
          <a:off x="2514600" y="4038600"/>
          <a:ext cx="3429000" cy="850900"/>
        </p:xfrm>
        <a:graphic>
          <a:graphicData uri="http://schemas.openxmlformats.org/presentationml/2006/ole">
            <mc:AlternateContent xmlns:mc="http://schemas.openxmlformats.org/markup-compatibility/2006">
              <mc:Choice xmlns:v="urn:schemas-microsoft-com:vml" Requires="v">
                <p:oleObj spid="_x0000_s5334" name="公式" r:id="rId11" imgW="3429000" imgH="850900" progId="Equation.3">
                  <p:embed/>
                </p:oleObj>
              </mc:Choice>
              <mc:Fallback>
                <p:oleObj name="公式" r:id="rId11" imgW="3429000" imgH="850900" progId="Equation.3">
                  <p:embed/>
                  <p:pic>
                    <p:nvPicPr>
                      <p:cNvPr id="0" name=""/>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514600" y="4038600"/>
                        <a:ext cx="3429000" cy="850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18120" name="Object 8"/>
          <p:cNvGraphicFramePr>
            <a:graphicFrameLocks noChangeAspect="1"/>
          </p:cNvGraphicFramePr>
          <p:nvPr/>
        </p:nvGraphicFramePr>
        <p:xfrm>
          <a:off x="5969000" y="4071938"/>
          <a:ext cx="3022600" cy="633412"/>
        </p:xfrm>
        <a:graphic>
          <a:graphicData uri="http://schemas.openxmlformats.org/presentationml/2006/ole">
            <mc:AlternateContent xmlns:mc="http://schemas.openxmlformats.org/markup-compatibility/2006">
              <mc:Choice xmlns:v="urn:schemas-microsoft-com:vml" Requires="v">
                <p:oleObj spid="_x0000_s5335" name="公式" r:id="rId13" imgW="3022600" imgH="635000" progId="Equation.3">
                  <p:embed/>
                </p:oleObj>
              </mc:Choice>
              <mc:Fallback>
                <p:oleObj name="公式" r:id="rId13" imgW="3022600" imgH="635000" progId="Equation.3">
                  <p:embed/>
                  <p:pic>
                    <p:nvPicPr>
                      <p:cNvPr id="0" name=""/>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5969000" y="4071938"/>
                        <a:ext cx="3022600" cy="6334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18121" name="Object 9"/>
          <p:cNvGraphicFramePr>
            <a:graphicFrameLocks noChangeAspect="1"/>
          </p:cNvGraphicFramePr>
          <p:nvPr/>
        </p:nvGraphicFramePr>
        <p:xfrm>
          <a:off x="5956300" y="4929188"/>
          <a:ext cx="1511300" cy="404812"/>
        </p:xfrm>
        <a:graphic>
          <a:graphicData uri="http://schemas.openxmlformats.org/presentationml/2006/ole">
            <mc:AlternateContent xmlns:mc="http://schemas.openxmlformats.org/markup-compatibility/2006">
              <mc:Choice xmlns:v="urn:schemas-microsoft-com:vml" Requires="v">
                <p:oleObj spid="_x0000_s5336" name="公式" r:id="rId15" imgW="1511300" imgH="406400" progId="Equation.3">
                  <p:embed/>
                </p:oleObj>
              </mc:Choice>
              <mc:Fallback>
                <p:oleObj name="公式" r:id="rId15" imgW="1511300" imgH="406400" progId="Equation.3">
                  <p:embed/>
                  <p:pic>
                    <p:nvPicPr>
                      <p:cNvPr id="0" name=""/>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5956300" y="4929188"/>
                        <a:ext cx="1511300" cy="4048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18122" name="Object 10"/>
          <p:cNvGraphicFramePr>
            <a:graphicFrameLocks noChangeAspect="1"/>
          </p:cNvGraphicFramePr>
          <p:nvPr/>
        </p:nvGraphicFramePr>
        <p:xfrm>
          <a:off x="2370138" y="5486400"/>
          <a:ext cx="6545262" cy="547688"/>
        </p:xfrm>
        <a:graphic>
          <a:graphicData uri="http://schemas.openxmlformats.org/presentationml/2006/ole">
            <mc:AlternateContent xmlns:mc="http://schemas.openxmlformats.org/markup-compatibility/2006">
              <mc:Choice xmlns:v="urn:schemas-microsoft-com:vml" Requires="v">
                <p:oleObj spid="_x0000_s5337" name="文档" r:id="rId17" imgW="6172200" imgH="523240" progId="Word.Document.8">
                  <p:embed/>
                </p:oleObj>
              </mc:Choice>
              <mc:Fallback>
                <p:oleObj name="文档" r:id="rId17" imgW="6172200" imgH="523240" progId="Word.Document.8">
                  <p:embed/>
                  <p:pic>
                    <p:nvPicPr>
                      <p:cNvPr id="0" name=""/>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2370138" y="5486400"/>
                        <a:ext cx="6545262" cy="5476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568530536"/>
      </p:ext>
    </p:extLst>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218115"/>
                                        </p:tgtEl>
                                        <p:attrNameLst>
                                          <p:attrName>style.visibility</p:attrName>
                                        </p:attrNameLst>
                                      </p:cBhvr>
                                      <p:to>
                                        <p:strVal val="visible"/>
                                      </p:to>
                                    </p:set>
                                    <p:animEffect transition="in" filter="wipe(left)">
                                      <p:cBhvr>
                                        <p:cTn id="7" dur="500"/>
                                        <p:tgtEl>
                                          <p:spTgt spid="21811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18116"/>
                                        </p:tgtEl>
                                        <p:attrNameLst>
                                          <p:attrName>style.visibility</p:attrName>
                                        </p:attrNameLst>
                                      </p:cBhvr>
                                      <p:to>
                                        <p:strVal val="visible"/>
                                      </p:to>
                                    </p:set>
                                    <p:animEffect transition="in" filter="wipe(left)">
                                      <p:cBhvr>
                                        <p:cTn id="12" dur="500"/>
                                        <p:tgtEl>
                                          <p:spTgt spid="218116"/>
                                        </p:tgtEl>
                                      </p:cBhvr>
                                    </p:animEffect>
                                  </p:childTnLst>
                                </p:cTn>
                              </p:par>
                            </p:childTnLst>
                          </p:cTn>
                        </p:par>
                        <p:par>
                          <p:cTn id="13" fill="hold" nodeType="afterGroup">
                            <p:stCondLst>
                              <p:cond delay="500"/>
                            </p:stCondLst>
                            <p:childTnLst>
                              <p:par>
                                <p:cTn id="14" presetID="22" presetClass="entr" presetSubtype="8" fill="hold" nodeType="afterEffect">
                                  <p:stCondLst>
                                    <p:cond delay="0"/>
                                  </p:stCondLst>
                                  <p:childTnLst>
                                    <p:set>
                                      <p:cBhvr>
                                        <p:cTn id="15" dur="1" fill="hold">
                                          <p:stCondLst>
                                            <p:cond delay="0"/>
                                          </p:stCondLst>
                                        </p:cTn>
                                        <p:tgtEl>
                                          <p:spTgt spid="218117"/>
                                        </p:tgtEl>
                                        <p:attrNameLst>
                                          <p:attrName>style.visibility</p:attrName>
                                        </p:attrNameLst>
                                      </p:cBhvr>
                                      <p:to>
                                        <p:strVal val="visible"/>
                                      </p:to>
                                    </p:set>
                                    <p:animEffect transition="in" filter="wipe(left)">
                                      <p:cBhvr>
                                        <p:cTn id="16" dur="500"/>
                                        <p:tgtEl>
                                          <p:spTgt spid="218117"/>
                                        </p:tgtEl>
                                      </p:cBhvr>
                                    </p:animEffect>
                                  </p:childTnLst>
                                </p:cTn>
                              </p:par>
                            </p:childTnLst>
                          </p:cTn>
                        </p:par>
                        <p:par>
                          <p:cTn id="17" fill="hold" nodeType="afterGroup">
                            <p:stCondLst>
                              <p:cond delay="1000"/>
                            </p:stCondLst>
                            <p:childTnLst>
                              <p:par>
                                <p:cTn id="18" presetID="22" presetClass="entr" presetSubtype="8" fill="hold" nodeType="afterEffect">
                                  <p:stCondLst>
                                    <p:cond delay="0"/>
                                  </p:stCondLst>
                                  <p:childTnLst>
                                    <p:set>
                                      <p:cBhvr>
                                        <p:cTn id="19" dur="1" fill="hold">
                                          <p:stCondLst>
                                            <p:cond delay="0"/>
                                          </p:stCondLst>
                                        </p:cTn>
                                        <p:tgtEl>
                                          <p:spTgt spid="218118"/>
                                        </p:tgtEl>
                                        <p:attrNameLst>
                                          <p:attrName>style.visibility</p:attrName>
                                        </p:attrNameLst>
                                      </p:cBhvr>
                                      <p:to>
                                        <p:strVal val="visible"/>
                                      </p:to>
                                    </p:set>
                                    <p:animEffect transition="in" filter="wipe(left)">
                                      <p:cBhvr>
                                        <p:cTn id="20" dur="500"/>
                                        <p:tgtEl>
                                          <p:spTgt spid="218118"/>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22" presetClass="entr" presetSubtype="8" fill="hold" nodeType="clickEffect">
                                  <p:stCondLst>
                                    <p:cond delay="0"/>
                                  </p:stCondLst>
                                  <p:childTnLst>
                                    <p:set>
                                      <p:cBhvr>
                                        <p:cTn id="24" dur="1" fill="hold">
                                          <p:stCondLst>
                                            <p:cond delay="0"/>
                                          </p:stCondLst>
                                        </p:cTn>
                                        <p:tgtEl>
                                          <p:spTgt spid="218119"/>
                                        </p:tgtEl>
                                        <p:attrNameLst>
                                          <p:attrName>style.visibility</p:attrName>
                                        </p:attrNameLst>
                                      </p:cBhvr>
                                      <p:to>
                                        <p:strVal val="visible"/>
                                      </p:to>
                                    </p:set>
                                    <p:animEffect transition="in" filter="wipe(left)">
                                      <p:cBhvr>
                                        <p:cTn id="25" dur="500"/>
                                        <p:tgtEl>
                                          <p:spTgt spid="218119"/>
                                        </p:tgtEl>
                                      </p:cBhvr>
                                    </p:animEffect>
                                  </p:childTnLst>
                                </p:cTn>
                              </p:par>
                            </p:childTnLst>
                          </p:cTn>
                        </p:par>
                        <p:par>
                          <p:cTn id="26" fill="hold" nodeType="afterGroup">
                            <p:stCondLst>
                              <p:cond delay="500"/>
                            </p:stCondLst>
                            <p:childTnLst>
                              <p:par>
                                <p:cTn id="27" presetID="22" presetClass="entr" presetSubtype="8" fill="hold" nodeType="afterEffect">
                                  <p:stCondLst>
                                    <p:cond delay="0"/>
                                  </p:stCondLst>
                                  <p:childTnLst>
                                    <p:set>
                                      <p:cBhvr>
                                        <p:cTn id="28" dur="1" fill="hold">
                                          <p:stCondLst>
                                            <p:cond delay="0"/>
                                          </p:stCondLst>
                                        </p:cTn>
                                        <p:tgtEl>
                                          <p:spTgt spid="218120"/>
                                        </p:tgtEl>
                                        <p:attrNameLst>
                                          <p:attrName>style.visibility</p:attrName>
                                        </p:attrNameLst>
                                      </p:cBhvr>
                                      <p:to>
                                        <p:strVal val="visible"/>
                                      </p:to>
                                    </p:set>
                                    <p:animEffect transition="in" filter="wipe(left)">
                                      <p:cBhvr>
                                        <p:cTn id="29" dur="500"/>
                                        <p:tgtEl>
                                          <p:spTgt spid="218120"/>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22" presetClass="entr" presetSubtype="8" fill="hold" nodeType="clickEffect">
                                  <p:stCondLst>
                                    <p:cond delay="0"/>
                                  </p:stCondLst>
                                  <p:childTnLst>
                                    <p:set>
                                      <p:cBhvr>
                                        <p:cTn id="33" dur="1" fill="hold">
                                          <p:stCondLst>
                                            <p:cond delay="0"/>
                                          </p:stCondLst>
                                        </p:cTn>
                                        <p:tgtEl>
                                          <p:spTgt spid="218121"/>
                                        </p:tgtEl>
                                        <p:attrNameLst>
                                          <p:attrName>style.visibility</p:attrName>
                                        </p:attrNameLst>
                                      </p:cBhvr>
                                      <p:to>
                                        <p:strVal val="visible"/>
                                      </p:to>
                                    </p:set>
                                    <p:animEffect transition="in" filter="wipe(left)">
                                      <p:cBhvr>
                                        <p:cTn id="34" dur="500"/>
                                        <p:tgtEl>
                                          <p:spTgt spid="218121"/>
                                        </p:tgtEl>
                                      </p:cBhvr>
                                    </p:animEffect>
                                  </p:childTnLst>
                                </p:cTn>
                              </p:par>
                            </p:childTnLst>
                          </p:cTn>
                        </p:par>
                      </p:childTnLst>
                    </p:cTn>
                  </p:par>
                  <p:par>
                    <p:cTn id="35" fill="hold" nodeType="clickPar">
                      <p:stCondLst>
                        <p:cond delay="indefinite"/>
                      </p:stCondLst>
                      <p:childTnLst>
                        <p:par>
                          <p:cTn id="36" fill="hold" nodeType="withGroup">
                            <p:stCondLst>
                              <p:cond delay="0"/>
                            </p:stCondLst>
                            <p:childTnLst>
                              <p:par>
                                <p:cTn id="37" presetID="22" presetClass="entr" presetSubtype="8" fill="hold" nodeType="clickEffect">
                                  <p:stCondLst>
                                    <p:cond delay="0"/>
                                  </p:stCondLst>
                                  <p:childTnLst>
                                    <p:set>
                                      <p:cBhvr>
                                        <p:cTn id="38" dur="1" fill="hold">
                                          <p:stCondLst>
                                            <p:cond delay="0"/>
                                          </p:stCondLst>
                                        </p:cTn>
                                        <p:tgtEl>
                                          <p:spTgt spid="218122"/>
                                        </p:tgtEl>
                                        <p:attrNameLst>
                                          <p:attrName>style.visibility</p:attrName>
                                        </p:attrNameLst>
                                      </p:cBhvr>
                                      <p:to>
                                        <p:strVal val="visible"/>
                                      </p:to>
                                    </p:set>
                                    <p:animEffect transition="in" filter="wipe(left)">
                                      <p:cBhvr>
                                        <p:cTn id="39" dur="500"/>
                                        <p:tgtEl>
                                          <p:spTgt spid="2181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8116" grpId="0" autoUpdateAnimBg="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2"/>
          <p:cNvSpPr>
            <a:spLocks noGrp="1" noChangeArrowheads="1"/>
          </p:cNvSpPr>
          <p:nvPr>
            <p:ph type="title"/>
          </p:nvPr>
        </p:nvSpPr>
        <p:spPr>
          <a:xfrm>
            <a:off x="1199456" y="764704"/>
            <a:ext cx="3816423" cy="792088"/>
          </a:xfrm>
        </p:spPr>
        <p:txBody>
          <a:bodyPr/>
          <a:lstStyle/>
          <a:p>
            <a:pPr algn="l" eaLnBrk="1" hangingPunct="1"/>
            <a:r>
              <a:rPr lang="zh-CN" altLang="en-US" sz="4000" b="1" dirty="0">
                <a:solidFill>
                  <a:srgbClr val="FF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二、可微的条件</a:t>
            </a:r>
          </a:p>
        </p:txBody>
      </p:sp>
      <p:graphicFrame>
        <p:nvGraphicFramePr>
          <p:cNvPr id="219139" name="Object 3"/>
          <p:cNvGraphicFramePr>
            <a:graphicFrameLocks noChangeAspect="1"/>
          </p:cNvGraphicFramePr>
          <p:nvPr>
            <p:extLst>
              <p:ext uri="{D42A27DB-BD31-4B8C-83A1-F6EECF244321}">
                <p14:modId xmlns:p14="http://schemas.microsoft.com/office/powerpoint/2010/main" val="384573510"/>
              </p:ext>
            </p:extLst>
          </p:nvPr>
        </p:nvGraphicFramePr>
        <p:xfrm>
          <a:off x="1271464" y="1556792"/>
          <a:ext cx="9666179" cy="4104456"/>
        </p:xfrm>
        <a:graphic>
          <a:graphicData uri="http://schemas.openxmlformats.org/presentationml/2006/ole">
            <mc:AlternateContent xmlns:mc="http://schemas.openxmlformats.org/markup-compatibility/2006">
              <mc:Choice xmlns:v="urn:schemas-microsoft-com:vml" Requires="v">
                <p:oleObj spid="_x0000_s6174" name="Document" r:id="rId3" imgW="8598218" imgH="3669694" progId="Word.Document.8">
                  <p:embed/>
                </p:oleObj>
              </mc:Choice>
              <mc:Fallback>
                <p:oleObj name="Document" r:id="rId3" imgW="8598218" imgH="3669694" progId="Word.Document.8">
                  <p:embed/>
                  <p:pic>
                    <p:nvPicPr>
                      <p:cNvPr id="0" name=""/>
                      <p:cNvPicPr>
                        <a:picLocks noChangeAspect="1" noChangeArrowheads="1"/>
                      </p:cNvPicPr>
                      <p:nvPr/>
                    </p:nvPicPr>
                    <p:blipFill>
                      <a:blip r:embed="rId4"/>
                      <a:srcRect/>
                      <a:stretch>
                        <a:fillRect/>
                      </a:stretch>
                    </p:blipFill>
                    <p:spPr bwMode="auto">
                      <a:xfrm>
                        <a:off x="1271464" y="1556792"/>
                        <a:ext cx="9666179" cy="4104456"/>
                      </a:xfrm>
                      <a:prstGeom prst="rect">
                        <a:avLst/>
                      </a:prstGeom>
                      <a:noFill/>
                      <a:ln>
                        <a:noFill/>
                      </a:ln>
                    </p:spPr>
                  </p:pic>
                </p:oleObj>
              </mc:Fallback>
            </mc:AlternateContent>
          </a:graphicData>
        </a:graphic>
      </p:graphicFrame>
    </p:spTree>
    <p:extLst>
      <p:ext uri="{BB962C8B-B14F-4D97-AF65-F5344CB8AC3E}">
        <p14:creationId xmlns:p14="http://schemas.microsoft.com/office/powerpoint/2010/main" val="1935888457"/>
      </p:ext>
    </p:extLst>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nodeType="clickEffect">
                                  <p:stCondLst>
                                    <p:cond delay="0"/>
                                  </p:stCondLst>
                                  <p:childTnLst>
                                    <p:set>
                                      <p:cBhvr>
                                        <p:cTn id="6" dur="1" fill="hold">
                                          <p:stCondLst>
                                            <p:cond delay="0"/>
                                          </p:stCondLst>
                                        </p:cTn>
                                        <p:tgtEl>
                                          <p:spTgt spid="219139"/>
                                        </p:tgtEl>
                                        <p:attrNameLst>
                                          <p:attrName>style.visibility</p:attrName>
                                        </p:attrNameLst>
                                      </p:cBhvr>
                                      <p:to>
                                        <p:strVal val="visible"/>
                                      </p:to>
                                    </p:set>
                                    <p:animEffect transition="in" filter="wipe(up)">
                                      <p:cBhvr>
                                        <p:cTn id="7" dur="1750"/>
                                        <p:tgtEl>
                                          <p:spTgt spid="2191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Text Box 2"/>
          <p:cNvSpPr txBox="1">
            <a:spLocks noChangeArrowheads="1"/>
          </p:cNvSpPr>
          <p:nvPr/>
        </p:nvSpPr>
        <p:spPr bwMode="auto">
          <a:xfrm>
            <a:off x="2438400" y="762001"/>
            <a:ext cx="7620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dirty="0">
                <a:solidFill>
                  <a:srgbClr val="FF0000"/>
                </a:solidFill>
                <a:latin typeface="宋体" panose="02010600030101010101" pitchFamily="2" charset="-122"/>
              </a:rPr>
              <a:t>证</a:t>
            </a:r>
          </a:p>
        </p:txBody>
      </p:sp>
      <p:graphicFrame>
        <p:nvGraphicFramePr>
          <p:cNvPr id="220163" name="Object 3"/>
          <p:cNvGraphicFramePr>
            <a:graphicFrameLocks noChangeAspect="1"/>
          </p:cNvGraphicFramePr>
          <p:nvPr/>
        </p:nvGraphicFramePr>
        <p:xfrm>
          <a:off x="3200400" y="762001"/>
          <a:ext cx="6553200" cy="701675"/>
        </p:xfrm>
        <a:graphic>
          <a:graphicData uri="http://schemas.openxmlformats.org/presentationml/2006/ole">
            <mc:AlternateContent xmlns:mc="http://schemas.openxmlformats.org/markup-compatibility/2006">
              <mc:Choice xmlns:v="urn:schemas-microsoft-com:vml" Requires="v">
                <p:oleObj spid="_x0000_s7440" name="文档" r:id="rId3" imgW="6187440" imgH="665480" progId="Word.Document.8">
                  <p:embed/>
                </p:oleObj>
              </mc:Choice>
              <mc:Fallback>
                <p:oleObj name="文档" r:id="rId3" imgW="6187440" imgH="665480" progId="Word.Document.8">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00400" y="762001"/>
                        <a:ext cx="655320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20164" name="Object 4"/>
          <p:cNvGraphicFramePr>
            <a:graphicFrameLocks noChangeAspect="1"/>
          </p:cNvGraphicFramePr>
          <p:nvPr/>
        </p:nvGraphicFramePr>
        <p:xfrm>
          <a:off x="3143250" y="1512888"/>
          <a:ext cx="6229350" cy="1154112"/>
        </p:xfrm>
        <a:graphic>
          <a:graphicData uri="http://schemas.openxmlformats.org/presentationml/2006/ole">
            <mc:AlternateContent xmlns:mc="http://schemas.openxmlformats.org/markup-compatibility/2006">
              <mc:Choice xmlns:v="urn:schemas-microsoft-com:vml" Requires="v">
                <p:oleObj spid="_x0000_s7441" name="文档" r:id="rId5" imgW="5963412" imgH="1110996" progId="Word.Document.8">
                  <p:embed/>
                </p:oleObj>
              </mc:Choice>
              <mc:Fallback>
                <p:oleObj name="文档" r:id="rId5" imgW="5963412" imgH="1110996" progId="Word.Document.8">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143250" y="1512888"/>
                        <a:ext cx="6229350" cy="1154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20165" name="Object 5"/>
          <p:cNvGraphicFramePr>
            <a:graphicFrameLocks noChangeAspect="1"/>
          </p:cNvGraphicFramePr>
          <p:nvPr/>
        </p:nvGraphicFramePr>
        <p:xfrm>
          <a:off x="3097214" y="2305050"/>
          <a:ext cx="3836987" cy="420688"/>
        </p:xfrm>
        <a:graphic>
          <a:graphicData uri="http://schemas.openxmlformats.org/presentationml/2006/ole">
            <mc:AlternateContent xmlns:mc="http://schemas.openxmlformats.org/markup-compatibility/2006">
              <mc:Choice xmlns:v="urn:schemas-microsoft-com:vml" Requires="v">
                <p:oleObj spid="_x0000_s7442" name="公式" r:id="rId7" imgW="3695700" imgH="406400" progId="Equation.3">
                  <p:embed/>
                </p:oleObj>
              </mc:Choice>
              <mc:Fallback>
                <p:oleObj name="公式" r:id="rId7" imgW="3695700" imgH="406400" progId="Equation.3">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097214" y="2305050"/>
                        <a:ext cx="3836987" cy="4206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20166" name="Text Box 6"/>
          <p:cNvSpPr txBox="1">
            <a:spLocks noChangeArrowheads="1"/>
          </p:cNvSpPr>
          <p:nvPr/>
        </p:nvSpPr>
        <p:spPr bwMode="auto">
          <a:xfrm>
            <a:off x="7315200" y="2209801"/>
            <a:ext cx="16764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a:t>总成立</a:t>
            </a:r>
            <a:r>
              <a:rPr lang="en-US" altLang="zh-CN" sz="2800" b="1"/>
              <a:t>,</a:t>
            </a:r>
          </a:p>
        </p:txBody>
      </p:sp>
      <p:graphicFrame>
        <p:nvGraphicFramePr>
          <p:cNvPr id="220167" name="Object 7"/>
          <p:cNvGraphicFramePr>
            <a:graphicFrameLocks noChangeAspect="1"/>
          </p:cNvGraphicFramePr>
          <p:nvPr/>
        </p:nvGraphicFramePr>
        <p:xfrm>
          <a:off x="3048001" y="2925763"/>
          <a:ext cx="4119563" cy="461962"/>
        </p:xfrm>
        <a:graphic>
          <a:graphicData uri="http://schemas.openxmlformats.org/presentationml/2006/ole">
            <mc:AlternateContent xmlns:mc="http://schemas.openxmlformats.org/markup-compatibility/2006">
              <mc:Choice xmlns:v="urn:schemas-microsoft-com:vml" Requires="v">
                <p:oleObj spid="_x0000_s7443" name="文档" r:id="rId9" imgW="4080338" imgH="459497" progId="Word.Document.8">
                  <p:embed/>
                </p:oleObj>
              </mc:Choice>
              <mc:Fallback>
                <p:oleObj name="文档" r:id="rId9" imgW="4080338" imgH="459497" progId="Word.Document.8">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048001" y="2925763"/>
                        <a:ext cx="4119563" cy="461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20168" name="Object 8"/>
          <p:cNvGraphicFramePr>
            <a:graphicFrameLocks noChangeAspect="1"/>
          </p:cNvGraphicFramePr>
          <p:nvPr/>
        </p:nvGraphicFramePr>
        <p:xfrm>
          <a:off x="7010400" y="2832101"/>
          <a:ext cx="2306638" cy="625475"/>
        </p:xfrm>
        <a:graphic>
          <a:graphicData uri="http://schemas.openxmlformats.org/presentationml/2006/ole">
            <mc:AlternateContent xmlns:mc="http://schemas.openxmlformats.org/markup-compatibility/2006">
              <mc:Choice xmlns:v="urn:schemas-microsoft-com:vml" Requires="v">
                <p:oleObj spid="_x0000_s7444" name="文档" r:id="rId11" imgW="2214880" imgH="599440" progId="Word.Document.8">
                  <p:embed/>
                </p:oleObj>
              </mc:Choice>
              <mc:Fallback>
                <p:oleObj name="文档" r:id="rId11" imgW="2214880" imgH="599440" progId="Word.Document.8">
                  <p:embed/>
                  <p:pic>
                    <p:nvPicPr>
                      <p:cNvPr id="0" name=""/>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7010400" y="2832101"/>
                        <a:ext cx="2306638" cy="625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20169" name="Object 9"/>
          <p:cNvGraphicFramePr>
            <a:graphicFrameLocks noChangeAspect="1"/>
          </p:cNvGraphicFramePr>
          <p:nvPr/>
        </p:nvGraphicFramePr>
        <p:xfrm>
          <a:off x="3048000" y="3668713"/>
          <a:ext cx="3517900" cy="404812"/>
        </p:xfrm>
        <a:graphic>
          <a:graphicData uri="http://schemas.openxmlformats.org/presentationml/2006/ole">
            <mc:AlternateContent xmlns:mc="http://schemas.openxmlformats.org/markup-compatibility/2006">
              <mc:Choice xmlns:v="urn:schemas-microsoft-com:vml" Requires="v">
                <p:oleObj spid="_x0000_s7445" name="公式" r:id="rId13" imgW="3517900" imgH="406400" progId="Equation.3">
                  <p:embed/>
                </p:oleObj>
              </mc:Choice>
              <mc:Fallback>
                <p:oleObj name="公式" r:id="rId13" imgW="3517900" imgH="406400" progId="Equation.3">
                  <p:embed/>
                  <p:pic>
                    <p:nvPicPr>
                      <p:cNvPr id="0" name=""/>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048000" y="3668713"/>
                        <a:ext cx="3517900" cy="4048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20170" name="Object 10"/>
          <p:cNvGraphicFramePr>
            <a:graphicFrameLocks noChangeAspect="1"/>
          </p:cNvGraphicFramePr>
          <p:nvPr/>
        </p:nvGraphicFramePr>
        <p:xfrm>
          <a:off x="6654800" y="3675063"/>
          <a:ext cx="2743200" cy="392112"/>
        </p:xfrm>
        <a:graphic>
          <a:graphicData uri="http://schemas.openxmlformats.org/presentationml/2006/ole">
            <mc:AlternateContent xmlns:mc="http://schemas.openxmlformats.org/markup-compatibility/2006">
              <mc:Choice xmlns:v="urn:schemas-microsoft-com:vml" Requires="v">
                <p:oleObj spid="_x0000_s7446" name="公式" r:id="rId15" imgW="2743200" imgH="393700" progId="Equation.3">
                  <p:embed/>
                </p:oleObj>
              </mc:Choice>
              <mc:Fallback>
                <p:oleObj name="公式" r:id="rId15" imgW="2743200" imgH="393700" progId="Equation.3">
                  <p:embed/>
                  <p:pic>
                    <p:nvPicPr>
                      <p:cNvPr id="0" name=""/>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6654800" y="3675063"/>
                        <a:ext cx="2743200" cy="3921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20171" name="Object 11"/>
          <p:cNvGraphicFramePr>
            <a:graphicFrameLocks noChangeAspect="1"/>
          </p:cNvGraphicFramePr>
          <p:nvPr/>
        </p:nvGraphicFramePr>
        <p:xfrm>
          <a:off x="3073400" y="4292600"/>
          <a:ext cx="4851400" cy="889000"/>
        </p:xfrm>
        <a:graphic>
          <a:graphicData uri="http://schemas.openxmlformats.org/presentationml/2006/ole">
            <mc:AlternateContent xmlns:mc="http://schemas.openxmlformats.org/markup-compatibility/2006">
              <mc:Choice xmlns:v="urn:schemas-microsoft-com:vml" Requires="v">
                <p:oleObj spid="_x0000_s7447" name="公式" r:id="rId17" imgW="4851400" imgH="889000" progId="Equation.3">
                  <p:embed/>
                </p:oleObj>
              </mc:Choice>
              <mc:Fallback>
                <p:oleObj name="公式" r:id="rId17" imgW="4851400" imgH="889000" progId="Equation.3">
                  <p:embed/>
                  <p:pic>
                    <p:nvPicPr>
                      <p:cNvPr id="0" name=""/>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3073400" y="4292600"/>
                        <a:ext cx="4851400" cy="889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20172" name="Object 12"/>
          <p:cNvGraphicFramePr>
            <a:graphicFrameLocks noChangeAspect="1"/>
          </p:cNvGraphicFramePr>
          <p:nvPr/>
        </p:nvGraphicFramePr>
        <p:xfrm>
          <a:off x="8039100" y="4318000"/>
          <a:ext cx="838200" cy="838200"/>
        </p:xfrm>
        <a:graphic>
          <a:graphicData uri="http://schemas.openxmlformats.org/presentationml/2006/ole">
            <mc:AlternateContent xmlns:mc="http://schemas.openxmlformats.org/markup-compatibility/2006">
              <mc:Choice xmlns:v="urn:schemas-microsoft-com:vml" Requires="v">
                <p:oleObj spid="_x0000_s7448" name="公式" r:id="rId19" imgW="838200" imgH="838200" progId="Equation.3">
                  <p:embed/>
                </p:oleObj>
              </mc:Choice>
              <mc:Fallback>
                <p:oleObj name="公式" r:id="rId19" imgW="838200" imgH="838200" progId="Equation.3">
                  <p:embed/>
                  <p:pic>
                    <p:nvPicPr>
                      <p:cNvPr id="0" name=""/>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8039100" y="4318000"/>
                        <a:ext cx="838200" cy="838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20173" name="Text Box 13"/>
          <p:cNvSpPr txBox="1">
            <a:spLocks noChangeArrowheads="1"/>
          </p:cNvSpPr>
          <p:nvPr/>
        </p:nvSpPr>
        <p:spPr bwMode="auto">
          <a:xfrm>
            <a:off x="3048000" y="5334001"/>
            <a:ext cx="16764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a:t>同理可得</a:t>
            </a:r>
          </a:p>
        </p:txBody>
      </p:sp>
      <p:graphicFrame>
        <p:nvGraphicFramePr>
          <p:cNvPr id="220174" name="Object 14"/>
          <p:cNvGraphicFramePr>
            <a:graphicFrameLocks noChangeAspect="1"/>
          </p:cNvGraphicFramePr>
          <p:nvPr/>
        </p:nvGraphicFramePr>
        <p:xfrm>
          <a:off x="4895850" y="5232400"/>
          <a:ext cx="1155700" cy="914400"/>
        </p:xfrm>
        <a:graphic>
          <a:graphicData uri="http://schemas.openxmlformats.org/presentationml/2006/ole">
            <mc:AlternateContent xmlns:mc="http://schemas.openxmlformats.org/markup-compatibility/2006">
              <mc:Choice xmlns:v="urn:schemas-microsoft-com:vml" Requires="v">
                <p:oleObj spid="_x0000_s7449" name="公式" r:id="rId21" imgW="1155700" imgH="914400" progId="Equation.3">
                  <p:embed/>
                </p:oleObj>
              </mc:Choice>
              <mc:Fallback>
                <p:oleObj name="公式" r:id="rId21" imgW="1155700" imgH="914400" progId="Equation.3">
                  <p:embed/>
                  <p:pic>
                    <p:nvPicPr>
                      <p:cNvPr id="0" name=""/>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4895850" y="5232400"/>
                        <a:ext cx="1155700" cy="914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1889718647"/>
      </p:ext>
    </p:extLst>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220163"/>
                                        </p:tgtEl>
                                        <p:attrNameLst>
                                          <p:attrName>style.visibility</p:attrName>
                                        </p:attrNameLst>
                                      </p:cBhvr>
                                      <p:to>
                                        <p:strVal val="visible"/>
                                      </p:to>
                                    </p:set>
                                    <p:animEffect transition="in" filter="wipe(left)">
                                      <p:cBhvr>
                                        <p:cTn id="7" dur="500"/>
                                        <p:tgtEl>
                                          <p:spTgt spid="22016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220164"/>
                                        </p:tgtEl>
                                        <p:attrNameLst>
                                          <p:attrName>style.visibility</p:attrName>
                                        </p:attrNameLst>
                                      </p:cBhvr>
                                      <p:to>
                                        <p:strVal val="visible"/>
                                      </p:to>
                                    </p:set>
                                    <p:animEffect transition="in" filter="wipe(left)">
                                      <p:cBhvr>
                                        <p:cTn id="12" dur="500"/>
                                        <p:tgtEl>
                                          <p:spTgt spid="220164"/>
                                        </p:tgtEl>
                                      </p:cBhvr>
                                    </p:animEffect>
                                  </p:childTnLst>
                                </p:cTn>
                              </p:par>
                            </p:childTnLst>
                          </p:cTn>
                        </p:par>
                        <p:par>
                          <p:cTn id="13" fill="hold" nodeType="afterGroup">
                            <p:stCondLst>
                              <p:cond delay="500"/>
                            </p:stCondLst>
                            <p:childTnLst>
                              <p:par>
                                <p:cTn id="14" presetID="22" presetClass="entr" presetSubtype="8" fill="hold" nodeType="afterEffect">
                                  <p:stCondLst>
                                    <p:cond delay="0"/>
                                  </p:stCondLst>
                                  <p:childTnLst>
                                    <p:set>
                                      <p:cBhvr>
                                        <p:cTn id="15" dur="1" fill="hold">
                                          <p:stCondLst>
                                            <p:cond delay="0"/>
                                          </p:stCondLst>
                                        </p:cTn>
                                        <p:tgtEl>
                                          <p:spTgt spid="220165"/>
                                        </p:tgtEl>
                                        <p:attrNameLst>
                                          <p:attrName>style.visibility</p:attrName>
                                        </p:attrNameLst>
                                      </p:cBhvr>
                                      <p:to>
                                        <p:strVal val="visible"/>
                                      </p:to>
                                    </p:set>
                                    <p:animEffect transition="in" filter="wipe(left)">
                                      <p:cBhvr>
                                        <p:cTn id="16" dur="500"/>
                                        <p:tgtEl>
                                          <p:spTgt spid="220165"/>
                                        </p:tgtEl>
                                      </p:cBhvr>
                                    </p:animEffect>
                                  </p:childTnLst>
                                </p:cTn>
                              </p:par>
                            </p:childTnLst>
                          </p:cTn>
                        </p:par>
                        <p:par>
                          <p:cTn id="17" fill="hold" nodeType="afterGroup">
                            <p:stCondLst>
                              <p:cond delay="1000"/>
                            </p:stCondLst>
                            <p:childTnLst>
                              <p:par>
                                <p:cTn id="18" presetID="22" presetClass="entr" presetSubtype="8" fill="hold" grpId="0" nodeType="afterEffect">
                                  <p:stCondLst>
                                    <p:cond delay="0"/>
                                  </p:stCondLst>
                                  <p:childTnLst>
                                    <p:set>
                                      <p:cBhvr>
                                        <p:cTn id="19" dur="1" fill="hold">
                                          <p:stCondLst>
                                            <p:cond delay="0"/>
                                          </p:stCondLst>
                                        </p:cTn>
                                        <p:tgtEl>
                                          <p:spTgt spid="220166"/>
                                        </p:tgtEl>
                                        <p:attrNameLst>
                                          <p:attrName>style.visibility</p:attrName>
                                        </p:attrNameLst>
                                      </p:cBhvr>
                                      <p:to>
                                        <p:strVal val="visible"/>
                                      </p:to>
                                    </p:set>
                                    <p:animEffect transition="in" filter="wipe(left)">
                                      <p:cBhvr>
                                        <p:cTn id="20" dur="500"/>
                                        <p:tgtEl>
                                          <p:spTgt spid="220166"/>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22" presetClass="entr" presetSubtype="8" fill="hold" nodeType="clickEffect">
                                  <p:stCondLst>
                                    <p:cond delay="0"/>
                                  </p:stCondLst>
                                  <p:childTnLst>
                                    <p:set>
                                      <p:cBhvr>
                                        <p:cTn id="24" dur="1" fill="hold">
                                          <p:stCondLst>
                                            <p:cond delay="0"/>
                                          </p:stCondLst>
                                        </p:cTn>
                                        <p:tgtEl>
                                          <p:spTgt spid="220167"/>
                                        </p:tgtEl>
                                        <p:attrNameLst>
                                          <p:attrName>style.visibility</p:attrName>
                                        </p:attrNameLst>
                                      </p:cBhvr>
                                      <p:to>
                                        <p:strVal val="visible"/>
                                      </p:to>
                                    </p:set>
                                    <p:animEffect transition="in" filter="wipe(left)">
                                      <p:cBhvr>
                                        <p:cTn id="25" dur="500"/>
                                        <p:tgtEl>
                                          <p:spTgt spid="220167"/>
                                        </p:tgtEl>
                                      </p:cBhvr>
                                    </p:animEffect>
                                  </p:childTnLst>
                                </p:cTn>
                              </p:par>
                            </p:childTnLst>
                          </p:cTn>
                        </p:par>
                        <p:par>
                          <p:cTn id="26" fill="hold" nodeType="afterGroup">
                            <p:stCondLst>
                              <p:cond delay="500"/>
                            </p:stCondLst>
                            <p:childTnLst>
                              <p:par>
                                <p:cTn id="27" presetID="22" presetClass="entr" presetSubtype="8" fill="hold" nodeType="afterEffect">
                                  <p:stCondLst>
                                    <p:cond delay="0"/>
                                  </p:stCondLst>
                                  <p:childTnLst>
                                    <p:set>
                                      <p:cBhvr>
                                        <p:cTn id="28" dur="1" fill="hold">
                                          <p:stCondLst>
                                            <p:cond delay="0"/>
                                          </p:stCondLst>
                                        </p:cTn>
                                        <p:tgtEl>
                                          <p:spTgt spid="220168"/>
                                        </p:tgtEl>
                                        <p:attrNameLst>
                                          <p:attrName>style.visibility</p:attrName>
                                        </p:attrNameLst>
                                      </p:cBhvr>
                                      <p:to>
                                        <p:strVal val="visible"/>
                                      </p:to>
                                    </p:set>
                                    <p:animEffect transition="in" filter="wipe(left)">
                                      <p:cBhvr>
                                        <p:cTn id="29" dur="500"/>
                                        <p:tgtEl>
                                          <p:spTgt spid="220168"/>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22" presetClass="entr" presetSubtype="8" fill="hold" nodeType="clickEffect">
                                  <p:stCondLst>
                                    <p:cond delay="0"/>
                                  </p:stCondLst>
                                  <p:childTnLst>
                                    <p:set>
                                      <p:cBhvr>
                                        <p:cTn id="33" dur="1" fill="hold">
                                          <p:stCondLst>
                                            <p:cond delay="0"/>
                                          </p:stCondLst>
                                        </p:cTn>
                                        <p:tgtEl>
                                          <p:spTgt spid="220169"/>
                                        </p:tgtEl>
                                        <p:attrNameLst>
                                          <p:attrName>style.visibility</p:attrName>
                                        </p:attrNameLst>
                                      </p:cBhvr>
                                      <p:to>
                                        <p:strVal val="visible"/>
                                      </p:to>
                                    </p:set>
                                    <p:animEffect transition="in" filter="wipe(left)">
                                      <p:cBhvr>
                                        <p:cTn id="34" dur="500"/>
                                        <p:tgtEl>
                                          <p:spTgt spid="220169"/>
                                        </p:tgtEl>
                                      </p:cBhvr>
                                    </p:animEffect>
                                  </p:childTnLst>
                                </p:cTn>
                              </p:par>
                            </p:childTnLst>
                          </p:cTn>
                        </p:par>
                      </p:childTnLst>
                    </p:cTn>
                  </p:par>
                  <p:par>
                    <p:cTn id="35" fill="hold" nodeType="clickPar">
                      <p:stCondLst>
                        <p:cond delay="indefinite"/>
                      </p:stCondLst>
                      <p:childTnLst>
                        <p:par>
                          <p:cTn id="36" fill="hold" nodeType="withGroup">
                            <p:stCondLst>
                              <p:cond delay="0"/>
                            </p:stCondLst>
                            <p:childTnLst>
                              <p:par>
                                <p:cTn id="37" presetID="22" presetClass="entr" presetSubtype="8" fill="hold" nodeType="clickEffect">
                                  <p:stCondLst>
                                    <p:cond delay="0"/>
                                  </p:stCondLst>
                                  <p:childTnLst>
                                    <p:set>
                                      <p:cBhvr>
                                        <p:cTn id="38" dur="1" fill="hold">
                                          <p:stCondLst>
                                            <p:cond delay="0"/>
                                          </p:stCondLst>
                                        </p:cTn>
                                        <p:tgtEl>
                                          <p:spTgt spid="220170"/>
                                        </p:tgtEl>
                                        <p:attrNameLst>
                                          <p:attrName>style.visibility</p:attrName>
                                        </p:attrNameLst>
                                      </p:cBhvr>
                                      <p:to>
                                        <p:strVal val="visible"/>
                                      </p:to>
                                    </p:set>
                                    <p:animEffect transition="in" filter="wipe(left)">
                                      <p:cBhvr>
                                        <p:cTn id="39" dur="500"/>
                                        <p:tgtEl>
                                          <p:spTgt spid="220170"/>
                                        </p:tgtEl>
                                      </p:cBhvr>
                                    </p:animEffect>
                                  </p:childTnLst>
                                </p:cTn>
                              </p:par>
                            </p:childTnLst>
                          </p:cTn>
                        </p:par>
                      </p:childTnLst>
                    </p:cTn>
                  </p:par>
                  <p:par>
                    <p:cTn id="40" fill="hold" nodeType="clickPar">
                      <p:stCondLst>
                        <p:cond delay="indefinite"/>
                      </p:stCondLst>
                      <p:childTnLst>
                        <p:par>
                          <p:cTn id="41" fill="hold" nodeType="withGroup">
                            <p:stCondLst>
                              <p:cond delay="0"/>
                            </p:stCondLst>
                            <p:childTnLst>
                              <p:par>
                                <p:cTn id="42" presetID="22" presetClass="entr" presetSubtype="8" fill="hold" nodeType="clickEffect">
                                  <p:stCondLst>
                                    <p:cond delay="0"/>
                                  </p:stCondLst>
                                  <p:childTnLst>
                                    <p:set>
                                      <p:cBhvr>
                                        <p:cTn id="43" dur="1" fill="hold">
                                          <p:stCondLst>
                                            <p:cond delay="0"/>
                                          </p:stCondLst>
                                        </p:cTn>
                                        <p:tgtEl>
                                          <p:spTgt spid="220171"/>
                                        </p:tgtEl>
                                        <p:attrNameLst>
                                          <p:attrName>style.visibility</p:attrName>
                                        </p:attrNameLst>
                                      </p:cBhvr>
                                      <p:to>
                                        <p:strVal val="visible"/>
                                      </p:to>
                                    </p:set>
                                    <p:animEffect transition="in" filter="wipe(left)">
                                      <p:cBhvr>
                                        <p:cTn id="44" dur="500"/>
                                        <p:tgtEl>
                                          <p:spTgt spid="220171"/>
                                        </p:tgtEl>
                                      </p:cBhvr>
                                    </p:animEffect>
                                  </p:childTnLst>
                                </p:cTn>
                              </p:par>
                            </p:childTnLst>
                          </p:cTn>
                        </p:par>
                        <p:par>
                          <p:cTn id="45" fill="hold" nodeType="afterGroup">
                            <p:stCondLst>
                              <p:cond delay="500"/>
                            </p:stCondLst>
                            <p:childTnLst>
                              <p:par>
                                <p:cTn id="46" presetID="22" presetClass="entr" presetSubtype="8" fill="hold" nodeType="afterEffect">
                                  <p:stCondLst>
                                    <p:cond delay="0"/>
                                  </p:stCondLst>
                                  <p:childTnLst>
                                    <p:set>
                                      <p:cBhvr>
                                        <p:cTn id="47" dur="1" fill="hold">
                                          <p:stCondLst>
                                            <p:cond delay="0"/>
                                          </p:stCondLst>
                                        </p:cTn>
                                        <p:tgtEl>
                                          <p:spTgt spid="220172"/>
                                        </p:tgtEl>
                                        <p:attrNameLst>
                                          <p:attrName>style.visibility</p:attrName>
                                        </p:attrNameLst>
                                      </p:cBhvr>
                                      <p:to>
                                        <p:strVal val="visible"/>
                                      </p:to>
                                    </p:set>
                                    <p:animEffect transition="in" filter="wipe(left)">
                                      <p:cBhvr>
                                        <p:cTn id="48" dur="500"/>
                                        <p:tgtEl>
                                          <p:spTgt spid="220172"/>
                                        </p:tgtEl>
                                      </p:cBhvr>
                                    </p:animEffect>
                                  </p:childTnLst>
                                </p:cTn>
                              </p:par>
                            </p:childTnLst>
                          </p:cTn>
                        </p:par>
                      </p:childTnLst>
                    </p:cTn>
                  </p:par>
                  <p:par>
                    <p:cTn id="49" fill="hold" nodeType="clickPar">
                      <p:stCondLst>
                        <p:cond delay="indefinite"/>
                      </p:stCondLst>
                      <p:childTnLst>
                        <p:par>
                          <p:cTn id="50" fill="hold" nodeType="withGroup">
                            <p:stCondLst>
                              <p:cond delay="0"/>
                            </p:stCondLst>
                            <p:childTnLst>
                              <p:par>
                                <p:cTn id="51" presetID="22" presetClass="entr" presetSubtype="8" fill="hold" grpId="0" nodeType="clickEffect">
                                  <p:stCondLst>
                                    <p:cond delay="0"/>
                                  </p:stCondLst>
                                  <p:childTnLst>
                                    <p:set>
                                      <p:cBhvr>
                                        <p:cTn id="52" dur="1" fill="hold">
                                          <p:stCondLst>
                                            <p:cond delay="0"/>
                                          </p:stCondLst>
                                        </p:cTn>
                                        <p:tgtEl>
                                          <p:spTgt spid="220173"/>
                                        </p:tgtEl>
                                        <p:attrNameLst>
                                          <p:attrName>style.visibility</p:attrName>
                                        </p:attrNameLst>
                                      </p:cBhvr>
                                      <p:to>
                                        <p:strVal val="visible"/>
                                      </p:to>
                                    </p:set>
                                    <p:animEffect transition="in" filter="wipe(left)">
                                      <p:cBhvr>
                                        <p:cTn id="53" dur="500"/>
                                        <p:tgtEl>
                                          <p:spTgt spid="220173"/>
                                        </p:tgtEl>
                                      </p:cBhvr>
                                    </p:animEffect>
                                  </p:childTnLst>
                                </p:cTn>
                              </p:par>
                            </p:childTnLst>
                          </p:cTn>
                        </p:par>
                        <p:par>
                          <p:cTn id="54" fill="hold" nodeType="afterGroup">
                            <p:stCondLst>
                              <p:cond delay="500"/>
                            </p:stCondLst>
                            <p:childTnLst>
                              <p:par>
                                <p:cTn id="55" presetID="22" presetClass="entr" presetSubtype="8" fill="hold" nodeType="afterEffect">
                                  <p:stCondLst>
                                    <p:cond delay="0"/>
                                  </p:stCondLst>
                                  <p:childTnLst>
                                    <p:set>
                                      <p:cBhvr>
                                        <p:cTn id="56" dur="1" fill="hold">
                                          <p:stCondLst>
                                            <p:cond delay="0"/>
                                          </p:stCondLst>
                                        </p:cTn>
                                        <p:tgtEl>
                                          <p:spTgt spid="220174"/>
                                        </p:tgtEl>
                                        <p:attrNameLst>
                                          <p:attrName>style.visibility</p:attrName>
                                        </p:attrNameLst>
                                      </p:cBhvr>
                                      <p:to>
                                        <p:strVal val="visible"/>
                                      </p:to>
                                    </p:set>
                                    <p:animEffect transition="in" filter="wipe(left)">
                                      <p:cBhvr>
                                        <p:cTn id="57" dur="500"/>
                                        <p:tgtEl>
                                          <p:spTgt spid="2201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0166" grpId="0" autoUpdateAnimBg="0"/>
      <p:bldP spid="220173" grpId="0" autoUpdateAnimBg="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118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14600" y="3962401"/>
            <a:ext cx="2514600" cy="2062163"/>
          </a:xfrm>
          <a:prstGeom prst="rect">
            <a:avLst/>
          </a:prstGeom>
          <a:noFill/>
          <a:ln w="3175">
            <a:solidFill>
              <a:schemeClr val="accent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1923" name="Text Box 3"/>
          <p:cNvSpPr txBox="1">
            <a:spLocks noChangeArrowheads="1"/>
          </p:cNvSpPr>
          <p:nvPr/>
        </p:nvSpPr>
        <p:spPr bwMode="auto">
          <a:xfrm>
            <a:off x="2438400" y="914401"/>
            <a:ext cx="79248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a:t>一元函数在某点的导数存在              微分存在．</a:t>
            </a:r>
          </a:p>
        </p:txBody>
      </p:sp>
      <p:sp>
        <p:nvSpPr>
          <p:cNvPr id="221188" name="Text Box 4"/>
          <p:cNvSpPr txBox="1">
            <a:spLocks noChangeArrowheads="1"/>
          </p:cNvSpPr>
          <p:nvPr/>
        </p:nvSpPr>
        <p:spPr bwMode="auto">
          <a:xfrm>
            <a:off x="2438400" y="1766888"/>
            <a:ext cx="79248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a:t>多元函数的各偏导数存在              全微分存在．</a:t>
            </a:r>
          </a:p>
        </p:txBody>
      </p:sp>
      <p:sp>
        <p:nvSpPr>
          <p:cNvPr id="221189" name="WordArt 5"/>
          <p:cNvSpPr>
            <a:spLocks noChangeArrowheads="1" noChangeShapeType="1" noTextEdit="1"/>
          </p:cNvSpPr>
          <p:nvPr/>
        </p:nvSpPr>
        <p:spPr bwMode="auto">
          <a:xfrm>
            <a:off x="6872288" y="1646238"/>
            <a:ext cx="304800" cy="685800"/>
          </a:xfrm>
          <a:prstGeom prst="rect">
            <a:avLst/>
          </a:prstGeom>
        </p:spPr>
        <p:txBody>
          <a:bodyPr wrap="none" fromWordArt="1">
            <a:prstTxWarp prst="textSlantUp">
              <a:avLst>
                <a:gd name="adj" fmla="val 22685"/>
              </a:avLst>
            </a:prstTxWarp>
          </a:bodyPr>
          <a:lstStyle/>
          <a:p>
            <a:pPr algn="ctr"/>
            <a:r>
              <a:rPr lang="zh-CN" altLang="en-US" sz="3600" kern="10">
                <a:ln w="9525">
                  <a:solidFill>
                    <a:srgbClr val="0000FF"/>
                  </a:solidFill>
                  <a:round/>
                  <a:headEnd/>
                  <a:tailEnd/>
                </a:ln>
                <a:gradFill rotWithShape="1">
                  <a:gsLst>
                    <a:gs pos="0">
                      <a:srgbClr val="6600CC"/>
                    </a:gs>
                    <a:gs pos="100000">
                      <a:srgbClr val="CC00CC"/>
                    </a:gs>
                  </a:gsLst>
                  <a:lin ang="5400000" scaled="1"/>
                </a:gradFill>
                <a:effectLst>
                  <a:outerShdw dist="53882" dir="2700000" algn="ctr" rotWithShape="0">
                    <a:srgbClr val="9999FF"/>
                  </a:outerShdw>
                </a:effectLst>
                <a:latin typeface="宋体" panose="02010600030101010101" pitchFamily="2" charset="-122"/>
              </a:rPr>
              <a:t>？</a:t>
            </a:r>
          </a:p>
        </p:txBody>
      </p:sp>
      <p:sp>
        <p:nvSpPr>
          <p:cNvPr id="221190" name="Text Box 6"/>
          <p:cNvSpPr txBox="1">
            <a:spLocks noChangeArrowheads="1"/>
          </p:cNvSpPr>
          <p:nvPr/>
        </p:nvSpPr>
        <p:spPr bwMode="auto">
          <a:xfrm>
            <a:off x="2438400" y="2971801"/>
            <a:ext cx="12192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a:t>例如，</a:t>
            </a:r>
          </a:p>
        </p:txBody>
      </p:sp>
      <p:graphicFrame>
        <p:nvGraphicFramePr>
          <p:cNvPr id="221191" name="Object 7"/>
          <p:cNvGraphicFramePr>
            <a:graphicFrameLocks noChangeAspect="1"/>
          </p:cNvGraphicFramePr>
          <p:nvPr/>
        </p:nvGraphicFramePr>
        <p:xfrm>
          <a:off x="3708400" y="2495550"/>
          <a:ext cx="5092700" cy="1536700"/>
        </p:xfrm>
        <a:graphic>
          <a:graphicData uri="http://schemas.openxmlformats.org/presentationml/2006/ole">
            <mc:AlternateContent xmlns:mc="http://schemas.openxmlformats.org/markup-compatibility/2006">
              <mc:Choice xmlns:v="urn:schemas-microsoft-com:vml" Requires="v">
                <p:oleObj spid="_x0000_s8271" name="公式" r:id="rId4" imgW="5092700" imgH="1536700" progId="Equation.3">
                  <p:embed/>
                </p:oleObj>
              </mc:Choice>
              <mc:Fallback>
                <p:oleObj name="公式" r:id="rId4" imgW="5092700" imgH="1536700"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708400" y="2495550"/>
                        <a:ext cx="5092700" cy="1536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1929" name="AutoShape 9" descr="浅色横线"/>
          <p:cNvSpPr>
            <a:spLocks noChangeArrowheads="1"/>
          </p:cNvSpPr>
          <p:nvPr/>
        </p:nvSpPr>
        <p:spPr bwMode="auto">
          <a:xfrm>
            <a:off x="7010400" y="1066800"/>
            <a:ext cx="838200" cy="228600"/>
          </a:xfrm>
          <a:prstGeom prst="leftRightArrow">
            <a:avLst>
              <a:gd name="adj1" fmla="val 50000"/>
              <a:gd name="adj2" fmla="val 73333"/>
            </a:avLst>
          </a:prstGeom>
          <a:noFill/>
          <a:ln w="28575">
            <a:solidFill>
              <a:schemeClr val="accent2"/>
            </a:solidFill>
            <a:miter lim="800000"/>
            <a:headEnd/>
            <a:tailEnd/>
          </a:ln>
          <a:effectLst/>
          <a:extLst>
            <a:ext uri="{909E8E84-426E-40DD-AFC4-6F175D3DCCD1}">
              <a14:hiddenFill xmlns:a14="http://schemas.microsoft.com/office/drawing/2010/main">
                <a:pattFill prst="ltHorz">
                  <a:fgClr>
                    <a:schemeClr val="accent2"/>
                  </a:fgClr>
                  <a:bgClr>
                    <a:srgbClr val="FFFFFF"/>
                  </a:bgClr>
                </a:patt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221194" name="AutoShape 10" descr="浅色横线"/>
          <p:cNvSpPr>
            <a:spLocks noChangeArrowheads="1"/>
          </p:cNvSpPr>
          <p:nvPr/>
        </p:nvSpPr>
        <p:spPr bwMode="auto">
          <a:xfrm>
            <a:off x="6567488" y="1930400"/>
            <a:ext cx="1066800" cy="228600"/>
          </a:xfrm>
          <a:prstGeom prst="leftRightArrow">
            <a:avLst>
              <a:gd name="adj1" fmla="val 50000"/>
              <a:gd name="adj2" fmla="val 93333"/>
            </a:avLst>
          </a:prstGeom>
          <a:noFill/>
          <a:ln w="28575">
            <a:solidFill>
              <a:schemeClr val="accent2"/>
            </a:solidFill>
            <a:miter lim="800000"/>
            <a:headEnd/>
            <a:tailEnd/>
          </a:ln>
          <a:effectLst/>
          <a:extLst>
            <a:ext uri="{909E8E84-426E-40DD-AFC4-6F175D3DCCD1}">
              <a14:hiddenFill xmlns:a14="http://schemas.microsoft.com/office/drawing/2010/main">
                <a:pattFill prst="ltHorz">
                  <a:fgClr>
                    <a:schemeClr val="accent2"/>
                  </a:fgClr>
                  <a:bgClr>
                    <a:srgbClr val="FFFFFF"/>
                  </a:bgClr>
                </a:patt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aphicFrame>
        <p:nvGraphicFramePr>
          <p:cNvPr id="3" name="对象 2"/>
          <p:cNvGraphicFramePr>
            <a:graphicFrameLocks noChangeAspect="1"/>
          </p:cNvGraphicFramePr>
          <p:nvPr>
            <p:extLst>
              <p:ext uri="{D42A27DB-BD31-4B8C-83A1-F6EECF244321}">
                <p14:modId xmlns:p14="http://schemas.microsoft.com/office/powerpoint/2010/main" val="1656764425"/>
              </p:ext>
            </p:extLst>
          </p:nvPr>
        </p:nvGraphicFramePr>
        <p:xfrm>
          <a:off x="5437188" y="4993482"/>
          <a:ext cx="3479800" cy="609600"/>
        </p:xfrm>
        <a:graphic>
          <a:graphicData uri="http://schemas.openxmlformats.org/presentationml/2006/ole">
            <mc:AlternateContent xmlns:mc="http://schemas.openxmlformats.org/markup-compatibility/2006">
              <mc:Choice xmlns:v="urn:schemas-microsoft-com:vml" Requires="v">
                <p:oleObj spid="_x0000_s8272" name="Equation" r:id="rId6" imgW="1384300" imgH="241300" progId="Equation.DSMT4">
                  <p:embed/>
                </p:oleObj>
              </mc:Choice>
              <mc:Fallback>
                <p:oleObj name="Equation" r:id="rId6" imgW="1384300" imgH="241300" progId="Equation.DSMT4">
                  <p:embed/>
                  <p:pic>
                    <p:nvPicPr>
                      <p:cNvPr id="0" name="Object 20"/>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437188" y="4993482"/>
                        <a:ext cx="3479800" cy="609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7" name="组合 6"/>
          <p:cNvGrpSpPr/>
          <p:nvPr/>
        </p:nvGrpSpPr>
        <p:grpSpPr>
          <a:xfrm>
            <a:off x="5437188" y="4336949"/>
            <a:ext cx="2429572" cy="529533"/>
            <a:chOff x="5348733" y="4193833"/>
            <a:chExt cx="2429572" cy="529533"/>
          </a:xfrm>
        </p:grpSpPr>
        <p:graphicFrame>
          <p:nvGraphicFramePr>
            <p:cNvPr id="2" name="对象 1"/>
            <p:cNvGraphicFramePr>
              <a:graphicFrameLocks noChangeAspect="1"/>
            </p:cNvGraphicFramePr>
            <p:nvPr>
              <p:extLst>
                <p:ext uri="{D42A27DB-BD31-4B8C-83A1-F6EECF244321}">
                  <p14:modId xmlns:p14="http://schemas.microsoft.com/office/powerpoint/2010/main" val="3316307186"/>
                </p:ext>
              </p:extLst>
            </p:nvPr>
          </p:nvGraphicFramePr>
          <p:xfrm>
            <a:off x="6186488" y="4288422"/>
            <a:ext cx="762000" cy="409575"/>
          </p:xfrm>
          <a:graphic>
            <a:graphicData uri="http://schemas.openxmlformats.org/presentationml/2006/ole">
              <mc:AlternateContent xmlns:mc="http://schemas.openxmlformats.org/markup-compatibility/2006">
                <mc:Choice xmlns:v="urn:schemas-microsoft-com:vml" Requires="v">
                  <p:oleObj spid="_x0000_s8273" name="Equation" r:id="rId8" imgW="761669" imgH="406224" progId="Equation.DSMT4">
                    <p:embed/>
                  </p:oleObj>
                </mc:Choice>
                <mc:Fallback>
                  <p:oleObj name="Equation" r:id="rId8" imgW="761669" imgH="406224" progId="Equation.DSMT4">
                    <p:embed/>
                    <p:pic>
                      <p:nvPicPr>
                        <p:cNvPr id="0" name="Object 21"/>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186488" y="4288422"/>
                          <a:ext cx="762000" cy="4095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 name="Rectangle 22"/>
            <p:cNvSpPr>
              <a:spLocks noChangeArrowheads="1"/>
            </p:cNvSpPr>
            <p:nvPr/>
          </p:nvSpPr>
          <p:spPr bwMode="auto">
            <a:xfrm>
              <a:off x="5348733" y="4193833"/>
              <a:ext cx="906017"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8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在点</a:t>
              </a:r>
              <a:endParaRPr kumimoji="0" lang="zh-CN" altLang="zh-CN" sz="2800" b="0" i="0" u="none" strike="noStrike" cap="none" normalizeH="0" baseline="0" dirty="0" smtClean="0">
                <a:ln>
                  <a:noFill/>
                </a:ln>
                <a:solidFill>
                  <a:schemeClr val="tx1"/>
                </a:solidFill>
                <a:effectLst/>
              </a:endParaRPr>
            </a:p>
          </p:txBody>
        </p:sp>
        <p:sp>
          <p:nvSpPr>
            <p:cNvPr id="5" name="Rectangle 23"/>
            <p:cNvSpPr>
              <a:spLocks noChangeArrowheads="1"/>
            </p:cNvSpPr>
            <p:nvPr/>
          </p:nvSpPr>
          <p:spPr bwMode="auto">
            <a:xfrm>
              <a:off x="6872288" y="4200146"/>
              <a:ext cx="906017"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8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处有</a:t>
              </a:r>
              <a:endParaRPr kumimoji="0" lang="zh-CN" altLang="zh-CN" sz="2800" b="0" i="0" u="none" strike="noStrike" cap="none" normalizeH="0" baseline="0" dirty="0" smtClean="0">
                <a:ln>
                  <a:noFill/>
                </a:ln>
                <a:solidFill>
                  <a:schemeClr val="tx1"/>
                </a:solidFill>
                <a:effectLst/>
              </a:endParaRPr>
            </a:p>
          </p:txBody>
        </p:sp>
      </p:grpSp>
      <p:sp>
        <p:nvSpPr>
          <p:cNvPr id="6" name="Rectangle 24"/>
          <p:cNvSpPr>
            <a:spLocks noChangeArrowheads="1"/>
          </p:cNvSpPr>
          <p:nvPr/>
        </p:nvSpPr>
        <p:spPr bwMode="auto">
          <a:xfrm>
            <a:off x="0" y="132397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zh-CN" sz="1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1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r>
            <a:br>
              <a:rPr kumimoji="0" lang="en-US" altLang="zh-CN" sz="1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br>
            <a:endParaRPr kumimoji="0" lang="en-US" altLang="zh-CN" sz="1800" b="0" i="0" u="none" strike="noStrike" cap="none" normalizeH="0" baseline="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532105183"/>
      </p:ext>
    </p:extLst>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21188"/>
                                        </p:tgtEl>
                                        <p:attrNameLst>
                                          <p:attrName>style.visibility</p:attrName>
                                        </p:attrNameLst>
                                      </p:cBhvr>
                                      <p:to>
                                        <p:strVal val="visible"/>
                                      </p:to>
                                    </p:set>
                                    <p:animEffect transition="in" filter="wipe(left)">
                                      <p:cBhvr>
                                        <p:cTn id="7" dur="500"/>
                                        <p:tgtEl>
                                          <p:spTgt spid="221188"/>
                                        </p:tgtEl>
                                      </p:cBhvr>
                                    </p:animEffect>
                                  </p:childTnLst>
                                </p:cTn>
                              </p:par>
                            </p:childTnLst>
                          </p:cTn>
                        </p:par>
                        <p:par>
                          <p:cTn id="8" fill="hold" nodeType="afterGroup">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221194"/>
                                        </p:tgtEl>
                                        <p:attrNameLst>
                                          <p:attrName>style.visibility</p:attrName>
                                        </p:attrNameLst>
                                      </p:cBhvr>
                                      <p:to>
                                        <p:strVal val="visible"/>
                                      </p:to>
                                    </p:set>
                                    <p:animEffect transition="in" filter="wipe(left)">
                                      <p:cBhvr>
                                        <p:cTn id="11" dur="500"/>
                                        <p:tgtEl>
                                          <p:spTgt spid="221194"/>
                                        </p:tgtEl>
                                      </p:cBhvr>
                                    </p:animEffect>
                                  </p:childTnLst>
                                </p:cTn>
                              </p:par>
                            </p:childTnLst>
                          </p:cTn>
                        </p:par>
                        <p:par>
                          <p:cTn id="12" fill="hold" nodeType="afterGroup">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221189"/>
                                        </p:tgtEl>
                                        <p:attrNameLst>
                                          <p:attrName>style.visibility</p:attrName>
                                        </p:attrNameLst>
                                      </p:cBhvr>
                                      <p:to>
                                        <p:strVal val="visible"/>
                                      </p:to>
                                    </p:set>
                                    <p:animEffect transition="in" filter="wipe(left)">
                                      <p:cBhvr>
                                        <p:cTn id="15" dur="500"/>
                                        <p:tgtEl>
                                          <p:spTgt spid="221189"/>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22" presetClass="entr" presetSubtype="8" fill="hold" grpId="0" nodeType="clickEffect">
                                  <p:stCondLst>
                                    <p:cond delay="0"/>
                                  </p:stCondLst>
                                  <p:iterate type="lt">
                                    <p:tmPct val="100000"/>
                                  </p:iterate>
                                  <p:childTnLst>
                                    <p:set>
                                      <p:cBhvr>
                                        <p:cTn id="19" dur="1" fill="hold">
                                          <p:stCondLst>
                                            <p:cond delay="0"/>
                                          </p:stCondLst>
                                        </p:cTn>
                                        <p:tgtEl>
                                          <p:spTgt spid="221190"/>
                                        </p:tgtEl>
                                        <p:attrNameLst>
                                          <p:attrName>style.visibility</p:attrName>
                                        </p:attrNameLst>
                                      </p:cBhvr>
                                      <p:to>
                                        <p:strVal val="visible"/>
                                      </p:to>
                                    </p:set>
                                    <p:animEffect transition="in" filter="wipe(left)">
                                      <p:cBhvr>
                                        <p:cTn id="20" dur="75"/>
                                        <p:tgtEl>
                                          <p:spTgt spid="221190"/>
                                        </p:tgtEl>
                                      </p:cBhvr>
                                    </p:animEffect>
                                  </p:childTnLst>
                                </p:cTn>
                              </p:par>
                            </p:childTnLst>
                          </p:cTn>
                        </p:par>
                        <p:par>
                          <p:cTn id="21" fill="hold" nodeType="afterGroup">
                            <p:stCondLst>
                              <p:cond delay="225"/>
                            </p:stCondLst>
                            <p:childTnLst>
                              <p:par>
                                <p:cTn id="22" presetID="22" presetClass="entr" presetSubtype="8" fill="hold" nodeType="afterEffect">
                                  <p:stCondLst>
                                    <p:cond delay="0"/>
                                  </p:stCondLst>
                                  <p:childTnLst>
                                    <p:set>
                                      <p:cBhvr>
                                        <p:cTn id="23" dur="1" fill="hold">
                                          <p:stCondLst>
                                            <p:cond delay="0"/>
                                          </p:stCondLst>
                                        </p:cTn>
                                        <p:tgtEl>
                                          <p:spTgt spid="221191"/>
                                        </p:tgtEl>
                                        <p:attrNameLst>
                                          <p:attrName>style.visibility</p:attrName>
                                        </p:attrNameLst>
                                      </p:cBhvr>
                                      <p:to>
                                        <p:strVal val="visible"/>
                                      </p:to>
                                    </p:set>
                                    <p:animEffect transition="in" filter="wipe(left)">
                                      <p:cBhvr>
                                        <p:cTn id="24" dur="500"/>
                                        <p:tgtEl>
                                          <p:spTgt spid="221191"/>
                                        </p:tgtEl>
                                      </p:cBhvr>
                                    </p:animEffect>
                                  </p:childTnLst>
                                </p:cTn>
                              </p:par>
                            </p:childTnLst>
                          </p:cTn>
                        </p:par>
                        <p:par>
                          <p:cTn id="25" fill="hold" nodeType="afterGroup">
                            <p:stCondLst>
                              <p:cond delay="725"/>
                            </p:stCondLst>
                            <p:childTnLst>
                              <p:par>
                                <p:cTn id="26" presetID="22" presetClass="entr" presetSubtype="8" fill="hold" nodeType="afterEffect">
                                  <p:stCondLst>
                                    <p:cond delay="0"/>
                                  </p:stCondLst>
                                  <p:childTnLst>
                                    <p:set>
                                      <p:cBhvr>
                                        <p:cTn id="27" dur="1" fill="hold">
                                          <p:stCondLst>
                                            <p:cond delay="0"/>
                                          </p:stCondLst>
                                        </p:cTn>
                                        <p:tgtEl>
                                          <p:spTgt spid="221186"/>
                                        </p:tgtEl>
                                        <p:attrNameLst>
                                          <p:attrName>style.visibility</p:attrName>
                                        </p:attrNameLst>
                                      </p:cBhvr>
                                      <p:to>
                                        <p:strVal val="visible"/>
                                      </p:to>
                                    </p:set>
                                    <p:animEffect transition="in" filter="wipe(left)">
                                      <p:cBhvr>
                                        <p:cTn id="28" dur="500"/>
                                        <p:tgtEl>
                                          <p:spTgt spid="221186"/>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nodeType="clickEffect">
                                  <p:stCondLst>
                                    <p:cond delay="0"/>
                                  </p:stCondLst>
                                  <p:childTnLst>
                                    <p:set>
                                      <p:cBhvr>
                                        <p:cTn id="32" dur="1" fill="hold">
                                          <p:stCondLst>
                                            <p:cond delay="0"/>
                                          </p:stCondLst>
                                        </p:cTn>
                                        <p:tgtEl>
                                          <p:spTgt spid="7"/>
                                        </p:tgtEl>
                                        <p:attrNameLst>
                                          <p:attrName>style.visibility</p:attrName>
                                        </p:attrNameLst>
                                      </p:cBhvr>
                                      <p:to>
                                        <p:strVal val="visible"/>
                                      </p:to>
                                    </p:set>
                                    <p:animEffect transition="in" filter="wipe(left)">
                                      <p:cBhvr>
                                        <p:cTn id="33" dur="500"/>
                                        <p:tgtEl>
                                          <p:spTgt spid="7"/>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nodeType="clickEffect">
                                  <p:stCondLst>
                                    <p:cond delay="0"/>
                                  </p:stCondLst>
                                  <p:childTnLst>
                                    <p:set>
                                      <p:cBhvr>
                                        <p:cTn id="37" dur="1" fill="hold">
                                          <p:stCondLst>
                                            <p:cond delay="0"/>
                                          </p:stCondLst>
                                        </p:cTn>
                                        <p:tgtEl>
                                          <p:spTgt spid="3"/>
                                        </p:tgtEl>
                                        <p:attrNameLst>
                                          <p:attrName>style.visibility</p:attrName>
                                        </p:attrNameLst>
                                      </p:cBhvr>
                                      <p:to>
                                        <p:strVal val="visible"/>
                                      </p:to>
                                    </p:set>
                                    <p:animEffect transition="in" filter="wipe(left)">
                                      <p:cBhvr>
                                        <p:cTn id="38" dur="75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1188" grpId="0" autoUpdateAnimBg="0"/>
      <p:bldP spid="221189" grpId="0" animBg="1"/>
      <p:bldP spid="221190" grpId="0" autoUpdateAnimBg="0"/>
      <p:bldP spid="221194"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2946" name="Object 2"/>
          <p:cNvGraphicFramePr>
            <a:graphicFrameLocks noChangeAspect="1"/>
          </p:cNvGraphicFramePr>
          <p:nvPr>
            <p:extLst>
              <p:ext uri="{D42A27DB-BD31-4B8C-83A1-F6EECF244321}">
                <p14:modId xmlns:p14="http://schemas.microsoft.com/office/powerpoint/2010/main" val="4078667871"/>
              </p:ext>
            </p:extLst>
          </p:nvPr>
        </p:nvGraphicFramePr>
        <p:xfrm>
          <a:off x="2757846" y="914682"/>
          <a:ext cx="4671547" cy="558235"/>
        </p:xfrm>
        <a:graphic>
          <a:graphicData uri="http://schemas.openxmlformats.org/presentationml/2006/ole">
            <mc:AlternateContent xmlns:mc="http://schemas.openxmlformats.org/markup-compatibility/2006">
              <mc:Choice xmlns:v="urn:schemas-microsoft-com:vml" Requires="v">
                <p:oleObj spid="_x0000_s9498" name="Equation" r:id="rId3" imgW="2019240" imgH="241200" progId="Equation.DSMT4">
                  <p:embed/>
                </p:oleObj>
              </mc:Choice>
              <mc:Fallback>
                <p:oleObj name="Equation" r:id="rId3" imgW="2019240" imgH="241200" progId="Equation.DSMT4">
                  <p:embed/>
                  <p:pic>
                    <p:nvPicPr>
                      <p:cNvPr id="0" name=""/>
                      <p:cNvPicPr>
                        <a:picLocks noChangeAspect="1" noChangeArrowheads="1"/>
                      </p:cNvPicPr>
                      <p:nvPr/>
                    </p:nvPicPr>
                    <p:blipFill>
                      <a:blip r:embed="rId4"/>
                      <a:srcRect/>
                      <a:stretch>
                        <a:fillRect/>
                      </a:stretch>
                    </p:blipFill>
                    <p:spPr bwMode="auto">
                      <a:xfrm>
                        <a:off x="2757846" y="914682"/>
                        <a:ext cx="4671547" cy="558235"/>
                      </a:xfrm>
                      <a:prstGeom prst="rect">
                        <a:avLst/>
                      </a:prstGeom>
                      <a:noFill/>
                      <a:ln>
                        <a:noFill/>
                      </a:ln>
                      <a:effectLst/>
                      <a:extLst/>
                    </p:spPr>
                  </p:pic>
                </p:oleObj>
              </mc:Fallback>
            </mc:AlternateContent>
          </a:graphicData>
        </a:graphic>
      </p:graphicFrame>
      <p:graphicFrame>
        <p:nvGraphicFramePr>
          <p:cNvPr id="222211" name="Object 3"/>
          <p:cNvGraphicFramePr>
            <a:graphicFrameLocks noChangeAspect="1"/>
          </p:cNvGraphicFramePr>
          <p:nvPr/>
        </p:nvGraphicFramePr>
        <p:xfrm>
          <a:off x="7466013" y="723900"/>
          <a:ext cx="2667000" cy="939800"/>
        </p:xfrm>
        <a:graphic>
          <a:graphicData uri="http://schemas.openxmlformats.org/presentationml/2006/ole">
            <mc:AlternateContent xmlns:mc="http://schemas.openxmlformats.org/markup-compatibility/2006">
              <mc:Choice xmlns:v="urn:schemas-microsoft-com:vml" Requires="v">
                <p:oleObj spid="_x0000_s9499" name="公式" r:id="rId5" imgW="2667000" imgH="939800" progId="Equation.3">
                  <p:embed/>
                </p:oleObj>
              </mc:Choice>
              <mc:Fallback>
                <p:oleObj name="公式" r:id="rId5" imgW="2667000" imgH="93980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466013" y="723900"/>
                        <a:ext cx="2667000" cy="939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22212" name="Object 4"/>
          <p:cNvGraphicFramePr>
            <a:graphicFrameLocks noChangeAspect="1"/>
          </p:cNvGraphicFramePr>
          <p:nvPr/>
        </p:nvGraphicFramePr>
        <p:xfrm>
          <a:off x="2487613" y="1752600"/>
          <a:ext cx="7848600" cy="585788"/>
        </p:xfrm>
        <a:graphic>
          <a:graphicData uri="http://schemas.openxmlformats.org/presentationml/2006/ole">
            <mc:AlternateContent xmlns:mc="http://schemas.openxmlformats.org/markup-compatibility/2006">
              <mc:Choice xmlns:v="urn:schemas-microsoft-com:vml" Requires="v">
                <p:oleObj spid="_x0000_s9500" name="文档" r:id="rId7" imgW="7664418" imgH="601942" progId="Word.Document.8">
                  <p:embed/>
                </p:oleObj>
              </mc:Choice>
              <mc:Fallback>
                <p:oleObj name="文档" r:id="rId7" imgW="7664418" imgH="601942" progId="Word.Document.8">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487613" y="1752600"/>
                        <a:ext cx="7848600" cy="585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22213" name="Text Box 5"/>
          <p:cNvSpPr txBox="1">
            <a:spLocks noChangeArrowheads="1"/>
          </p:cNvSpPr>
          <p:nvPr/>
        </p:nvSpPr>
        <p:spPr bwMode="auto">
          <a:xfrm>
            <a:off x="2411413" y="2971801"/>
            <a:ext cx="6858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a:t>则</a:t>
            </a:r>
          </a:p>
        </p:txBody>
      </p:sp>
      <p:graphicFrame>
        <p:nvGraphicFramePr>
          <p:cNvPr id="222214" name="Object 6"/>
          <p:cNvGraphicFramePr>
            <a:graphicFrameLocks noChangeAspect="1"/>
          </p:cNvGraphicFramePr>
          <p:nvPr/>
        </p:nvGraphicFramePr>
        <p:xfrm>
          <a:off x="3021013" y="2286000"/>
          <a:ext cx="2438400" cy="1511300"/>
        </p:xfrm>
        <a:graphic>
          <a:graphicData uri="http://schemas.openxmlformats.org/presentationml/2006/ole">
            <mc:AlternateContent xmlns:mc="http://schemas.openxmlformats.org/markup-compatibility/2006">
              <mc:Choice xmlns:v="urn:schemas-microsoft-com:vml" Requires="v">
                <p:oleObj spid="_x0000_s9501" name="公式" r:id="rId9" imgW="2438400" imgH="1511300" progId="Equation.3">
                  <p:embed/>
                </p:oleObj>
              </mc:Choice>
              <mc:Fallback>
                <p:oleObj name="公式" r:id="rId9" imgW="2438400" imgH="1511300" progId="Equation.3">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021013" y="2286000"/>
                        <a:ext cx="2438400" cy="1511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22215" name="Object 7"/>
          <p:cNvGraphicFramePr>
            <a:graphicFrameLocks noChangeAspect="1"/>
          </p:cNvGraphicFramePr>
          <p:nvPr/>
        </p:nvGraphicFramePr>
        <p:xfrm>
          <a:off x="5486400" y="2819400"/>
          <a:ext cx="2312988" cy="914400"/>
        </p:xfrm>
        <a:graphic>
          <a:graphicData uri="http://schemas.openxmlformats.org/presentationml/2006/ole">
            <mc:AlternateContent xmlns:mc="http://schemas.openxmlformats.org/markup-compatibility/2006">
              <mc:Choice xmlns:v="urn:schemas-microsoft-com:vml" Requires="v">
                <p:oleObj spid="_x0000_s9502" name="公式" r:id="rId11" imgW="2311400" imgH="914400" progId="Equation.3">
                  <p:embed/>
                </p:oleObj>
              </mc:Choice>
              <mc:Fallback>
                <p:oleObj name="公式" r:id="rId11" imgW="2311400" imgH="914400" progId="Equation.3">
                  <p:embed/>
                  <p:pic>
                    <p:nvPicPr>
                      <p:cNvPr id="0" name=""/>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486400" y="2819400"/>
                        <a:ext cx="2312988" cy="914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22216" name="Object 8"/>
          <p:cNvGraphicFramePr>
            <a:graphicFrameLocks noChangeAspect="1"/>
          </p:cNvGraphicFramePr>
          <p:nvPr/>
        </p:nvGraphicFramePr>
        <p:xfrm>
          <a:off x="7848600" y="2819400"/>
          <a:ext cx="647700" cy="825500"/>
        </p:xfrm>
        <a:graphic>
          <a:graphicData uri="http://schemas.openxmlformats.org/presentationml/2006/ole">
            <mc:AlternateContent xmlns:mc="http://schemas.openxmlformats.org/markup-compatibility/2006">
              <mc:Choice xmlns:v="urn:schemas-microsoft-com:vml" Requires="v">
                <p:oleObj spid="_x0000_s9503" name="公式" r:id="rId13" imgW="647700" imgH="825500" progId="Equation.3">
                  <p:embed/>
                </p:oleObj>
              </mc:Choice>
              <mc:Fallback>
                <p:oleObj name="公式" r:id="rId13" imgW="647700" imgH="825500" progId="Equation.3">
                  <p:embed/>
                  <p:pic>
                    <p:nvPicPr>
                      <p:cNvPr id="0" name=""/>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7848600" y="2819400"/>
                        <a:ext cx="647700" cy="825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22217" name="Object 9"/>
          <p:cNvGraphicFramePr>
            <a:graphicFrameLocks noChangeAspect="1"/>
          </p:cNvGraphicFramePr>
          <p:nvPr/>
        </p:nvGraphicFramePr>
        <p:xfrm>
          <a:off x="2479675" y="3983038"/>
          <a:ext cx="4889500" cy="603250"/>
        </p:xfrm>
        <a:graphic>
          <a:graphicData uri="http://schemas.openxmlformats.org/presentationml/2006/ole">
            <mc:AlternateContent xmlns:mc="http://schemas.openxmlformats.org/markup-compatibility/2006">
              <mc:Choice xmlns:v="urn:schemas-microsoft-com:vml" Requires="v">
                <p:oleObj spid="_x0000_s9504" name="文档" r:id="rId15" imgW="4734560" imgH="594360" progId="Word.Document.8">
                  <p:embed/>
                </p:oleObj>
              </mc:Choice>
              <mc:Fallback>
                <p:oleObj name="文档" r:id="rId15" imgW="4734560" imgH="594360" progId="Word.Document.8">
                  <p:embed/>
                  <p:pic>
                    <p:nvPicPr>
                      <p:cNvPr id="0" name=""/>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2479675" y="3983038"/>
                        <a:ext cx="4889500" cy="603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222218" name="Group 10"/>
          <p:cNvGrpSpPr>
            <a:grpSpLocks/>
          </p:cNvGrpSpPr>
          <p:nvPr/>
        </p:nvGrpSpPr>
        <p:grpSpPr bwMode="auto">
          <a:xfrm>
            <a:off x="7467600" y="4038601"/>
            <a:ext cx="2732088" cy="519113"/>
            <a:chOff x="336" y="3120"/>
            <a:chExt cx="1488" cy="327"/>
          </a:xfrm>
        </p:grpSpPr>
        <p:graphicFrame>
          <p:nvGraphicFramePr>
            <p:cNvPr id="82957" name="Object 11"/>
            <p:cNvGraphicFramePr>
              <a:graphicFrameLocks noChangeAspect="1"/>
            </p:cNvGraphicFramePr>
            <p:nvPr/>
          </p:nvGraphicFramePr>
          <p:xfrm>
            <a:off x="672" y="3168"/>
            <a:ext cx="648" cy="255"/>
          </p:xfrm>
          <a:graphic>
            <a:graphicData uri="http://schemas.openxmlformats.org/presentationml/2006/ole">
              <mc:AlternateContent xmlns:mc="http://schemas.openxmlformats.org/markup-compatibility/2006">
                <mc:Choice xmlns:v="urn:schemas-microsoft-com:vml" Requires="v">
                  <p:oleObj spid="_x0000_s9505" name="公式" r:id="rId17" imgW="1028254" imgH="406224" progId="Equation.3">
                    <p:embed/>
                  </p:oleObj>
                </mc:Choice>
                <mc:Fallback>
                  <p:oleObj name="公式" r:id="rId17" imgW="1028254" imgH="406224" progId="Equation.3">
                    <p:embed/>
                    <p:pic>
                      <p:nvPicPr>
                        <p:cNvPr id="0" name=""/>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672" y="3168"/>
                          <a:ext cx="648" cy="2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82958" name="Text Box 12"/>
            <p:cNvSpPr txBox="1">
              <a:spLocks noChangeArrowheads="1"/>
            </p:cNvSpPr>
            <p:nvPr/>
          </p:nvSpPr>
          <p:spPr bwMode="auto">
            <a:xfrm>
              <a:off x="336" y="3120"/>
              <a:ext cx="1488"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a:t>当                时，</a:t>
              </a:r>
            </a:p>
          </p:txBody>
        </p:sp>
      </p:grpSp>
      <p:graphicFrame>
        <p:nvGraphicFramePr>
          <p:cNvPr id="222221" name="Object 13"/>
          <p:cNvGraphicFramePr>
            <a:graphicFrameLocks noChangeAspect="1"/>
          </p:cNvGraphicFramePr>
          <p:nvPr>
            <p:extLst>
              <p:ext uri="{D42A27DB-BD31-4B8C-83A1-F6EECF244321}">
                <p14:modId xmlns:p14="http://schemas.microsoft.com/office/powerpoint/2010/main" val="2811308258"/>
              </p:ext>
            </p:extLst>
          </p:nvPr>
        </p:nvGraphicFramePr>
        <p:xfrm>
          <a:off x="3215679" y="4748561"/>
          <a:ext cx="6189228" cy="596552"/>
        </p:xfrm>
        <a:graphic>
          <a:graphicData uri="http://schemas.openxmlformats.org/presentationml/2006/ole">
            <mc:AlternateContent xmlns:mc="http://schemas.openxmlformats.org/markup-compatibility/2006">
              <mc:Choice xmlns:v="urn:schemas-microsoft-com:vml" Requires="v">
                <p:oleObj spid="_x0000_s9506" name="Equation" r:id="rId19" imgW="2501640" imgH="241200" progId="Equation.DSMT4">
                  <p:embed/>
                </p:oleObj>
              </mc:Choice>
              <mc:Fallback>
                <p:oleObj name="Equation" r:id="rId19" imgW="2501640" imgH="241200" progId="Equation.DSMT4">
                  <p:embed/>
                  <p:pic>
                    <p:nvPicPr>
                      <p:cNvPr id="0" name=""/>
                      <p:cNvPicPr>
                        <a:picLocks noChangeAspect="1" noChangeArrowheads="1"/>
                      </p:cNvPicPr>
                      <p:nvPr/>
                    </p:nvPicPr>
                    <p:blipFill>
                      <a:blip r:embed="rId20"/>
                      <a:srcRect/>
                      <a:stretch>
                        <a:fillRect/>
                      </a:stretch>
                    </p:blipFill>
                    <p:spPr bwMode="auto">
                      <a:xfrm>
                        <a:off x="3215679" y="4748561"/>
                        <a:ext cx="6189228" cy="596552"/>
                      </a:xfrm>
                      <a:prstGeom prst="rect">
                        <a:avLst/>
                      </a:prstGeom>
                      <a:noFill/>
                      <a:ln>
                        <a:noFill/>
                      </a:ln>
                      <a:effectLst/>
                      <a:extLst/>
                    </p:spPr>
                  </p:pic>
                </p:oleObj>
              </mc:Fallback>
            </mc:AlternateContent>
          </a:graphicData>
        </a:graphic>
      </p:graphicFrame>
      <p:graphicFrame>
        <p:nvGraphicFramePr>
          <p:cNvPr id="222222" name="Object 14"/>
          <p:cNvGraphicFramePr>
            <a:graphicFrameLocks noChangeAspect="1"/>
          </p:cNvGraphicFramePr>
          <p:nvPr>
            <p:extLst>
              <p:ext uri="{D42A27DB-BD31-4B8C-83A1-F6EECF244321}">
                <p14:modId xmlns:p14="http://schemas.microsoft.com/office/powerpoint/2010/main" val="1240629757"/>
              </p:ext>
            </p:extLst>
          </p:nvPr>
        </p:nvGraphicFramePr>
        <p:xfrm>
          <a:off x="2479675" y="5494316"/>
          <a:ext cx="5868987" cy="477837"/>
        </p:xfrm>
        <a:graphic>
          <a:graphicData uri="http://schemas.openxmlformats.org/presentationml/2006/ole">
            <mc:AlternateContent xmlns:mc="http://schemas.openxmlformats.org/markup-compatibility/2006">
              <mc:Choice xmlns:v="urn:schemas-microsoft-com:vml" Requires="v">
                <p:oleObj spid="_x0000_s9507" name="文档" r:id="rId21" imgW="5486400" imgH="447040" progId="Word.Document.8">
                  <p:embed/>
                </p:oleObj>
              </mc:Choice>
              <mc:Fallback>
                <p:oleObj name="文档" r:id="rId21" imgW="5486400" imgH="447040" progId="Word.Document.8">
                  <p:embed/>
                  <p:pic>
                    <p:nvPicPr>
                      <p:cNvPr id="0" name=""/>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2479675" y="5494316"/>
                        <a:ext cx="5868987" cy="4778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2461021281"/>
      </p:ext>
    </p:extLst>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222211"/>
                                        </p:tgtEl>
                                        <p:attrNameLst>
                                          <p:attrName>style.visibility</p:attrName>
                                        </p:attrNameLst>
                                      </p:cBhvr>
                                      <p:to>
                                        <p:strVal val="visible"/>
                                      </p:to>
                                    </p:set>
                                    <p:animEffect transition="in" filter="wipe(left)">
                                      <p:cBhvr>
                                        <p:cTn id="7" dur="500"/>
                                        <p:tgtEl>
                                          <p:spTgt spid="22221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222212"/>
                                        </p:tgtEl>
                                        <p:attrNameLst>
                                          <p:attrName>style.visibility</p:attrName>
                                        </p:attrNameLst>
                                      </p:cBhvr>
                                      <p:to>
                                        <p:strVal val="visible"/>
                                      </p:to>
                                    </p:set>
                                    <p:animEffect transition="in" filter="wipe(left)">
                                      <p:cBhvr>
                                        <p:cTn id="12" dur="500"/>
                                        <p:tgtEl>
                                          <p:spTgt spid="22221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22213"/>
                                        </p:tgtEl>
                                        <p:attrNameLst>
                                          <p:attrName>style.visibility</p:attrName>
                                        </p:attrNameLst>
                                      </p:cBhvr>
                                      <p:to>
                                        <p:strVal val="visible"/>
                                      </p:to>
                                    </p:set>
                                    <p:animEffect transition="in" filter="wipe(left)">
                                      <p:cBhvr>
                                        <p:cTn id="17" dur="500"/>
                                        <p:tgtEl>
                                          <p:spTgt spid="222213"/>
                                        </p:tgtEl>
                                      </p:cBhvr>
                                    </p:animEffect>
                                  </p:childTnLst>
                                </p:cTn>
                              </p:par>
                            </p:childTnLst>
                          </p:cTn>
                        </p:par>
                        <p:par>
                          <p:cTn id="18" fill="hold" nodeType="afterGroup">
                            <p:stCondLst>
                              <p:cond delay="500"/>
                            </p:stCondLst>
                            <p:childTnLst>
                              <p:par>
                                <p:cTn id="19" presetID="22" presetClass="entr" presetSubtype="8" fill="hold" nodeType="afterEffect">
                                  <p:stCondLst>
                                    <p:cond delay="0"/>
                                  </p:stCondLst>
                                  <p:childTnLst>
                                    <p:set>
                                      <p:cBhvr>
                                        <p:cTn id="20" dur="1" fill="hold">
                                          <p:stCondLst>
                                            <p:cond delay="0"/>
                                          </p:stCondLst>
                                        </p:cTn>
                                        <p:tgtEl>
                                          <p:spTgt spid="222214"/>
                                        </p:tgtEl>
                                        <p:attrNameLst>
                                          <p:attrName>style.visibility</p:attrName>
                                        </p:attrNameLst>
                                      </p:cBhvr>
                                      <p:to>
                                        <p:strVal val="visible"/>
                                      </p:to>
                                    </p:set>
                                    <p:animEffect transition="in" filter="wipe(left)">
                                      <p:cBhvr>
                                        <p:cTn id="21" dur="500"/>
                                        <p:tgtEl>
                                          <p:spTgt spid="222214"/>
                                        </p:tgtEl>
                                      </p:cBhvr>
                                    </p:animEffect>
                                  </p:childTnLst>
                                </p:cTn>
                              </p:par>
                            </p:childTnLst>
                          </p:cTn>
                        </p:par>
                        <p:par>
                          <p:cTn id="22" fill="hold" nodeType="afterGroup">
                            <p:stCondLst>
                              <p:cond delay="1000"/>
                            </p:stCondLst>
                            <p:childTnLst>
                              <p:par>
                                <p:cTn id="23" presetID="22" presetClass="entr" presetSubtype="8" fill="hold" nodeType="afterEffect">
                                  <p:stCondLst>
                                    <p:cond delay="0"/>
                                  </p:stCondLst>
                                  <p:childTnLst>
                                    <p:set>
                                      <p:cBhvr>
                                        <p:cTn id="24" dur="1" fill="hold">
                                          <p:stCondLst>
                                            <p:cond delay="0"/>
                                          </p:stCondLst>
                                        </p:cTn>
                                        <p:tgtEl>
                                          <p:spTgt spid="222215"/>
                                        </p:tgtEl>
                                        <p:attrNameLst>
                                          <p:attrName>style.visibility</p:attrName>
                                        </p:attrNameLst>
                                      </p:cBhvr>
                                      <p:to>
                                        <p:strVal val="visible"/>
                                      </p:to>
                                    </p:set>
                                    <p:animEffect transition="in" filter="wipe(left)">
                                      <p:cBhvr>
                                        <p:cTn id="25" dur="500"/>
                                        <p:tgtEl>
                                          <p:spTgt spid="222215"/>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22" presetClass="entr" presetSubtype="8" fill="hold" nodeType="clickEffect">
                                  <p:stCondLst>
                                    <p:cond delay="0"/>
                                  </p:stCondLst>
                                  <p:childTnLst>
                                    <p:set>
                                      <p:cBhvr>
                                        <p:cTn id="29" dur="1" fill="hold">
                                          <p:stCondLst>
                                            <p:cond delay="0"/>
                                          </p:stCondLst>
                                        </p:cTn>
                                        <p:tgtEl>
                                          <p:spTgt spid="222216"/>
                                        </p:tgtEl>
                                        <p:attrNameLst>
                                          <p:attrName>style.visibility</p:attrName>
                                        </p:attrNameLst>
                                      </p:cBhvr>
                                      <p:to>
                                        <p:strVal val="visible"/>
                                      </p:to>
                                    </p:set>
                                    <p:animEffect transition="in" filter="wipe(left)">
                                      <p:cBhvr>
                                        <p:cTn id="30" dur="500"/>
                                        <p:tgtEl>
                                          <p:spTgt spid="222216"/>
                                        </p:tgtEl>
                                      </p:cBhvr>
                                    </p:animEffect>
                                  </p:childTnLst>
                                </p:cTn>
                              </p:par>
                            </p:childTnLst>
                          </p:cTn>
                        </p:par>
                        <p:par>
                          <p:cTn id="31" fill="hold" nodeType="afterGroup">
                            <p:stCondLst>
                              <p:cond delay="500"/>
                            </p:stCondLst>
                            <p:childTnLst>
                              <p:par>
                                <p:cTn id="32" presetID="22" presetClass="entr" presetSubtype="8" fill="hold" nodeType="afterEffect">
                                  <p:stCondLst>
                                    <p:cond delay="0"/>
                                  </p:stCondLst>
                                  <p:childTnLst>
                                    <p:set>
                                      <p:cBhvr>
                                        <p:cTn id="33" dur="1" fill="hold">
                                          <p:stCondLst>
                                            <p:cond delay="0"/>
                                          </p:stCondLst>
                                        </p:cTn>
                                        <p:tgtEl>
                                          <p:spTgt spid="222217"/>
                                        </p:tgtEl>
                                        <p:attrNameLst>
                                          <p:attrName>style.visibility</p:attrName>
                                        </p:attrNameLst>
                                      </p:cBhvr>
                                      <p:to>
                                        <p:strVal val="visible"/>
                                      </p:to>
                                    </p:set>
                                    <p:animEffect transition="in" filter="wipe(left)">
                                      <p:cBhvr>
                                        <p:cTn id="34" dur="500"/>
                                        <p:tgtEl>
                                          <p:spTgt spid="222217"/>
                                        </p:tgtEl>
                                      </p:cBhvr>
                                    </p:animEffect>
                                  </p:childTnLst>
                                </p:cTn>
                              </p:par>
                            </p:childTnLst>
                          </p:cTn>
                        </p:par>
                      </p:childTnLst>
                    </p:cTn>
                  </p:par>
                  <p:par>
                    <p:cTn id="35" fill="hold" nodeType="clickPar">
                      <p:stCondLst>
                        <p:cond delay="indefinite"/>
                      </p:stCondLst>
                      <p:childTnLst>
                        <p:par>
                          <p:cTn id="36" fill="hold" nodeType="withGroup">
                            <p:stCondLst>
                              <p:cond delay="0"/>
                            </p:stCondLst>
                            <p:childTnLst>
                              <p:par>
                                <p:cTn id="37" presetID="22" presetClass="entr" presetSubtype="8" fill="hold" nodeType="clickEffect">
                                  <p:stCondLst>
                                    <p:cond delay="0"/>
                                  </p:stCondLst>
                                  <p:childTnLst>
                                    <p:set>
                                      <p:cBhvr>
                                        <p:cTn id="38" dur="1" fill="hold">
                                          <p:stCondLst>
                                            <p:cond delay="0"/>
                                          </p:stCondLst>
                                        </p:cTn>
                                        <p:tgtEl>
                                          <p:spTgt spid="222218"/>
                                        </p:tgtEl>
                                        <p:attrNameLst>
                                          <p:attrName>style.visibility</p:attrName>
                                        </p:attrNameLst>
                                      </p:cBhvr>
                                      <p:to>
                                        <p:strVal val="visible"/>
                                      </p:to>
                                    </p:set>
                                    <p:animEffect transition="in" filter="wipe(left)">
                                      <p:cBhvr>
                                        <p:cTn id="39" dur="500"/>
                                        <p:tgtEl>
                                          <p:spTgt spid="222218"/>
                                        </p:tgtEl>
                                      </p:cBhvr>
                                    </p:animEffect>
                                  </p:childTnLst>
                                </p:cTn>
                              </p:par>
                            </p:childTnLst>
                          </p:cTn>
                        </p:par>
                      </p:childTnLst>
                    </p:cTn>
                  </p:par>
                  <p:par>
                    <p:cTn id="40" fill="hold" nodeType="clickPar">
                      <p:stCondLst>
                        <p:cond delay="indefinite"/>
                      </p:stCondLst>
                      <p:childTnLst>
                        <p:par>
                          <p:cTn id="41" fill="hold" nodeType="withGroup">
                            <p:stCondLst>
                              <p:cond delay="0"/>
                            </p:stCondLst>
                            <p:childTnLst>
                              <p:par>
                                <p:cTn id="42" presetID="22" presetClass="entr" presetSubtype="8" fill="hold" nodeType="clickEffect">
                                  <p:stCondLst>
                                    <p:cond delay="0"/>
                                  </p:stCondLst>
                                  <p:childTnLst>
                                    <p:set>
                                      <p:cBhvr>
                                        <p:cTn id="43" dur="1" fill="hold">
                                          <p:stCondLst>
                                            <p:cond delay="0"/>
                                          </p:stCondLst>
                                        </p:cTn>
                                        <p:tgtEl>
                                          <p:spTgt spid="222221"/>
                                        </p:tgtEl>
                                        <p:attrNameLst>
                                          <p:attrName>style.visibility</p:attrName>
                                        </p:attrNameLst>
                                      </p:cBhvr>
                                      <p:to>
                                        <p:strVal val="visible"/>
                                      </p:to>
                                    </p:set>
                                    <p:animEffect transition="in" filter="wipe(left)">
                                      <p:cBhvr>
                                        <p:cTn id="44" dur="500"/>
                                        <p:tgtEl>
                                          <p:spTgt spid="222221"/>
                                        </p:tgtEl>
                                      </p:cBhvr>
                                    </p:animEffect>
                                  </p:childTnLst>
                                </p:cTn>
                              </p:par>
                            </p:childTnLst>
                          </p:cTn>
                        </p:par>
                      </p:childTnLst>
                    </p:cTn>
                  </p:par>
                  <p:par>
                    <p:cTn id="45" fill="hold" nodeType="clickPar">
                      <p:stCondLst>
                        <p:cond delay="indefinite"/>
                      </p:stCondLst>
                      <p:childTnLst>
                        <p:par>
                          <p:cTn id="46" fill="hold" nodeType="withGroup">
                            <p:stCondLst>
                              <p:cond delay="0"/>
                            </p:stCondLst>
                            <p:childTnLst>
                              <p:par>
                                <p:cTn id="47" presetID="22" presetClass="entr" presetSubtype="8" fill="hold" nodeType="clickEffect">
                                  <p:stCondLst>
                                    <p:cond delay="0"/>
                                  </p:stCondLst>
                                  <p:childTnLst>
                                    <p:set>
                                      <p:cBhvr>
                                        <p:cTn id="48" dur="1" fill="hold">
                                          <p:stCondLst>
                                            <p:cond delay="0"/>
                                          </p:stCondLst>
                                        </p:cTn>
                                        <p:tgtEl>
                                          <p:spTgt spid="222222"/>
                                        </p:tgtEl>
                                        <p:attrNameLst>
                                          <p:attrName>style.visibility</p:attrName>
                                        </p:attrNameLst>
                                      </p:cBhvr>
                                      <p:to>
                                        <p:strVal val="visible"/>
                                      </p:to>
                                    </p:set>
                                    <p:animEffect transition="in" filter="wipe(left)">
                                      <p:cBhvr>
                                        <p:cTn id="49" dur="500"/>
                                        <p:tgtEl>
                                          <p:spTgt spid="2222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2213" grpId="0" autoUpdateAnimBg="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Text Box 2"/>
          <p:cNvSpPr txBox="1">
            <a:spLocks noChangeArrowheads="1"/>
          </p:cNvSpPr>
          <p:nvPr/>
        </p:nvSpPr>
        <p:spPr bwMode="auto">
          <a:xfrm>
            <a:off x="2347172" y="807234"/>
            <a:ext cx="7734557" cy="9541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dirty="0">
                <a:solidFill>
                  <a:srgbClr val="FF0000"/>
                </a:solidFill>
              </a:rPr>
              <a:t>说明</a:t>
            </a:r>
            <a:r>
              <a:rPr lang="zh-CN" altLang="en-US" sz="2800" b="1" dirty="0"/>
              <a:t>：多元函数的各偏导数存在并不能保证</a:t>
            </a:r>
            <a:r>
              <a:rPr lang="zh-CN" altLang="en-US" sz="2800" b="1" dirty="0" smtClean="0"/>
              <a:t>全           </a:t>
            </a:r>
            <a:r>
              <a:rPr lang="zh-CN" altLang="en-US" sz="2800" b="1" dirty="0"/>
              <a:t>微分存在，</a:t>
            </a:r>
          </a:p>
        </p:txBody>
      </p:sp>
      <p:graphicFrame>
        <p:nvGraphicFramePr>
          <p:cNvPr id="223235" name="Object 3"/>
          <p:cNvGraphicFramePr>
            <a:graphicFrameLocks noChangeAspect="1"/>
          </p:cNvGraphicFramePr>
          <p:nvPr>
            <p:extLst>
              <p:ext uri="{D42A27DB-BD31-4B8C-83A1-F6EECF244321}">
                <p14:modId xmlns:p14="http://schemas.microsoft.com/office/powerpoint/2010/main" val="435397580"/>
              </p:ext>
            </p:extLst>
          </p:nvPr>
        </p:nvGraphicFramePr>
        <p:xfrm>
          <a:off x="2347172" y="2052832"/>
          <a:ext cx="7599363" cy="1885950"/>
        </p:xfrm>
        <a:graphic>
          <a:graphicData uri="http://schemas.openxmlformats.org/presentationml/2006/ole">
            <mc:AlternateContent xmlns:mc="http://schemas.openxmlformats.org/markup-compatibility/2006">
              <mc:Choice xmlns:v="urn:schemas-microsoft-com:vml" Requires="v">
                <p:oleObj spid="_x0000_s10350" name="Document" r:id="rId3" imgW="7623274" imgH="1911190" progId="Word.Document.8">
                  <p:embed/>
                </p:oleObj>
              </mc:Choice>
              <mc:Fallback>
                <p:oleObj name="Document" r:id="rId3" imgW="7623274" imgH="1911190" progId="Word.Document.8">
                  <p:embed/>
                  <p:pic>
                    <p:nvPicPr>
                      <p:cNvPr id="0" name=""/>
                      <p:cNvPicPr>
                        <a:picLocks noChangeAspect="1" noChangeArrowheads="1"/>
                      </p:cNvPicPr>
                      <p:nvPr/>
                    </p:nvPicPr>
                    <p:blipFill>
                      <a:blip r:embed="rId4"/>
                      <a:srcRect/>
                      <a:stretch>
                        <a:fillRect/>
                      </a:stretch>
                    </p:blipFill>
                    <p:spPr bwMode="auto">
                      <a:xfrm>
                        <a:off x="2347172" y="2052832"/>
                        <a:ext cx="7599363" cy="18859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
        <p:nvSpPr>
          <p:cNvPr id="223236" name="Text Box 4"/>
          <p:cNvSpPr txBox="1">
            <a:spLocks noChangeArrowheads="1"/>
          </p:cNvSpPr>
          <p:nvPr/>
        </p:nvSpPr>
        <p:spPr bwMode="auto">
          <a:xfrm>
            <a:off x="2400300" y="4267201"/>
            <a:ext cx="10668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dirty="0">
                <a:solidFill>
                  <a:srgbClr val="FF0000"/>
                </a:solidFill>
                <a:ea typeface="黑体" panose="02010609060101010101" pitchFamily="49" charset="-122"/>
              </a:rPr>
              <a:t>证</a:t>
            </a:r>
          </a:p>
        </p:txBody>
      </p:sp>
      <p:graphicFrame>
        <p:nvGraphicFramePr>
          <p:cNvPr id="223237" name="Object 5"/>
          <p:cNvGraphicFramePr>
            <a:graphicFrameLocks noChangeAspect="1"/>
          </p:cNvGraphicFramePr>
          <p:nvPr/>
        </p:nvGraphicFramePr>
        <p:xfrm>
          <a:off x="3175000" y="4351338"/>
          <a:ext cx="5092700" cy="404812"/>
        </p:xfrm>
        <a:graphic>
          <a:graphicData uri="http://schemas.openxmlformats.org/presentationml/2006/ole">
            <mc:AlternateContent xmlns:mc="http://schemas.openxmlformats.org/markup-compatibility/2006">
              <mc:Choice xmlns:v="urn:schemas-microsoft-com:vml" Requires="v">
                <p:oleObj spid="_x0000_s10351" name="公式" r:id="rId5" imgW="5092700" imgH="406400" progId="Equation.3">
                  <p:embed/>
                </p:oleObj>
              </mc:Choice>
              <mc:Fallback>
                <p:oleObj name="公式" r:id="rId5" imgW="5092700" imgH="40640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175000" y="4351338"/>
                        <a:ext cx="5092700" cy="4048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23238" name="Object 6"/>
          <p:cNvGraphicFramePr>
            <a:graphicFrameLocks noChangeAspect="1"/>
          </p:cNvGraphicFramePr>
          <p:nvPr/>
        </p:nvGraphicFramePr>
        <p:xfrm>
          <a:off x="3657600" y="5029201"/>
          <a:ext cx="5600700" cy="404813"/>
        </p:xfrm>
        <a:graphic>
          <a:graphicData uri="http://schemas.openxmlformats.org/presentationml/2006/ole">
            <mc:AlternateContent xmlns:mc="http://schemas.openxmlformats.org/markup-compatibility/2006">
              <mc:Choice xmlns:v="urn:schemas-microsoft-com:vml" Requires="v">
                <p:oleObj spid="_x0000_s10352" name="公式" r:id="rId7" imgW="5600700" imgH="406400" progId="Equation.3">
                  <p:embed/>
                </p:oleObj>
              </mc:Choice>
              <mc:Fallback>
                <p:oleObj name="公式" r:id="rId7" imgW="5600700" imgH="406400" progId="Equation.3">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657600" y="5029201"/>
                        <a:ext cx="5600700" cy="4048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23239" name="Object 7"/>
          <p:cNvGraphicFramePr>
            <a:graphicFrameLocks noChangeAspect="1"/>
          </p:cNvGraphicFramePr>
          <p:nvPr/>
        </p:nvGraphicFramePr>
        <p:xfrm>
          <a:off x="5930900" y="5697538"/>
          <a:ext cx="3873500" cy="392112"/>
        </p:xfrm>
        <a:graphic>
          <a:graphicData uri="http://schemas.openxmlformats.org/presentationml/2006/ole">
            <mc:AlternateContent xmlns:mc="http://schemas.openxmlformats.org/markup-compatibility/2006">
              <mc:Choice xmlns:v="urn:schemas-microsoft-com:vml" Requires="v">
                <p:oleObj spid="_x0000_s10353" name="公式" r:id="rId9" imgW="3873500" imgH="393700" progId="Equation.3">
                  <p:embed/>
                </p:oleObj>
              </mc:Choice>
              <mc:Fallback>
                <p:oleObj name="公式" r:id="rId9" imgW="3873500" imgH="393700" progId="Equation.3">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930900" y="5697538"/>
                        <a:ext cx="3873500" cy="392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1722286769"/>
      </p:ext>
    </p:extLst>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223235"/>
                                        </p:tgtEl>
                                        <p:attrNameLst>
                                          <p:attrName>style.visibility</p:attrName>
                                        </p:attrNameLst>
                                      </p:cBhvr>
                                      <p:to>
                                        <p:strVal val="visible"/>
                                      </p:to>
                                    </p:set>
                                    <p:animEffect transition="in" filter="wipe(left)">
                                      <p:cBhvr>
                                        <p:cTn id="7" dur="500"/>
                                        <p:tgtEl>
                                          <p:spTgt spid="22323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23236"/>
                                        </p:tgtEl>
                                        <p:attrNameLst>
                                          <p:attrName>style.visibility</p:attrName>
                                        </p:attrNameLst>
                                      </p:cBhvr>
                                      <p:to>
                                        <p:strVal val="visible"/>
                                      </p:to>
                                    </p:set>
                                    <p:animEffect transition="in" filter="wipe(left)">
                                      <p:cBhvr>
                                        <p:cTn id="12" dur="500"/>
                                        <p:tgtEl>
                                          <p:spTgt spid="223236"/>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223237"/>
                                        </p:tgtEl>
                                        <p:attrNameLst>
                                          <p:attrName>style.visibility</p:attrName>
                                        </p:attrNameLst>
                                      </p:cBhvr>
                                      <p:to>
                                        <p:strVal val="visible"/>
                                      </p:to>
                                    </p:set>
                                    <p:animEffect transition="in" filter="wipe(left)">
                                      <p:cBhvr>
                                        <p:cTn id="17" dur="500"/>
                                        <p:tgtEl>
                                          <p:spTgt spid="223237"/>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223238"/>
                                        </p:tgtEl>
                                        <p:attrNameLst>
                                          <p:attrName>style.visibility</p:attrName>
                                        </p:attrNameLst>
                                      </p:cBhvr>
                                      <p:to>
                                        <p:strVal val="visible"/>
                                      </p:to>
                                    </p:set>
                                    <p:animEffect transition="in" filter="wipe(left)">
                                      <p:cBhvr>
                                        <p:cTn id="22" dur="500"/>
                                        <p:tgtEl>
                                          <p:spTgt spid="223238"/>
                                        </p:tgtEl>
                                      </p:cBhvr>
                                    </p:animEffect>
                                  </p:childTnLst>
                                </p:cTn>
                              </p:par>
                            </p:childTnLst>
                          </p:cTn>
                        </p:par>
                        <p:par>
                          <p:cTn id="23" fill="hold" nodeType="afterGroup">
                            <p:stCondLst>
                              <p:cond delay="500"/>
                            </p:stCondLst>
                            <p:childTnLst>
                              <p:par>
                                <p:cTn id="24" presetID="22" presetClass="entr" presetSubtype="8" fill="hold" nodeType="afterEffect">
                                  <p:stCondLst>
                                    <p:cond delay="0"/>
                                  </p:stCondLst>
                                  <p:childTnLst>
                                    <p:set>
                                      <p:cBhvr>
                                        <p:cTn id="25" dur="1" fill="hold">
                                          <p:stCondLst>
                                            <p:cond delay="0"/>
                                          </p:stCondLst>
                                        </p:cTn>
                                        <p:tgtEl>
                                          <p:spTgt spid="223239"/>
                                        </p:tgtEl>
                                        <p:attrNameLst>
                                          <p:attrName>style.visibility</p:attrName>
                                        </p:attrNameLst>
                                      </p:cBhvr>
                                      <p:to>
                                        <p:strVal val="visible"/>
                                      </p:to>
                                    </p:set>
                                    <p:animEffect transition="in" filter="wipe(left)">
                                      <p:cBhvr>
                                        <p:cTn id="26" dur="500"/>
                                        <p:tgtEl>
                                          <p:spTgt spid="2232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3236" grpId="0" autoUpdateAnimBg="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24258" name="Object 2"/>
          <p:cNvGraphicFramePr>
            <a:graphicFrameLocks noChangeAspect="1"/>
          </p:cNvGraphicFramePr>
          <p:nvPr/>
        </p:nvGraphicFramePr>
        <p:xfrm>
          <a:off x="2895600" y="1804988"/>
          <a:ext cx="5067300" cy="404812"/>
        </p:xfrm>
        <a:graphic>
          <a:graphicData uri="http://schemas.openxmlformats.org/presentationml/2006/ole">
            <mc:AlternateContent xmlns:mc="http://schemas.openxmlformats.org/markup-compatibility/2006">
              <mc:Choice xmlns:v="urn:schemas-microsoft-com:vml" Requires="v">
                <p:oleObj spid="_x0000_s11455" name="公式" r:id="rId3" imgW="5067300" imgH="406400" progId="Equation.3">
                  <p:embed/>
                </p:oleObj>
              </mc:Choice>
              <mc:Fallback>
                <p:oleObj name="公式" r:id="rId3" imgW="5067300" imgH="40640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95600" y="1804988"/>
                        <a:ext cx="5067300" cy="4048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24259" name="Object 3"/>
          <p:cNvGraphicFramePr>
            <a:graphicFrameLocks noChangeAspect="1"/>
          </p:cNvGraphicFramePr>
          <p:nvPr>
            <p:extLst>
              <p:ext uri="{D42A27DB-BD31-4B8C-83A1-F6EECF244321}">
                <p14:modId xmlns:p14="http://schemas.microsoft.com/office/powerpoint/2010/main" val="776374731"/>
              </p:ext>
            </p:extLst>
          </p:nvPr>
        </p:nvGraphicFramePr>
        <p:xfrm>
          <a:off x="2895600" y="2513066"/>
          <a:ext cx="4064496" cy="576070"/>
        </p:xfrm>
        <a:graphic>
          <a:graphicData uri="http://schemas.openxmlformats.org/presentationml/2006/ole">
            <mc:AlternateContent xmlns:mc="http://schemas.openxmlformats.org/markup-compatibility/2006">
              <mc:Choice xmlns:v="urn:schemas-microsoft-com:vml" Requires="v">
                <p:oleObj spid="_x0000_s11456" name="Equation" r:id="rId5" imgW="1612800" imgH="228600" progId="Equation.DSMT4">
                  <p:embed/>
                </p:oleObj>
              </mc:Choice>
              <mc:Fallback>
                <p:oleObj name="Equation" r:id="rId5" imgW="1612800" imgH="228600" progId="Equation.DSMT4">
                  <p:embed/>
                  <p:pic>
                    <p:nvPicPr>
                      <p:cNvPr id="0" name=""/>
                      <p:cNvPicPr>
                        <a:picLocks noChangeAspect="1" noChangeArrowheads="1"/>
                      </p:cNvPicPr>
                      <p:nvPr/>
                    </p:nvPicPr>
                    <p:blipFill>
                      <a:blip r:embed="rId6"/>
                      <a:srcRect/>
                      <a:stretch>
                        <a:fillRect/>
                      </a:stretch>
                    </p:blipFill>
                    <p:spPr bwMode="auto">
                      <a:xfrm>
                        <a:off x="2895600" y="2513066"/>
                        <a:ext cx="4064496" cy="576070"/>
                      </a:xfrm>
                      <a:prstGeom prst="rect">
                        <a:avLst/>
                      </a:prstGeom>
                      <a:noFill/>
                      <a:ln>
                        <a:noFill/>
                      </a:ln>
                      <a:effectLst/>
                    </p:spPr>
                  </p:pic>
                </p:oleObj>
              </mc:Fallback>
            </mc:AlternateContent>
          </a:graphicData>
        </a:graphic>
      </p:graphicFrame>
      <p:graphicFrame>
        <p:nvGraphicFramePr>
          <p:cNvPr id="224260" name="Object 4"/>
          <p:cNvGraphicFramePr>
            <a:graphicFrameLocks noChangeAspect="1"/>
          </p:cNvGraphicFramePr>
          <p:nvPr/>
        </p:nvGraphicFramePr>
        <p:xfrm>
          <a:off x="7315200" y="2514600"/>
          <a:ext cx="1727200" cy="457200"/>
        </p:xfrm>
        <a:graphic>
          <a:graphicData uri="http://schemas.openxmlformats.org/presentationml/2006/ole">
            <mc:AlternateContent xmlns:mc="http://schemas.openxmlformats.org/markup-compatibility/2006">
              <mc:Choice xmlns:v="urn:schemas-microsoft-com:vml" Requires="v">
                <p:oleObj spid="_x0000_s11457" name="公式" r:id="rId7" imgW="1727200" imgH="457200" progId="Equation.3">
                  <p:embed/>
                </p:oleObj>
              </mc:Choice>
              <mc:Fallback>
                <p:oleObj name="公式" r:id="rId7" imgW="1727200" imgH="457200" progId="Equation.3">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315200" y="2514600"/>
                        <a:ext cx="17272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4997" name="Object 5"/>
          <p:cNvGraphicFramePr>
            <a:graphicFrameLocks noChangeAspect="1"/>
          </p:cNvGraphicFramePr>
          <p:nvPr/>
        </p:nvGraphicFramePr>
        <p:xfrm>
          <a:off x="2819400" y="1058864"/>
          <a:ext cx="6781800" cy="498475"/>
        </p:xfrm>
        <a:graphic>
          <a:graphicData uri="http://schemas.openxmlformats.org/presentationml/2006/ole">
            <mc:AlternateContent xmlns:mc="http://schemas.openxmlformats.org/markup-compatibility/2006">
              <mc:Choice xmlns:v="urn:schemas-microsoft-com:vml" Requires="v">
                <p:oleObj spid="_x0000_s11458" name="文档" r:id="rId9" imgW="6437560" imgH="473282" progId="Word.Document.8">
                  <p:embed/>
                </p:oleObj>
              </mc:Choice>
              <mc:Fallback>
                <p:oleObj name="文档" r:id="rId9" imgW="6437560" imgH="473282" progId="Word.Document.8">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819400" y="1058864"/>
                        <a:ext cx="6781800" cy="498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24262" name="Object 6"/>
          <p:cNvGraphicFramePr>
            <a:graphicFrameLocks noChangeAspect="1"/>
          </p:cNvGraphicFramePr>
          <p:nvPr>
            <p:extLst>
              <p:ext uri="{D42A27DB-BD31-4B8C-83A1-F6EECF244321}">
                <p14:modId xmlns:p14="http://schemas.microsoft.com/office/powerpoint/2010/main" val="136398681"/>
              </p:ext>
            </p:extLst>
          </p:nvPr>
        </p:nvGraphicFramePr>
        <p:xfrm>
          <a:off x="2926700" y="3371055"/>
          <a:ext cx="3333852" cy="582615"/>
        </p:xfrm>
        <a:graphic>
          <a:graphicData uri="http://schemas.openxmlformats.org/presentationml/2006/ole">
            <mc:AlternateContent xmlns:mc="http://schemas.openxmlformats.org/markup-compatibility/2006">
              <mc:Choice xmlns:v="urn:schemas-microsoft-com:vml" Requires="v">
                <p:oleObj spid="_x0000_s11459" name="Equation" r:id="rId11" imgW="1307880" imgH="228600" progId="Equation.DSMT4">
                  <p:embed/>
                </p:oleObj>
              </mc:Choice>
              <mc:Fallback>
                <p:oleObj name="Equation" r:id="rId11" imgW="1307880" imgH="228600" progId="Equation.DSMT4">
                  <p:embed/>
                  <p:pic>
                    <p:nvPicPr>
                      <p:cNvPr id="0" name=""/>
                      <p:cNvPicPr>
                        <a:picLocks noChangeAspect="1" noChangeArrowheads="1"/>
                      </p:cNvPicPr>
                      <p:nvPr/>
                    </p:nvPicPr>
                    <p:blipFill>
                      <a:blip r:embed="rId12"/>
                      <a:srcRect/>
                      <a:stretch>
                        <a:fillRect/>
                      </a:stretch>
                    </p:blipFill>
                    <p:spPr bwMode="auto">
                      <a:xfrm>
                        <a:off x="2926700" y="3371055"/>
                        <a:ext cx="3333852" cy="582615"/>
                      </a:xfrm>
                      <a:prstGeom prst="rect">
                        <a:avLst/>
                      </a:prstGeom>
                      <a:noFill/>
                      <a:ln>
                        <a:noFill/>
                      </a:ln>
                      <a:effectLst/>
                    </p:spPr>
                  </p:pic>
                </p:oleObj>
              </mc:Fallback>
            </mc:AlternateContent>
          </a:graphicData>
        </a:graphic>
      </p:graphicFrame>
      <p:sp>
        <p:nvSpPr>
          <p:cNvPr id="224263" name="Text Box 7"/>
          <p:cNvSpPr txBox="1">
            <a:spLocks noChangeArrowheads="1"/>
          </p:cNvSpPr>
          <p:nvPr/>
        </p:nvSpPr>
        <p:spPr bwMode="auto">
          <a:xfrm>
            <a:off x="6096000" y="3324226"/>
            <a:ext cx="44196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a:t>（依偏导数的连续性）</a:t>
            </a:r>
          </a:p>
        </p:txBody>
      </p:sp>
      <p:graphicFrame>
        <p:nvGraphicFramePr>
          <p:cNvPr id="224264" name="Object 8"/>
          <p:cNvGraphicFramePr>
            <a:graphicFrameLocks noChangeAspect="1"/>
          </p:cNvGraphicFramePr>
          <p:nvPr/>
        </p:nvGraphicFramePr>
        <p:xfrm>
          <a:off x="2962275" y="4945063"/>
          <a:ext cx="5492750" cy="608012"/>
        </p:xfrm>
        <a:graphic>
          <a:graphicData uri="http://schemas.openxmlformats.org/presentationml/2006/ole">
            <mc:AlternateContent xmlns:mc="http://schemas.openxmlformats.org/markup-compatibility/2006">
              <mc:Choice xmlns:v="urn:schemas-microsoft-com:vml" Requires="v">
                <p:oleObj spid="_x0000_s11460" name="文档" r:id="rId13" imgW="5273040" imgH="594360" progId="Word.Document.8">
                  <p:embed/>
                </p:oleObj>
              </mc:Choice>
              <mc:Fallback>
                <p:oleObj name="文档" r:id="rId13" imgW="5273040" imgH="594360" progId="Word.Document.8">
                  <p:embed/>
                  <p:pic>
                    <p:nvPicPr>
                      <p:cNvPr id="0" name=""/>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962275" y="4945063"/>
                        <a:ext cx="5492750" cy="6080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24265" name="Object 9"/>
          <p:cNvGraphicFramePr>
            <a:graphicFrameLocks noChangeAspect="1"/>
          </p:cNvGraphicFramePr>
          <p:nvPr/>
        </p:nvGraphicFramePr>
        <p:xfrm>
          <a:off x="2895600" y="4106864"/>
          <a:ext cx="5486400" cy="617537"/>
        </p:xfrm>
        <a:graphic>
          <a:graphicData uri="http://schemas.openxmlformats.org/presentationml/2006/ole">
            <mc:AlternateContent xmlns:mc="http://schemas.openxmlformats.org/markup-compatibility/2006">
              <mc:Choice xmlns:v="urn:schemas-microsoft-com:vml" Requires="v">
                <p:oleObj spid="_x0000_s11461" name="文档" r:id="rId15" imgW="5273040" imgH="594360" progId="Word.Document.8">
                  <p:embed/>
                </p:oleObj>
              </mc:Choice>
              <mc:Fallback>
                <p:oleObj name="文档" r:id="rId15" imgW="5273040" imgH="594360" progId="Word.Document.8">
                  <p:embed/>
                  <p:pic>
                    <p:nvPicPr>
                      <p:cNvPr id="0" name=""/>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2895600" y="4106864"/>
                        <a:ext cx="5486400" cy="617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3281698621"/>
      </p:ext>
    </p:extLst>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224258"/>
                                        </p:tgtEl>
                                        <p:attrNameLst>
                                          <p:attrName>style.visibility</p:attrName>
                                        </p:attrNameLst>
                                      </p:cBhvr>
                                      <p:to>
                                        <p:strVal val="visible"/>
                                      </p:to>
                                    </p:set>
                                    <p:animEffect transition="in" filter="wipe(left)">
                                      <p:cBhvr>
                                        <p:cTn id="7" dur="500"/>
                                        <p:tgtEl>
                                          <p:spTgt spid="224258"/>
                                        </p:tgtEl>
                                      </p:cBhvr>
                                    </p:animEffect>
                                  </p:childTnLst>
                                </p:cTn>
                              </p:par>
                            </p:childTnLst>
                          </p:cTn>
                        </p:par>
                        <p:par>
                          <p:cTn id="8" fill="hold" nodeType="afterGroup">
                            <p:stCondLst>
                              <p:cond delay="500"/>
                            </p:stCondLst>
                            <p:childTnLst>
                              <p:par>
                                <p:cTn id="9" presetID="22" presetClass="entr" presetSubtype="8" fill="hold" nodeType="afterEffect">
                                  <p:stCondLst>
                                    <p:cond delay="0"/>
                                  </p:stCondLst>
                                  <p:childTnLst>
                                    <p:set>
                                      <p:cBhvr>
                                        <p:cTn id="10" dur="1" fill="hold">
                                          <p:stCondLst>
                                            <p:cond delay="0"/>
                                          </p:stCondLst>
                                        </p:cTn>
                                        <p:tgtEl>
                                          <p:spTgt spid="224259"/>
                                        </p:tgtEl>
                                        <p:attrNameLst>
                                          <p:attrName>style.visibility</p:attrName>
                                        </p:attrNameLst>
                                      </p:cBhvr>
                                      <p:to>
                                        <p:strVal val="visible"/>
                                      </p:to>
                                    </p:set>
                                    <p:animEffect transition="in" filter="wipe(left)">
                                      <p:cBhvr>
                                        <p:cTn id="11" dur="500"/>
                                        <p:tgtEl>
                                          <p:spTgt spid="224259"/>
                                        </p:tgtEl>
                                      </p:cBhvr>
                                    </p:animEffect>
                                  </p:childTnLst>
                                </p:cTn>
                              </p:par>
                            </p:childTnLst>
                          </p:cTn>
                        </p:par>
                        <p:par>
                          <p:cTn id="12" fill="hold" nodeType="afterGroup">
                            <p:stCondLst>
                              <p:cond delay="1000"/>
                            </p:stCondLst>
                            <p:childTnLst>
                              <p:par>
                                <p:cTn id="13" presetID="22" presetClass="entr" presetSubtype="8" fill="hold" nodeType="afterEffect">
                                  <p:stCondLst>
                                    <p:cond delay="0"/>
                                  </p:stCondLst>
                                  <p:childTnLst>
                                    <p:set>
                                      <p:cBhvr>
                                        <p:cTn id="14" dur="1" fill="hold">
                                          <p:stCondLst>
                                            <p:cond delay="0"/>
                                          </p:stCondLst>
                                        </p:cTn>
                                        <p:tgtEl>
                                          <p:spTgt spid="224260"/>
                                        </p:tgtEl>
                                        <p:attrNameLst>
                                          <p:attrName>style.visibility</p:attrName>
                                        </p:attrNameLst>
                                      </p:cBhvr>
                                      <p:to>
                                        <p:strVal val="visible"/>
                                      </p:to>
                                    </p:set>
                                    <p:animEffect transition="in" filter="wipe(left)">
                                      <p:cBhvr>
                                        <p:cTn id="15" dur="500"/>
                                        <p:tgtEl>
                                          <p:spTgt spid="224260"/>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22" presetClass="entr" presetSubtype="8" fill="hold" nodeType="clickEffect">
                                  <p:stCondLst>
                                    <p:cond delay="0"/>
                                  </p:stCondLst>
                                  <p:childTnLst>
                                    <p:set>
                                      <p:cBhvr>
                                        <p:cTn id="19" dur="1" fill="hold">
                                          <p:stCondLst>
                                            <p:cond delay="0"/>
                                          </p:stCondLst>
                                        </p:cTn>
                                        <p:tgtEl>
                                          <p:spTgt spid="224262"/>
                                        </p:tgtEl>
                                        <p:attrNameLst>
                                          <p:attrName>style.visibility</p:attrName>
                                        </p:attrNameLst>
                                      </p:cBhvr>
                                      <p:to>
                                        <p:strVal val="visible"/>
                                      </p:to>
                                    </p:set>
                                    <p:animEffect transition="in" filter="wipe(left)">
                                      <p:cBhvr>
                                        <p:cTn id="20" dur="500"/>
                                        <p:tgtEl>
                                          <p:spTgt spid="224262"/>
                                        </p:tgtEl>
                                      </p:cBhvr>
                                    </p:animEffect>
                                  </p:childTnLst>
                                </p:cTn>
                              </p:par>
                            </p:childTnLst>
                          </p:cTn>
                        </p:par>
                        <p:par>
                          <p:cTn id="21" fill="hold" nodeType="afterGroup">
                            <p:stCondLst>
                              <p:cond delay="500"/>
                            </p:stCondLst>
                            <p:childTnLst>
                              <p:par>
                                <p:cTn id="22" presetID="22" presetClass="entr" presetSubtype="8" fill="hold" grpId="0" nodeType="afterEffect">
                                  <p:stCondLst>
                                    <p:cond delay="0"/>
                                  </p:stCondLst>
                                  <p:iterate type="lt">
                                    <p:tmPct val="100000"/>
                                  </p:iterate>
                                  <p:childTnLst>
                                    <p:set>
                                      <p:cBhvr>
                                        <p:cTn id="23" dur="1" fill="hold">
                                          <p:stCondLst>
                                            <p:cond delay="0"/>
                                          </p:stCondLst>
                                        </p:cTn>
                                        <p:tgtEl>
                                          <p:spTgt spid="224263"/>
                                        </p:tgtEl>
                                        <p:attrNameLst>
                                          <p:attrName>style.visibility</p:attrName>
                                        </p:attrNameLst>
                                      </p:cBhvr>
                                      <p:to>
                                        <p:strVal val="visible"/>
                                      </p:to>
                                    </p:set>
                                    <p:animEffect transition="in" filter="wipe(left)">
                                      <p:cBhvr>
                                        <p:cTn id="24" dur="75"/>
                                        <p:tgtEl>
                                          <p:spTgt spid="224263"/>
                                        </p:tgtEl>
                                      </p:cBhvr>
                                    </p:animEffect>
                                  </p:childTnLst>
                                </p:cTn>
                              </p:par>
                            </p:childTnLst>
                          </p:cTn>
                        </p:par>
                        <p:par>
                          <p:cTn id="25" fill="hold" nodeType="afterGroup">
                            <p:stCondLst>
                              <p:cond delay="1250"/>
                            </p:stCondLst>
                            <p:childTnLst>
                              <p:par>
                                <p:cTn id="26" presetID="22" presetClass="entr" presetSubtype="8" fill="hold" nodeType="afterEffect">
                                  <p:stCondLst>
                                    <p:cond delay="0"/>
                                  </p:stCondLst>
                                  <p:childTnLst>
                                    <p:set>
                                      <p:cBhvr>
                                        <p:cTn id="27" dur="1" fill="hold">
                                          <p:stCondLst>
                                            <p:cond delay="0"/>
                                          </p:stCondLst>
                                        </p:cTn>
                                        <p:tgtEl>
                                          <p:spTgt spid="224265"/>
                                        </p:tgtEl>
                                        <p:attrNameLst>
                                          <p:attrName>style.visibility</p:attrName>
                                        </p:attrNameLst>
                                      </p:cBhvr>
                                      <p:to>
                                        <p:strVal val="visible"/>
                                      </p:to>
                                    </p:set>
                                    <p:animEffect transition="in" filter="wipe(left)">
                                      <p:cBhvr>
                                        <p:cTn id="28" dur="500"/>
                                        <p:tgtEl>
                                          <p:spTgt spid="224265"/>
                                        </p:tgtEl>
                                      </p:cBhvr>
                                    </p:animEffect>
                                  </p:childTnLst>
                                </p:cTn>
                              </p:par>
                            </p:childTnLst>
                          </p:cTn>
                        </p:par>
                        <p:par>
                          <p:cTn id="29" fill="hold" nodeType="afterGroup">
                            <p:stCondLst>
                              <p:cond delay="1750"/>
                            </p:stCondLst>
                            <p:childTnLst>
                              <p:par>
                                <p:cTn id="30" presetID="22" presetClass="entr" presetSubtype="8" fill="hold" nodeType="afterEffect">
                                  <p:stCondLst>
                                    <p:cond delay="0"/>
                                  </p:stCondLst>
                                  <p:childTnLst>
                                    <p:set>
                                      <p:cBhvr>
                                        <p:cTn id="31" dur="1" fill="hold">
                                          <p:stCondLst>
                                            <p:cond delay="0"/>
                                          </p:stCondLst>
                                        </p:cTn>
                                        <p:tgtEl>
                                          <p:spTgt spid="224264"/>
                                        </p:tgtEl>
                                        <p:attrNameLst>
                                          <p:attrName>style.visibility</p:attrName>
                                        </p:attrNameLst>
                                      </p:cBhvr>
                                      <p:to>
                                        <p:strVal val="visible"/>
                                      </p:to>
                                    </p:set>
                                    <p:animEffect transition="in" filter="wipe(left)">
                                      <p:cBhvr>
                                        <p:cTn id="32" dur="500"/>
                                        <p:tgtEl>
                                          <p:spTgt spid="2242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4263" grpId="0" autoUpdateAnimBg="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25282" name="Object 2"/>
          <p:cNvGraphicFramePr>
            <a:graphicFrameLocks noChangeAspect="1"/>
          </p:cNvGraphicFramePr>
          <p:nvPr>
            <p:extLst>
              <p:ext uri="{D42A27DB-BD31-4B8C-83A1-F6EECF244321}">
                <p14:modId xmlns:p14="http://schemas.microsoft.com/office/powerpoint/2010/main" val="745511569"/>
              </p:ext>
            </p:extLst>
          </p:nvPr>
        </p:nvGraphicFramePr>
        <p:xfrm>
          <a:off x="3102325" y="2874962"/>
          <a:ext cx="3222275" cy="563116"/>
        </p:xfrm>
        <a:graphic>
          <a:graphicData uri="http://schemas.openxmlformats.org/presentationml/2006/ole">
            <mc:AlternateContent xmlns:mc="http://schemas.openxmlformats.org/markup-compatibility/2006">
              <mc:Choice xmlns:v="urn:schemas-microsoft-com:vml" Requires="v">
                <p:oleObj spid="_x0000_s12533" name="Equation" r:id="rId3" imgW="1307880" imgH="228600" progId="Equation.DSMT4">
                  <p:embed/>
                </p:oleObj>
              </mc:Choice>
              <mc:Fallback>
                <p:oleObj name="Equation" r:id="rId3" imgW="1307880" imgH="228600" progId="Equation.DSMT4">
                  <p:embed/>
                  <p:pic>
                    <p:nvPicPr>
                      <p:cNvPr id="0" name=""/>
                      <p:cNvPicPr>
                        <a:picLocks noChangeAspect="1" noChangeArrowheads="1"/>
                      </p:cNvPicPr>
                      <p:nvPr/>
                    </p:nvPicPr>
                    <p:blipFill>
                      <a:blip r:embed="rId4"/>
                      <a:srcRect/>
                      <a:stretch>
                        <a:fillRect/>
                      </a:stretch>
                    </p:blipFill>
                    <p:spPr bwMode="auto">
                      <a:xfrm>
                        <a:off x="3102325" y="2874962"/>
                        <a:ext cx="3222275" cy="563116"/>
                      </a:xfrm>
                      <a:prstGeom prst="rect">
                        <a:avLst/>
                      </a:prstGeom>
                      <a:noFill/>
                      <a:ln>
                        <a:noFill/>
                      </a:ln>
                      <a:effectLst/>
                    </p:spPr>
                  </p:pic>
                </p:oleObj>
              </mc:Fallback>
            </mc:AlternateContent>
          </a:graphicData>
        </a:graphic>
      </p:graphicFrame>
      <p:graphicFrame>
        <p:nvGraphicFramePr>
          <p:cNvPr id="225283" name="Object 3"/>
          <p:cNvGraphicFramePr>
            <a:graphicFrameLocks noChangeAspect="1"/>
          </p:cNvGraphicFramePr>
          <p:nvPr>
            <p:extLst>
              <p:ext uri="{D42A27DB-BD31-4B8C-83A1-F6EECF244321}">
                <p14:modId xmlns:p14="http://schemas.microsoft.com/office/powerpoint/2010/main" val="144065418"/>
              </p:ext>
            </p:extLst>
          </p:nvPr>
        </p:nvGraphicFramePr>
        <p:xfrm>
          <a:off x="6324600" y="2887174"/>
          <a:ext cx="3155776" cy="605654"/>
        </p:xfrm>
        <a:graphic>
          <a:graphicData uri="http://schemas.openxmlformats.org/presentationml/2006/ole">
            <mc:AlternateContent xmlns:mc="http://schemas.openxmlformats.org/markup-compatibility/2006">
              <mc:Choice xmlns:v="urn:schemas-microsoft-com:vml" Requires="v">
                <p:oleObj spid="_x0000_s12534" name="Equation" r:id="rId5" imgW="1257120" imgH="241200" progId="Equation.DSMT4">
                  <p:embed/>
                </p:oleObj>
              </mc:Choice>
              <mc:Fallback>
                <p:oleObj name="Equation" r:id="rId5" imgW="1257120" imgH="241200" progId="Equation.DSMT4">
                  <p:embed/>
                  <p:pic>
                    <p:nvPicPr>
                      <p:cNvPr id="0" name=""/>
                      <p:cNvPicPr>
                        <a:picLocks noChangeAspect="1" noChangeArrowheads="1"/>
                      </p:cNvPicPr>
                      <p:nvPr/>
                    </p:nvPicPr>
                    <p:blipFill>
                      <a:blip r:embed="rId6"/>
                      <a:srcRect/>
                      <a:stretch>
                        <a:fillRect/>
                      </a:stretch>
                    </p:blipFill>
                    <p:spPr bwMode="auto">
                      <a:xfrm>
                        <a:off x="6324600" y="2887174"/>
                        <a:ext cx="3155776" cy="605654"/>
                      </a:xfrm>
                      <a:prstGeom prst="rect">
                        <a:avLst/>
                      </a:prstGeom>
                      <a:noFill/>
                      <a:ln>
                        <a:noFill/>
                      </a:ln>
                      <a:effectLst/>
                    </p:spPr>
                  </p:pic>
                </p:oleObj>
              </mc:Fallback>
            </mc:AlternateContent>
          </a:graphicData>
        </a:graphic>
      </p:graphicFrame>
      <p:graphicFrame>
        <p:nvGraphicFramePr>
          <p:cNvPr id="225284" name="Object 4"/>
          <p:cNvGraphicFramePr>
            <a:graphicFrameLocks noChangeAspect="1"/>
          </p:cNvGraphicFramePr>
          <p:nvPr/>
        </p:nvGraphicFramePr>
        <p:xfrm>
          <a:off x="2667001" y="2940051"/>
          <a:ext cx="430213" cy="354013"/>
        </p:xfrm>
        <a:graphic>
          <a:graphicData uri="http://schemas.openxmlformats.org/presentationml/2006/ole">
            <mc:AlternateContent xmlns:mc="http://schemas.openxmlformats.org/markup-compatibility/2006">
              <mc:Choice xmlns:v="urn:schemas-microsoft-com:vml" Requires="v">
                <p:oleObj spid="_x0000_s12535" name="公式" r:id="rId7" imgW="431613" imgH="355446" progId="Equation.3">
                  <p:embed/>
                </p:oleObj>
              </mc:Choice>
              <mc:Fallback>
                <p:oleObj name="公式" r:id="rId7" imgW="431613" imgH="355446" progId="Equation.3">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667001" y="2940051"/>
                        <a:ext cx="430213" cy="3540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25285" name="Object 5"/>
          <p:cNvGraphicFramePr>
            <a:graphicFrameLocks noChangeAspect="1"/>
          </p:cNvGraphicFramePr>
          <p:nvPr/>
        </p:nvGraphicFramePr>
        <p:xfrm>
          <a:off x="2819400" y="3708400"/>
          <a:ext cx="3962400" cy="1016000"/>
        </p:xfrm>
        <a:graphic>
          <a:graphicData uri="http://schemas.openxmlformats.org/presentationml/2006/ole">
            <mc:AlternateContent xmlns:mc="http://schemas.openxmlformats.org/markup-compatibility/2006">
              <mc:Choice xmlns:v="urn:schemas-microsoft-com:vml" Requires="v">
                <p:oleObj spid="_x0000_s12536" name="公式" r:id="rId9" imgW="3962400" imgH="1016000" progId="Equation.3">
                  <p:embed/>
                </p:oleObj>
              </mc:Choice>
              <mc:Fallback>
                <p:oleObj name="公式" r:id="rId9" imgW="3962400" imgH="1016000" progId="Equation.3">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819400" y="3708400"/>
                        <a:ext cx="3962400" cy="1016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25286" name="Object 6"/>
          <p:cNvGraphicFramePr>
            <a:graphicFrameLocks noChangeAspect="1"/>
          </p:cNvGraphicFramePr>
          <p:nvPr/>
        </p:nvGraphicFramePr>
        <p:xfrm>
          <a:off x="6934200" y="3976688"/>
          <a:ext cx="1524000" cy="442912"/>
        </p:xfrm>
        <a:graphic>
          <a:graphicData uri="http://schemas.openxmlformats.org/presentationml/2006/ole">
            <mc:AlternateContent xmlns:mc="http://schemas.openxmlformats.org/markup-compatibility/2006">
              <mc:Choice xmlns:v="urn:schemas-microsoft-com:vml" Requires="v">
                <p:oleObj spid="_x0000_s12537" name="公式" r:id="rId11" imgW="1524000" imgH="444500" progId="Equation.3">
                  <p:embed/>
                </p:oleObj>
              </mc:Choice>
              <mc:Fallback>
                <p:oleObj name="公式" r:id="rId11" imgW="1524000" imgH="444500" progId="Equation.3">
                  <p:embed/>
                  <p:pic>
                    <p:nvPicPr>
                      <p:cNvPr id="0" name=""/>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6934200" y="3976688"/>
                        <a:ext cx="1524000" cy="4429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25287" name="Object 7"/>
          <p:cNvGraphicFramePr>
            <a:graphicFrameLocks noChangeAspect="1"/>
          </p:cNvGraphicFramePr>
          <p:nvPr>
            <p:extLst>
              <p:ext uri="{D42A27DB-BD31-4B8C-83A1-F6EECF244321}">
                <p14:modId xmlns:p14="http://schemas.microsoft.com/office/powerpoint/2010/main" val="651636712"/>
              </p:ext>
            </p:extLst>
          </p:nvPr>
        </p:nvGraphicFramePr>
        <p:xfrm>
          <a:off x="2527300" y="5020889"/>
          <a:ext cx="5791200" cy="471488"/>
        </p:xfrm>
        <a:graphic>
          <a:graphicData uri="http://schemas.openxmlformats.org/presentationml/2006/ole">
            <mc:AlternateContent xmlns:mc="http://schemas.openxmlformats.org/markup-compatibility/2006">
              <mc:Choice xmlns:v="urn:schemas-microsoft-com:vml" Requires="v">
                <p:oleObj spid="_x0000_s12538" name="文档" r:id="rId13" imgW="5486400" imgH="447040" progId="Word.Document.8">
                  <p:embed/>
                </p:oleObj>
              </mc:Choice>
              <mc:Fallback>
                <p:oleObj name="文档" r:id="rId13" imgW="5486400" imgH="447040" progId="Word.Document.8">
                  <p:embed/>
                  <p:pic>
                    <p:nvPicPr>
                      <p:cNvPr id="0" name=""/>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527300" y="5020889"/>
                        <a:ext cx="5791200" cy="4714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86024" name="Text Box 8"/>
          <p:cNvSpPr txBox="1">
            <a:spLocks noChangeArrowheads="1"/>
          </p:cNvSpPr>
          <p:nvPr/>
        </p:nvSpPr>
        <p:spPr bwMode="auto">
          <a:xfrm>
            <a:off x="2527300" y="1219201"/>
            <a:ext cx="9906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a:t>同理</a:t>
            </a:r>
          </a:p>
        </p:txBody>
      </p:sp>
      <p:graphicFrame>
        <p:nvGraphicFramePr>
          <p:cNvPr id="86025" name="Object 9"/>
          <p:cNvGraphicFramePr>
            <a:graphicFrameLocks noChangeAspect="1"/>
          </p:cNvGraphicFramePr>
          <p:nvPr/>
        </p:nvGraphicFramePr>
        <p:xfrm>
          <a:off x="3594100" y="1295401"/>
          <a:ext cx="3492500" cy="404813"/>
        </p:xfrm>
        <a:graphic>
          <a:graphicData uri="http://schemas.openxmlformats.org/presentationml/2006/ole">
            <mc:AlternateContent xmlns:mc="http://schemas.openxmlformats.org/markup-compatibility/2006">
              <mc:Choice xmlns:v="urn:schemas-microsoft-com:vml" Requires="v">
                <p:oleObj spid="_x0000_s12539" name="公式" r:id="rId15" imgW="3492500" imgH="406400" progId="Equation.3">
                  <p:embed/>
                </p:oleObj>
              </mc:Choice>
              <mc:Fallback>
                <p:oleObj name="公式" r:id="rId15" imgW="3492500" imgH="406400" progId="Equation.3">
                  <p:embed/>
                  <p:pic>
                    <p:nvPicPr>
                      <p:cNvPr id="0" name=""/>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3594100" y="1295401"/>
                        <a:ext cx="3492500" cy="4048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25290" name="Object 10"/>
          <p:cNvGraphicFramePr>
            <a:graphicFrameLocks noChangeAspect="1"/>
          </p:cNvGraphicFramePr>
          <p:nvPr>
            <p:extLst>
              <p:ext uri="{D42A27DB-BD31-4B8C-83A1-F6EECF244321}">
                <p14:modId xmlns:p14="http://schemas.microsoft.com/office/powerpoint/2010/main" val="724046679"/>
              </p:ext>
            </p:extLst>
          </p:nvPr>
        </p:nvGraphicFramePr>
        <p:xfrm>
          <a:off x="2819400" y="2009162"/>
          <a:ext cx="3219435" cy="582564"/>
        </p:xfrm>
        <a:graphic>
          <a:graphicData uri="http://schemas.openxmlformats.org/presentationml/2006/ole">
            <mc:AlternateContent xmlns:mc="http://schemas.openxmlformats.org/markup-compatibility/2006">
              <mc:Choice xmlns:v="urn:schemas-microsoft-com:vml" Requires="v">
                <p:oleObj spid="_x0000_s12540" name="Equation" r:id="rId17" imgW="1333440" imgH="241200" progId="Equation.DSMT4">
                  <p:embed/>
                </p:oleObj>
              </mc:Choice>
              <mc:Fallback>
                <p:oleObj name="Equation" r:id="rId17" imgW="1333440" imgH="241200" progId="Equation.DSMT4">
                  <p:embed/>
                  <p:pic>
                    <p:nvPicPr>
                      <p:cNvPr id="0" name=""/>
                      <p:cNvPicPr>
                        <a:picLocks noChangeAspect="1" noChangeArrowheads="1"/>
                      </p:cNvPicPr>
                      <p:nvPr/>
                    </p:nvPicPr>
                    <p:blipFill>
                      <a:blip r:embed="rId18"/>
                      <a:srcRect/>
                      <a:stretch>
                        <a:fillRect/>
                      </a:stretch>
                    </p:blipFill>
                    <p:spPr bwMode="auto">
                      <a:xfrm>
                        <a:off x="2819400" y="2009162"/>
                        <a:ext cx="3219435" cy="582564"/>
                      </a:xfrm>
                      <a:prstGeom prst="rect">
                        <a:avLst/>
                      </a:prstGeom>
                      <a:noFill/>
                      <a:ln>
                        <a:noFill/>
                      </a:ln>
                      <a:effectLst/>
                    </p:spPr>
                  </p:pic>
                </p:oleObj>
              </mc:Fallback>
            </mc:AlternateContent>
          </a:graphicData>
        </a:graphic>
      </p:graphicFrame>
      <p:graphicFrame>
        <p:nvGraphicFramePr>
          <p:cNvPr id="225291" name="Object 11"/>
          <p:cNvGraphicFramePr>
            <a:graphicFrameLocks noChangeAspect="1"/>
          </p:cNvGraphicFramePr>
          <p:nvPr/>
        </p:nvGraphicFramePr>
        <p:xfrm>
          <a:off x="6324600" y="1985963"/>
          <a:ext cx="3460750" cy="603250"/>
        </p:xfrm>
        <a:graphic>
          <a:graphicData uri="http://schemas.openxmlformats.org/presentationml/2006/ole">
            <mc:AlternateContent xmlns:mc="http://schemas.openxmlformats.org/markup-compatibility/2006">
              <mc:Choice xmlns:v="urn:schemas-microsoft-com:vml" Requires="v">
                <p:oleObj spid="_x0000_s12541" name="文档" r:id="rId19" imgW="3444240" imgH="599440" progId="Word.Document.8">
                  <p:embed/>
                </p:oleObj>
              </mc:Choice>
              <mc:Fallback>
                <p:oleObj name="文档" r:id="rId19" imgW="3444240" imgH="599440" progId="Word.Document.8">
                  <p:embed/>
                  <p:pic>
                    <p:nvPicPr>
                      <p:cNvPr id="0" name=""/>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6324600" y="1985963"/>
                        <a:ext cx="3460750" cy="603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1540676514"/>
      </p:ext>
    </p:extLst>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225290"/>
                                        </p:tgtEl>
                                        <p:attrNameLst>
                                          <p:attrName>style.visibility</p:attrName>
                                        </p:attrNameLst>
                                      </p:cBhvr>
                                      <p:to>
                                        <p:strVal val="visible"/>
                                      </p:to>
                                    </p:set>
                                    <p:animEffect transition="in" filter="wipe(left)">
                                      <p:cBhvr>
                                        <p:cTn id="7" dur="500"/>
                                        <p:tgtEl>
                                          <p:spTgt spid="225290"/>
                                        </p:tgtEl>
                                      </p:cBhvr>
                                    </p:animEffect>
                                  </p:childTnLst>
                                </p:cTn>
                              </p:par>
                            </p:childTnLst>
                          </p:cTn>
                        </p:par>
                        <p:par>
                          <p:cTn id="8" fill="hold" nodeType="afterGroup">
                            <p:stCondLst>
                              <p:cond delay="500"/>
                            </p:stCondLst>
                            <p:childTnLst>
                              <p:par>
                                <p:cTn id="9" presetID="22" presetClass="entr" presetSubtype="8" fill="hold" nodeType="afterEffect">
                                  <p:stCondLst>
                                    <p:cond delay="0"/>
                                  </p:stCondLst>
                                  <p:childTnLst>
                                    <p:set>
                                      <p:cBhvr>
                                        <p:cTn id="10" dur="1" fill="hold">
                                          <p:stCondLst>
                                            <p:cond delay="0"/>
                                          </p:stCondLst>
                                        </p:cTn>
                                        <p:tgtEl>
                                          <p:spTgt spid="225291"/>
                                        </p:tgtEl>
                                        <p:attrNameLst>
                                          <p:attrName>style.visibility</p:attrName>
                                        </p:attrNameLst>
                                      </p:cBhvr>
                                      <p:to>
                                        <p:strVal val="visible"/>
                                      </p:to>
                                    </p:set>
                                    <p:animEffect transition="in" filter="wipe(left)">
                                      <p:cBhvr>
                                        <p:cTn id="11" dur="500"/>
                                        <p:tgtEl>
                                          <p:spTgt spid="225291"/>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8" fill="hold" nodeType="clickEffect">
                                  <p:stCondLst>
                                    <p:cond delay="0"/>
                                  </p:stCondLst>
                                  <p:childTnLst>
                                    <p:set>
                                      <p:cBhvr>
                                        <p:cTn id="15" dur="1" fill="hold">
                                          <p:stCondLst>
                                            <p:cond delay="0"/>
                                          </p:stCondLst>
                                        </p:cTn>
                                        <p:tgtEl>
                                          <p:spTgt spid="225284"/>
                                        </p:tgtEl>
                                        <p:attrNameLst>
                                          <p:attrName>style.visibility</p:attrName>
                                        </p:attrNameLst>
                                      </p:cBhvr>
                                      <p:to>
                                        <p:strVal val="visible"/>
                                      </p:to>
                                    </p:set>
                                    <p:animEffect transition="in" filter="wipe(left)">
                                      <p:cBhvr>
                                        <p:cTn id="16" dur="500"/>
                                        <p:tgtEl>
                                          <p:spTgt spid="225284"/>
                                        </p:tgtEl>
                                      </p:cBhvr>
                                    </p:animEffect>
                                  </p:childTnLst>
                                </p:cTn>
                              </p:par>
                            </p:childTnLst>
                          </p:cTn>
                        </p:par>
                        <p:par>
                          <p:cTn id="17" fill="hold" nodeType="afterGroup">
                            <p:stCondLst>
                              <p:cond delay="500"/>
                            </p:stCondLst>
                            <p:childTnLst>
                              <p:par>
                                <p:cTn id="18" presetID="22" presetClass="entr" presetSubtype="8" fill="hold" nodeType="afterEffect">
                                  <p:stCondLst>
                                    <p:cond delay="0"/>
                                  </p:stCondLst>
                                  <p:childTnLst>
                                    <p:set>
                                      <p:cBhvr>
                                        <p:cTn id="19" dur="1" fill="hold">
                                          <p:stCondLst>
                                            <p:cond delay="0"/>
                                          </p:stCondLst>
                                        </p:cTn>
                                        <p:tgtEl>
                                          <p:spTgt spid="225282"/>
                                        </p:tgtEl>
                                        <p:attrNameLst>
                                          <p:attrName>style.visibility</p:attrName>
                                        </p:attrNameLst>
                                      </p:cBhvr>
                                      <p:to>
                                        <p:strVal val="visible"/>
                                      </p:to>
                                    </p:set>
                                    <p:animEffect transition="in" filter="wipe(left)">
                                      <p:cBhvr>
                                        <p:cTn id="20" dur="500"/>
                                        <p:tgtEl>
                                          <p:spTgt spid="225282"/>
                                        </p:tgtEl>
                                      </p:cBhvr>
                                    </p:animEffect>
                                  </p:childTnLst>
                                </p:cTn>
                              </p:par>
                            </p:childTnLst>
                          </p:cTn>
                        </p:par>
                        <p:par>
                          <p:cTn id="21" fill="hold" nodeType="afterGroup">
                            <p:stCondLst>
                              <p:cond delay="1000"/>
                            </p:stCondLst>
                            <p:childTnLst>
                              <p:par>
                                <p:cTn id="22" presetID="22" presetClass="entr" presetSubtype="8" fill="hold" nodeType="afterEffect">
                                  <p:stCondLst>
                                    <p:cond delay="0"/>
                                  </p:stCondLst>
                                  <p:childTnLst>
                                    <p:set>
                                      <p:cBhvr>
                                        <p:cTn id="23" dur="1" fill="hold">
                                          <p:stCondLst>
                                            <p:cond delay="0"/>
                                          </p:stCondLst>
                                        </p:cTn>
                                        <p:tgtEl>
                                          <p:spTgt spid="225283"/>
                                        </p:tgtEl>
                                        <p:attrNameLst>
                                          <p:attrName>style.visibility</p:attrName>
                                        </p:attrNameLst>
                                      </p:cBhvr>
                                      <p:to>
                                        <p:strVal val="visible"/>
                                      </p:to>
                                    </p:set>
                                    <p:animEffect transition="in" filter="wipe(left)">
                                      <p:cBhvr>
                                        <p:cTn id="24" dur="500"/>
                                        <p:tgtEl>
                                          <p:spTgt spid="225283"/>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22" presetClass="entr" presetSubtype="8" fill="hold" nodeType="clickEffect">
                                  <p:stCondLst>
                                    <p:cond delay="0"/>
                                  </p:stCondLst>
                                  <p:childTnLst>
                                    <p:set>
                                      <p:cBhvr>
                                        <p:cTn id="28" dur="1" fill="hold">
                                          <p:stCondLst>
                                            <p:cond delay="0"/>
                                          </p:stCondLst>
                                        </p:cTn>
                                        <p:tgtEl>
                                          <p:spTgt spid="225285"/>
                                        </p:tgtEl>
                                        <p:attrNameLst>
                                          <p:attrName>style.visibility</p:attrName>
                                        </p:attrNameLst>
                                      </p:cBhvr>
                                      <p:to>
                                        <p:strVal val="visible"/>
                                      </p:to>
                                    </p:set>
                                    <p:animEffect transition="in" filter="wipe(left)">
                                      <p:cBhvr>
                                        <p:cTn id="29" dur="500"/>
                                        <p:tgtEl>
                                          <p:spTgt spid="225285"/>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22" presetClass="entr" presetSubtype="8" fill="hold" nodeType="clickEffect">
                                  <p:stCondLst>
                                    <p:cond delay="0"/>
                                  </p:stCondLst>
                                  <p:childTnLst>
                                    <p:set>
                                      <p:cBhvr>
                                        <p:cTn id="33" dur="1" fill="hold">
                                          <p:stCondLst>
                                            <p:cond delay="0"/>
                                          </p:stCondLst>
                                        </p:cTn>
                                        <p:tgtEl>
                                          <p:spTgt spid="225286"/>
                                        </p:tgtEl>
                                        <p:attrNameLst>
                                          <p:attrName>style.visibility</p:attrName>
                                        </p:attrNameLst>
                                      </p:cBhvr>
                                      <p:to>
                                        <p:strVal val="visible"/>
                                      </p:to>
                                    </p:set>
                                    <p:animEffect transition="in" filter="wipe(left)">
                                      <p:cBhvr>
                                        <p:cTn id="34" dur="500"/>
                                        <p:tgtEl>
                                          <p:spTgt spid="225286"/>
                                        </p:tgtEl>
                                      </p:cBhvr>
                                    </p:animEffect>
                                  </p:childTnLst>
                                </p:cTn>
                              </p:par>
                            </p:childTnLst>
                          </p:cTn>
                        </p:par>
                      </p:childTnLst>
                    </p:cTn>
                  </p:par>
                  <p:par>
                    <p:cTn id="35" fill="hold" nodeType="clickPar">
                      <p:stCondLst>
                        <p:cond delay="indefinite"/>
                      </p:stCondLst>
                      <p:childTnLst>
                        <p:par>
                          <p:cTn id="36" fill="hold" nodeType="withGroup">
                            <p:stCondLst>
                              <p:cond delay="0"/>
                            </p:stCondLst>
                            <p:childTnLst>
                              <p:par>
                                <p:cTn id="37" presetID="22" presetClass="entr" presetSubtype="8" fill="hold" nodeType="clickEffect">
                                  <p:stCondLst>
                                    <p:cond delay="0"/>
                                  </p:stCondLst>
                                  <p:childTnLst>
                                    <p:set>
                                      <p:cBhvr>
                                        <p:cTn id="38" dur="1" fill="hold">
                                          <p:stCondLst>
                                            <p:cond delay="0"/>
                                          </p:stCondLst>
                                        </p:cTn>
                                        <p:tgtEl>
                                          <p:spTgt spid="225287"/>
                                        </p:tgtEl>
                                        <p:attrNameLst>
                                          <p:attrName>style.visibility</p:attrName>
                                        </p:attrNameLst>
                                      </p:cBhvr>
                                      <p:to>
                                        <p:strVal val="visible"/>
                                      </p:to>
                                    </p:set>
                                    <p:animEffect transition="in" filter="wipe(left)">
                                      <p:cBhvr>
                                        <p:cTn id="39" dur="500"/>
                                        <p:tgtEl>
                                          <p:spTgt spid="22528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Text Box 2"/>
          <p:cNvSpPr txBox="1">
            <a:spLocks noChangeArrowheads="1"/>
          </p:cNvSpPr>
          <p:nvPr/>
        </p:nvSpPr>
        <p:spPr bwMode="auto">
          <a:xfrm>
            <a:off x="2438400" y="928688"/>
            <a:ext cx="39624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a:t>习惯上，记全微分为</a:t>
            </a:r>
          </a:p>
        </p:txBody>
      </p:sp>
      <p:graphicFrame>
        <p:nvGraphicFramePr>
          <p:cNvPr id="87043" name="Object 3"/>
          <p:cNvGraphicFramePr>
            <a:graphicFrameLocks noChangeAspect="1"/>
          </p:cNvGraphicFramePr>
          <p:nvPr/>
        </p:nvGraphicFramePr>
        <p:xfrm>
          <a:off x="5981700" y="787400"/>
          <a:ext cx="2705100" cy="914400"/>
        </p:xfrm>
        <a:graphic>
          <a:graphicData uri="http://schemas.openxmlformats.org/presentationml/2006/ole">
            <mc:AlternateContent xmlns:mc="http://schemas.openxmlformats.org/markup-compatibility/2006">
              <mc:Choice xmlns:v="urn:schemas-microsoft-com:vml" Requires="v">
                <p:oleObj spid="_x0000_s13368" name="公式" r:id="rId3" imgW="2705100" imgH="914400" progId="Equation.3">
                  <p:embed/>
                </p:oleObj>
              </mc:Choice>
              <mc:Fallback>
                <p:oleObj name="公式" r:id="rId3" imgW="2705100" imgH="91440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981700" y="787400"/>
                        <a:ext cx="2705100"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26308" name="Text Box 4"/>
          <p:cNvSpPr txBox="1">
            <a:spLocks noChangeArrowheads="1"/>
          </p:cNvSpPr>
          <p:nvPr/>
        </p:nvSpPr>
        <p:spPr bwMode="auto">
          <a:xfrm>
            <a:off x="2438400" y="3316288"/>
            <a:ext cx="73914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a:t>全微分的定义可推广到三元及三元以上函数</a:t>
            </a:r>
          </a:p>
        </p:txBody>
      </p:sp>
      <p:graphicFrame>
        <p:nvGraphicFramePr>
          <p:cNvPr id="226309" name="Object 5"/>
          <p:cNvGraphicFramePr>
            <a:graphicFrameLocks noChangeAspect="1"/>
          </p:cNvGraphicFramePr>
          <p:nvPr/>
        </p:nvGraphicFramePr>
        <p:xfrm>
          <a:off x="3429000" y="4064000"/>
          <a:ext cx="3886200" cy="914400"/>
        </p:xfrm>
        <a:graphic>
          <a:graphicData uri="http://schemas.openxmlformats.org/presentationml/2006/ole">
            <mc:AlternateContent xmlns:mc="http://schemas.openxmlformats.org/markup-compatibility/2006">
              <mc:Choice xmlns:v="urn:schemas-microsoft-com:vml" Requires="v">
                <p:oleObj spid="_x0000_s13369" name="公式" r:id="rId5" imgW="3886200" imgH="914400" progId="Equation.3">
                  <p:embed/>
                </p:oleObj>
              </mc:Choice>
              <mc:Fallback>
                <p:oleObj name="公式" r:id="rId5" imgW="3886200" imgH="91440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429000" y="4064000"/>
                        <a:ext cx="3886200"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26310" name="Text Box 6"/>
          <p:cNvSpPr txBox="1">
            <a:spLocks noChangeArrowheads="1"/>
          </p:cNvSpPr>
          <p:nvPr/>
        </p:nvSpPr>
        <p:spPr bwMode="auto">
          <a:xfrm>
            <a:off x="2438400" y="1752600"/>
            <a:ext cx="7772400" cy="1373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defRPr/>
            </a:pPr>
            <a:r>
              <a:rPr lang="en-US" altLang="zh-CN" sz="2800" b="1" dirty="0"/>
              <a:t>        </a:t>
            </a:r>
            <a:r>
              <a:rPr lang="zh-CN" altLang="en-US" sz="2800" b="1" dirty="0"/>
              <a:t>通常我们把二元函数的全微分等于它的两个偏微分之和这件事称为二元函数的微分符合</a:t>
            </a:r>
            <a:r>
              <a:rPr lang="zh-CN" altLang="en-US" sz="2800" b="1" dirty="0">
                <a:solidFill>
                  <a:srgbClr val="FF0000"/>
                </a:solidFill>
                <a:effectLst>
                  <a:outerShdw blurRad="38100" dist="38100" dir="2700000" algn="tl">
                    <a:srgbClr val="C0C0C0"/>
                  </a:outerShdw>
                </a:effectLst>
              </a:rPr>
              <a:t>叠加原理．</a:t>
            </a:r>
            <a:endParaRPr lang="zh-CN" altLang="en-US" sz="2800" b="1" dirty="0">
              <a:solidFill>
                <a:srgbClr val="FF0000"/>
              </a:solidFill>
            </a:endParaRPr>
          </a:p>
        </p:txBody>
      </p:sp>
      <p:sp>
        <p:nvSpPr>
          <p:cNvPr id="226311" name="Rectangle 7"/>
          <p:cNvSpPr>
            <a:spLocks noChangeArrowheads="1"/>
          </p:cNvSpPr>
          <p:nvPr/>
        </p:nvSpPr>
        <p:spPr bwMode="auto">
          <a:xfrm>
            <a:off x="2546350" y="5105401"/>
            <a:ext cx="69342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800" b="1"/>
              <a:t>叠加原理也适用于二元以上函数的情况．</a:t>
            </a:r>
          </a:p>
        </p:txBody>
      </p:sp>
    </p:spTree>
    <p:extLst>
      <p:ext uri="{BB962C8B-B14F-4D97-AF65-F5344CB8AC3E}">
        <p14:creationId xmlns:p14="http://schemas.microsoft.com/office/powerpoint/2010/main" val="1534122286"/>
      </p:ext>
    </p:extLst>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iterate type="lt">
                                    <p:tmPct val="100000"/>
                                  </p:iterate>
                                  <p:childTnLst>
                                    <p:set>
                                      <p:cBhvr>
                                        <p:cTn id="6" dur="1" fill="hold">
                                          <p:stCondLst>
                                            <p:cond delay="0"/>
                                          </p:stCondLst>
                                        </p:cTn>
                                        <p:tgtEl>
                                          <p:spTgt spid="226310"/>
                                        </p:tgtEl>
                                        <p:attrNameLst>
                                          <p:attrName>style.visibility</p:attrName>
                                        </p:attrNameLst>
                                      </p:cBhvr>
                                      <p:to>
                                        <p:strVal val="visible"/>
                                      </p:to>
                                    </p:set>
                                    <p:animEffect transition="in" filter="wipe(left)">
                                      <p:cBhvr>
                                        <p:cTn id="7" dur="75"/>
                                        <p:tgtEl>
                                          <p:spTgt spid="22631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iterate type="lt">
                                    <p:tmPct val="100000"/>
                                  </p:iterate>
                                  <p:childTnLst>
                                    <p:set>
                                      <p:cBhvr>
                                        <p:cTn id="11" dur="1" fill="hold">
                                          <p:stCondLst>
                                            <p:cond delay="0"/>
                                          </p:stCondLst>
                                        </p:cTn>
                                        <p:tgtEl>
                                          <p:spTgt spid="226308"/>
                                        </p:tgtEl>
                                        <p:attrNameLst>
                                          <p:attrName>style.visibility</p:attrName>
                                        </p:attrNameLst>
                                      </p:cBhvr>
                                      <p:to>
                                        <p:strVal val="visible"/>
                                      </p:to>
                                    </p:set>
                                    <p:animEffect transition="in" filter="wipe(left)">
                                      <p:cBhvr>
                                        <p:cTn id="12" dur="75"/>
                                        <p:tgtEl>
                                          <p:spTgt spid="226308"/>
                                        </p:tgtEl>
                                      </p:cBhvr>
                                    </p:animEffect>
                                  </p:childTnLst>
                                </p:cTn>
                              </p:par>
                            </p:childTnLst>
                          </p:cTn>
                        </p:par>
                        <p:par>
                          <p:cTn id="13" fill="hold" nodeType="afterGroup">
                            <p:stCondLst>
                              <p:cond delay="1425"/>
                            </p:stCondLst>
                            <p:childTnLst>
                              <p:par>
                                <p:cTn id="14" presetID="22" presetClass="entr" presetSubtype="8" fill="hold" nodeType="afterEffect">
                                  <p:stCondLst>
                                    <p:cond delay="0"/>
                                  </p:stCondLst>
                                  <p:childTnLst>
                                    <p:set>
                                      <p:cBhvr>
                                        <p:cTn id="15" dur="1" fill="hold">
                                          <p:stCondLst>
                                            <p:cond delay="0"/>
                                          </p:stCondLst>
                                        </p:cTn>
                                        <p:tgtEl>
                                          <p:spTgt spid="226309"/>
                                        </p:tgtEl>
                                        <p:attrNameLst>
                                          <p:attrName>style.visibility</p:attrName>
                                        </p:attrNameLst>
                                      </p:cBhvr>
                                      <p:to>
                                        <p:strVal val="visible"/>
                                      </p:to>
                                    </p:set>
                                    <p:animEffect transition="in" filter="wipe(left)">
                                      <p:cBhvr>
                                        <p:cTn id="16" dur="500"/>
                                        <p:tgtEl>
                                          <p:spTgt spid="226309"/>
                                        </p:tgtEl>
                                      </p:cBhvr>
                                    </p:animEffect>
                                  </p:childTnLst>
                                </p:cTn>
                              </p:par>
                            </p:childTnLst>
                          </p:cTn>
                        </p:par>
                        <p:par>
                          <p:cTn id="17" fill="hold" nodeType="afterGroup">
                            <p:stCondLst>
                              <p:cond delay="1925"/>
                            </p:stCondLst>
                            <p:childTnLst>
                              <p:par>
                                <p:cTn id="18" presetID="22" presetClass="entr" presetSubtype="8" fill="hold" grpId="0" nodeType="afterEffect">
                                  <p:stCondLst>
                                    <p:cond delay="0"/>
                                  </p:stCondLst>
                                  <p:iterate type="lt">
                                    <p:tmPct val="100000"/>
                                  </p:iterate>
                                  <p:childTnLst>
                                    <p:set>
                                      <p:cBhvr>
                                        <p:cTn id="19" dur="1" fill="hold">
                                          <p:stCondLst>
                                            <p:cond delay="0"/>
                                          </p:stCondLst>
                                        </p:cTn>
                                        <p:tgtEl>
                                          <p:spTgt spid="226311"/>
                                        </p:tgtEl>
                                        <p:attrNameLst>
                                          <p:attrName>style.visibility</p:attrName>
                                        </p:attrNameLst>
                                      </p:cBhvr>
                                      <p:to>
                                        <p:strVal val="visible"/>
                                      </p:to>
                                    </p:set>
                                    <p:animEffect transition="in" filter="wipe(left)">
                                      <p:cBhvr>
                                        <p:cTn id="20" dur="75"/>
                                        <p:tgtEl>
                                          <p:spTgt spid="2263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6308" grpId="0" autoUpdateAnimBg="0"/>
      <p:bldP spid="226310" grpId="0" autoUpdateAnimBg="0"/>
      <p:bldP spid="226311" grpId="0" autoUpdateAnimBg="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8066" name="Object 2"/>
          <p:cNvGraphicFramePr>
            <a:graphicFrameLocks noChangeAspect="1"/>
          </p:cNvGraphicFramePr>
          <p:nvPr>
            <p:extLst>
              <p:ext uri="{D42A27DB-BD31-4B8C-83A1-F6EECF244321}">
                <p14:modId xmlns:p14="http://schemas.microsoft.com/office/powerpoint/2010/main" val="1265015116"/>
              </p:ext>
            </p:extLst>
          </p:nvPr>
        </p:nvGraphicFramePr>
        <p:xfrm>
          <a:off x="2412208" y="1068387"/>
          <a:ext cx="8023137" cy="785813"/>
        </p:xfrm>
        <a:graphic>
          <a:graphicData uri="http://schemas.openxmlformats.org/presentationml/2006/ole">
            <mc:AlternateContent xmlns:mc="http://schemas.openxmlformats.org/markup-compatibility/2006">
              <mc:Choice xmlns:v="urn:schemas-microsoft-com:vml" Requires="v">
                <p:oleObj spid="_x0000_s14500" name="Document" r:id="rId3" imgW="7459108" imgH="731861" progId="Word.Document.8">
                  <p:embed/>
                </p:oleObj>
              </mc:Choice>
              <mc:Fallback>
                <p:oleObj name="Document" r:id="rId3" imgW="7459108" imgH="731861" progId="Word.Document.8">
                  <p:embed/>
                  <p:pic>
                    <p:nvPicPr>
                      <p:cNvPr id="0" name=""/>
                      <p:cNvPicPr>
                        <a:picLocks noChangeAspect="1" noChangeArrowheads="1"/>
                      </p:cNvPicPr>
                      <p:nvPr/>
                    </p:nvPicPr>
                    <p:blipFill>
                      <a:blip r:embed="rId4"/>
                      <a:srcRect/>
                      <a:stretch>
                        <a:fillRect/>
                      </a:stretch>
                    </p:blipFill>
                    <p:spPr bwMode="auto">
                      <a:xfrm>
                        <a:off x="2412208" y="1068387"/>
                        <a:ext cx="8023137" cy="785813"/>
                      </a:xfrm>
                      <a:prstGeom prst="rect">
                        <a:avLst/>
                      </a:prstGeom>
                      <a:noFill/>
                      <a:ln>
                        <a:noFill/>
                      </a:ln>
                      <a:effectLst/>
                      <a:extLst/>
                    </p:spPr>
                  </p:pic>
                </p:oleObj>
              </mc:Fallback>
            </mc:AlternateContent>
          </a:graphicData>
        </a:graphic>
      </p:graphicFrame>
      <p:sp>
        <p:nvSpPr>
          <p:cNvPr id="88067" name="Text Box 3"/>
          <p:cNvSpPr txBox="1">
            <a:spLocks noChangeArrowheads="1"/>
          </p:cNvSpPr>
          <p:nvPr/>
        </p:nvSpPr>
        <p:spPr bwMode="auto">
          <a:xfrm>
            <a:off x="2412208" y="2289175"/>
            <a:ext cx="6858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dirty="0">
                <a:solidFill>
                  <a:srgbClr val="FF0000"/>
                </a:solidFill>
                <a:latin typeface="宋体" panose="02010600030101010101" pitchFamily="2" charset="-122"/>
              </a:rPr>
              <a:t>解</a:t>
            </a:r>
          </a:p>
        </p:txBody>
      </p:sp>
      <p:graphicFrame>
        <p:nvGraphicFramePr>
          <p:cNvPr id="227332" name="Object 4"/>
          <p:cNvGraphicFramePr>
            <a:graphicFrameLocks noChangeAspect="1"/>
          </p:cNvGraphicFramePr>
          <p:nvPr/>
        </p:nvGraphicFramePr>
        <p:xfrm>
          <a:off x="3354389" y="2057400"/>
          <a:ext cx="1849437" cy="1011238"/>
        </p:xfrm>
        <a:graphic>
          <a:graphicData uri="http://schemas.openxmlformats.org/presentationml/2006/ole">
            <mc:AlternateContent xmlns:mc="http://schemas.openxmlformats.org/markup-compatibility/2006">
              <mc:Choice xmlns:v="urn:schemas-microsoft-com:vml" Requires="v">
                <p:oleObj spid="_x0000_s14501" name="公式" r:id="rId5" imgW="1625600" imgH="889000" progId="Equation.3">
                  <p:embed/>
                </p:oleObj>
              </mc:Choice>
              <mc:Fallback>
                <p:oleObj name="公式" r:id="rId5" imgW="1625600" imgH="88900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354389" y="2057400"/>
                        <a:ext cx="1849437" cy="10112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27333" name="Object 5"/>
          <p:cNvGraphicFramePr>
            <a:graphicFrameLocks noChangeAspect="1"/>
          </p:cNvGraphicFramePr>
          <p:nvPr/>
        </p:nvGraphicFramePr>
        <p:xfrm>
          <a:off x="5716588" y="2057401"/>
          <a:ext cx="1720850" cy="1039813"/>
        </p:xfrm>
        <a:graphic>
          <a:graphicData uri="http://schemas.openxmlformats.org/presentationml/2006/ole">
            <mc:AlternateContent xmlns:mc="http://schemas.openxmlformats.org/markup-compatibility/2006">
              <mc:Choice xmlns:v="urn:schemas-microsoft-com:vml" Requires="v">
                <p:oleObj spid="_x0000_s14502" name="公式" r:id="rId7" imgW="1511300" imgH="914400" progId="Equation.3">
                  <p:embed/>
                </p:oleObj>
              </mc:Choice>
              <mc:Fallback>
                <p:oleObj name="公式" r:id="rId7" imgW="1511300" imgH="914400" progId="Equation.3">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716588" y="2057401"/>
                        <a:ext cx="1720850" cy="10398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27334" name="Object 6"/>
          <p:cNvGraphicFramePr>
            <a:graphicFrameLocks noChangeAspect="1"/>
          </p:cNvGraphicFramePr>
          <p:nvPr/>
        </p:nvGraphicFramePr>
        <p:xfrm>
          <a:off x="3278188" y="3352801"/>
          <a:ext cx="2082800" cy="1171575"/>
        </p:xfrm>
        <a:graphic>
          <a:graphicData uri="http://schemas.openxmlformats.org/presentationml/2006/ole">
            <mc:AlternateContent xmlns:mc="http://schemas.openxmlformats.org/markup-compatibility/2006">
              <mc:Choice xmlns:v="urn:schemas-microsoft-com:vml" Requires="v">
                <p:oleObj spid="_x0000_s14503" name="公式" r:id="rId9" imgW="1828800" imgH="1028700" progId="Equation.3">
                  <p:embed/>
                </p:oleObj>
              </mc:Choice>
              <mc:Fallback>
                <p:oleObj name="公式" r:id="rId9" imgW="1828800" imgH="1028700" progId="Equation.3">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278188" y="3352801"/>
                        <a:ext cx="2082800" cy="11715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27335" name="Object 7"/>
          <p:cNvGraphicFramePr>
            <a:graphicFrameLocks noChangeAspect="1"/>
          </p:cNvGraphicFramePr>
          <p:nvPr/>
        </p:nvGraphicFramePr>
        <p:xfrm>
          <a:off x="5716588" y="3352801"/>
          <a:ext cx="2284412" cy="1243013"/>
        </p:xfrm>
        <a:graphic>
          <a:graphicData uri="http://schemas.openxmlformats.org/presentationml/2006/ole">
            <mc:AlternateContent xmlns:mc="http://schemas.openxmlformats.org/markup-compatibility/2006">
              <mc:Choice xmlns:v="urn:schemas-microsoft-com:vml" Requires="v">
                <p:oleObj spid="_x0000_s14504" name="公式" r:id="rId11" imgW="2006600" imgH="1092200" progId="Equation.3">
                  <p:embed/>
                </p:oleObj>
              </mc:Choice>
              <mc:Fallback>
                <p:oleObj name="公式" r:id="rId11" imgW="2006600" imgH="1092200" progId="Equation.3">
                  <p:embed/>
                  <p:pic>
                    <p:nvPicPr>
                      <p:cNvPr id="0" name=""/>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716588" y="3352801"/>
                        <a:ext cx="2284412" cy="12430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27336" name="Object 8"/>
          <p:cNvGraphicFramePr>
            <a:graphicFrameLocks noChangeAspect="1"/>
          </p:cNvGraphicFramePr>
          <p:nvPr/>
        </p:nvGraphicFramePr>
        <p:xfrm>
          <a:off x="4700589" y="4967288"/>
          <a:ext cx="3006725" cy="533400"/>
        </p:xfrm>
        <a:graphic>
          <a:graphicData uri="http://schemas.openxmlformats.org/presentationml/2006/ole">
            <mc:AlternateContent xmlns:mc="http://schemas.openxmlformats.org/markup-compatibility/2006">
              <mc:Choice xmlns:v="urn:schemas-microsoft-com:vml" Requires="v">
                <p:oleObj spid="_x0000_s14505" name="公式" r:id="rId13" imgW="2641600" imgH="469900" progId="Equation.3">
                  <p:embed/>
                </p:oleObj>
              </mc:Choice>
              <mc:Fallback>
                <p:oleObj name="公式" r:id="rId13" imgW="2641600" imgH="469900" progId="Equation.3">
                  <p:embed/>
                  <p:pic>
                    <p:nvPicPr>
                      <p:cNvPr id="0" name=""/>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700589" y="4967288"/>
                        <a:ext cx="3006725" cy="533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27337" name="Text Box 9"/>
          <p:cNvSpPr txBox="1">
            <a:spLocks noChangeArrowheads="1"/>
          </p:cNvSpPr>
          <p:nvPr/>
        </p:nvSpPr>
        <p:spPr bwMode="auto">
          <a:xfrm>
            <a:off x="2592388" y="4959351"/>
            <a:ext cx="23622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a:t>所求全微分</a:t>
            </a:r>
          </a:p>
        </p:txBody>
      </p:sp>
    </p:spTree>
    <p:extLst>
      <p:ext uri="{BB962C8B-B14F-4D97-AF65-F5344CB8AC3E}">
        <p14:creationId xmlns:p14="http://schemas.microsoft.com/office/powerpoint/2010/main" val="265288270"/>
      </p:ext>
    </p:extLst>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227332"/>
                                        </p:tgtEl>
                                        <p:attrNameLst>
                                          <p:attrName>style.visibility</p:attrName>
                                        </p:attrNameLst>
                                      </p:cBhvr>
                                      <p:to>
                                        <p:strVal val="visible"/>
                                      </p:to>
                                    </p:set>
                                    <p:animEffect transition="in" filter="wipe(left)">
                                      <p:cBhvr>
                                        <p:cTn id="7" dur="500"/>
                                        <p:tgtEl>
                                          <p:spTgt spid="227332"/>
                                        </p:tgtEl>
                                      </p:cBhvr>
                                    </p:animEffect>
                                  </p:childTnLst>
                                </p:cTn>
                              </p:par>
                            </p:childTnLst>
                          </p:cTn>
                        </p:par>
                        <p:par>
                          <p:cTn id="8" fill="hold" nodeType="afterGroup">
                            <p:stCondLst>
                              <p:cond delay="500"/>
                            </p:stCondLst>
                            <p:childTnLst>
                              <p:par>
                                <p:cTn id="9" presetID="22" presetClass="entr" presetSubtype="8" fill="hold" nodeType="afterEffect">
                                  <p:stCondLst>
                                    <p:cond delay="0"/>
                                  </p:stCondLst>
                                  <p:childTnLst>
                                    <p:set>
                                      <p:cBhvr>
                                        <p:cTn id="10" dur="1" fill="hold">
                                          <p:stCondLst>
                                            <p:cond delay="0"/>
                                          </p:stCondLst>
                                        </p:cTn>
                                        <p:tgtEl>
                                          <p:spTgt spid="227333"/>
                                        </p:tgtEl>
                                        <p:attrNameLst>
                                          <p:attrName>style.visibility</p:attrName>
                                        </p:attrNameLst>
                                      </p:cBhvr>
                                      <p:to>
                                        <p:strVal val="visible"/>
                                      </p:to>
                                    </p:set>
                                    <p:animEffect transition="in" filter="wipe(left)">
                                      <p:cBhvr>
                                        <p:cTn id="11" dur="500"/>
                                        <p:tgtEl>
                                          <p:spTgt spid="227333"/>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8" fill="hold" nodeType="clickEffect">
                                  <p:stCondLst>
                                    <p:cond delay="0"/>
                                  </p:stCondLst>
                                  <p:childTnLst>
                                    <p:set>
                                      <p:cBhvr>
                                        <p:cTn id="15" dur="1" fill="hold">
                                          <p:stCondLst>
                                            <p:cond delay="0"/>
                                          </p:stCondLst>
                                        </p:cTn>
                                        <p:tgtEl>
                                          <p:spTgt spid="227334"/>
                                        </p:tgtEl>
                                        <p:attrNameLst>
                                          <p:attrName>style.visibility</p:attrName>
                                        </p:attrNameLst>
                                      </p:cBhvr>
                                      <p:to>
                                        <p:strVal val="visible"/>
                                      </p:to>
                                    </p:set>
                                    <p:animEffect transition="in" filter="wipe(left)">
                                      <p:cBhvr>
                                        <p:cTn id="16" dur="500"/>
                                        <p:tgtEl>
                                          <p:spTgt spid="227334"/>
                                        </p:tgtEl>
                                      </p:cBhvr>
                                    </p:animEffect>
                                  </p:childTnLst>
                                </p:cTn>
                              </p:par>
                            </p:childTnLst>
                          </p:cTn>
                        </p:par>
                        <p:par>
                          <p:cTn id="17" fill="hold" nodeType="afterGroup">
                            <p:stCondLst>
                              <p:cond delay="500"/>
                            </p:stCondLst>
                            <p:childTnLst>
                              <p:par>
                                <p:cTn id="18" presetID="22" presetClass="entr" presetSubtype="8" fill="hold" nodeType="afterEffect">
                                  <p:stCondLst>
                                    <p:cond delay="0"/>
                                  </p:stCondLst>
                                  <p:childTnLst>
                                    <p:set>
                                      <p:cBhvr>
                                        <p:cTn id="19" dur="1" fill="hold">
                                          <p:stCondLst>
                                            <p:cond delay="0"/>
                                          </p:stCondLst>
                                        </p:cTn>
                                        <p:tgtEl>
                                          <p:spTgt spid="227335"/>
                                        </p:tgtEl>
                                        <p:attrNameLst>
                                          <p:attrName>style.visibility</p:attrName>
                                        </p:attrNameLst>
                                      </p:cBhvr>
                                      <p:to>
                                        <p:strVal val="visible"/>
                                      </p:to>
                                    </p:set>
                                    <p:animEffect transition="in" filter="wipe(left)">
                                      <p:cBhvr>
                                        <p:cTn id="20" dur="500"/>
                                        <p:tgtEl>
                                          <p:spTgt spid="227335"/>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22" presetClass="entr" presetSubtype="8" fill="hold" grpId="0" nodeType="clickEffect">
                                  <p:stCondLst>
                                    <p:cond delay="0"/>
                                  </p:stCondLst>
                                  <p:iterate type="lt">
                                    <p:tmPct val="100000"/>
                                  </p:iterate>
                                  <p:childTnLst>
                                    <p:set>
                                      <p:cBhvr>
                                        <p:cTn id="24" dur="1" fill="hold">
                                          <p:stCondLst>
                                            <p:cond delay="0"/>
                                          </p:stCondLst>
                                        </p:cTn>
                                        <p:tgtEl>
                                          <p:spTgt spid="227337"/>
                                        </p:tgtEl>
                                        <p:attrNameLst>
                                          <p:attrName>style.visibility</p:attrName>
                                        </p:attrNameLst>
                                      </p:cBhvr>
                                      <p:to>
                                        <p:strVal val="visible"/>
                                      </p:to>
                                    </p:set>
                                    <p:animEffect transition="in" filter="wipe(left)">
                                      <p:cBhvr>
                                        <p:cTn id="25" dur="75"/>
                                        <p:tgtEl>
                                          <p:spTgt spid="227337"/>
                                        </p:tgtEl>
                                      </p:cBhvr>
                                    </p:animEffect>
                                  </p:childTnLst>
                                </p:cTn>
                              </p:par>
                            </p:childTnLst>
                          </p:cTn>
                        </p:par>
                        <p:par>
                          <p:cTn id="26" fill="hold" nodeType="afterGroup">
                            <p:stCondLst>
                              <p:cond delay="375"/>
                            </p:stCondLst>
                            <p:childTnLst>
                              <p:par>
                                <p:cTn id="27" presetID="22" presetClass="entr" presetSubtype="8" fill="hold" nodeType="afterEffect">
                                  <p:stCondLst>
                                    <p:cond delay="0"/>
                                  </p:stCondLst>
                                  <p:childTnLst>
                                    <p:set>
                                      <p:cBhvr>
                                        <p:cTn id="28" dur="1" fill="hold">
                                          <p:stCondLst>
                                            <p:cond delay="0"/>
                                          </p:stCondLst>
                                        </p:cTn>
                                        <p:tgtEl>
                                          <p:spTgt spid="227336"/>
                                        </p:tgtEl>
                                        <p:attrNameLst>
                                          <p:attrName>style.visibility</p:attrName>
                                        </p:attrNameLst>
                                      </p:cBhvr>
                                      <p:to>
                                        <p:strVal val="visible"/>
                                      </p:to>
                                    </p:set>
                                    <p:animEffect transition="in" filter="wipe(left)">
                                      <p:cBhvr>
                                        <p:cTn id="29" dur="500"/>
                                        <p:tgtEl>
                                          <p:spTgt spid="2273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7337" grpId="0" autoUpdateAnimBg="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9090" name="Object 2"/>
          <p:cNvGraphicFramePr>
            <a:graphicFrameLocks noChangeAspect="1"/>
          </p:cNvGraphicFramePr>
          <p:nvPr>
            <p:extLst>
              <p:ext uri="{D42A27DB-BD31-4B8C-83A1-F6EECF244321}">
                <p14:modId xmlns:p14="http://schemas.microsoft.com/office/powerpoint/2010/main" val="2127703001"/>
              </p:ext>
            </p:extLst>
          </p:nvPr>
        </p:nvGraphicFramePr>
        <p:xfrm>
          <a:off x="2441574" y="746124"/>
          <a:ext cx="7847088" cy="2212975"/>
        </p:xfrm>
        <a:graphic>
          <a:graphicData uri="http://schemas.openxmlformats.org/presentationml/2006/ole">
            <mc:AlternateContent xmlns:mc="http://schemas.openxmlformats.org/markup-compatibility/2006">
              <mc:Choice xmlns:v="urn:schemas-microsoft-com:vml" Requires="v">
                <p:oleObj spid="_x0000_s15497" name="Document" r:id="rId3" imgW="7457668" imgH="2103425" progId="Word.Document.8">
                  <p:embed/>
                </p:oleObj>
              </mc:Choice>
              <mc:Fallback>
                <p:oleObj name="Document" r:id="rId3" imgW="7457668" imgH="2103425" progId="Word.Document.8">
                  <p:embed/>
                  <p:pic>
                    <p:nvPicPr>
                      <p:cNvPr id="0" name=""/>
                      <p:cNvPicPr>
                        <a:picLocks noChangeAspect="1" noChangeArrowheads="1"/>
                      </p:cNvPicPr>
                      <p:nvPr/>
                    </p:nvPicPr>
                    <p:blipFill>
                      <a:blip r:embed="rId4"/>
                      <a:srcRect/>
                      <a:stretch>
                        <a:fillRect/>
                      </a:stretch>
                    </p:blipFill>
                    <p:spPr bwMode="auto">
                      <a:xfrm>
                        <a:off x="2441574" y="746124"/>
                        <a:ext cx="7847088" cy="2212975"/>
                      </a:xfrm>
                      <a:prstGeom prst="rect">
                        <a:avLst/>
                      </a:prstGeom>
                      <a:noFill/>
                      <a:ln>
                        <a:noFill/>
                      </a:ln>
                      <a:effectLst/>
                      <a:extLst/>
                    </p:spPr>
                  </p:pic>
                </p:oleObj>
              </mc:Fallback>
            </mc:AlternateContent>
          </a:graphicData>
        </a:graphic>
      </p:graphicFrame>
      <p:sp>
        <p:nvSpPr>
          <p:cNvPr id="89091" name="Text Box 3"/>
          <p:cNvSpPr txBox="1">
            <a:spLocks noChangeArrowheads="1"/>
          </p:cNvSpPr>
          <p:nvPr/>
        </p:nvSpPr>
        <p:spPr bwMode="auto">
          <a:xfrm>
            <a:off x="2362200" y="3136901"/>
            <a:ext cx="6858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dirty="0">
                <a:solidFill>
                  <a:srgbClr val="FF0000"/>
                </a:solidFill>
                <a:latin typeface="宋体" panose="02010600030101010101" pitchFamily="2" charset="-122"/>
              </a:rPr>
              <a:t>解</a:t>
            </a:r>
          </a:p>
        </p:txBody>
      </p:sp>
      <p:graphicFrame>
        <p:nvGraphicFramePr>
          <p:cNvPr id="228356" name="Object 4"/>
          <p:cNvGraphicFramePr>
            <a:graphicFrameLocks noChangeAspect="1"/>
          </p:cNvGraphicFramePr>
          <p:nvPr/>
        </p:nvGraphicFramePr>
        <p:xfrm>
          <a:off x="3321050" y="2959100"/>
          <a:ext cx="3009900" cy="838200"/>
        </p:xfrm>
        <a:graphic>
          <a:graphicData uri="http://schemas.openxmlformats.org/presentationml/2006/ole">
            <mc:AlternateContent xmlns:mc="http://schemas.openxmlformats.org/markup-compatibility/2006">
              <mc:Choice xmlns:v="urn:schemas-microsoft-com:vml" Requires="v">
                <p:oleObj spid="_x0000_s15498" name="公式" r:id="rId5" imgW="3009900" imgH="838200" progId="Equation.3">
                  <p:embed/>
                </p:oleObj>
              </mc:Choice>
              <mc:Fallback>
                <p:oleObj name="公式" r:id="rId5" imgW="3009900" imgH="83820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321050" y="2959100"/>
                        <a:ext cx="3009900" cy="838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28357" name="Object 5"/>
          <p:cNvGraphicFramePr>
            <a:graphicFrameLocks noChangeAspect="1"/>
          </p:cNvGraphicFramePr>
          <p:nvPr/>
        </p:nvGraphicFramePr>
        <p:xfrm>
          <a:off x="3382963" y="3924300"/>
          <a:ext cx="4978400" cy="914400"/>
        </p:xfrm>
        <a:graphic>
          <a:graphicData uri="http://schemas.openxmlformats.org/presentationml/2006/ole">
            <mc:AlternateContent xmlns:mc="http://schemas.openxmlformats.org/markup-compatibility/2006">
              <mc:Choice xmlns:v="urn:schemas-microsoft-com:vml" Requires="v">
                <p:oleObj spid="_x0000_s15499" name="公式" r:id="rId7" imgW="4978400" imgH="914400" progId="Equation.3">
                  <p:embed/>
                </p:oleObj>
              </mc:Choice>
              <mc:Fallback>
                <p:oleObj name="公式" r:id="rId7" imgW="4978400" imgH="914400" progId="Equation.3">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382963" y="3924300"/>
                        <a:ext cx="4978400"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28358" name="Object 6"/>
          <p:cNvGraphicFramePr>
            <a:graphicFrameLocks noChangeAspect="1"/>
          </p:cNvGraphicFramePr>
          <p:nvPr/>
        </p:nvGraphicFramePr>
        <p:xfrm>
          <a:off x="2978150" y="4997450"/>
          <a:ext cx="4318000" cy="1143000"/>
        </p:xfrm>
        <a:graphic>
          <a:graphicData uri="http://schemas.openxmlformats.org/presentationml/2006/ole">
            <mc:AlternateContent xmlns:mc="http://schemas.openxmlformats.org/markup-compatibility/2006">
              <mc:Choice xmlns:v="urn:schemas-microsoft-com:vml" Requires="v">
                <p:oleObj spid="_x0000_s15500" name="公式" r:id="rId9" imgW="4318000" imgH="1143000" progId="Equation.3">
                  <p:embed/>
                </p:oleObj>
              </mc:Choice>
              <mc:Fallback>
                <p:oleObj name="公式" r:id="rId9" imgW="4318000" imgH="1143000" progId="Equation.3">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978150" y="4997450"/>
                        <a:ext cx="4318000" cy="1143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28359" name="Object 7"/>
          <p:cNvGraphicFramePr>
            <a:graphicFrameLocks noChangeAspect="1"/>
          </p:cNvGraphicFramePr>
          <p:nvPr/>
        </p:nvGraphicFramePr>
        <p:xfrm>
          <a:off x="7391400" y="5010151"/>
          <a:ext cx="2260600" cy="862013"/>
        </p:xfrm>
        <a:graphic>
          <a:graphicData uri="http://schemas.openxmlformats.org/presentationml/2006/ole">
            <mc:AlternateContent xmlns:mc="http://schemas.openxmlformats.org/markup-compatibility/2006">
              <mc:Choice xmlns:v="urn:schemas-microsoft-com:vml" Requires="v">
                <p:oleObj spid="_x0000_s15501" name="公式" r:id="rId11" imgW="2260600" imgH="863600" progId="Equation.3">
                  <p:embed/>
                </p:oleObj>
              </mc:Choice>
              <mc:Fallback>
                <p:oleObj name="公式" r:id="rId11" imgW="2260600" imgH="863600" progId="Equation.3">
                  <p:embed/>
                  <p:pic>
                    <p:nvPicPr>
                      <p:cNvPr id="0" name=""/>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7391400" y="5010151"/>
                        <a:ext cx="2260600" cy="8620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2752756075"/>
      </p:ext>
    </p:extLst>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228356"/>
                                        </p:tgtEl>
                                        <p:attrNameLst>
                                          <p:attrName>style.visibility</p:attrName>
                                        </p:attrNameLst>
                                      </p:cBhvr>
                                      <p:to>
                                        <p:strVal val="visible"/>
                                      </p:to>
                                    </p:set>
                                    <p:animEffect transition="in" filter="wipe(left)">
                                      <p:cBhvr>
                                        <p:cTn id="7" dur="500"/>
                                        <p:tgtEl>
                                          <p:spTgt spid="22835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228357"/>
                                        </p:tgtEl>
                                        <p:attrNameLst>
                                          <p:attrName>style.visibility</p:attrName>
                                        </p:attrNameLst>
                                      </p:cBhvr>
                                      <p:to>
                                        <p:strVal val="visible"/>
                                      </p:to>
                                    </p:set>
                                    <p:animEffect transition="in" filter="wipe(left)">
                                      <p:cBhvr>
                                        <p:cTn id="12" dur="500"/>
                                        <p:tgtEl>
                                          <p:spTgt spid="228357"/>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228358"/>
                                        </p:tgtEl>
                                        <p:attrNameLst>
                                          <p:attrName>style.visibility</p:attrName>
                                        </p:attrNameLst>
                                      </p:cBhvr>
                                      <p:to>
                                        <p:strVal val="visible"/>
                                      </p:to>
                                    </p:set>
                                    <p:animEffect transition="in" filter="wipe(left)">
                                      <p:cBhvr>
                                        <p:cTn id="17" dur="500"/>
                                        <p:tgtEl>
                                          <p:spTgt spid="228358"/>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228359"/>
                                        </p:tgtEl>
                                        <p:attrNameLst>
                                          <p:attrName>style.visibility</p:attrName>
                                        </p:attrNameLst>
                                      </p:cBhvr>
                                      <p:to>
                                        <p:strVal val="visible"/>
                                      </p:to>
                                    </p:set>
                                    <p:animEffect transition="in" filter="wipe(left)">
                                      <p:cBhvr>
                                        <p:cTn id="22" dur="500"/>
                                        <p:tgtEl>
                                          <p:spTgt spid="2283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0114" name="Object 2"/>
          <p:cNvGraphicFramePr>
            <a:graphicFrameLocks noChangeAspect="1"/>
          </p:cNvGraphicFramePr>
          <p:nvPr>
            <p:extLst>
              <p:ext uri="{D42A27DB-BD31-4B8C-83A1-F6EECF244321}">
                <p14:modId xmlns:p14="http://schemas.microsoft.com/office/powerpoint/2010/main" val="1746412492"/>
              </p:ext>
            </p:extLst>
          </p:nvPr>
        </p:nvGraphicFramePr>
        <p:xfrm>
          <a:off x="2516188" y="896938"/>
          <a:ext cx="7123112" cy="1141412"/>
        </p:xfrm>
        <a:graphic>
          <a:graphicData uri="http://schemas.openxmlformats.org/presentationml/2006/ole">
            <mc:AlternateContent xmlns:mc="http://schemas.openxmlformats.org/markup-compatibility/2006">
              <mc:Choice xmlns:v="urn:schemas-microsoft-com:vml" Requires="v">
                <p:oleObj spid="_x0000_s16521" name="Document" r:id="rId3" imgW="7158497" imgH="1152330" progId="Word.Document.8">
                  <p:embed/>
                </p:oleObj>
              </mc:Choice>
              <mc:Fallback>
                <p:oleObj name="Document" r:id="rId3" imgW="7158497" imgH="1152330" progId="Word.Document.8">
                  <p:embed/>
                  <p:pic>
                    <p:nvPicPr>
                      <p:cNvPr id="0" name=""/>
                      <p:cNvPicPr>
                        <a:picLocks noChangeAspect="1" noChangeArrowheads="1"/>
                      </p:cNvPicPr>
                      <p:nvPr/>
                    </p:nvPicPr>
                    <p:blipFill>
                      <a:blip r:embed="rId4"/>
                      <a:srcRect/>
                      <a:stretch>
                        <a:fillRect/>
                      </a:stretch>
                    </p:blipFill>
                    <p:spPr bwMode="auto">
                      <a:xfrm>
                        <a:off x="2516188" y="896938"/>
                        <a:ext cx="7123112" cy="11414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90115" name="Text Box 3"/>
          <p:cNvSpPr txBox="1">
            <a:spLocks noChangeArrowheads="1"/>
          </p:cNvSpPr>
          <p:nvPr/>
        </p:nvSpPr>
        <p:spPr bwMode="auto">
          <a:xfrm>
            <a:off x="2362200" y="2286001"/>
            <a:ext cx="6858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dirty="0">
                <a:solidFill>
                  <a:srgbClr val="FF0000"/>
                </a:solidFill>
                <a:latin typeface="宋体" panose="02010600030101010101" pitchFamily="2" charset="-122"/>
              </a:rPr>
              <a:t>解</a:t>
            </a:r>
          </a:p>
        </p:txBody>
      </p:sp>
      <p:graphicFrame>
        <p:nvGraphicFramePr>
          <p:cNvPr id="229380" name="Object 4"/>
          <p:cNvGraphicFramePr>
            <a:graphicFrameLocks noChangeAspect="1"/>
          </p:cNvGraphicFramePr>
          <p:nvPr/>
        </p:nvGraphicFramePr>
        <p:xfrm>
          <a:off x="3429000" y="2133600"/>
          <a:ext cx="1092200" cy="889000"/>
        </p:xfrm>
        <a:graphic>
          <a:graphicData uri="http://schemas.openxmlformats.org/presentationml/2006/ole">
            <mc:AlternateContent xmlns:mc="http://schemas.openxmlformats.org/markup-compatibility/2006">
              <mc:Choice xmlns:v="urn:schemas-microsoft-com:vml" Requires="v">
                <p:oleObj spid="_x0000_s16522" name="公式" r:id="rId5" imgW="1091726" imgH="888614" progId="Equation.3">
                  <p:embed/>
                </p:oleObj>
              </mc:Choice>
              <mc:Fallback>
                <p:oleObj name="公式" r:id="rId5" imgW="1091726" imgH="888614"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429000" y="2133600"/>
                        <a:ext cx="1092200" cy="889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29381" name="Object 5"/>
          <p:cNvGraphicFramePr>
            <a:graphicFrameLocks noChangeAspect="1"/>
          </p:cNvGraphicFramePr>
          <p:nvPr/>
        </p:nvGraphicFramePr>
        <p:xfrm>
          <a:off x="5257801" y="2057400"/>
          <a:ext cx="3381375" cy="1098550"/>
        </p:xfrm>
        <a:graphic>
          <a:graphicData uri="http://schemas.openxmlformats.org/presentationml/2006/ole">
            <mc:AlternateContent xmlns:mc="http://schemas.openxmlformats.org/markup-compatibility/2006">
              <mc:Choice xmlns:v="urn:schemas-microsoft-com:vml" Requires="v">
                <p:oleObj spid="_x0000_s16523" name="公式" r:id="rId7" imgW="2971800" imgH="965200" progId="Equation.3">
                  <p:embed/>
                </p:oleObj>
              </mc:Choice>
              <mc:Fallback>
                <p:oleObj name="公式" r:id="rId7" imgW="2971800" imgH="965200" progId="Equation.3">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257801" y="2057400"/>
                        <a:ext cx="3381375" cy="1098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29382" name="Object 6"/>
          <p:cNvGraphicFramePr>
            <a:graphicFrameLocks noChangeAspect="1"/>
          </p:cNvGraphicFramePr>
          <p:nvPr/>
        </p:nvGraphicFramePr>
        <p:xfrm>
          <a:off x="3394075" y="3306764"/>
          <a:ext cx="1733550" cy="979487"/>
        </p:xfrm>
        <a:graphic>
          <a:graphicData uri="http://schemas.openxmlformats.org/presentationml/2006/ole">
            <mc:AlternateContent xmlns:mc="http://schemas.openxmlformats.org/markup-compatibility/2006">
              <mc:Choice xmlns:v="urn:schemas-microsoft-com:vml" Requires="v">
                <p:oleObj spid="_x0000_s16524" name="公式" r:id="rId9" imgW="1524000" imgH="863600" progId="Equation.3">
                  <p:embed/>
                </p:oleObj>
              </mc:Choice>
              <mc:Fallback>
                <p:oleObj name="公式" r:id="rId9" imgW="1524000" imgH="863600" progId="Equation.3">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394075" y="3306764"/>
                        <a:ext cx="1733550" cy="9794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29383" name="Text Box 7"/>
          <p:cNvSpPr txBox="1">
            <a:spLocks noChangeArrowheads="1"/>
          </p:cNvSpPr>
          <p:nvPr/>
        </p:nvSpPr>
        <p:spPr bwMode="auto">
          <a:xfrm>
            <a:off x="2438400" y="4419601"/>
            <a:ext cx="23622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a:t>所求全微分</a:t>
            </a:r>
          </a:p>
        </p:txBody>
      </p:sp>
      <p:graphicFrame>
        <p:nvGraphicFramePr>
          <p:cNvPr id="229384" name="Object 8"/>
          <p:cNvGraphicFramePr>
            <a:graphicFrameLocks noChangeAspect="1"/>
          </p:cNvGraphicFramePr>
          <p:nvPr/>
        </p:nvGraphicFramePr>
        <p:xfrm>
          <a:off x="3346451" y="4967288"/>
          <a:ext cx="6069013" cy="939800"/>
        </p:xfrm>
        <a:graphic>
          <a:graphicData uri="http://schemas.openxmlformats.org/presentationml/2006/ole">
            <mc:AlternateContent xmlns:mc="http://schemas.openxmlformats.org/markup-compatibility/2006">
              <mc:Choice xmlns:v="urn:schemas-microsoft-com:vml" Requires="v">
                <p:oleObj spid="_x0000_s16525" name="公式" r:id="rId11" imgW="5334000" imgH="825500" progId="Equation.3">
                  <p:embed/>
                </p:oleObj>
              </mc:Choice>
              <mc:Fallback>
                <p:oleObj name="公式" r:id="rId11" imgW="5334000" imgH="825500" progId="Equation.3">
                  <p:embed/>
                  <p:pic>
                    <p:nvPicPr>
                      <p:cNvPr id="0" name=""/>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346451" y="4967288"/>
                        <a:ext cx="6069013" cy="939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19871212"/>
      </p:ext>
    </p:extLst>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90115"/>
                                        </p:tgtEl>
                                        <p:attrNameLst>
                                          <p:attrName>style.visibility</p:attrName>
                                        </p:attrNameLst>
                                      </p:cBhvr>
                                      <p:to>
                                        <p:strVal val="visible"/>
                                      </p:to>
                                    </p:set>
                                    <p:animEffect transition="in" filter="barn(inVertical)">
                                      <p:cBhvr>
                                        <p:cTn id="7" dur="500"/>
                                        <p:tgtEl>
                                          <p:spTgt spid="9011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29380"/>
                                        </p:tgtEl>
                                        <p:attrNameLst>
                                          <p:attrName>style.visibility</p:attrName>
                                        </p:attrNameLst>
                                      </p:cBhvr>
                                      <p:to>
                                        <p:strVal val="visible"/>
                                      </p:to>
                                    </p:set>
                                    <p:animEffect transition="in" filter="wipe(left)">
                                      <p:cBhvr>
                                        <p:cTn id="12" dur="500"/>
                                        <p:tgtEl>
                                          <p:spTgt spid="229380"/>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29381"/>
                                        </p:tgtEl>
                                        <p:attrNameLst>
                                          <p:attrName>style.visibility</p:attrName>
                                        </p:attrNameLst>
                                      </p:cBhvr>
                                      <p:to>
                                        <p:strVal val="visible"/>
                                      </p:to>
                                    </p:set>
                                    <p:animEffect transition="in" filter="wipe(left)">
                                      <p:cBhvr>
                                        <p:cTn id="17" dur="500"/>
                                        <p:tgtEl>
                                          <p:spTgt spid="229381"/>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229382"/>
                                        </p:tgtEl>
                                        <p:attrNameLst>
                                          <p:attrName>style.visibility</p:attrName>
                                        </p:attrNameLst>
                                      </p:cBhvr>
                                      <p:to>
                                        <p:strVal val="visible"/>
                                      </p:to>
                                    </p:set>
                                    <p:animEffect transition="in" filter="wipe(left)">
                                      <p:cBhvr>
                                        <p:cTn id="22" dur="500"/>
                                        <p:tgtEl>
                                          <p:spTgt spid="229382"/>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229383"/>
                                        </p:tgtEl>
                                        <p:attrNameLst>
                                          <p:attrName>style.visibility</p:attrName>
                                        </p:attrNameLst>
                                      </p:cBhvr>
                                      <p:to>
                                        <p:strVal val="visible"/>
                                      </p:to>
                                    </p:set>
                                    <p:animEffect transition="in" filter="wipe(left)">
                                      <p:cBhvr>
                                        <p:cTn id="27" dur="500"/>
                                        <p:tgtEl>
                                          <p:spTgt spid="229383"/>
                                        </p:tgtEl>
                                      </p:cBhvr>
                                    </p:animEffect>
                                  </p:childTnLst>
                                </p:cTn>
                              </p:par>
                            </p:childTnLst>
                          </p:cTn>
                        </p:par>
                        <p:par>
                          <p:cTn id="28" fill="hold">
                            <p:stCondLst>
                              <p:cond delay="500"/>
                            </p:stCondLst>
                            <p:childTnLst>
                              <p:par>
                                <p:cTn id="29" presetID="22" presetClass="entr" presetSubtype="8" fill="hold" nodeType="afterEffect">
                                  <p:stCondLst>
                                    <p:cond delay="0"/>
                                  </p:stCondLst>
                                  <p:childTnLst>
                                    <p:set>
                                      <p:cBhvr>
                                        <p:cTn id="30" dur="1" fill="hold">
                                          <p:stCondLst>
                                            <p:cond delay="0"/>
                                          </p:stCondLst>
                                        </p:cTn>
                                        <p:tgtEl>
                                          <p:spTgt spid="229384"/>
                                        </p:tgtEl>
                                        <p:attrNameLst>
                                          <p:attrName>style.visibility</p:attrName>
                                        </p:attrNameLst>
                                      </p:cBhvr>
                                      <p:to>
                                        <p:strVal val="visible"/>
                                      </p:to>
                                    </p:set>
                                    <p:animEffect transition="in" filter="wipe(left)">
                                      <p:cBhvr>
                                        <p:cTn id="31" dur="500"/>
                                        <p:tgtEl>
                                          <p:spTgt spid="22938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0115" grpId="0"/>
      <p:bldP spid="229383" grpId="0" autoUpdateAnimBg="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0402" name="Group 2"/>
          <p:cNvGrpSpPr>
            <a:grpSpLocks/>
          </p:cNvGrpSpPr>
          <p:nvPr/>
        </p:nvGrpSpPr>
        <p:grpSpPr bwMode="auto">
          <a:xfrm>
            <a:off x="4783934" y="2768135"/>
            <a:ext cx="528637" cy="941387"/>
            <a:chOff x="1827" y="1663"/>
            <a:chExt cx="333" cy="593"/>
          </a:xfrm>
        </p:grpSpPr>
        <p:sp>
          <p:nvSpPr>
            <p:cNvPr id="91163" name="Line 3"/>
            <p:cNvSpPr>
              <a:spLocks noChangeShapeType="1"/>
            </p:cNvSpPr>
            <p:nvPr/>
          </p:nvSpPr>
          <p:spPr bwMode="auto">
            <a:xfrm>
              <a:off x="1827" y="1663"/>
              <a:ext cx="333" cy="593"/>
            </a:xfrm>
            <a:prstGeom prst="line">
              <a:avLst/>
            </a:prstGeom>
            <a:noFill/>
            <a:ln w="57150">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1164" name="Line 4"/>
            <p:cNvSpPr>
              <a:spLocks noChangeShapeType="1"/>
            </p:cNvSpPr>
            <p:nvPr/>
          </p:nvSpPr>
          <p:spPr bwMode="auto">
            <a:xfrm flipH="1">
              <a:off x="1920" y="1759"/>
              <a:ext cx="99" cy="353"/>
            </a:xfrm>
            <a:prstGeom prst="line">
              <a:avLst/>
            </a:prstGeom>
            <a:noFill/>
            <a:ln w="5715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230405" name="Group 5"/>
          <p:cNvGrpSpPr>
            <a:grpSpLocks/>
          </p:cNvGrpSpPr>
          <p:nvPr/>
        </p:nvGrpSpPr>
        <p:grpSpPr bwMode="auto">
          <a:xfrm>
            <a:off x="5048253" y="2168855"/>
            <a:ext cx="1682750" cy="609600"/>
            <a:chOff x="2208" y="1268"/>
            <a:chExt cx="1060" cy="384"/>
          </a:xfrm>
        </p:grpSpPr>
        <p:sp>
          <p:nvSpPr>
            <p:cNvPr id="91160" name="Line 6"/>
            <p:cNvSpPr>
              <a:spLocks noChangeShapeType="1"/>
            </p:cNvSpPr>
            <p:nvPr/>
          </p:nvSpPr>
          <p:spPr bwMode="auto">
            <a:xfrm>
              <a:off x="2208" y="1385"/>
              <a:ext cx="1060" cy="0"/>
            </a:xfrm>
            <a:prstGeom prst="line">
              <a:avLst/>
            </a:prstGeom>
            <a:noFill/>
            <a:ln w="57150">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1161" name="Line 7"/>
            <p:cNvSpPr>
              <a:spLocks noChangeShapeType="1"/>
            </p:cNvSpPr>
            <p:nvPr/>
          </p:nvSpPr>
          <p:spPr bwMode="auto">
            <a:xfrm>
              <a:off x="2208" y="1522"/>
              <a:ext cx="1060" cy="0"/>
            </a:xfrm>
            <a:prstGeom prst="line">
              <a:avLst/>
            </a:prstGeom>
            <a:noFill/>
            <a:ln w="57150">
              <a:solidFill>
                <a:schemeClr val="accent2"/>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1162" name="Line 8"/>
            <p:cNvSpPr>
              <a:spLocks noChangeShapeType="1"/>
            </p:cNvSpPr>
            <p:nvPr/>
          </p:nvSpPr>
          <p:spPr bwMode="auto">
            <a:xfrm>
              <a:off x="2640" y="1268"/>
              <a:ext cx="144" cy="384"/>
            </a:xfrm>
            <a:prstGeom prst="line">
              <a:avLst/>
            </a:prstGeom>
            <a:noFill/>
            <a:ln w="5715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230409" name="Group 9"/>
          <p:cNvGrpSpPr>
            <a:grpSpLocks/>
          </p:cNvGrpSpPr>
          <p:nvPr/>
        </p:nvGrpSpPr>
        <p:grpSpPr bwMode="auto">
          <a:xfrm>
            <a:off x="5648325" y="4331877"/>
            <a:ext cx="498475" cy="700087"/>
            <a:chOff x="2858" y="2592"/>
            <a:chExt cx="314" cy="510"/>
          </a:xfrm>
        </p:grpSpPr>
        <p:sp>
          <p:nvSpPr>
            <p:cNvPr id="91158" name="Line 10"/>
            <p:cNvSpPr>
              <a:spLocks noChangeShapeType="1"/>
            </p:cNvSpPr>
            <p:nvPr/>
          </p:nvSpPr>
          <p:spPr bwMode="auto">
            <a:xfrm>
              <a:off x="3015" y="2592"/>
              <a:ext cx="0" cy="510"/>
            </a:xfrm>
            <a:prstGeom prst="line">
              <a:avLst/>
            </a:prstGeom>
            <a:noFill/>
            <a:ln w="57150">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1159" name="Line 11"/>
            <p:cNvSpPr>
              <a:spLocks noChangeShapeType="1"/>
            </p:cNvSpPr>
            <p:nvPr/>
          </p:nvSpPr>
          <p:spPr bwMode="auto">
            <a:xfrm>
              <a:off x="2858" y="2788"/>
              <a:ext cx="314" cy="118"/>
            </a:xfrm>
            <a:prstGeom prst="line">
              <a:avLst/>
            </a:prstGeom>
            <a:noFill/>
            <a:ln w="5715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cxnSp>
        <p:nvCxnSpPr>
          <p:cNvPr id="230412" name="AutoShape 12"/>
          <p:cNvCxnSpPr>
            <a:cxnSpLocks noChangeShapeType="1"/>
          </p:cNvCxnSpPr>
          <p:nvPr/>
        </p:nvCxnSpPr>
        <p:spPr bwMode="auto">
          <a:xfrm flipV="1">
            <a:off x="6862638" y="2732417"/>
            <a:ext cx="925513" cy="1249363"/>
          </a:xfrm>
          <a:prstGeom prst="bentConnector2">
            <a:avLst/>
          </a:prstGeom>
          <a:noFill/>
          <a:ln w="57150">
            <a:solidFill>
              <a:srgbClr val="FF66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30413" name="Line 13"/>
          <p:cNvSpPr>
            <a:spLocks noChangeShapeType="1"/>
          </p:cNvSpPr>
          <p:nvPr/>
        </p:nvSpPr>
        <p:spPr bwMode="auto">
          <a:xfrm flipV="1">
            <a:off x="5446515" y="4324169"/>
            <a:ext cx="0" cy="685800"/>
          </a:xfrm>
          <a:prstGeom prst="line">
            <a:avLst/>
          </a:prstGeom>
          <a:noFill/>
          <a:ln w="57150">
            <a:solidFill>
              <a:srgbClr val="FF66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230414" name="Group 14"/>
          <p:cNvGrpSpPr>
            <a:grpSpLocks/>
          </p:cNvGrpSpPr>
          <p:nvPr/>
        </p:nvGrpSpPr>
        <p:grpSpPr bwMode="auto">
          <a:xfrm flipH="1">
            <a:off x="6661042" y="2768362"/>
            <a:ext cx="528637" cy="941387"/>
            <a:chOff x="1827" y="1663"/>
            <a:chExt cx="333" cy="593"/>
          </a:xfrm>
        </p:grpSpPr>
        <p:sp>
          <p:nvSpPr>
            <p:cNvPr id="91156" name="Line 15"/>
            <p:cNvSpPr>
              <a:spLocks noChangeShapeType="1"/>
            </p:cNvSpPr>
            <p:nvPr/>
          </p:nvSpPr>
          <p:spPr bwMode="auto">
            <a:xfrm>
              <a:off x="1827" y="1663"/>
              <a:ext cx="333" cy="593"/>
            </a:xfrm>
            <a:prstGeom prst="line">
              <a:avLst/>
            </a:prstGeom>
            <a:noFill/>
            <a:ln w="57150">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1157" name="Line 16"/>
            <p:cNvSpPr>
              <a:spLocks noChangeShapeType="1"/>
            </p:cNvSpPr>
            <p:nvPr/>
          </p:nvSpPr>
          <p:spPr bwMode="auto">
            <a:xfrm flipH="1">
              <a:off x="1920" y="1759"/>
              <a:ext cx="99" cy="353"/>
            </a:xfrm>
            <a:prstGeom prst="line">
              <a:avLst/>
            </a:prstGeom>
            <a:noFill/>
            <a:ln w="5715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cxnSp>
        <p:nvCxnSpPr>
          <p:cNvPr id="230417" name="AutoShape 17"/>
          <p:cNvCxnSpPr>
            <a:cxnSpLocks noChangeShapeType="1"/>
          </p:cNvCxnSpPr>
          <p:nvPr/>
        </p:nvCxnSpPr>
        <p:spPr bwMode="auto">
          <a:xfrm rot="5400000" flipH="1">
            <a:off x="3683631" y="2851480"/>
            <a:ext cx="1295400" cy="990600"/>
          </a:xfrm>
          <a:prstGeom prst="bentConnector3">
            <a:avLst>
              <a:gd name="adj1" fmla="val 977"/>
            </a:avLst>
          </a:prstGeom>
          <a:noFill/>
          <a:ln w="57150">
            <a:solidFill>
              <a:srgbClr val="FF66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91145" name="Text Box 18"/>
          <p:cNvSpPr txBox="1">
            <a:spLocks noChangeArrowheads="1"/>
          </p:cNvSpPr>
          <p:nvPr/>
        </p:nvSpPr>
        <p:spPr bwMode="auto">
          <a:xfrm>
            <a:off x="1684922" y="221020"/>
            <a:ext cx="6465912" cy="579438"/>
          </a:xfrm>
          <a:prstGeom prst="rect">
            <a:avLst/>
          </a:prstGeom>
          <a:noFill/>
          <a:ln>
            <a:noFill/>
          </a:ln>
          <a:effectLs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3200" b="1" dirty="0">
                <a:ea typeface="黑体" panose="02010609060101010101" pitchFamily="49" charset="-122"/>
              </a:rPr>
              <a:t>多元函数连续、可导、可微的关系</a:t>
            </a:r>
          </a:p>
        </p:txBody>
      </p:sp>
      <p:grpSp>
        <p:nvGrpSpPr>
          <p:cNvPr id="230419" name="Group 19"/>
          <p:cNvGrpSpPr>
            <a:grpSpLocks/>
          </p:cNvGrpSpPr>
          <p:nvPr/>
        </p:nvGrpSpPr>
        <p:grpSpPr bwMode="auto">
          <a:xfrm>
            <a:off x="2823321" y="2099004"/>
            <a:ext cx="7127875" cy="3475038"/>
            <a:chOff x="816" y="1376"/>
            <a:chExt cx="4490" cy="2189"/>
          </a:xfrm>
        </p:grpSpPr>
        <p:grpSp>
          <p:nvGrpSpPr>
            <p:cNvPr id="91147" name="Group 20"/>
            <p:cNvGrpSpPr>
              <a:grpSpLocks/>
            </p:cNvGrpSpPr>
            <p:nvPr/>
          </p:nvGrpSpPr>
          <p:grpSpPr bwMode="auto">
            <a:xfrm>
              <a:off x="880" y="1376"/>
              <a:ext cx="4426" cy="2157"/>
              <a:chOff x="880" y="1232"/>
              <a:chExt cx="4426" cy="2157"/>
            </a:xfrm>
          </p:grpSpPr>
          <p:sp>
            <p:nvSpPr>
              <p:cNvPr id="91152" name="Text Box 21"/>
              <p:cNvSpPr txBox="1">
                <a:spLocks noChangeArrowheads="1"/>
              </p:cNvSpPr>
              <p:nvPr/>
            </p:nvSpPr>
            <p:spPr bwMode="auto">
              <a:xfrm>
                <a:off x="2140" y="2236"/>
                <a:ext cx="1453"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3200" b="1"/>
                  <a:t>函数可微</a:t>
                </a:r>
                <a:endParaRPr lang="zh-CN" altLang="en-US" sz="4800" b="1"/>
              </a:p>
            </p:txBody>
          </p:sp>
          <p:sp>
            <p:nvSpPr>
              <p:cNvPr id="230422" name="Text Box 22"/>
              <p:cNvSpPr txBox="1">
                <a:spLocks noChangeArrowheads="1"/>
              </p:cNvSpPr>
              <p:nvPr/>
            </p:nvSpPr>
            <p:spPr bwMode="auto">
              <a:xfrm>
                <a:off x="880" y="1232"/>
                <a:ext cx="1532"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defRPr/>
                </a:pPr>
                <a:r>
                  <a:rPr lang="zh-CN" altLang="en-US" sz="3200" b="1" dirty="0"/>
                  <a:t>函数连续</a:t>
                </a:r>
                <a:endParaRPr lang="zh-CN" altLang="en-US" sz="3200" b="1" dirty="0">
                  <a:solidFill>
                    <a:srgbClr val="0000FF"/>
                  </a:solidFill>
                  <a:effectLst>
                    <a:outerShdw blurRad="38100" dist="38100" dir="2700000" algn="tl">
                      <a:srgbClr val="C0C0C0"/>
                    </a:outerShdw>
                  </a:effectLst>
                </a:endParaRPr>
              </a:p>
            </p:txBody>
          </p:sp>
          <p:sp>
            <p:nvSpPr>
              <p:cNvPr id="91154" name="Text Box 23"/>
              <p:cNvSpPr txBox="1">
                <a:spLocks noChangeArrowheads="1"/>
              </p:cNvSpPr>
              <p:nvPr/>
            </p:nvSpPr>
            <p:spPr bwMode="auto">
              <a:xfrm>
                <a:off x="1994" y="3024"/>
                <a:ext cx="1558"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3200" b="1"/>
                  <a:t>偏导数连续</a:t>
                </a:r>
                <a:endParaRPr lang="zh-CN" altLang="en-US" sz="3200"/>
              </a:p>
            </p:txBody>
          </p:sp>
          <p:sp>
            <p:nvSpPr>
              <p:cNvPr id="91155" name="Text Box 24"/>
              <p:cNvSpPr txBox="1">
                <a:spLocks noChangeArrowheads="1"/>
              </p:cNvSpPr>
              <p:nvPr/>
            </p:nvSpPr>
            <p:spPr bwMode="auto">
              <a:xfrm>
                <a:off x="3373" y="1259"/>
                <a:ext cx="1933" cy="3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3200" b="1" dirty="0" smtClean="0"/>
                  <a:t>函数偏导数存在</a:t>
                </a:r>
                <a:endParaRPr lang="zh-CN" altLang="en-US" sz="4800" b="1" dirty="0"/>
              </a:p>
            </p:txBody>
          </p:sp>
        </p:grpSp>
        <p:sp>
          <p:nvSpPr>
            <p:cNvPr id="91148" name="Rectangle 25"/>
            <p:cNvSpPr>
              <a:spLocks noChangeArrowheads="1"/>
            </p:cNvSpPr>
            <p:nvPr/>
          </p:nvSpPr>
          <p:spPr bwMode="auto">
            <a:xfrm>
              <a:off x="816" y="1379"/>
              <a:ext cx="1248" cy="384"/>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91149" name="Rectangle 26"/>
            <p:cNvSpPr>
              <a:spLocks noChangeArrowheads="1"/>
            </p:cNvSpPr>
            <p:nvPr/>
          </p:nvSpPr>
          <p:spPr bwMode="auto">
            <a:xfrm>
              <a:off x="3312" y="1392"/>
              <a:ext cx="1927" cy="384"/>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91150" name="Rectangle 27"/>
            <p:cNvSpPr>
              <a:spLocks noChangeArrowheads="1"/>
            </p:cNvSpPr>
            <p:nvPr/>
          </p:nvSpPr>
          <p:spPr bwMode="auto">
            <a:xfrm>
              <a:off x="2090" y="2387"/>
              <a:ext cx="1248" cy="384"/>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91151" name="Rectangle 28"/>
            <p:cNvSpPr>
              <a:spLocks noChangeArrowheads="1"/>
            </p:cNvSpPr>
            <p:nvPr/>
          </p:nvSpPr>
          <p:spPr bwMode="auto">
            <a:xfrm>
              <a:off x="1981" y="3181"/>
              <a:ext cx="1440" cy="384"/>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graphicFrame>
        <p:nvGraphicFramePr>
          <p:cNvPr id="2" name="对象 1"/>
          <p:cNvGraphicFramePr>
            <a:graphicFrameLocks noChangeAspect="1"/>
          </p:cNvGraphicFramePr>
          <p:nvPr>
            <p:extLst>
              <p:ext uri="{D42A27DB-BD31-4B8C-83A1-F6EECF244321}">
                <p14:modId xmlns:p14="http://schemas.microsoft.com/office/powerpoint/2010/main" val="2726942591"/>
              </p:ext>
            </p:extLst>
          </p:nvPr>
        </p:nvGraphicFramePr>
        <p:xfrm>
          <a:off x="7256880" y="4272292"/>
          <a:ext cx="4403522" cy="1201667"/>
        </p:xfrm>
        <a:graphic>
          <a:graphicData uri="http://schemas.openxmlformats.org/presentationml/2006/ole">
            <mc:AlternateContent xmlns:mc="http://schemas.openxmlformats.org/markup-compatibility/2006">
              <mc:Choice xmlns:v="urn:schemas-microsoft-com:vml" Requires="v">
                <p:oleObj spid="_x0000_s23663" name="Equation" r:id="rId3" imgW="2857320" imgH="685800" progId="Equation.DSMT4">
                  <p:embed/>
                </p:oleObj>
              </mc:Choice>
              <mc:Fallback>
                <p:oleObj name="Equation" r:id="rId3" imgW="2857320" imgH="685800" progId="Equation.DSMT4">
                  <p:embed/>
                  <p:pic>
                    <p:nvPicPr>
                      <p:cNvPr id="0" name=""/>
                      <p:cNvPicPr/>
                      <p:nvPr/>
                    </p:nvPicPr>
                    <p:blipFill>
                      <a:blip r:embed="rId4"/>
                      <a:stretch>
                        <a:fillRect/>
                      </a:stretch>
                    </p:blipFill>
                    <p:spPr>
                      <a:xfrm>
                        <a:off x="7256880" y="4272292"/>
                        <a:ext cx="4403522" cy="1201667"/>
                      </a:xfrm>
                      <a:prstGeom prst="rect">
                        <a:avLst/>
                      </a:prstGeom>
                    </p:spPr>
                  </p:pic>
                </p:oleObj>
              </mc:Fallback>
            </mc:AlternateContent>
          </a:graphicData>
        </a:graphic>
      </p:graphicFrame>
      <p:graphicFrame>
        <p:nvGraphicFramePr>
          <p:cNvPr id="31" name="对象 30"/>
          <p:cNvGraphicFramePr>
            <a:graphicFrameLocks noChangeAspect="1"/>
          </p:cNvGraphicFramePr>
          <p:nvPr>
            <p:extLst>
              <p:ext uri="{D42A27DB-BD31-4B8C-83A1-F6EECF244321}">
                <p14:modId xmlns:p14="http://schemas.microsoft.com/office/powerpoint/2010/main" val="2002106918"/>
              </p:ext>
            </p:extLst>
          </p:nvPr>
        </p:nvGraphicFramePr>
        <p:xfrm>
          <a:off x="1330325" y="701675"/>
          <a:ext cx="4318000" cy="1268413"/>
        </p:xfrm>
        <a:graphic>
          <a:graphicData uri="http://schemas.openxmlformats.org/presentationml/2006/ole">
            <mc:AlternateContent xmlns:mc="http://schemas.openxmlformats.org/markup-compatibility/2006">
              <mc:Choice xmlns:v="urn:schemas-microsoft-com:vml" Requires="v">
                <p:oleObj spid="_x0000_s23664" name="Equation" r:id="rId5" imgW="2984400" imgH="723600" progId="Equation.DSMT4">
                  <p:embed/>
                </p:oleObj>
              </mc:Choice>
              <mc:Fallback>
                <p:oleObj name="Equation" r:id="rId5" imgW="2984400" imgH="723600" progId="Equation.DSMT4">
                  <p:embed/>
                  <p:pic>
                    <p:nvPicPr>
                      <p:cNvPr id="0" name=""/>
                      <p:cNvPicPr/>
                      <p:nvPr/>
                    </p:nvPicPr>
                    <p:blipFill>
                      <a:blip r:embed="rId6"/>
                      <a:stretch>
                        <a:fillRect/>
                      </a:stretch>
                    </p:blipFill>
                    <p:spPr>
                      <a:xfrm>
                        <a:off x="1330325" y="701675"/>
                        <a:ext cx="4318000" cy="1268413"/>
                      </a:xfrm>
                      <a:prstGeom prst="rect">
                        <a:avLst/>
                      </a:prstGeom>
                    </p:spPr>
                  </p:pic>
                </p:oleObj>
              </mc:Fallback>
            </mc:AlternateContent>
          </a:graphicData>
        </a:graphic>
      </p:graphicFrame>
      <p:graphicFrame>
        <p:nvGraphicFramePr>
          <p:cNvPr id="32" name="对象 31"/>
          <p:cNvGraphicFramePr>
            <a:graphicFrameLocks noChangeAspect="1"/>
          </p:cNvGraphicFramePr>
          <p:nvPr>
            <p:extLst>
              <p:ext uri="{D42A27DB-BD31-4B8C-83A1-F6EECF244321}">
                <p14:modId xmlns:p14="http://schemas.microsoft.com/office/powerpoint/2010/main" val="309378406"/>
              </p:ext>
            </p:extLst>
          </p:nvPr>
        </p:nvGraphicFramePr>
        <p:xfrm>
          <a:off x="8150834" y="2749192"/>
          <a:ext cx="3367088" cy="1268413"/>
        </p:xfrm>
        <a:graphic>
          <a:graphicData uri="http://schemas.openxmlformats.org/presentationml/2006/ole">
            <mc:AlternateContent xmlns:mc="http://schemas.openxmlformats.org/markup-compatibility/2006">
              <mc:Choice xmlns:v="urn:schemas-microsoft-com:vml" Requires="v">
                <p:oleObj spid="_x0000_s23665" name="Equation" r:id="rId7" imgW="2184120" imgH="723600" progId="Equation.DSMT4">
                  <p:embed/>
                </p:oleObj>
              </mc:Choice>
              <mc:Fallback>
                <p:oleObj name="Equation" r:id="rId7" imgW="2184120" imgH="723600" progId="Equation.DSMT4">
                  <p:embed/>
                  <p:pic>
                    <p:nvPicPr>
                      <p:cNvPr id="0" name=""/>
                      <p:cNvPicPr/>
                      <p:nvPr/>
                    </p:nvPicPr>
                    <p:blipFill>
                      <a:blip r:embed="rId8"/>
                      <a:stretch>
                        <a:fillRect/>
                      </a:stretch>
                    </p:blipFill>
                    <p:spPr>
                      <a:xfrm>
                        <a:off x="8150834" y="2749192"/>
                        <a:ext cx="3367088" cy="1268413"/>
                      </a:xfrm>
                      <a:prstGeom prst="rect">
                        <a:avLst/>
                      </a:prstGeom>
                    </p:spPr>
                  </p:pic>
                </p:oleObj>
              </mc:Fallback>
            </mc:AlternateContent>
          </a:graphicData>
        </a:graphic>
      </p:graphicFrame>
      <p:graphicFrame>
        <p:nvGraphicFramePr>
          <p:cNvPr id="33" name="对象 32"/>
          <p:cNvGraphicFramePr>
            <a:graphicFrameLocks noChangeAspect="1"/>
          </p:cNvGraphicFramePr>
          <p:nvPr>
            <p:extLst>
              <p:ext uri="{D42A27DB-BD31-4B8C-83A1-F6EECF244321}">
                <p14:modId xmlns:p14="http://schemas.microsoft.com/office/powerpoint/2010/main" val="2143802162"/>
              </p:ext>
            </p:extLst>
          </p:nvPr>
        </p:nvGraphicFramePr>
        <p:xfrm>
          <a:off x="6078490" y="799506"/>
          <a:ext cx="3190875" cy="1201737"/>
        </p:xfrm>
        <a:graphic>
          <a:graphicData uri="http://schemas.openxmlformats.org/presentationml/2006/ole">
            <mc:AlternateContent xmlns:mc="http://schemas.openxmlformats.org/markup-compatibility/2006">
              <mc:Choice xmlns:v="urn:schemas-microsoft-com:vml" Requires="v">
                <p:oleObj spid="_x0000_s23666" name="Equation" r:id="rId9" imgW="2070000" imgH="685800" progId="Equation.DSMT4">
                  <p:embed/>
                </p:oleObj>
              </mc:Choice>
              <mc:Fallback>
                <p:oleObj name="Equation" r:id="rId9" imgW="2070000" imgH="685800" progId="Equation.DSMT4">
                  <p:embed/>
                  <p:pic>
                    <p:nvPicPr>
                      <p:cNvPr id="0" name=""/>
                      <p:cNvPicPr/>
                      <p:nvPr/>
                    </p:nvPicPr>
                    <p:blipFill>
                      <a:blip r:embed="rId10"/>
                      <a:stretch>
                        <a:fillRect/>
                      </a:stretch>
                    </p:blipFill>
                    <p:spPr>
                      <a:xfrm>
                        <a:off x="6078490" y="799506"/>
                        <a:ext cx="3190875" cy="1201737"/>
                      </a:xfrm>
                      <a:prstGeom prst="rect">
                        <a:avLst/>
                      </a:prstGeom>
                    </p:spPr>
                  </p:pic>
                </p:oleObj>
              </mc:Fallback>
            </mc:AlternateContent>
          </a:graphicData>
        </a:graphic>
      </p:graphicFrame>
      <p:graphicFrame>
        <p:nvGraphicFramePr>
          <p:cNvPr id="35" name="对象 34"/>
          <p:cNvGraphicFramePr>
            <a:graphicFrameLocks noChangeAspect="1"/>
          </p:cNvGraphicFramePr>
          <p:nvPr>
            <p:extLst>
              <p:ext uri="{D42A27DB-BD31-4B8C-83A1-F6EECF244321}">
                <p14:modId xmlns:p14="http://schemas.microsoft.com/office/powerpoint/2010/main" val="1448296519"/>
              </p:ext>
            </p:extLst>
          </p:nvPr>
        </p:nvGraphicFramePr>
        <p:xfrm>
          <a:off x="133140" y="2768135"/>
          <a:ext cx="3619500" cy="1268413"/>
        </p:xfrm>
        <a:graphic>
          <a:graphicData uri="http://schemas.openxmlformats.org/presentationml/2006/ole">
            <mc:AlternateContent xmlns:mc="http://schemas.openxmlformats.org/markup-compatibility/2006">
              <mc:Choice xmlns:v="urn:schemas-microsoft-com:vml" Requires="v">
                <p:oleObj spid="_x0000_s23667" name="Equation" r:id="rId11" imgW="2501640" imgH="723600" progId="Equation.DSMT4">
                  <p:embed/>
                </p:oleObj>
              </mc:Choice>
              <mc:Fallback>
                <p:oleObj name="Equation" r:id="rId11" imgW="2501640" imgH="723600" progId="Equation.DSMT4">
                  <p:embed/>
                  <p:pic>
                    <p:nvPicPr>
                      <p:cNvPr id="0" name=""/>
                      <p:cNvPicPr/>
                      <p:nvPr/>
                    </p:nvPicPr>
                    <p:blipFill>
                      <a:blip r:embed="rId12"/>
                      <a:stretch>
                        <a:fillRect/>
                      </a:stretch>
                    </p:blipFill>
                    <p:spPr>
                      <a:xfrm>
                        <a:off x="133140" y="2768135"/>
                        <a:ext cx="3619500" cy="1268413"/>
                      </a:xfrm>
                      <a:prstGeom prst="rect">
                        <a:avLst/>
                      </a:prstGeom>
                    </p:spPr>
                  </p:pic>
                </p:oleObj>
              </mc:Fallback>
            </mc:AlternateContent>
          </a:graphicData>
        </a:graphic>
      </p:graphicFrame>
    </p:spTree>
    <p:extLst>
      <p:ext uri="{BB962C8B-B14F-4D97-AF65-F5344CB8AC3E}">
        <p14:creationId xmlns:p14="http://schemas.microsoft.com/office/powerpoint/2010/main" val="3697326596"/>
      </p:ext>
    </p:extLst>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230419"/>
                                        </p:tgtEl>
                                        <p:attrNameLst>
                                          <p:attrName>style.visibility</p:attrName>
                                        </p:attrNameLst>
                                      </p:cBhvr>
                                      <p:to>
                                        <p:strVal val="visible"/>
                                      </p:to>
                                    </p:set>
                                    <p:animEffect transition="in" filter="wipe(left)">
                                      <p:cBhvr>
                                        <p:cTn id="7" dur="500"/>
                                        <p:tgtEl>
                                          <p:spTgt spid="230419"/>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37" fill="hold" nodeType="clickEffect">
                                  <p:stCondLst>
                                    <p:cond delay="0"/>
                                  </p:stCondLst>
                                  <p:childTnLst>
                                    <p:set>
                                      <p:cBhvr>
                                        <p:cTn id="11" dur="1" fill="hold">
                                          <p:stCondLst>
                                            <p:cond delay="0"/>
                                          </p:stCondLst>
                                        </p:cTn>
                                        <p:tgtEl>
                                          <p:spTgt spid="230405"/>
                                        </p:tgtEl>
                                        <p:attrNameLst>
                                          <p:attrName>style.visibility</p:attrName>
                                        </p:attrNameLst>
                                      </p:cBhvr>
                                      <p:to>
                                        <p:strVal val="visible"/>
                                      </p:to>
                                    </p:set>
                                    <p:animEffect transition="in" filter="barn(outVertical)">
                                      <p:cBhvr>
                                        <p:cTn id="12" dur="500"/>
                                        <p:tgtEl>
                                          <p:spTgt spid="23040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31"/>
                                        </p:tgtEl>
                                        <p:attrNameLst>
                                          <p:attrName>style.visibility</p:attrName>
                                        </p:attrNameLst>
                                      </p:cBhvr>
                                      <p:to>
                                        <p:strVal val="visible"/>
                                      </p:to>
                                    </p:set>
                                    <p:animEffect transition="in" filter="wipe(left)">
                                      <p:cBhvr>
                                        <p:cTn id="17" dur="1000"/>
                                        <p:tgtEl>
                                          <p:spTgt spid="31"/>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33"/>
                                        </p:tgtEl>
                                        <p:attrNameLst>
                                          <p:attrName>style.visibility</p:attrName>
                                        </p:attrNameLst>
                                      </p:cBhvr>
                                      <p:to>
                                        <p:strVal val="visible"/>
                                      </p:to>
                                    </p:set>
                                    <p:animEffect transition="in" filter="wipe(left)">
                                      <p:cBhvr>
                                        <p:cTn id="22" dur="1000"/>
                                        <p:tgtEl>
                                          <p:spTgt spid="33"/>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nodeType="clickEffect">
                                  <p:stCondLst>
                                    <p:cond delay="0"/>
                                  </p:stCondLst>
                                  <p:childTnLst>
                                    <p:set>
                                      <p:cBhvr>
                                        <p:cTn id="26" dur="1" fill="hold">
                                          <p:stCondLst>
                                            <p:cond delay="0"/>
                                          </p:stCondLst>
                                        </p:cTn>
                                        <p:tgtEl>
                                          <p:spTgt spid="230402"/>
                                        </p:tgtEl>
                                        <p:attrNameLst>
                                          <p:attrName>style.visibility</p:attrName>
                                        </p:attrNameLst>
                                      </p:cBhvr>
                                      <p:to>
                                        <p:strVal val="visible"/>
                                      </p:to>
                                    </p:set>
                                    <p:animEffect transition="in" filter="wipe(up)">
                                      <p:cBhvr>
                                        <p:cTn id="27" dur="500"/>
                                        <p:tgtEl>
                                          <p:spTgt spid="230402"/>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35"/>
                                        </p:tgtEl>
                                        <p:attrNameLst>
                                          <p:attrName>style.visibility</p:attrName>
                                        </p:attrNameLst>
                                      </p:cBhvr>
                                      <p:to>
                                        <p:strVal val="visible"/>
                                      </p:to>
                                    </p:set>
                                    <p:animEffect transition="in" filter="wipe(left)">
                                      <p:cBhvr>
                                        <p:cTn id="32" dur="1000"/>
                                        <p:tgtEl>
                                          <p:spTgt spid="35"/>
                                        </p:tgtEl>
                                      </p:cBhvr>
                                    </p:animEffect>
                                  </p:childTnLst>
                                </p:cTn>
                              </p:par>
                            </p:childTnLst>
                          </p:cTn>
                        </p:par>
                      </p:childTnLst>
                    </p:cTn>
                  </p:par>
                  <p:par>
                    <p:cTn id="33" fill="hold">
                      <p:stCondLst>
                        <p:cond delay="indefinite"/>
                      </p:stCondLst>
                      <p:childTnLst>
                        <p:par>
                          <p:cTn id="34" fill="hold">
                            <p:stCondLst>
                              <p:cond delay="0"/>
                            </p:stCondLst>
                            <p:childTnLst>
                              <p:par>
                                <p:cTn id="35" presetID="18" presetClass="entr" presetSubtype="9" fill="hold" nodeType="clickEffect">
                                  <p:stCondLst>
                                    <p:cond delay="0"/>
                                  </p:stCondLst>
                                  <p:childTnLst>
                                    <p:set>
                                      <p:cBhvr>
                                        <p:cTn id="36" dur="1" fill="hold">
                                          <p:stCondLst>
                                            <p:cond delay="0"/>
                                          </p:stCondLst>
                                        </p:cTn>
                                        <p:tgtEl>
                                          <p:spTgt spid="230417"/>
                                        </p:tgtEl>
                                        <p:attrNameLst>
                                          <p:attrName>style.visibility</p:attrName>
                                        </p:attrNameLst>
                                      </p:cBhvr>
                                      <p:to>
                                        <p:strVal val="visible"/>
                                      </p:to>
                                    </p:set>
                                    <p:animEffect transition="in" filter="strips(upLeft)">
                                      <p:cBhvr>
                                        <p:cTn id="37" dur="500"/>
                                        <p:tgtEl>
                                          <p:spTgt spid="230417"/>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1" fill="hold" nodeType="clickEffect">
                                  <p:stCondLst>
                                    <p:cond delay="0"/>
                                  </p:stCondLst>
                                  <p:childTnLst>
                                    <p:set>
                                      <p:cBhvr>
                                        <p:cTn id="41" dur="1" fill="hold">
                                          <p:stCondLst>
                                            <p:cond delay="0"/>
                                          </p:stCondLst>
                                        </p:cTn>
                                        <p:tgtEl>
                                          <p:spTgt spid="230414"/>
                                        </p:tgtEl>
                                        <p:attrNameLst>
                                          <p:attrName>style.visibility</p:attrName>
                                        </p:attrNameLst>
                                      </p:cBhvr>
                                      <p:to>
                                        <p:strVal val="visible"/>
                                      </p:to>
                                    </p:set>
                                    <p:animEffect transition="in" filter="wipe(up)">
                                      <p:cBhvr>
                                        <p:cTn id="42" dur="500"/>
                                        <p:tgtEl>
                                          <p:spTgt spid="230414"/>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32"/>
                                        </p:tgtEl>
                                        <p:attrNameLst>
                                          <p:attrName>style.visibility</p:attrName>
                                        </p:attrNameLst>
                                      </p:cBhvr>
                                      <p:to>
                                        <p:strVal val="visible"/>
                                      </p:to>
                                    </p:set>
                                    <p:animEffect transition="in" filter="wipe(left)">
                                      <p:cBhvr>
                                        <p:cTn id="47" dur="1000"/>
                                        <p:tgtEl>
                                          <p:spTgt spid="32"/>
                                        </p:tgtEl>
                                      </p:cBhvr>
                                    </p:animEffect>
                                  </p:childTnLst>
                                </p:cTn>
                              </p:par>
                            </p:childTnLst>
                          </p:cTn>
                        </p:par>
                      </p:childTnLst>
                    </p:cTn>
                  </p:par>
                  <p:par>
                    <p:cTn id="48" fill="hold">
                      <p:stCondLst>
                        <p:cond delay="indefinite"/>
                      </p:stCondLst>
                      <p:childTnLst>
                        <p:par>
                          <p:cTn id="49" fill="hold">
                            <p:stCondLst>
                              <p:cond delay="0"/>
                            </p:stCondLst>
                            <p:childTnLst>
                              <p:par>
                                <p:cTn id="50" presetID="18" presetClass="entr" presetSubtype="3" fill="hold" nodeType="clickEffect">
                                  <p:stCondLst>
                                    <p:cond delay="0"/>
                                  </p:stCondLst>
                                  <p:childTnLst>
                                    <p:set>
                                      <p:cBhvr>
                                        <p:cTn id="51" dur="1" fill="hold">
                                          <p:stCondLst>
                                            <p:cond delay="0"/>
                                          </p:stCondLst>
                                        </p:cTn>
                                        <p:tgtEl>
                                          <p:spTgt spid="230412"/>
                                        </p:tgtEl>
                                        <p:attrNameLst>
                                          <p:attrName>style.visibility</p:attrName>
                                        </p:attrNameLst>
                                      </p:cBhvr>
                                      <p:to>
                                        <p:strVal val="visible"/>
                                      </p:to>
                                    </p:set>
                                    <p:animEffect transition="in" filter="strips(upRight)">
                                      <p:cBhvr>
                                        <p:cTn id="52" dur="500"/>
                                        <p:tgtEl>
                                          <p:spTgt spid="230412"/>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1" fill="hold" nodeType="clickEffect">
                                  <p:stCondLst>
                                    <p:cond delay="0"/>
                                  </p:stCondLst>
                                  <p:childTnLst>
                                    <p:set>
                                      <p:cBhvr>
                                        <p:cTn id="56" dur="1" fill="hold">
                                          <p:stCondLst>
                                            <p:cond delay="0"/>
                                          </p:stCondLst>
                                        </p:cTn>
                                        <p:tgtEl>
                                          <p:spTgt spid="230409"/>
                                        </p:tgtEl>
                                        <p:attrNameLst>
                                          <p:attrName>style.visibility</p:attrName>
                                        </p:attrNameLst>
                                      </p:cBhvr>
                                      <p:to>
                                        <p:strVal val="visible"/>
                                      </p:to>
                                    </p:set>
                                    <p:animEffect transition="in" filter="wipe(up)">
                                      <p:cBhvr>
                                        <p:cTn id="57" dur="500"/>
                                        <p:tgtEl>
                                          <p:spTgt spid="230409"/>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nodeType="clickEffect">
                                  <p:stCondLst>
                                    <p:cond delay="0"/>
                                  </p:stCondLst>
                                  <p:childTnLst>
                                    <p:set>
                                      <p:cBhvr>
                                        <p:cTn id="61" dur="1" fill="hold">
                                          <p:stCondLst>
                                            <p:cond delay="0"/>
                                          </p:stCondLst>
                                        </p:cTn>
                                        <p:tgtEl>
                                          <p:spTgt spid="2"/>
                                        </p:tgtEl>
                                        <p:attrNameLst>
                                          <p:attrName>style.visibility</p:attrName>
                                        </p:attrNameLst>
                                      </p:cBhvr>
                                      <p:to>
                                        <p:strVal val="visible"/>
                                      </p:to>
                                    </p:set>
                                    <p:animEffect transition="in" filter="wipe(left)">
                                      <p:cBhvr>
                                        <p:cTn id="62" dur="1500"/>
                                        <p:tgtEl>
                                          <p:spTgt spid="2"/>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4" fill="hold" grpId="0" nodeType="clickEffect">
                                  <p:stCondLst>
                                    <p:cond delay="0"/>
                                  </p:stCondLst>
                                  <p:childTnLst>
                                    <p:set>
                                      <p:cBhvr>
                                        <p:cTn id="66" dur="1" fill="hold">
                                          <p:stCondLst>
                                            <p:cond delay="0"/>
                                          </p:stCondLst>
                                        </p:cTn>
                                        <p:tgtEl>
                                          <p:spTgt spid="230413"/>
                                        </p:tgtEl>
                                        <p:attrNameLst>
                                          <p:attrName>style.visibility</p:attrName>
                                        </p:attrNameLst>
                                      </p:cBhvr>
                                      <p:to>
                                        <p:strVal val="visible"/>
                                      </p:to>
                                    </p:set>
                                    <p:animEffect transition="in" filter="wipe(down)">
                                      <p:cBhvr>
                                        <p:cTn id="67" dur="500"/>
                                        <p:tgtEl>
                                          <p:spTgt spid="2304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0413"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27332" name="Object 4"/>
          <p:cNvGraphicFramePr>
            <a:graphicFrameLocks noChangeAspect="1"/>
          </p:cNvGraphicFramePr>
          <p:nvPr>
            <p:extLst/>
          </p:nvPr>
        </p:nvGraphicFramePr>
        <p:xfrm>
          <a:off x="1449809" y="410487"/>
          <a:ext cx="9375775" cy="1101725"/>
        </p:xfrm>
        <a:graphic>
          <a:graphicData uri="http://schemas.openxmlformats.org/presentationml/2006/ole">
            <mc:AlternateContent xmlns:mc="http://schemas.openxmlformats.org/markup-compatibility/2006">
              <mc:Choice xmlns:v="urn:schemas-microsoft-com:vml" Requires="v">
                <p:oleObj spid="_x0000_s27710" name="Equation" r:id="rId3" imgW="3987720" imgH="469800" progId="Equation.DSMT4">
                  <p:embed/>
                </p:oleObj>
              </mc:Choice>
              <mc:Fallback>
                <p:oleObj name="Equation" r:id="rId3" imgW="3987720" imgH="469800" progId="Equation.DSMT4">
                  <p:embed/>
                  <p:pic>
                    <p:nvPicPr>
                      <p:cNvPr id="0" name=""/>
                      <p:cNvPicPr>
                        <a:picLocks noChangeAspect="1" noChangeArrowheads="1"/>
                      </p:cNvPicPr>
                      <p:nvPr/>
                    </p:nvPicPr>
                    <p:blipFill>
                      <a:blip r:embed="rId4"/>
                      <a:srcRect/>
                      <a:stretch>
                        <a:fillRect/>
                      </a:stretch>
                    </p:blipFill>
                    <p:spPr bwMode="auto">
                      <a:xfrm>
                        <a:off x="1449809" y="410487"/>
                        <a:ext cx="9375775" cy="1101725"/>
                      </a:xfrm>
                      <a:prstGeom prst="rect">
                        <a:avLst/>
                      </a:prstGeom>
                      <a:noFill/>
                      <a:ln w="38100" cmpd="thickThin">
                        <a:solidFill>
                          <a:srgbClr val="FF0000"/>
                        </a:solidFill>
                      </a:ln>
                      <a:effectLst/>
                      <a:extLst/>
                    </p:spPr>
                  </p:pic>
                </p:oleObj>
              </mc:Fallback>
            </mc:AlternateContent>
          </a:graphicData>
        </a:graphic>
      </p:graphicFrame>
      <p:graphicFrame>
        <p:nvGraphicFramePr>
          <p:cNvPr id="227333" name="Object 5"/>
          <p:cNvGraphicFramePr>
            <a:graphicFrameLocks noChangeAspect="1"/>
          </p:cNvGraphicFramePr>
          <p:nvPr>
            <p:extLst/>
          </p:nvPr>
        </p:nvGraphicFramePr>
        <p:xfrm>
          <a:off x="1610361" y="1615328"/>
          <a:ext cx="3754741" cy="460556"/>
        </p:xfrm>
        <a:graphic>
          <a:graphicData uri="http://schemas.openxmlformats.org/presentationml/2006/ole">
            <mc:AlternateContent xmlns:mc="http://schemas.openxmlformats.org/markup-compatibility/2006">
              <mc:Choice xmlns:v="urn:schemas-microsoft-com:vml" Requires="v">
                <p:oleObj spid="_x0000_s27711" name="Equation" r:id="rId5" imgW="1765080" imgH="215640" progId="Equation.DSMT4">
                  <p:embed/>
                </p:oleObj>
              </mc:Choice>
              <mc:Fallback>
                <p:oleObj name="Equation" r:id="rId5" imgW="1765080" imgH="215640" progId="Equation.DSMT4">
                  <p:embed/>
                  <p:pic>
                    <p:nvPicPr>
                      <p:cNvPr id="0" name=""/>
                      <p:cNvPicPr>
                        <a:picLocks noChangeAspect="1" noChangeArrowheads="1"/>
                      </p:cNvPicPr>
                      <p:nvPr/>
                    </p:nvPicPr>
                    <p:blipFill>
                      <a:blip r:embed="rId6"/>
                      <a:srcRect/>
                      <a:stretch>
                        <a:fillRect/>
                      </a:stretch>
                    </p:blipFill>
                    <p:spPr bwMode="auto">
                      <a:xfrm>
                        <a:off x="1610361" y="1615328"/>
                        <a:ext cx="3754741" cy="460556"/>
                      </a:xfrm>
                      <a:prstGeom prst="rect">
                        <a:avLst/>
                      </a:prstGeom>
                      <a:solidFill>
                        <a:srgbClr val="FFC000"/>
                      </a:solidFill>
                      <a:ln>
                        <a:noFill/>
                      </a:ln>
                      <a:effectLst/>
                      <a:extLst/>
                    </p:spPr>
                  </p:pic>
                </p:oleObj>
              </mc:Fallback>
            </mc:AlternateContent>
          </a:graphicData>
        </a:graphic>
      </p:graphicFrame>
      <p:graphicFrame>
        <p:nvGraphicFramePr>
          <p:cNvPr id="227334" name="Object 6"/>
          <p:cNvGraphicFramePr>
            <a:graphicFrameLocks noChangeAspect="1"/>
          </p:cNvGraphicFramePr>
          <p:nvPr>
            <p:extLst/>
          </p:nvPr>
        </p:nvGraphicFramePr>
        <p:xfrm>
          <a:off x="1927577" y="2481787"/>
          <a:ext cx="2936172" cy="624981"/>
        </p:xfrm>
        <a:graphic>
          <a:graphicData uri="http://schemas.openxmlformats.org/presentationml/2006/ole">
            <mc:AlternateContent xmlns:mc="http://schemas.openxmlformats.org/markup-compatibility/2006">
              <mc:Choice xmlns:v="urn:schemas-microsoft-com:vml" Requires="v">
                <p:oleObj spid="_x0000_s27712" name="Equation" r:id="rId7" imgW="1371600" imgH="291960" progId="Equation.DSMT4">
                  <p:embed/>
                </p:oleObj>
              </mc:Choice>
              <mc:Fallback>
                <p:oleObj name="Equation" r:id="rId7" imgW="1371600" imgH="291960" progId="Equation.DSMT4">
                  <p:embed/>
                  <p:pic>
                    <p:nvPicPr>
                      <p:cNvPr id="0" name=""/>
                      <p:cNvPicPr>
                        <a:picLocks noChangeAspect="1" noChangeArrowheads="1"/>
                      </p:cNvPicPr>
                      <p:nvPr/>
                    </p:nvPicPr>
                    <p:blipFill>
                      <a:blip r:embed="rId8"/>
                      <a:srcRect/>
                      <a:stretch>
                        <a:fillRect/>
                      </a:stretch>
                    </p:blipFill>
                    <p:spPr bwMode="auto">
                      <a:xfrm>
                        <a:off x="1927577" y="2481787"/>
                        <a:ext cx="2936172" cy="624981"/>
                      </a:xfrm>
                      <a:prstGeom prst="rect">
                        <a:avLst/>
                      </a:prstGeom>
                      <a:noFill/>
                      <a:ln>
                        <a:noFill/>
                      </a:ln>
                      <a:effectLst/>
                      <a:extLst/>
                    </p:spPr>
                  </p:pic>
                </p:oleObj>
              </mc:Fallback>
            </mc:AlternateContent>
          </a:graphicData>
        </a:graphic>
      </p:graphicFrame>
      <p:graphicFrame>
        <p:nvGraphicFramePr>
          <p:cNvPr id="227335" name="Object 7"/>
          <p:cNvGraphicFramePr>
            <a:graphicFrameLocks noChangeAspect="1"/>
          </p:cNvGraphicFramePr>
          <p:nvPr>
            <p:extLst/>
          </p:nvPr>
        </p:nvGraphicFramePr>
        <p:xfrm>
          <a:off x="1534448" y="3628001"/>
          <a:ext cx="3543300" cy="933450"/>
        </p:xfrm>
        <a:graphic>
          <a:graphicData uri="http://schemas.openxmlformats.org/presentationml/2006/ole">
            <mc:AlternateContent xmlns:mc="http://schemas.openxmlformats.org/markup-compatibility/2006">
              <mc:Choice xmlns:v="urn:schemas-microsoft-com:vml" Requires="v">
                <p:oleObj spid="_x0000_s27713" name="Equation" r:id="rId9" imgW="1638000" imgH="431640" progId="Equation.DSMT4">
                  <p:embed/>
                </p:oleObj>
              </mc:Choice>
              <mc:Fallback>
                <p:oleObj name="Equation" r:id="rId9" imgW="1638000" imgH="431640" progId="Equation.DSMT4">
                  <p:embed/>
                  <p:pic>
                    <p:nvPicPr>
                      <p:cNvPr id="0" name=""/>
                      <p:cNvPicPr>
                        <a:picLocks noChangeAspect="1" noChangeArrowheads="1"/>
                      </p:cNvPicPr>
                      <p:nvPr/>
                    </p:nvPicPr>
                    <p:blipFill>
                      <a:blip r:embed="rId10"/>
                      <a:srcRect/>
                      <a:stretch>
                        <a:fillRect/>
                      </a:stretch>
                    </p:blipFill>
                    <p:spPr bwMode="auto">
                      <a:xfrm>
                        <a:off x="1534448" y="3628001"/>
                        <a:ext cx="3543300" cy="933450"/>
                      </a:xfrm>
                      <a:prstGeom prst="rect">
                        <a:avLst/>
                      </a:prstGeom>
                      <a:solidFill>
                        <a:srgbClr val="FFC000"/>
                      </a:solidFill>
                      <a:ln>
                        <a:noFill/>
                      </a:ln>
                      <a:effectLst/>
                      <a:extLst/>
                    </p:spPr>
                  </p:pic>
                </p:oleObj>
              </mc:Fallback>
            </mc:AlternateContent>
          </a:graphicData>
        </a:graphic>
      </p:graphicFrame>
      <p:sp>
        <p:nvSpPr>
          <p:cNvPr id="2" name="流程图: 决策 1"/>
          <p:cNvSpPr/>
          <p:nvPr/>
        </p:nvSpPr>
        <p:spPr>
          <a:xfrm>
            <a:off x="1143056" y="2116315"/>
            <a:ext cx="4505214" cy="1402055"/>
          </a:xfrm>
          <a:prstGeom prst="flowChartDecision">
            <a:avLst/>
          </a:prstGeom>
          <a:noFill/>
          <a:ln w="158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11" name="Object 7"/>
          <p:cNvGraphicFramePr>
            <a:graphicFrameLocks noChangeAspect="1"/>
          </p:cNvGraphicFramePr>
          <p:nvPr>
            <p:extLst/>
          </p:nvPr>
        </p:nvGraphicFramePr>
        <p:xfrm>
          <a:off x="8935974" y="4368964"/>
          <a:ext cx="2981424" cy="875573"/>
        </p:xfrm>
        <a:graphic>
          <a:graphicData uri="http://schemas.openxmlformats.org/presentationml/2006/ole">
            <mc:AlternateContent xmlns:mc="http://schemas.openxmlformats.org/markup-compatibility/2006">
              <mc:Choice xmlns:v="urn:schemas-microsoft-com:vml" Requires="v">
                <p:oleObj spid="_x0000_s27714" name="Equation" r:id="rId11" imgW="1688760" imgH="469800" progId="Equation.DSMT4">
                  <p:embed/>
                </p:oleObj>
              </mc:Choice>
              <mc:Fallback>
                <p:oleObj name="Equation" r:id="rId11" imgW="1688760" imgH="469800" progId="Equation.DSMT4">
                  <p:embed/>
                  <p:pic>
                    <p:nvPicPr>
                      <p:cNvPr id="0" name=""/>
                      <p:cNvPicPr>
                        <a:picLocks noChangeAspect="1" noChangeArrowheads="1"/>
                      </p:cNvPicPr>
                      <p:nvPr/>
                    </p:nvPicPr>
                    <p:blipFill>
                      <a:blip r:embed="rId12"/>
                      <a:srcRect/>
                      <a:stretch>
                        <a:fillRect/>
                      </a:stretch>
                    </p:blipFill>
                    <p:spPr bwMode="auto">
                      <a:xfrm>
                        <a:off x="8935974" y="4368964"/>
                        <a:ext cx="2981424" cy="875573"/>
                      </a:xfrm>
                      <a:prstGeom prst="rect">
                        <a:avLst/>
                      </a:prstGeom>
                      <a:noFill/>
                      <a:ln w="15875">
                        <a:solidFill>
                          <a:srgbClr val="FF0000"/>
                        </a:solidFill>
                      </a:ln>
                      <a:effectLst/>
                      <a:extLst/>
                    </p:spPr>
                  </p:pic>
                </p:oleObj>
              </mc:Fallback>
            </mc:AlternateContent>
          </a:graphicData>
        </a:graphic>
      </p:graphicFrame>
      <p:cxnSp>
        <p:nvCxnSpPr>
          <p:cNvPr id="4" name="直接箭头连接符 3"/>
          <p:cNvCxnSpPr/>
          <p:nvPr/>
        </p:nvCxnSpPr>
        <p:spPr>
          <a:xfrm flipV="1">
            <a:off x="5699930" y="2329539"/>
            <a:ext cx="1175689" cy="461713"/>
          </a:xfrm>
          <a:prstGeom prst="straightConnector1">
            <a:avLst/>
          </a:prstGeom>
          <a:ln w="158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8" name="直接箭头连接符 7"/>
          <p:cNvCxnSpPr/>
          <p:nvPr/>
        </p:nvCxnSpPr>
        <p:spPr>
          <a:xfrm>
            <a:off x="5694410" y="2833460"/>
            <a:ext cx="1206449" cy="430106"/>
          </a:xfrm>
          <a:prstGeom prst="straightConnector1">
            <a:avLst/>
          </a:prstGeom>
          <a:ln w="158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0" name="文本框 9"/>
          <p:cNvSpPr txBox="1"/>
          <p:nvPr/>
        </p:nvSpPr>
        <p:spPr>
          <a:xfrm>
            <a:off x="5839504" y="2246521"/>
            <a:ext cx="442750" cy="400110"/>
          </a:xfrm>
          <a:prstGeom prst="rect">
            <a:avLst/>
          </a:prstGeom>
          <a:noFill/>
        </p:spPr>
        <p:txBody>
          <a:bodyPr wrap="none" rtlCol="0">
            <a:spAutoFit/>
          </a:bodyPr>
          <a:lstStyle/>
          <a:p>
            <a:r>
              <a:rPr lang="zh-CN" altLang="en-US" sz="2000" b="1" dirty="0" smtClean="0">
                <a:solidFill>
                  <a:srgbClr val="0000CC"/>
                </a:solidFill>
              </a:rPr>
              <a:t>是</a:t>
            </a:r>
            <a:endParaRPr lang="zh-CN" altLang="en-US" sz="2000" b="1" dirty="0">
              <a:solidFill>
                <a:srgbClr val="0000CC"/>
              </a:solidFill>
            </a:endParaRPr>
          </a:p>
        </p:txBody>
      </p:sp>
      <p:sp>
        <p:nvSpPr>
          <p:cNvPr id="12" name="文本框 11"/>
          <p:cNvSpPr txBox="1"/>
          <p:nvPr/>
        </p:nvSpPr>
        <p:spPr>
          <a:xfrm>
            <a:off x="5917123" y="3007679"/>
            <a:ext cx="441146" cy="400110"/>
          </a:xfrm>
          <a:prstGeom prst="rect">
            <a:avLst/>
          </a:prstGeom>
          <a:noFill/>
        </p:spPr>
        <p:txBody>
          <a:bodyPr wrap="none" rtlCol="0">
            <a:spAutoFit/>
          </a:bodyPr>
          <a:lstStyle/>
          <a:p>
            <a:r>
              <a:rPr lang="zh-CN" altLang="en-US" sz="2000" b="1" dirty="0" smtClean="0">
                <a:solidFill>
                  <a:srgbClr val="0000CC"/>
                </a:solidFill>
              </a:rPr>
              <a:t>否</a:t>
            </a:r>
            <a:endParaRPr lang="zh-CN" altLang="en-US" sz="2000" b="1" dirty="0">
              <a:solidFill>
                <a:srgbClr val="0000CC"/>
              </a:solidFill>
            </a:endParaRPr>
          </a:p>
        </p:txBody>
      </p:sp>
      <p:graphicFrame>
        <p:nvGraphicFramePr>
          <p:cNvPr id="21" name="Object 7"/>
          <p:cNvGraphicFramePr>
            <a:graphicFrameLocks noChangeAspect="1"/>
          </p:cNvGraphicFramePr>
          <p:nvPr>
            <p:extLst/>
          </p:nvPr>
        </p:nvGraphicFramePr>
        <p:xfrm>
          <a:off x="6946999" y="2101652"/>
          <a:ext cx="2663166" cy="442366"/>
        </p:xfrm>
        <a:graphic>
          <a:graphicData uri="http://schemas.openxmlformats.org/presentationml/2006/ole">
            <mc:AlternateContent xmlns:mc="http://schemas.openxmlformats.org/markup-compatibility/2006">
              <mc:Choice xmlns:v="urn:schemas-microsoft-com:vml" Requires="v">
                <p:oleObj spid="_x0000_s27715" name="Equation" r:id="rId13" imgW="1295280" imgH="215640" progId="Equation.DSMT4">
                  <p:embed/>
                </p:oleObj>
              </mc:Choice>
              <mc:Fallback>
                <p:oleObj name="Equation" r:id="rId13" imgW="1295280" imgH="215640" progId="Equation.DSMT4">
                  <p:embed/>
                  <p:pic>
                    <p:nvPicPr>
                      <p:cNvPr id="0" name=""/>
                      <p:cNvPicPr>
                        <a:picLocks noChangeAspect="1" noChangeArrowheads="1"/>
                      </p:cNvPicPr>
                      <p:nvPr/>
                    </p:nvPicPr>
                    <p:blipFill>
                      <a:blip r:embed="rId14"/>
                      <a:srcRect/>
                      <a:stretch>
                        <a:fillRect/>
                      </a:stretch>
                    </p:blipFill>
                    <p:spPr bwMode="auto">
                      <a:xfrm>
                        <a:off x="6946999" y="2101652"/>
                        <a:ext cx="2663166" cy="442366"/>
                      </a:xfrm>
                      <a:prstGeom prst="rect">
                        <a:avLst/>
                      </a:prstGeom>
                      <a:noFill/>
                      <a:ln w="19050">
                        <a:solidFill>
                          <a:srgbClr val="FF0000"/>
                        </a:solidFill>
                      </a:ln>
                      <a:effectLst/>
                      <a:extLst/>
                    </p:spPr>
                  </p:pic>
                </p:oleObj>
              </mc:Fallback>
            </mc:AlternateContent>
          </a:graphicData>
        </a:graphic>
      </p:graphicFrame>
      <p:graphicFrame>
        <p:nvGraphicFramePr>
          <p:cNvPr id="22" name="Object 7"/>
          <p:cNvGraphicFramePr>
            <a:graphicFrameLocks noChangeAspect="1"/>
          </p:cNvGraphicFramePr>
          <p:nvPr>
            <p:extLst/>
          </p:nvPr>
        </p:nvGraphicFramePr>
        <p:xfrm>
          <a:off x="6946999" y="2998680"/>
          <a:ext cx="2734883" cy="406245"/>
        </p:xfrm>
        <a:graphic>
          <a:graphicData uri="http://schemas.openxmlformats.org/presentationml/2006/ole">
            <mc:AlternateContent xmlns:mc="http://schemas.openxmlformats.org/markup-compatibility/2006">
              <mc:Choice xmlns:v="urn:schemas-microsoft-com:vml" Requires="v">
                <p:oleObj spid="_x0000_s27716" name="Equation" r:id="rId15" imgW="1447560" imgH="215640" progId="Equation.DSMT4">
                  <p:embed/>
                </p:oleObj>
              </mc:Choice>
              <mc:Fallback>
                <p:oleObj name="Equation" r:id="rId15" imgW="1447560" imgH="215640" progId="Equation.DSMT4">
                  <p:embed/>
                  <p:pic>
                    <p:nvPicPr>
                      <p:cNvPr id="0" name=""/>
                      <p:cNvPicPr>
                        <a:picLocks noChangeAspect="1" noChangeArrowheads="1"/>
                      </p:cNvPicPr>
                      <p:nvPr/>
                    </p:nvPicPr>
                    <p:blipFill>
                      <a:blip r:embed="rId16"/>
                      <a:srcRect/>
                      <a:stretch>
                        <a:fillRect/>
                      </a:stretch>
                    </p:blipFill>
                    <p:spPr bwMode="auto">
                      <a:xfrm>
                        <a:off x="6946999" y="2998680"/>
                        <a:ext cx="2734883" cy="406245"/>
                      </a:xfrm>
                      <a:prstGeom prst="rect">
                        <a:avLst/>
                      </a:prstGeom>
                      <a:noFill/>
                      <a:ln w="19050">
                        <a:solidFill>
                          <a:srgbClr val="FF0000"/>
                        </a:solidFill>
                      </a:ln>
                      <a:effectLst/>
                      <a:extLst/>
                    </p:spPr>
                  </p:pic>
                </p:oleObj>
              </mc:Fallback>
            </mc:AlternateContent>
          </a:graphicData>
        </a:graphic>
      </p:graphicFrame>
      <p:graphicFrame>
        <p:nvGraphicFramePr>
          <p:cNvPr id="23" name="Object 6"/>
          <p:cNvGraphicFramePr>
            <a:graphicFrameLocks noChangeAspect="1"/>
          </p:cNvGraphicFramePr>
          <p:nvPr>
            <p:extLst/>
          </p:nvPr>
        </p:nvGraphicFramePr>
        <p:xfrm>
          <a:off x="1542235" y="4818244"/>
          <a:ext cx="2796684" cy="829886"/>
        </p:xfrm>
        <a:graphic>
          <a:graphicData uri="http://schemas.openxmlformats.org/presentationml/2006/ole">
            <mc:AlternateContent xmlns:mc="http://schemas.openxmlformats.org/markup-compatibility/2006">
              <mc:Choice xmlns:v="urn:schemas-microsoft-com:vml" Requires="v">
                <p:oleObj spid="_x0000_s27717" name="Equation" r:id="rId17" imgW="1371600" imgH="406080" progId="Equation.DSMT4">
                  <p:embed/>
                </p:oleObj>
              </mc:Choice>
              <mc:Fallback>
                <p:oleObj name="Equation" r:id="rId17" imgW="1371600" imgH="406080" progId="Equation.DSMT4">
                  <p:embed/>
                  <p:pic>
                    <p:nvPicPr>
                      <p:cNvPr id="0" name=""/>
                      <p:cNvPicPr>
                        <a:picLocks noChangeAspect="1" noChangeArrowheads="1"/>
                      </p:cNvPicPr>
                      <p:nvPr/>
                    </p:nvPicPr>
                    <p:blipFill>
                      <a:blip r:embed="rId18"/>
                      <a:srcRect/>
                      <a:stretch>
                        <a:fillRect/>
                      </a:stretch>
                    </p:blipFill>
                    <p:spPr bwMode="auto">
                      <a:xfrm>
                        <a:off x="1542235" y="4818244"/>
                        <a:ext cx="2796684" cy="829886"/>
                      </a:xfrm>
                      <a:prstGeom prst="rect">
                        <a:avLst/>
                      </a:prstGeom>
                      <a:noFill/>
                      <a:ln>
                        <a:noFill/>
                      </a:ln>
                      <a:effectLst/>
                      <a:extLst/>
                    </p:spPr>
                  </p:pic>
                </p:oleObj>
              </mc:Fallback>
            </mc:AlternateContent>
          </a:graphicData>
        </a:graphic>
      </p:graphicFrame>
      <p:sp>
        <p:nvSpPr>
          <p:cNvPr id="24" name="流程图: 决策 23"/>
          <p:cNvSpPr/>
          <p:nvPr/>
        </p:nvSpPr>
        <p:spPr>
          <a:xfrm>
            <a:off x="786032" y="4589163"/>
            <a:ext cx="4181208" cy="1408225"/>
          </a:xfrm>
          <a:prstGeom prst="flowChartDecision">
            <a:avLst/>
          </a:prstGeom>
          <a:noFill/>
          <a:ln w="158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5" name="直接箭头连接符 24"/>
          <p:cNvCxnSpPr/>
          <p:nvPr/>
        </p:nvCxnSpPr>
        <p:spPr>
          <a:xfrm flipV="1">
            <a:off x="5012858" y="4925885"/>
            <a:ext cx="1012072" cy="363271"/>
          </a:xfrm>
          <a:prstGeom prst="straightConnector1">
            <a:avLst/>
          </a:prstGeom>
          <a:ln w="158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6" name="直接箭头连接符 25"/>
          <p:cNvCxnSpPr/>
          <p:nvPr/>
        </p:nvCxnSpPr>
        <p:spPr>
          <a:xfrm>
            <a:off x="5018764" y="5316430"/>
            <a:ext cx="1017566" cy="384373"/>
          </a:xfrm>
          <a:prstGeom prst="straightConnector1">
            <a:avLst/>
          </a:prstGeom>
          <a:ln w="158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7" name="文本框 26"/>
          <p:cNvSpPr txBox="1"/>
          <p:nvPr/>
        </p:nvSpPr>
        <p:spPr>
          <a:xfrm>
            <a:off x="5050438" y="4780579"/>
            <a:ext cx="442750" cy="400110"/>
          </a:xfrm>
          <a:prstGeom prst="rect">
            <a:avLst/>
          </a:prstGeom>
          <a:noFill/>
        </p:spPr>
        <p:txBody>
          <a:bodyPr wrap="none" rtlCol="0">
            <a:spAutoFit/>
          </a:bodyPr>
          <a:lstStyle/>
          <a:p>
            <a:r>
              <a:rPr lang="zh-CN" altLang="en-US" sz="2000" b="1" dirty="0" smtClean="0">
                <a:solidFill>
                  <a:srgbClr val="0000CC"/>
                </a:solidFill>
              </a:rPr>
              <a:t>是</a:t>
            </a:r>
            <a:endParaRPr lang="zh-CN" altLang="en-US" sz="2000" b="1" dirty="0">
              <a:solidFill>
                <a:srgbClr val="0000CC"/>
              </a:solidFill>
            </a:endParaRPr>
          </a:p>
        </p:txBody>
      </p:sp>
      <p:sp>
        <p:nvSpPr>
          <p:cNvPr id="28" name="文本框 27"/>
          <p:cNvSpPr txBox="1"/>
          <p:nvPr/>
        </p:nvSpPr>
        <p:spPr>
          <a:xfrm>
            <a:off x="5077748" y="5401030"/>
            <a:ext cx="441146" cy="400110"/>
          </a:xfrm>
          <a:prstGeom prst="rect">
            <a:avLst/>
          </a:prstGeom>
          <a:noFill/>
        </p:spPr>
        <p:txBody>
          <a:bodyPr wrap="none" rtlCol="0">
            <a:spAutoFit/>
          </a:bodyPr>
          <a:lstStyle/>
          <a:p>
            <a:r>
              <a:rPr lang="zh-CN" altLang="en-US" sz="2000" b="1" dirty="0" smtClean="0">
                <a:solidFill>
                  <a:srgbClr val="0000CC"/>
                </a:solidFill>
              </a:rPr>
              <a:t>否</a:t>
            </a:r>
            <a:endParaRPr lang="zh-CN" altLang="en-US" sz="2000" b="1" dirty="0">
              <a:solidFill>
                <a:srgbClr val="0000CC"/>
              </a:solidFill>
            </a:endParaRPr>
          </a:p>
        </p:txBody>
      </p:sp>
      <p:graphicFrame>
        <p:nvGraphicFramePr>
          <p:cNvPr id="29" name="Object 7"/>
          <p:cNvGraphicFramePr>
            <a:graphicFrameLocks noChangeAspect="1"/>
          </p:cNvGraphicFramePr>
          <p:nvPr>
            <p:extLst/>
          </p:nvPr>
        </p:nvGraphicFramePr>
        <p:xfrm>
          <a:off x="6111153" y="4425280"/>
          <a:ext cx="2025650" cy="811213"/>
        </p:xfrm>
        <a:graphic>
          <a:graphicData uri="http://schemas.openxmlformats.org/presentationml/2006/ole">
            <mc:AlternateContent xmlns:mc="http://schemas.openxmlformats.org/markup-compatibility/2006">
              <mc:Choice xmlns:v="urn:schemas-microsoft-com:vml" Requires="v">
                <p:oleObj spid="_x0000_s27718" name="Equation" r:id="rId19" imgW="1015920" imgH="406080" progId="Equation.DSMT4">
                  <p:embed/>
                </p:oleObj>
              </mc:Choice>
              <mc:Fallback>
                <p:oleObj name="Equation" r:id="rId19" imgW="1015920" imgH="406080" progId="Equation.DSMT4">
                  <p:embed/>
                  <p:pic>
                    <p:nvPicPr>
                      <p:cNvPr id="0" name=""/>
                      <p:cNvPicPr>
                        <a:picLocks noChangeAspect="1" noChangeArrowheads="1"/>
                      </p:cNvPicPr>
                      <p:nvPr/>
                    </p:nvPicPr>
                    <p:blipFill>
                      <a:blip r:embed="rId20"/>
                      <a:srcRect/>
                      <a:stretch>
                        <a:fillRect/>
                      </a:stretch>
                    </p:blipFill>
                    <p:spPr bwMode="auto">
                      <a:xfrm>
                        <a:off x="6111153" y="4425280"/>
                        <a:ext cx="2025650" cy="811213"/>
                      </a:xfrm>
                      <a:prstGeom prst="rect">
                        <a:avLst/>
                      </a:prstGeom>
                      <a:noFill/>
                      <a:ln w="19050">
                        <a:solidFill>
                          <a:srgbClr val="FF0000"/>
                        </a:solidFill>
                      </a:ln>
                      <a:effectLst/>
                      <a:extLst/>
                    </p:spPr>
                  </p:pic>
                </p:oleObj>
              </mc:Fallback>
            </mc:AlternateContent>
          </a:graphicData>
        </a:graphic>
      </p:graphicFrame>
      <p:graphicFrame>
        <p:nvGraphicFramePr>
          <p:cNvPr id="30" name="Object 7"/>
          <p:cNvGraphicFramePr>
            <a:graphicFrameLocks noChangeAspect="1"/>
          </p:cNvGraphicFramePr>
          <p:nvPr>
            <p:extLst/>
          </p:nvPr>
        </p:nvGraphicFramePr>
        <p:xfrm>
          <a:off x="6111153" y="5366257"/>
          <a:ext cx="2290926" cy="789974"/>
        </p:xfrm>
        <a:graphic>
          <a:graphicData uri="http://schemas.openxmlformats.org/presentationml/2006/ole">
            <mc:AlternateContent xmlns:mc="http://schemas.openxmlformats.org/markup-compatibility/2006">
              <mc:Choice xmlns:v="urn:schemas-microsoft-com:vml" Requires="v">
                <p:oleObj spid="_x0000_s27719" name="Equation" r:id="rId21" imgW="1180800" imgH="406080" progId="Equation.DSMT4">
                  <p:embed/>
                </p:oleObj>
              </mc:Choice>
              <mc:Fallback>
                <p:oleObj name="Equation" r:id="rId21" imgW="1180800" imgH="406080" progId="Equation.DSMT4">
                  <p:embed/>
                  <p:pic>
                    <p:nvPicPr>
                      <p:cNvPr id="0" name=""/>
                      <p:cNvPicPr>
                        <a:picLocks noChangeAspect="1" noChangeArrowheads="1"/>
                      </p:cNvPicPr>
                      <p:nvPr/>
                    </p:nvPicPr>
                    <p:blipFill>
                      <a:blip r:embed="rId22"/>
                      <a:srcRect/>
                      <a:stretch>
                        <a:fillRect/>
                      </a:stretch>
                    </p:blipFill>
                    <p:spPr bwMode="auto">
                      <a:xfrm>
                        <a:off x="6111153" y="5366257"/>
                        <a:ext cx="2290926" cy="789974"/>
                      </a:xfrm>
                      <a:prstGeom prst="rect">
                        <a:avLst/>
                      </a:prstGeom>
                      <a:noFill/>
                      <a:ln w="15875">
                        <a:solidFill>
                          <a:srgbClr val="FF0000"/>
                        </a:solidFill>
                      </a:ln>
                      <a:effectLst/>
                      <a:extLst/>
                    </p:spPr>
                  </p:pic>
                </p:oleObj>
              </mc:Fallback>
            </mc:AlternateContent>
          </a:graphicData>
        </a:graphic>
      </p:graphicFrame>
      <p:cxnSp>
        <p:nvCxnSpPr>
          <p:cNvPr id="5" name="直接箭头连接符 4"/>
          <p:cNvCxnSpPr/>
          <p:nvPr/>
        </p:nvCxnSpPr>
        <p:spPr>
          <a:xfrm flipV="1">
            <a:off x="8193420" y="4830886"/>
            <a:ext cx="685937" cy="9331"/>
          </a:xfrm>
          <a:prstGeom prst="straightConnector1">
            <a:avLst/>
          </a:prstGeom>
          <a:ln w="9525">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34536384"/>
      </p:ext>
    </p:extLst>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22" presetClass="entr" presetSubtype="8" fill="hold" nodeType="afterEffect">
                                  <p:stCondLst>
                                    <p:cond delay="0"/>
                                  </p:stCondLst>
                                  <p:childTnLst>
                                    <p:set>
                                      <p:cBhvr>
                                        <p:cTn id="6" dur="1" fill="hold">
                                          <p:stCondLst>
                                            <p:cond delay="0"/>
                                          </p:stCondLst>
                                        </p:cTn>
                                        <p:tgtEl>
                                          <p:spTgt spid="227333"/>
                                        </p:tgtEl>
                                        <p:attrNameLst>
                                          <p:attrName>style.visibility</p:attrName>
                                        </p:attrNameLst>
                                      </p:cBhvr>
                                      <p:to>
                                        <p:strVal val="visible"/>
                                      </p:to>
                                    </p:set>
                                    <p:animEffect transition="in" filter="wipe(left)">
                                      <p:cBhvr>
                                        <p:cTn id="7" dur="500"/>
                                        <p:tgtEl>
                                          <p:spTgt spid="22733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227334"/>
                                        </p:tgtEl>
                                        <p:attrNameLst>
                                          <p:attrName>style.visibility</p:attrName>
                                        </p:attrNameLst>
                                      </p:cBhvr>
                                      <p:to>
                                        <p:strVal val="visible"/>
                                      </p:to>
                                    </p:set>
                                    <p:animEffect transition="in" filter="wipe(left)">
                                      <p:cBhvr>
                                        <p:cTn id="12" dur="500"/>
                                        <p:tgtEl>
                                          <p:spTgt spid="22733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wipe(up)">
                                      <p:cBhvr>
                                        <p:cTn id="17" dur="500"/>
                                        <p:tgtEl>
                                          <p:spTgt spid="2"/>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grpId="0" nodeType="click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barn(inVertical)">
                                      <p:cBhvr>
                                        <p:cTn id="22" dur="500"/>
                                        <p:tgtEl>
                                          <p:spTgt spid="10"/>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nodeType="clickEffect">
                                  <p:stCondLst>
                                    <p:cond delay="0"/>
                                  </p:stCondLst>
                                  <p:childTnLst>
                                    <p:set>
                                      <p:cBhvr>
                                        <p:cTn id="26" dur="1" fill="hold">
                                          <p:stCondLst>
                                            <p:cond delay="0"/>
                                          </p:stCondLst>
                                        </p:cTn>
                                        <p:tgtEl>
                                          <p:spTgt spid="4"/>
                                        </p:tgtEl>
                                        <p:attrNameLst>
                                          <p:attrName>style.visibility</p:attrName>
                                        </p:attrNameLst>
                                      </p:cBhvr>
                                      <p:to>
                                        <p:strVal val="visible"/>
                                      </p:to>
                                    </p:set>
                                    <p:animEffect transition="in" filter="wipe(down)">
                                      <p:cBhvr>
                                        <p:cTn id="27" dur="500"/>
                                        <p:tgtEl>
                                          <p:spTgt spid="4"/>
                                        </p:tgtEl>
                                      </p:cBhvr>
                                    </p:animEffect>
                                  </p:childTnLst>
                                </p:cTn>
                              </p:par>
                            </p:childTnLst>
                          </p:cTn>
                        </p:par>
                        <p:par>
                          <p:cTn id="28" fill="hold">
                            <p:stCondLst>
                              <p:cond delay="500"/>
                            </p:stCondLst>
                            <p:childTnLst>
                              <p:par>
                                <p:cTn id="29" presetID="22" presetClass="entr" presetSubtype="8" fill="hold" nodeType="afterEffect">
                                  <p:stCondLst>
                                    <p:cond delay="0"/>
                                  </p:stCondLst>
                                  <p:childTnLst>
                                    <p:set>
                                      <p:cBhvr>
                                        <p:cTn id="30" dur="1" fill="hold">
                                          <p:stCondLst>
                                            <p:cond delay="0"/>
                                          </p:stCondLst>
                                        </p:cTn>
                                        <p:tgtEl>
                                          <p:spTgt spid="21"/>
                                        </p:tgtEl>
                                        <p:attrNameLst>
                                          <p:attrName>style.visibility</p:attrName>
                                        </p:attrNameLst>
                                      </p:cBhvr>
                                      <p:to>
                                        <p:strVal val="visible"/>
                                      </p:to>
                                    </p:set>
                                    <p:animEffect transition="in" filter="wipe(left)">
                                      <p:cBhvr>
                                        <p:cTn id="31" dur="500"/>
                                        <p:tgtEl>
                                          <p:spTgt spid="21"/>
                                        </p:tgtEl>
                                      </p:cBhvr>
                                    </p:animEffect>
                                  </p:childTnLst>
                                </p:cTn>
                              </p:par>
                            </p:childTnLst>
                          </p:cTn>
                        </p:par>
                      </p:childTnLst>
                    </p:cTn>
                  </p:par>
                  <p:par>
                    <p:cTn id="32" fill="hold">
                      <p:stCondLst>
                        <p:cond delay="indefinite"/>
                      </p:stCondLst>
                      <p:childTnLst>
                        <p:par>
                          <p:cTn id="33" fill="hold">
                            <p:stCondLst>
                              <p:cond delay="0"/>
                            </p:stCondLst>
                            <p:childTnLst>
                              <p:par>
                                <p:cTn id="34" presetID="16" presetClass="entr" presetSubtype="21" fill="hold" grpId="0" nodeType="clickEffect">
                                  <p:stCondLst>
                                    <p:cond delay="0"/>
                                  </p:stCondLst>
                                  <p:childTnLst>
                                    <p:set>
                                      <p:cBhvr>
                                        <p:cTn id="35" dur="1" fill="hold">
                                          <p:stCondLst>
                                            <p:cond delay="0"/>
                                          </p:stCondLst>
                                        </p:cTn>
                                        <p:tgtEl>
                                          <p:spTgt spid="12"/>
                                        </p:tgtEl>
                                        <p:attrNameLst>
                                          <p:attrName>style.visibility</p:attrName>
                                        </p:attrNameLst>
                                      </p:cBhvr>
                                      <p:to>
                                        <p:strVal val="visible"/>
                                      </p:to>
                                    </p:set>
                                    <p:animEffect transition="in" filter="barn(inVertical)">
                                      <p:cBhvr>
                                        <p:cTn id="36" dur="500"/>
                                        <p:tgtEl>
                                          <p:spTgt spid="12"/>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nodeType="clickEffect">
                                  <p:stCondLst>
                                    <p:cond delay="0"/>
                                  </p:stCondLst>
                                  <p:childTnLst>
                                    <p:set>
                                      <p:cBhvr>
                                        <p:cTn id="40" dur="1" fill="hold">
                                          <p:stCondLst>
                                            <p:cond delay="0"/>
                                          </p:stCondLst>
                                        </p:cTn>
                                        <p:tgtEl>
                                          <p:spTgt spid="8"/>
                                        </p:tgtEl>
                                        <p:attrNameLst>
                                          <p:attrName>style.visibility</p:attrName>
                                        </p:attrNameLst>
                                      </p:cBhvr>
                                      <p:to>
                                        <p:strVal val="visible"/>
                                      </p:to>
                                    </p:set>
                                    <p:animEffect transition="in" filter="wipe(left)">
                                      <p:cBhvr>
                                        <p:cTn id="41" dur="500"/>
                                        <p:tgtEl>
                                          <p:spTgt spid="8"/>
                                        </p:tgtEl>
                                      </p:cBhvr>
                                    </p:animEffect>
                                  </p:childTnLst>
                                </p:cTn>
                              </p:par>
                            </p:childTnLst>
                          </p:cTn>
                        </p:par>
                        <p:par>
                          <p:cTn id="42" fill="hold">
                            <p:stCondLst>
                              <p:cond delay="500"/>
                            </p:stCondLst>
                            <p:childTnLst>
                              <p:par>
                                <p:cTn id="43" presetID="22" presetClass="entr" presetSubtype="8" fill="hold" nodeType="afterEffect">
                                  <p:stCondLst>
                                    <p:cond delay="0"/>
                                  </p:stCondLst>
                                  <p:childTnLst>
                                    <p:set>
                                      <p:cBhvr>
                                        <p:cTn id="44" dur="1" fill="hold">
                                          <p:stCondLst>
                                            <p:cond delay="0"/>
                                          </p:stCondLst>
                                        </p:cTn>
                                        <p:tgtEl>
                                          <p:spTgt spid="22"/>
                                        </p:tgtEl>
                                        <p:attrNameLst>
                                          <p:attrName>style.visibility</p:attrName>
                                        </p:attrNameLst>
                                      </p:cBhvr>
                                      <p:to>
                                        <p:strVal val="visible"/>
                                      </p:to>
                                    </p:set>
                                    <p:animEffect transition="in" filter="wipe(left)">
                                      <p:cBhvr>
                                        <p:cTn id="45" dur="500"/>
                                        <p:tgtEl>
                                          <p:spTgt spid="22"/>
                                        </p:tgtEl>
                                      </p:cBhvr>
                                    </p:animEffect>
                                  </p:childTnLst>
                                </p:cTn>
                              </p:par>
                            </p:childTnLst>
                          </p:cTn>
                        </p:par>
                        <p:par>
                          <p:cTn id="46" fill="hold">
                            <p:stCondLst>
                              <p:cond delay="1000"/>
                            </p:stCondLst>
                            <p:childTnLst>
                              <p:par>
                                <p:cTn id="47" presetID="22" presetClass="entr" presetSubtype="8" fill="hold" nodeType="afterEffect">
                                  <p:stCondLst>
                                    <p:cond delay="0"/>
                                  </p:stCondLst>
                                  <p:childTnLst>
                                    <p:set>
                                      <p:cBhvr>
                                        <p:cTn id="48" dur="1" fill="hold">
                                          <p:stCondLst>
                                            <p:cond delay="0"/>
                                          </p:stCondLst>
                                        </p:cTn>
                                        <p:tgtEl>
                                          <p:spTgt spid="227335"/>
                                        </p:tgtEl>
                                        <p:attrNameLst>
                                          <p:attrName>style.visibility</p:attrName>
                                        </p:attrNameLst>
                                      </p:cBhvr>
                                      <p:to>
                                        <p:strVal val="visible"/>
                                      </p:to>
                                    </p:set>
                                    <p:animEffect transition="in" filter="wipe(left)">
                                      <p:cBhvr>
                                        <p:cTn id="49" dur="750"/>
                                        <p:tgtEl>
                                          <p:spTgt spid="227335"/>
                                        </p:tgtEl>
                                      </p:cBhvr>
                                    </p:animEffect>
                                  </p:childTnLst>
                                </p:cTn>
                              </p:par>
                            </p:childTnLst>
                          </p:cTn>
                        </p:par>
                      </p:childTnLst>
                    </p:cTn>
                  </p:par>
                  <p:par>
                    <p:cTn id="50" fill="hold">
                      <p:stCondLst>
                        <p:cond delay="indefinite"/>
                      </p:stCondLst>
                      <p:childTnLst>
                        <p:par>
                          <p:cTn id="51" fill="hold">
                            <p:stCondLst>
                              <p:cond delay="0"/>
                            </p:stCondLst>
                            <p:childTnLst>
                              <p:par>
                                <p:cTn id="52" presetID="22" presetClass="entr" presetSubtype="8" fill="hold" nodeType="click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wipe(left)">
                                      <p:cBhvr>
                                        <p:cTn id="54" dur="750"/>
                                        <p:tgtEl>
                                          <p:spTgt spid="23"/>
                                        </p:tgtEl>
                                      </p:cBhvr>
                                    </p:animEffect>
                                  </p:childTnLst>
                                </p:cTn>
                              </p:par>
                            </p:childTnLst>
                          </p:cTn>
                        </p:par>
                      </p:childTnLst>
                    </p:cTn>
                  </p:par>
                  <p:par>
                    <p:cTn id="55" fill="hold">
                      <p:stCondLst>
                        <p:cond delay="indefinite"/>
                      </p:stCondLst>
                      <p:childTnLst>
                        <p:par>
                          <p:cTn id="56" fill="hold">
                            <p:stCondLst>
                              <p:cond delay="0"/>
                            </p:stCondLst>
                            <p:childTnLst>
                              <p:par>
                                <p:cTn id="57" presetID="22" presetClass="entr" presetSubtype="1" fill="hold" grpId="0" nodeType="clickEffect">
                                  <p:stCondLst>
                                    <p:cond delay="0"/>
                                  </p:stCondLst>
                                  <p:childTnLst>
                                    <p:set>
                                      <p:cBhvr>
                                        <p:cTn id="58" dur="1" fill="hold">
                                          <p:stCondLst>
                                            <p:cond delay="0"/>
                                          </p:stCondLst>
                                        </p:cTn>
                                        <p:tgtEl>
                                          <p:spTgt spid="24"/>
                                        </p:tgtEl>
                                        <p:attrNameLst>
                                          <p:attrName>style.visibility</p:attrName>
                                        </p:attrNameLst>
                                      </p:cBhvr>
                                      <p:to>
                                        <p:strVal val="visible"/>
                                      </p:to>
                                    </p:set>
                                    <p:animEffect transition="in" filter="wipe(up)">
                                      <p:cBhvr>
                                        <p:cTn id="59" dur="500"/>
                                        <p:tgtEl>
                                          <p:spTgt spid="24"/>
                                        </p:tgtEl>
                                      </p:cBhvr>
                                    </p:animEffect>
                                  </p:childTnLst>
                                </p:cTn>
                              </p:par>
                            </p:childTnLst>
                          </p:cTn>
                        </p:par>
                      </p:childTnLst>
                    </p:cTn>
                  </p:par>
                  <p:par>
                    <p:cTn id="60" fill="hold">
                      <p:stCondLst>
                        <p:cond delay="indefinite"/>
                      </p:stCondLst>
                      <p:childTnLst>
                        <p:par>
                          <p:cTn id="61" fill="hold">
                            <p:stCondLst>
                              <p:cond delay="0"/>
                            </p:stCondLst>
                            <p:childTnLst>
                              <p:par>
                                <p:cTn id="62" presetID="16" presetClass="entr" presetSubtype="21" fill="hold" grpId="0" nodeType="click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barn(inVertical)">
                                      <p:cBhvr>
                                        <p:cTn id="64" dur="500"/>
                                        <p:tgtEl>
                                          <p:spTgt spid="27"/>
                                        </p:tgtEl>
                                      </p:cBhvr>
                                    </p:animEffect>
                                  </p:childTnLst>
                                </p:cTn>
                              </p:par>
                            </p:childTnLst>
                          </p:cTn>
                        </p:par>
                      </p:childTnLst>
                    </p:cTn>
                  </p:par>
                  <p:par>
                    <p:cTn id="65" fill="hold">
                      <p:stCondLst>
                        <p:cond delay="indefinite"/>
                      </p:stCondLst>
                      <p:childTnLst>
                        <p:par>
                          <p:cTn id="66" fill="hold">
                            <p:stCondLst>
                              <p:cond delay="0"/>
                            </p:stCondLst>
                            <p:childTnLst>
                              <p:par>
                                <p:cTn id="67" presetID="22" presetClass="entr" presetSubtype="8" fill="hold" nodeType="clickEffect">
                                  <p:stCondLst>
                                    <p:cond delay="0"/>
                                  </p:stCondLst>
                                  <p:childTnLst>
                                    <p:set>
                                      <p:cBhvr>
                                        <p:cTn id="68" dur="1" fill="hold">
                                          <p:stCondLst>
                                            <p:cond delay="0"/>
                                          </p:stCondLst>
                                        </p:cTn>
                                        <p:tgtEl>
                                          <p:spTgt spid="25"/>
                                        </p:tgtEl>
                                        <p:attrNameLst>
                                          <p:attrName>style.visibility</p:attrName>
                                        </p:attrNameLst>
                                      </p:cBhvr>
                                      <p:to>
                                        <p:strVal val="visible"/>
                                      </p:to>
                                    </p:set>
                                    <p:animEffect transition="in" filter="wipe(left)">
                                      <p:cBhvr>
                                        <p:cTn id="69" dur="500"/>
                                        <p:tgtEl>
                                          <p:spTgt spid="25"/>
                                        </p:tgtEl>
                                      </p:cBhvr>
                                    </p:animEffect>
                                  </p:childTnLst>
                                </p:cTn>
                              </p:par>
                            </p:childTnLst>
                          </p:cTn>
                        </p:par>
                        <p:par>
                          <p:cTn id="70" fill="hold">
                            <p:stCondLst>
                              <p:cond delay="500"/>
                            </p:stCondLst>
                            <p:childTnLst>
                              <p:par>
                                <p:cTn id="71" presetID="22" presetClass="entr" presetSubtype="8" fill="hold" nodeType="afterEffect">
                                  <p:stCondLst>
                                    <p:cond delay="0"/>
                                  </p:stCondLst>
                                  <p:childTnLst>
                                    <p:set>
                                      <p:cBhvr>
                                        <p:cTn id="72" dur="1" fill="hold">
                                          <p:stCondLst>
                                            <p:cond delay="0"/>
                                          </p:stCondLst>
                                        </p:cTn>
                                        <p:tgtEl>
                                          <p:spTgt spid="29"/>
                                        </p:tgtEl>
                                        <p:attrNameLst>
                                          <p:attrName>style.visibility</p:attrName>
                                        </p:attrNameLst>
                                      </p:cBhvr>
                                      <p:to>
                                        <p:strVal val="visible"/>
                                      </p:to>
                                    </p:set>
                                    <p:animEffect transition="in" filter="wipe(left)">
                                      <p:cBhvr>
                                        <p:cTn id="73" dur="500"/>
                                        <p:tgtEl>
                                          <p:spTgt spid="29"/>
                                        </p:tgtEl>
                                      </p:cBhvr>
                                    </p:animEffect>
                                  </p:childTnLst>
                                </p:cTn>
                              </p:par>
                            </p:childTnLst>
                          </p:cTn>
                        </p:par>
                      </p:childTnLst>
                    </p:cTn>
                  </p:par>
                  <p:par>
                    <p:cTn id="74" fill="hold">
                      <p:stCondLst>
                        <p:cond delay="indefinite"/>
                      </p:stCondLst>
                      <p:childTnLst>
                        <p:par>
                          <p:cTn id="75" fill="hold">
                            <p:stCondLst>
                              <p:cond delay="0"/>
                            </p:stCondLst>
                            <p:childTnLst>
                              <p:par>
                                <p:cTn id="76" presetID="22" presetClass="entr" presetSubtype="8" fill="hold" nodeType="clickEffect">
                                  <p:stCondLst>
                                    <p:cond delay="0"/>
                                  </p:stCondLst>
                                  <p:childTnLst>
                                    <p:set>
                                      <p:cBhvr>
                                        <p:cTn id="77" dur="1" fill="hold">
                                          <p:stCondLst>
                                            <p:cond delay="0"/>
                                          </p:stCondLst>
                                        </p:cTn>
                                        <p:tgtEl>
                                          <p:spTgt spid="5"/>
                                        </p:tgtEl>
                                        <p:attrNameLst>
                                          <p:attrName>style.visibility</p:attrName>
                                        </p:attrNameLst>
                                      </p:cBhvr>
                                      <p:to>
                                        <p:strVal val="visible"/>
                                      </p:to>
                                    </p:set>
                                    <p:animEffect transition="in" filter="wipe(left)">
                                      <p:cBhvr>
                                        <p:cTn id="78" dur="500"/>
                                        <p:tgtEl>
                                          <p:spTgt spid="5"/>
                                        </p:tgtEl>
                                      </p:cBhvr>
                                    </p:animEffect>
                                  </p:childTnLst>
                                </p:cTn>
                              </p:par>
                            </p:childTnLst>
                          </p:cTn>
                        </p:par>
                        <p:par>
                          <p:cTn id="79" fill="hold">
                            <p:stCondLst>
                              <p:cond delay="500"/>
                            </p:stCondLst>
                            <p:childTnLst>
                              <p:par>
                                <p:cTn id="80" presetID="22" presetClass="entr" presetSubtype="8" fill="hold" nodeType="afterEffect">
                                  <p:stCondLst>
                                    <p:cond delay="0"/>
                                  </p:stCondLst>
                                  <p:childTnLst>
                                    <p:set>
                                      <p:cBhvr>
                                        <p:cTn id="81" dur="1" fill="hold">
                                          <p:stCondLst>
                                            <p:cond delay="0"/>
                                          </p:stCondLst>
                                        </p:cTn>
                                        <p:tgtEl>
                                          <p:spTgt spid="11"/>
                                        </p:tgtEl>
                                        <p:attrNameLst>
                                          <p:attrName>style.visibility</p:attrName>
                                        </p:attrNameLst>
                                      </p:cBhvr>
                                      <p:to>
                                        <p:strVal val="visible"/>
                                      </p:to>
                                    </p:set>
                                    <p:animEffect transition="in" filter="wipe(left)">
                                      <p:cBhvr>
                                        <p:cTn id="82" dur="500"/>
                                        <p:tgtEl>
                                          <p:spTgt spid="11"/>
                                        </p:tgtEl>
                                      </p:cBhvr>
                                    </p:animEffect>
                                  </p:childTnLst>
                                </p:cTn>
                              </p:par>
                            </p:childTnLst>
                          </p:cTn>
                        </p:par>
                      </p:childTnLst>
                    </p:cTn>
                  </p:par>
                  <p:par>
                    <p:cTn id="83" fill="hold">
                      <p:stCondLst>
                        <p:cond delay="indefinite"/>
                      </p:stCondLst>
                      <p:childTnLst>
                        <p:par>
                          <p:cTn id="84" fill="hold">
                            <p:stCondLst>
                              <p:cond delay="0"/>
                            </p:stCondLst>
                            <p:childTnLst>
                              <p:par>
                                <p:cTn id="85" presetID="16" presetClass="entr" presetSubtype="21" fill="hold" grpId="0" nodeType="clickEffect">
                                  <p:stCondLst>
                                    <p:cond delay="0"/>
                                  </p:stCondLst>
                                  <p:childTnLst>
                                    <p:set>
                                      <p:cBhvr>
                                        <p:cTn id="86" dur="1" fill="hold">
                                          <p:stCondLst>
                                            <p:cond delay="0"/>
                                          </p:stCondLst>
                                        </p:cTn>
                                        <p:tgtEl>
                                          <p:spTgt spid="28"/>
                                        </p:tgtEl>
                                        <p:attrNameLst>
                                          <p:attrName>style.visibility</p:attrName>
                                        </p:attrNameLst>
                                      </p:cBhvr>
                                      <p:to>
                                        <p:strVal val="visible"/>
                                      </p:to>
                                    </p:set>
                                    <p:animEffect transition="in" filter="barn(inVertical)">
                                      <p:cBhvr>
                                        <p:cTn id="87" dur="500"/>
                                        <p:tgtEl>
                                          <p:spTgt spid="28"/>
                                        </p:tgtEl>
                                      </p:cBhvr>
                                    </p:animEffect>
                                  </p:childTnLst>
                                </p:cTn>
                              </p:par>
                            </p:childTnLst>
                          </p:cTn>
                        </p:par>
                      </p:childTnLst>
                    </p:cTn>
                  </p:par>
                  <p:par>
                    <p:cTn id="88" fill="hold">
                      <p:stCondLst>
                        <p:cond delay="indefinite"/>
                      </p:stCondLst>
                      <p:childTnLst>
                        <p:par>
                          <p:cTn id="89" fill="hold">
                            <p:stCondLst>
                              <p:cond delay="0"/>
                            </p:stCondLst>
                            <p:childTnLst>
                              <p:par>
                                <p:cTn id="90" presetID="22" presetClass="entr" presetSubtype="8" fill="hold" nodeType="clickEffect">
                                  <p:stCondLst>
                                    <p:cond delay="0"/>
                                  </p:stCondLst>
                                  <p:childTnLst>
                                    <p:set>
                                      <p:cBhvr>
                                        <p:cTn id="91" dur="1" fill="hold">
                                          <p:stCondLst>
                                            <p:cond delay="0"/>
                                          </p:stCondLst>
                                        </p:cTn>
                                        <p:tgtEl>
                                          <p:spTgt spid="26"/>
                                        </p:tgtEl>
                                        <p:attrNameLst>
                                          <p:attrName>style.visibility</p:attrName>
                                        </p:attrNameLst>
                                      </p:cBhvr>
                                      <p:to>
                                        <p:strVal val="visible"/>
                                      </p:to>
                                    </p:set>
                                    <p:animEffect transition="in" filter="wipe(left)">
                                      <p:cBhvr>
                                        <p:cTn id="92" dur="500"/>
                                        <p:tgtEl>
                                          <p:spTgt spid="26"/>
                                        </p:tgtEl>
                                      </p:cBhvr>
                                    </p:animEffect>
                                  </p:childTnLst>
                                </p:cTn>
                              </p:par>
                            </p:childTnLst>
                          </p:cTn>
                        </p:par>
                        <p:par>
                          <p:cTn id="93" fill="hold">
                            <p:stCondLst>
                              <p:cond delay="500"/>
                            </p:stCondLst>
                            <p:childTnLst>
                              <p:par>
                                <p:cTn id="94" presetID="22" presetClass="entr" presetSubtype="8" fill="hold" nodeType="afterEffect">
                                  <p:stCondLst>
                                    <p:cond delay="0"/>
                                  </p:stCondLst>
                                  <p:childTnLst>
                                    <p:set>
                                      <p:cBhvr>
                                        <p:cTn id="95" dur="1" fill="hold">
                                          <p:stCondLst>
                                            <p:cond delay="0"/>
                                          </p:stCondLst>
                                        </p:cTn>
                                        <p:tgtEl>
                                          <p:spTgt spid="30"/>
                                        </p:tgtEl>
                                        <p:attrNameLst>
                                          <p:attrName>style.visibility</p:attrName>
                                        </p:attrNameLst>
                                      </p:cBhvr>
                                      <p:to>
                                        <p:strVal val="visible"/>
                                      </p:to>
                                    </p:set>
                                    <p:animEffect transition="in" filter="wipe(left)">
                                      <p:cBhvr>
                                        <p:cTn id="96"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10" grpId="0"/>
      <p:bldP spid="12" grpId="0"/>
      <p:bldP spid="24" grpId="0" animBg="1"/>
      <p:bldP spid="27" grpId="0"/>
      <p:bldP spid="28"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27332" name="Object 4"/>
          <p:cNvGraphicFramePr>
            <a:graphicFrameLocks noChangeAspect="1"/>
          </p:cNvGraphicFramePr>
          <p:nvPr>
            <p:extLst/>
          </p:nvPr>
        </p:nvGraphicFramePr>
        <p:xfrm>
          <a:off x="1471277" y="156178"/>
          <a:ext cx="9375775" cy="1101725"/>
        </p:xfrm>
        <a:graphic>
          <a:graphicData uri="http://schemas.openxmlformats.org/presentationml/2006/ole">
            <mc:AlternateContent xmlns:mc="http://schemas.openxmlformats.org/markup-compatibility/2006">
              <mc:Choice xmlns:v="urn:schemas-microsoft-com:vml" Requires="v">
                <p:oleObj spid="_x0000_s28740" name="Equation" r:id="rId3" imgW="3987720" imgH="469800" progId="Equation.DSMT4">
                  <p:embed/>
                </p:oleObj>
              </mc:Choice>
              <mc:Fallback>
                <p:oleObj name="Equation" r:id="rId3" imgW="3987720" imgH="469800" progId="Equation.DSMT4">
                  <p:embed/>
                  <p:pic>
                    <p:nvPicPr>
                      <p:cNvPr id="0" name=""/>
                      <p:cNvPicPr>
                        <a:picLocks noChangeAspect="1" noChangeArrowheads="1"/>
                      </p:cNvPicPr>
                      <p:nvPr/>
                    </p:nvPicPr>
                    <p:blipFill>
                      <a:blip r:embed="rId4"/>
                      <a:srcRect/>
                      <a:stretch>
                        <a:fillRect/>
                      </a:stretch>
                    </p:blipFill>
                    <p:spPr bwMode="auto">
                      <a:xfrm>
                        <a:off x="1471277" y="156178"/>
                        <a:ext cx="9375775" cy="1101725"/>
                      </a:xfrm>
                      <a:prstGeom prst="rect">
                        <a:avLst/>
                      </a:prstGeom>
                      <a:noFill/>
                      <a:ln w="38100" cmpd="thickThin">
                        <a:solidFill>
                          <a:srgbClr val="FF0000"/>
                        </a:solidFill>
                      </a:ln>
                      <a:effectLst/>
                      <a:extLst/>
                    </p:spPr>
                  </p:pic>
                </p:oleObj>
              </mc:Fallback>
            </mc:AlternateContent>
          </a:graphicData>
        </a:graphic>
      </p:graphicFrame>
      <p:graphicFrame>
        <p:nvGraphicFramePr>
          <p:cNvPr id="227333" name="Object 5"/>
          <p:cNvGraphicFramePr>
            <a:graphicFrameLocks noChangeAspect="1"/>
          </p:cNvGraphicFramePr>
          <p:nvPr>
            <p:extLst/>
          </p:nvPr>
        </p:nvGraphicFramePr>
        <p:xfrm>
          <a:off x="1032686" y="1339380"/>
          <a:ext cx="2351088" cy="920750"/>
        </p:xfrm>
        <a:graphic>
          <a:graphicData uri="http://schemas.openxmlformats.org/presentationml/2006/ole">
            <mc:AlternateContent xmlns:mc="http://schemas.openxmlformats.org/markup-compatibility/2006">
              <mc:Choice xmlns:v="urn:schemas-microsoft-com:vml" Requires="v">
                <p:oleObj spid="_x0000_s28741" name="Equation" r:id="rId5" imgW="1104840" imgH="431640" progId="Equation.DSMT4">
                  <p:embed/>
                </p:oleObj>
              </mc:Choice>
              <mc:Fallback>
                <p:oleObj name="Equation" r:id="rId5" imgW="1104840" imgH="431640" progId="Equation.DSMT4">
                  <p:embed/>
                  <p:pic>
                    <p:nvPicPr>
                      <p:cNvPr id="0" name=""/>
                      <p:cNvPicPr>
                        <a:picLocks noChangeAspect="1" noChangeArrowheads="1"/>
                      </p:cNvPicPr>
                      <p:nvPr/>
                    </p:nvPicPr>
                    <p:blipFill>
                      <a:blip r:embed="rId6"/>
                      <a:srcRect/>
                      <a:stretch>
                        <a:fillRect/>
                      </a:stretch>
                    </p:blipFill>
                    <p:spPr bwMode="auto">
                      <a:xfrm>
                        <a:off x="1032686" y="1339380"/>
                        <a:ext cx="2351088" cy="920750"/>
                      </a:xfrm>
                      <a:prstGeom prst="rect">
                        <a:avLst/>
                      </a:prstGeom>
                      <a:solidFill>
                        <a:srgbClr val="FFC000"/>
                      </a:solidFill>
                      <a:ln>
                        <a:noFill/>
                      </a:ln>
                      <a:effectLst/>
                      <a:extLst/>
                    </p:spPr>
                  </p:pic>
                </p:oleObj>
              </mc:Fallback>
            </mc:AlternateContent>
          </a:graphicData>
        </a:graphic>
      </p:graphicFrame>
      <p:graphicFrame>
        <p:nvGraphicFramePr>
          <p:cNvPr id="227334" name="Object 6"/>
          <p:cNvGraphicFramePr>
            <a:graphicFrameLocks noChangeAspect="1"/>
          </p:cNvGraphicFramePr>
          <p:nvPr>
            <p:extLst/>
          </p:nvPr>
        </p:nvGraphicFramePr>
        <p:xfrm>
          <a:off x="1473329" y="2265798"/>
          <a:ext cx="6390703" cy="1286499"/>
        </p:xfrm>
        <a:graphic>
          <a:graphicData uri="http://schemas.openxmlformats.org/presentationml/2006/ole">
            <mc:AlternateContent xmlns:mc="http://schemas.openxmlformats.org/markup-compatibility/2006">
              <mc:Choice xmlns:v="urn:schemas-microsoft-com:vml" Requires="v">
                <p:oleObj spid="_x0000_s28742" name="Equation" r:id="rId7" imgW="3352680" imgH="647640" progId="Equation.DSMT4">
                  <p:embed/>
                </p:oleObj>
              </mc:Choice>
              <mc:Fallback>
                <p:oleObj name="Equation" r:id="rId7" imgW="3352680" imgH="647640" progId="Equation.DSMT4">
                  <p:embed/>
                  <p:pic>
                    <p:nvPicPr>
                      <p:cNvPr id="0" name=""/>
                      <p:cNvPicPr>
                        <a:picLocks noChangeAspect="1" noChangeArrowheads="1"/>
                      </p:cNvPicPr>
                      <p:nvPr/>
                    </p:nvPicPr>
                    <p:blipFill>
                      <a:blip r:embed="rId8"/>
                      <a:srcRect/>
                      <a:stretch>
                        <a:fillRect/>
                      </a:stretch>
                    </p:blipFill>
                    <p:spPr bwMode="auto">
                      <a:xfrm>
                        <a:off x="1473329" y="2265798"/>
                        <a:ext cx="6390703" cy="1286499"/>
                      </a:xfrm>
                      <a:prstGeom prst="rect">
                        <a:avLst/>
                      </a:prstGeom>
                      <a:noFill/>
                      <a:ln>
                        <a:noFill/>
                      </a:ln>
                      <a:effectLst/>
                      <a:extLst/>
                    </p:spPr>
                  </p:pic>
                </p:oleObj>
              </mc:Fallback>
            </mc:AlternateContent>
          </a:graphicData>
        </a:graphic>
      </p:graphicFrame>
      <p:graphicFrame>
        <p:nvGraphicFramePr>
          <p:cNvPr id="227335" name="Object 7"/>
          <p:cNvGraphicFramePr>
            <a:graphicFrameLocks noChangeAspect="1"/>
          </p:cNvGraphicFramePr>
          <p:nvPr>
            <p:extLst/>
          </p:nvPr>
        </p:nvGraphicFramePr>
        <p:xfrm>
          <a:off x="1032686" y="4699557"/>
          <a:ext cx="4090988" cy="522288"/>
        </p:xfrm>
        <a:graphic>
          <a:graphicData uri="http://schemas.openxmlformats.org/presentationml/2006/ole">
            <mc:AlternateContent xmlns:mc="http://schemas.openxmlformats.org/markup-compatibility/2006">
              <mc:Choice xmlns:v="urn:schemas-microsoft-com:vml" Requires="v">
                <p:oleObj spid="_x0000_s28743" name="Equation" r:id="rId9" imgW="1892160" imgH="241200" progId="Equation.DSMT4">
                  <p:embed/>
                </p:oleObj>
              </mc:Choice>
              <mc:Fallback>
                <p:oleObj name="Equation" r:id="rId9" imgW="1892160" imgH="241200" progId="Equation.DSMT4">
                  <p:embed/>
                  <p:pic>
                    <p:nvPicPr>
                      <p:cNvPr id="0" name=""/>
                      <p:cNvPicPr>
                        <a:picLocks noChangeAspect="1" noChangeArrowheads="1"/>
                      </p:cNvPicPr>
                      <p:nvPr/>
                    </p:nvPicPr>
                    <p:blipFill>
                      <a:blip r:embed="rId10"/>
                      <a:srcRect/>
                      <a:stretch>
                        <a:fillRect/>
                      </a:stretch>
                    </p:blipFill>
                    <p:spPr bwMode="auto">
                      <a:xfrm>
                        <a:off x="1032686" y="4699557"/>
                        <a:ext cx="4090988" cy="522288"/>
                      </a:xfrm>
                      <a:prstGeom prst="rect">
                        <a:avLst/>
                      </a:prstGeom>
                      <a:solidFill>
                        <a:srgbClr val="FFC000"/>
                      </a:solidFill>
                      <a:ln>
                        <a:noFill/>
                      </a:ln>
                      <a:effectLst/>
                      <a:extLst/>
                    </p:spPr>
                  </p:pic>
                </p:oleObj>
              </mc:Fallback>
            </mc:AlternateContent>
          </a:graphicData>
        </a:graphic>
      </p:graphicFrame>
      <p:sp>
        <p:nvSpPr>
          <p:cNvPr id="24" name="流程图: 决策 23"/>
          <p:cNvSpPr/>
          <p:nvPr/>
        </p:nvSpPr>
        <p:spPr>
          <a:xfrm>
            <a:off x="755781" y="5141167"/>
            <a:ext cx="3646886" cy="1716833"/>
          </a:xfrm>
          <a:prstGeom prst="flowChartDecision">
            <a:avLst/>
          </a:prstGeom>
          <a:noFill/>
          <a:ln w="158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5" name="直接箭头连接符 24"/>
          <p:cNvCxnSpPr/>
          <p:nvPr/>
        </p:nvCxnSpPr>
        <p:spPr>
          <a:xfrm flipV="1">
            <a:off x="4465925" y="5600080"/>
            <a:ext cx="1012072" cy="363271"/>
          </a:xfrm>
          <a:prstGeom prst="straightConnector1">
            <a:avLst/>
          </a:prstGeom>
          <a:ln w="158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6" name="直接箭头连接符 25"/>
          <p:cNvCxnSpPr/>
          <p:nvPr/>
        </p:nvCxnSpPr>
        <p:spPr>
          <a:xfrm>
            <a:off x="4465925" y="6011938"/>
            <a:ext cx="1017566" cy="384373"/>
          </a:xfrm>
          <a:prstGeom prst="straightConnector1">
            <a:avLst/>
          </a:prstGeom>
          <a:ln w="158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7" name="文本框 26"/>
          <p:cNvSpPr txBox="1"/>
          <p:nvPr/>
        </p:nvSpPr>
        <p:spPr>
          <a:xfrm>
            <a:off x="4445254" y="5476154"/>
            <a:ext cx="442750" cy="400110"/>
          </a:xfrm>
          <a:prstGeom prst="rect">
            <a:avLst/>
          </a:prstGeom>
          <a:noFill/>
        </p:spPr>
        <p:txBody>
          <a:bodyPr wrap="none" rtlCol="0">
            <a:spAutoFit/>
          </a:bodyPr>
          <a:lstStyle/>
          <a:p>
            <a:r>
              <a:rPr lang="zh-CN" altLang="en-US" sz="2000" b="1" dirty="0" smtClean="0"/>
              <a:t>是</a:t>
            </a:r>
            <a:endParaRPr lang="zh-CN" altLang="en-US" sz="2000" b="1" dirty="0"/>
          </a:p>
        </p:txBody>
      </p:sp>
      <p:sp>
        <p:nvSpPr>
          <p:cNvPr id="28" name="文本框 27"/>
          <p:cNvSpPr txBox="1"/>
          <p:nvPr/>
        </p:nvSpPr>
        <p:spPr>
          <a:xfrm>
            <a:off x="4539610" y="6205226"/>
            <a:ext cx="477846" cy="400110"/>
          </a:xfrm>
          <a:prstGeom prst="rect">
            <a:avLst/>
          </a:prstGeom>
          <a:noFill/>
        </p:spPr>
        <p:txBody>
          <a:bodyPr wrap="square" rtlCol="0">
            <a:spAutoFit/>
          </a:bodyPr>
          <a:lstStyle/>
          <a:p>
            <a:r>
              <a:rPr lang="zh-CN" altLang="en-US" sz="2000" b="1" dirty="0" smtClean="0"/>
              <a:t>否</a:t>
            </a:r>
            <a:endParaRPr lang="zh-CN" altLang="en-US" sz="2000" b="1" dirty="0"/>
          </a:p>
        </p:txBody>
      </p:sp>
      <p:graphicFrame>
        <p:nvGraphicFramePr>
          <p:cNvPr id="29" name="Object 7"/>
          <p:cNvGraphicFramePr>
            <a:graphicFrameLocks noChangeAspect="1"/>
          </p:cNvGraphicFramePr>
          <p:nvPr>
            <p:extLst/>
          </p:nvPr>
        </p:nvGraphicFramePr>
        <p:xfrm>
          <a:off x="5541255" y="5314119"/>
          <a:ext cx="2898700" cy="497028"/>
        </p:xfrm>
        <a:graphic>
          <a:graphicData uri="http://schemas.openxmlformats.org/presentationml/2006/ole">
            <mc:AlternateContent xmlns:mc="http://schemas.openxmlformats.org/markup-compatibility/2006">
              <mc:Choice xmlns:v="urn:schemas-microsoft-com:vml" Requires="v">
                <p:oleObj spid="_x0000_s28744" name="Equation" r:id="rId11" imgW="1333440" imgH="228600" progId="Equation.DSMT4">
                  <p:embed/>
                </p:oleObj>
              </mc:Choice>
              <mc:Fallback>
                <p:oleObj name="Equation" r:id="rId11" imgW="1333440" imgH="228600" progId="Equation.DSMT4">
                  <p:embed/>
                  <p:pic>
                    <p:nvPicPr>
                      <p:cNvPr id="0" name=""/>
                      <p:cNvPicPr>
                        <a:picLocks noChangeAspect="1" noChangeArrowheads="1"/>
                      </p:cNvPicPr>
                      <p:nvPr/>
                    </p:nvPicPr>
                    <p:blipFill>
                      <a:blip r:embed="rId12"/>
                      <a:srcRect/>
                      <a:stretch>
                        <a:fillRect/>
                      </a:stretch>
                    </p:blipFill>
                    <p:spPr bwMode="auto">
                      <a:xfrm>
                        <a:off x="5541255" y="5314119"/>
                        <a:ext cx="2898700" cy="497028"/>
                      </a:xfrm>
                      <a:prstGeom prst="rect">
                        <a:avLst/>
                      </a:prstGeom>
                      <a:noFill/>
                      <a:ln w="19050">
                        <a:solidFill>
                          <a:srgbClr val="FF0000"/>
                        </a:solidFill>
                      </a:ln>
                      <a:effectLst/>
                      <a:extLst/>
                    </p:spPr>
                  </p:pic>
                </p:oleObj>
              </mc:Fallback>
            </mc:AlternateContent>
          </a:graphicData>
        </a:graphic>
      </p:graphicFrame>
      <p:graphicFrame>
        <p:nvGraphicFramePr>
          <p:cNvPr id="31" name="Object 6"/>
          <p:cNvGraphicFramePr>
            <a:graphicFrameLocks noChangeAspect="1"/>
          </p:cNvGraphicFramePr>
          <p:nvPr>
            <p:extLst/>
          </p:nvPr>
        </p:nvGraphicFramePr>
        <p:xfrm>
          <a:off x="1461970" y="3437690"/>
          <a:ext cx="6422046" cy="1318112"/>
        </p:xfrm>
        <a:graphic>
          <a:graphicData uri="http://schemas.openxmlformats.org/presentationml/2006/ole">
            <mc:AlternateContent xmlns:mc="http://schemas.openxmlformats.org/markup-compatibility/2006">
              <mc:Choice xmlns:v="urn:schemas-microsoft-com:vml" Requires="v">
                <p:oleObj spid="_x0000_s28745" name="Equation" r:id="rId13" imgW="3340080" imgH="711000" progId="Equation.DSMT4">
                  <p:embed/>
                </p:oleObj>
              </mc:Choice>
              <mc:Fallback>
                <p:oleObj name="Equation" r:id="rId13" imgW="3340080" imgH="711000" progId="Equation.DSMT4">
                  <p:embed/>
                  <p:pic>
                    <p:nvPicPr>
                      <p:cNvPr id="0" name=""/>
                      <p:cNvPicPr>
                        <a:picLocks noChangeAspect="1" noChangeArrowheads="1"/>
                      </p:cNvPicPr>
                      <p:nvPr/>
                    </p:nvPicPr>
                    <p:blipFill>
                      <a:blip r:embed="rId14"/>
                      <a:srcRect/>
                      <a:stretch>
                        <a:fillRect/>
                      </a:stretch>
                    </p:blipFill>
                    <p:spPr bwMode="auto">
                      <a:xfrm>
                        <a:off x="1461970" y="3437690"/>
                        <a:ext cx="6422046" cy="1318112"/>
                      </a:xfrm>
                      <a:prstGeom prst="rect">
                        <a:avLst/>
                      </a:prstGeom>
                      <a:noFill/>
                      <a:ln>
                        <a:noFill/>
                      </a:ln>
                      <a:effectLst/>
                      <a:extLst/>
                    </p:spPr>
                  </p:pic>
                </p:oleObj>
              </mc:Fallback>
            </mc:AlternateContent>
          </a:graphicData>
        </a:graphic>
      </p:graphicFrame>
      <p:graphicFrame>
        <p:nvGraphicFramePr>
          <p:cNvPr id="32" name="Object 7"/>
          <p:cNvGraphicFramePr>
            <a:graphicFrameLocks noChangeAspect="1"/>
          </p:cNvGraphicFramePr>
          <p:nvPr>
            <p:extLst/>
          </p:nvPr>
        </p:nvGraphicFramePr>
        <p:xfrm>
          <a:off x="5541255" y="6204124"/>
          <a:ext cx="3230563" cy="496888"/>
        </p:xfrm>
        <a:graphic>
          <a:graphicData uri="http://schemas.openxmlformats.org/presentationml/2006/ole">
            <mc:AlternateContent xmlns:mc="http://schemas.openxmlformats.org/markup-compatibility/2006">
              <mc:Choice xmlns:v="urn:schemas-microsoft-com:vml" Requires="v">
                <p:oleObj spid="_x0000_s28746" name="Equation" r:id="rId15" imgW="1485720" imgH="228600" progId="Equation.DSMT4">
                  <p:embed/>
                </p:oleObj>
              </mc:Choice>
              <mc:Fallback>
                <p:oleObj name="Equation" r:id="rId15" imgW="1485720" imgH="228600" progId="Equation.DSMT4">
                  <p:embed/>
                  <p:pic>
                    <p:nvPicPr>
                      <p:cNvPr id="0" name=""/>
                      <p:cNvPicPr>
                        <a:picLocks noChangeAspect="1" noChangeArrowheads="1"/>
                      </p:cNvPicPr>
                      <p:nvPr/>
                    </p:nvPicPr>
                    <p:blipFill>
                      <a:blip r:embed="rId16"/>
                      <a:srcRect/>
                      <a:stretch>
                        <a:fillRect/>
                      </a:stretch>
                    </p:blipFill>
                    <p:spPr bwMode="auto">
                      <a:xfrm>
                        <a:off x="5541255" y="6204124"/>
                        <a:ext cx="3230563" cy="496888"/>
                      </a:xfrm>
                      <a:prstGeom prst="rect">
                        <a:avLst/>
                      </a:prstGeom>
                      <a:noFill/>
                      <a:ln w="19050">
                        <a:solidFill>
                          <a:srgbClr val="FF0000"/>
                        </a:solidFill>
                      </a:ln>
                      <a:effectLst/>
                      <a:extLst/>
                    </p:spPr>
                  </p:pic>
                </p:oleObj>
              </mc:Fallback>
            </mc:AlternateContent>
          </a:graphicData>
        </a:graphic>
      </p:graphicFrame>
      <p:graphicFrame>
        <p:nvGraphicFramePr>
          <p:cNvPr id="33" name="Object 6"/>
          <p:cNvGraphicFramePr>
            <a:graphicFrameLocks noChangeAspect="1"/>
          </p:cNvGraphicFramePr>
          <p:nvPr>
            <p:extLst/>
          </p:nvPr>
        </p:nvGraphicFramePr>
        <p:xfrm>
          <a:off x="1230529" y="5963351"/>
          <a:ext cx="2797259" cy="565452"/>
        </p:xfrm>
        <a:graphic>
          <a:graphicData uri="http://schemas.openxmlformats.org/presentationml/2006/ole">
            <mc:AlternateContent xmlns:mc="http://schemas.openxmlformats.org/markup-compatibility/2006">
              <mc:Choice xmlns:v="urn:schemas-microsoft-com:vml" Requires="v">
                <p:oleObj spid="_x0000_s28747" name="Equation" r:id="rId17" imgW="1790640" imgH="291960" progId="Equation.DSMT4">
                  <p:embed/>
                </p:oleObj>
              </mc:Choice>
              <mc:Fallback>
                <p:oleObj name="Equation" r:id="rId17" imgW="1790640" imgH="291960" progId="Equation.DSMT4">
                  <p:embed/>
                  <p:pic>
                    <p:nvPicPr>
                      <p:cNvPr id="0" name=""/>
                      <p:cNvPicPr>
                        <a:picLocks noChangeAspect="1" noChangeArrowheads="1"/>
                      </p:cNvPicPr>
                      <p:nvPr/>
                    </p:nvPicPr>
                    <p:blipFill>
                      <a:blip r:embed="rId18"/>
                      <a:srcRect/>
                      <a:stretch>
                        <a:fillRect/>
                      </a:stretch>
                    </p:blipFill>
                    <p:spPr bwMode="auto">
                      <a:xfrm>
                        <a:off x="1230529" y="5963351"/>
                        <a:ext cx="2797259" cy="565452"/>
                      </a:xfrm>
                      <a:prstGeom prst="rect">
                        <a:avLst/>
                      </a:prstGeom>
                      <a:noFill/>
                      <a:ln>
                        <a:noFill/>
                      </a:ln>
                      <a:effectLst/>
                      <a:extLst/>
                    </p:spPr>
                  </p:pic>
                </p:oleObj>
              </mc:Fallback>
            </mc:AlternateContent>
          </a:graphicData>
        </a:graphic>
      </p:graphicFrame>
      <p:graphicFrame>
        <p:nvGraphicFramePr>
          <p:cNvPr id="34" name="Object 6"/>
          <p:cNvGraphicFramePr>
            <a:graphicFrameLocks noChangeAspect="1"/>
          </p:cNvGraphicFramePr>
          <p:nvPr>
            <p:extLst/>
          </p:nvPr>
        </p:nvGraphicFramePr>
        <p:xfrm>
          <a:off x="1207005" y="5529744"/>
          <a:ext cx="2784172" cy="562806"/>
        </p:xfrm>
        <a:graphic>
          <a:graphicData uri="http://schemas.openxmlformats.org/presentationml/2006/ole">
            <mc:AlternateContent xmlns:mc="http://schemas.openxmlformats.org/markup-compatibility/2006">
              <mc:Choice xmlns:v="urn:schemas-microsoft-com:vml" Requires="v">
                <p:oleObj spid="_x0000_s28748" name="Equation" r:id="rId19" imgW="1790640" imgH="291960" progId="Equation.DSMT4">
                  <p:embed/>
                </p:oleObj>
              </mc:Choice>
              <mc:Fallback>
                <p:oleObj name="Equation" r:id="rId19" imgW="1790640" imgH="291960" progId="Equation.DSMT4">
                  <p:embed/>
                  <p:pic>
                    <p:nvPicPr>
                      <p:cNvPr id="0" name=""/>
                      <p:cNvPicPr>
                        <a:picLocks noChangeAspect="1" noChangeArrowheads="1"/>
                      </p:cNvPicPr>
                      <p:nvPr/>
                    </p:nvPicPr>
                    <p:blipFill>
                      <a:blip r:embed="rId20"/>
                      <a:srcRect/>
                      <a:stretch>
                        <a:fillRect/>
                      </a:stretch>
                    </p:blipFill>
                    <p:spPr bwMode="auto">
                      <a:xfrm>
                        <a:off x="1207005" y="5529744"/>
                        <a:ext cx="2784172" cy="562806"/>
                      </a:xfrm>
                      <a:prstGeom prst="rect">
                        <a:avLst/>
                      </a:prstGeom>
                      <a:noFill/>
                      <a:ln>
                        <a:noFill/>
                      </a:ln>
                      <a:effectLst/>
                      <a:extLst/>
                    </p:spPr>
                  </p:pic>
                </p:oleObj>
              </mc:Fallback>
            </mc:AlternateContent>
          </a:graphicData>
        </a:graphic>
      </p:graphicFrame>
      <p:graphicFrame>
        <p:nvGraphicFramePr>
          <p:cNvPr id="35" name="Object 7"/>
          <p:cNvGraphicFramePr>
            <a:graphicFrameLocks noChangeAspect="1"/>
          </p:cNvGraphicFramePr>
          <p:nvPr>
            <p:extLst/>
          </p:nvPr>
        </p:nvGraphicFramePr>
        <p:xfrm>
          <a:off x="8594725" y="5302250"/>
          <a:ext cx="2898775" cy="523875"/>
        </p:xfrm>
        <a:graphic>
          <a:graphicData uri="http://schemas.openxmlformats.org/presentationml/2006/ole">
            <mc:AlternateContent xmlns:mc="http://schemas.openxmlformats.org/markup-compatibility/2006">
              <mc:Choice xmlns:v="urn:schemas-microsoft-com:vml" Requires="v">
                <p:oleObj spid="_x0000_s28749" name="Equation" r:id="rId21" imgW="1333440" imgH="241200" progId="Equation.DSMT4">
                  <p:embed/>
                </p:oleObj>
              </mc:Choice>
              <mc:Fallback>
                <p:oleObj name="Equation" r:id="rId21" imgW="1333440" imgH="241200" progId="Equation.DSMT4">
                  <p:embed/>
                  <p:pic>
                    <p:nvPicPr>
                      <p:cNvPr id="0" name=""/>
                      <p:cNvPicPr>
                        <a:picLocks noChangeAspect="1" noChangeArrowheads="1"/>
                      </p:cNvPicPr>
                      <p:nvPr/>
                    </p:nvPicPr>
                    <p:blipFill>
                      <a:blip r:embed="rId22"/>
                      <a:srcRect/>
                      <a:stretch>
                        <a:fillRect/>
                      </a:stretch>
                    </p:blipFill>
                    <p:spPr bwMode="auto">
                      <a:xfrm>
                        <a:off x="8594725" y="5302250"/>
                        <a:ext cx="2898775" cy="523875"/>
                      </a:xfrm>
                      <a:prstGeom prst="rect">
                        <a:avLst/>
                      </a:prstGeom>
                      <a:noFill/>
                      <a:ln w="19050">
                        <a:solidFill>
                          <a:srgbClr val="FF0000"/>
                        </a:solidFill>
                      </a:ln>
                      <a:effectLst/>
                      <a:extLst/>
                    </p:spPr>
                  </p:pic>
                </p:oleObj>
              </mc:Fallback>
            </mc:AlternateContent>
          </a:graphicData>
        </a:graphic>
      </p:graphicFrame>
      <p:graphicFrame>
        <p:nvGraphicFramePr>
          <p:cNvPr id="37" name="Object 7"/>
          <p:cNvGraphicFramePr>
            <a:graphicFrameLocks noChangeAspect="1"/>
          </p:cNvGraphicFramePr>
          <p:nvPr>
            <p:extLst/>
          </p:nvPr>
        </p:nvGraphicFramePr>
        <p:xfrm>
          <a:off x="8829675" y="6189663"/>
          <a:ext cx="3230563" cy="525462"/>
        </p:xfrm>
        <a:graphic>
          <a:graphicData uri="http://schemas.openxmlformats.org/presentationml/2006/ole">
            <mc:AlternateContent xmlns:mc="http://schemas.openxmlformats.org/markup-compatibility/2006">
              <mc:Choice xmlns:v="urn:schemas-microsoft-com:vml" Requires="v">
                <p:oleObj spid="_x0000_s28750" name="Equation" r:id="rId23" imgW="1485720" imgH="241200" progId="Equation.DSMT4">
                  <p:embed/>
                </p:oleObj>
              </mc:Choice>
              <mc:Fallback>
                <p:oleObj name="Equation" r:id="rId23" imgW="1485720" imgH="241200" progId="Equation.DSMT4">
                  <p:embed/>
                  <p:pic>
                    <p:nvPicPr>
                      <p:cNvPr id="0" name=""/>
                      <p:cNvPicPr>
                        <a:picLocks noChangeAspect="1" noChangeArrowheads="1"/>
                      </p:cNvPicPr>
                      <p:nvPr/>
                    </p:nvPicPr>
                    <p:blipFill>
                      <a:blip r:embed="rId24"/>
                      <a:srcRect/>
                      <a:stretch>
                        <a:fillRect/>
                      </a:stretch>
                    </p:blipFill>
                    <p:spPr bwMode="auto">
                      <a:xfrm>
                        <a:off x="8829675" y="6189663"/>
                        <a:ext cx="3230563" cy="525462"/>
                      </a:xfrm>
                      <a:prstGeom prst="rect">
                        <a:avLst/>
                      </a:prstGeom>
                      <a:noFill/>
                      <a:ln w="19050">
                        <a:solidFill>
                          <a:srgbClr val="FF0000"/>
                        </a:solidFill>
                      </a:ln>
                      <a:effectLst/>
                      <a:extLst/>
                    </p:spPr>
                  </p:pic>
                </p:oleObj>
              </mc:Fallback>
            </mc:AlternateContent>
          </a:graphicData>
        </a:graphic>
      </p:graphicFrame>
    </p:spTree>
    <p:extLst>
      <p:ext uri="{BB962C8B-B14F-4D97-AF65-F5344CB8AC3E}">
        <p14:creationId xmlns:p14="http://schemas.microsoft.com/office/powerpoint/2010/main" val="451505987"/>
      </p:ext>
    </p:extLst>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22" presetClass="entr" presetSubtype="8" fill="hold" nodeType="afterEffect">
                                  <p:stCondLst>
                                    <p:cond delay="0"/>
                                  </p:stCondLst>
                                  <p:childTnLst>
                                    <p:set>
                                      <p:cBhvr>
                                        <p:cTn id="6" dur="1" fill="hold">
                                          <p:stCondLst>
                                            <p:cond delay="0"/>
                                          </p:stCondLst>
                                        </p:cTn>
                                        <p:tgtEl>
                                          <p:spTgt spid="227333"/>
                                        </p:tgtEl>
                                        <p:attrNameLst>
                                          <p:attrName>style.visibility</p:attrName>
                                        </p:attrNameLst>
                                      </p:cBhvr>
                                      <p:to>
                                        <p:strVal val="visible"/>
                                      </p:to>
                                    </p:set>
                                    <p:animEffect transition="in" filter="wipe(left)">
                                      <p:cBhvr>
                                        <p:cTn id="7" dur="500"/>
                                        <p:tgtEl>
                                          <p:spTgt spid="22733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227334"/>
                                        </p:tgtEl>
                                        <p:attrNameLst>
                                          <p:attrName>style.visibility</p:attrName>
                                        </p:attrNameLst>
                                      </p:cBhvr>
                                      <p:to>
                                        <p:strVal val="visible"/>
                                      </p:to>
                                    </p:set>
                                    <p:animEffect transition="in" filter="wipe(left)">
                                      <p:cBhvr>
                                        <p:cTn id="12" dur="500"/>
                                        <p:tgtEl>
                                          <p:spTgt spid="22733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31"/>
                                        </p:tgtEl>
                                        <p:attrNameLst>
                                          <p:attrName>style.visibility</p:attrName>
                                        </p:attrNameLst>
                                      </p:cBhvr>
                                      <p:to>
                                        <p:strVal val="visible"/>
                                      </p:to>
                                    </p:set>
                                    <p:animEffect transition="in" filter="wipe(left)">
                                      <p:cBhvr>
                                        <p:cTn id="17" dur="500"/>
                                        <p:tgtEl>
                                          <p:spTgt spid="31"/>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227335"/>
                                        </p:tgtEl>
                                        <p:attrNameLst>
                                          <p:attrName>style.visibility</p:attrName>
                                        </p:attrNameLst>
                                      </p:cBhvr>
                                      <p:to>
                                        <p:strVal val="visible"/>
                                      </p:to>
                                    </p:set>
                                    <p:animEffect transition="in" filter="wipe(left)">
                                      <p:cBhvr>
                                        <p:cTn id="22" dur="750"/>
                                        <p:tgtEl>
                                          <p:spTgt spid="227335"/>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34"/>
                                        </p:tgtEl>
                                        <p:attrNameLst>
                                          <p:attrName>style.visibility</p:attrName>
                                        </p:attrNameLst>
                                      </p:cBhvr>
                                      <p:to>
                                        <p:strVal val="visible"/>
                                      </p:to>
                                    </p:set>
                                    <p:animEffect transition="in" filter="wipe(left)">
                                      <p:cBhvr>
                                        <p:cTn id="27" dur="500"/>
                                        <p:tgtEl>
                                          <p:spTgt spid="34"/>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33"/>
                                        </p:tgtEl>
                                        <p:attrNameLst>
                                          <p:attrName>style.visibility</p:attrName>
                                        </p:attrNameLst>
                                      </p:cBhvr>
                                      <p:to>
                                        <p:strVal val="visible"/>
                                      </p:to>
                                    </p:set>
                                    <p:animEffect transition="in" filter="wipe(left)">
                                      <p:cBhvr>
                                        <p:cTn id="32" dur="500"/>
                                        <p:tgtEl>
                                          <p:spTgt spid="33"/>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1" fill="hold" grpId="0" nodeType="clickEffect">
                                  <p:stCondLst>
                                    <p:cond delay="0"/>
                                  </p:stCondLst>
                                  <p:childTnLst>
                                    <p:set>
                                      <p:cBhvr>
                                        <p:cTn id="36" dur="1" fill="hold">
                                          <p:stCondLst>
                                            <p:cond delay="0"/>
                                          </p:stCondLst>
                                        </p:cTn>
                                        <p:tgtEl>
                                          <p:spTgt spid="24"/>
                                        </p:tgtEl>
                                        <p:attrNameLst>
                                          <p:attrName>style.visibility</p:attrName>
                                        </p:attrNameLst>
                                      </p:cBhvr>
                                      <p:to>
                                        <p:strVal val="visible"/>
                                      </p:to>
                                    </p:set>
                                    <p:animEffect transition="in" filter="wipe(up)">
                                      <p:cBhvr>
                                        <p:cTn id="37" dur="750"/>
                                        <p:tgtEl>
                                          <p:spTgt spid="24"/>
                                        </p:tgtEl>
                                      </p:cBhvr>
                                    </p:animEffect>
                                  </p:childTnLst>
                                </p:cTn>
                              </p:par>
                            </p:childTnLst>
                          </p:cTn>
                        </p:par>
                      </p:childTnLst>
                    </p:cTn>
                  </p:par>
                  <p:par>
                    <p:cTn id="38" fill="hold">
                      <p:stCondLst>
                        <p:cond delay="indefinite"/>
                      </p:stCondLst>
                      <p:childTnLst>
                        <p:par>
                          <p:cTn id="39" fill="hold">
                            <p:stCondLst>
                              <p:cond delay="0"/>
                            </p:stCondLst>
                            <p:childTnLst>
                              <p:par>
                                <p:cTn id="40" presetID="16" presetClass="entr" presetSubtype="21" fill="hold" grpId="0" nodeType="clickEffect">
                                  <p:stCondLst>
                                    <p:cond delay="0"/>
                                  </p:stCondLst>
                                  <p:childTnLst>
                                    <p:set>
                                      <p:cBhvr>
                                        <p:cTn id="41" dur="1" fill="hold">
                                          <p:stCondLst>
                                            <p:cond delay="0"/>
                                          </p:stCondLst>
                                        </p:cTn>
                                        <p:tgtEl>
                                          <p:spTgt spid="27"/>
                                        </p:tgtEl>
                                        <p:attrNameLst>
                                          <p:attrName>style.visibility</p:attrName>
                                        </p:attrNameLst>
                                      </p:cBhvr>
                                      <p:to>
                                        <p:strVal val="visible"/>
                                      </p:to>
                                    </p:set>
                                    <p:animEffect transition="in" filter="barn(inVertical)">
                                      <p:cBhvr>
                                        <p:cTn id="42" dur="500"/>
                                        <p:tgtEl>
                                          <p:spTgt spid="27"/>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4" fill="hold" nodeType="clickEffect">
                                  <p:stCondLst>
                                    <p:cond delay="0"/>
                                  </p:stCondLst>
                                  <p:childTnLst>
                                    <p:set>
                                      <p:cBhvr>
                                        <p:cTn id="46" dur="1" fill="hold">
                                          <p:stCondLst>
                                            <p:cond delay="0"/>
                                          </p:stCondLst>
                                        </p:cTn>
                                        <p:tgtEl>
                                          <p:spTgt spid="25"/>
                                        </p:tgtEl>
                                        <p:attrNameLst>
                                          <p:attrName>style.visibility</p:attrName>
                                        </p:attrNameLst>
                                      </p:cBhvr>
                                      <p:to>
                                        <p:strVal val="visible"/>
                                      </p:to>
                                    </p:set>
                                    <p:animEffect transition="in" filter="wipe(down)">
                                      <p:cBhvr>
                                        <p:cTn id="47" dur="500"/>
                                        <p:tgtEl>
                                          <p:spTgt spid="25"/>
                                        </p:tgtEl>
                                      </p:cBhvr>
                                    </p:animEffect>
                                  </p:childTnLst>
                                </p:cTn>
                              </p:par>
                            </p:childTnLst>
                          </p:cTn>
                        </p:par>
                        <p:par>
                          <p:cTn id="48" fill="hold">
                            <p:stCondLst>
                              <p:cond delay="500"/>
                            </p:stCondLst>
                            <p:childTnLst>
                              <p:par>
                                <p:cTn id="49" presetID="22" presetClass="entr" presetSubtype="8" fill="hold" nodeType="afterEffect">
                                  <p:stCondLst>
                                    <p:cond delay="0"/>
                                  </p:stCondLst>
                                  <p:childTnLst>
                                    <p:set>
                                      <p:cBhvr>
                                        <p:cTn id="50" dur="1" fill="hold">
                                          <p:stCondLst>
                                            <p:cond delay="0"/>
                                          </p:stCondLst>
                                        </p:cTn>
                                        <p:tgtEl>
                                          <p:spTgt spid="29"/>
                                        </p:tgtEl>
                                        <p:attrNameLst>
                                          <p:attrName>style.visibility</p:attrName>
                                        </p:attrNameLst>
                                      </p:cBhvr>
                                      <p:to>
                                        <p:strVal val="visible"/>
                                      </p:to>
                                    </p:set>
                                    <p:animEffect transition="in" filter="wipe(left)">
                                      <p:cBhvr>
                                        <p:cTn id="51" dur="500"/>
                                        <p:tgtEl>
                                          <p:spTgt spid="29"/>
                                        </p:tgtEl>
                                      </p:cBhvr>
                                    </p:animEffect>
                                  </p:childTnLst>
                                </p:cTn>
                              </p:par>
                            </p:childTnLst>
                          </p:cTn>
                        </p:par>
                        <p:par>
                          <p:cTn id="52" fill="hold">
                            <p:stCondLst>
                              <p:cond delay="1000"/>
                            </p:stCondLst>
                            <p:childTnLst>
                              <p:par>
                                <p:cTn id="53" presetID="22" presetClass="entr" presetSubtype="8" fill="hold" nodeType="afterEffect">
                                  <p:stCondLst>
                                    <p:cond delay="0"/>
                                  </p:stCondLst>
                                  <p:childTnLst>
                                    <p:set>
                                      <p:cBhvr>
                                        <p:cTn id="54" dur="1" fill="hold">
                                          <p:stCondLst>
                                            <p:cond delay="0"/>
                                          </p:stCondLst>
                                        </p:cTn>
                                        <p:tgtEl>
                                          <p:spTgt spid="35"/>
                                        </p:tgtEl>
                                        <p:attrNameLst>
                                          <p:attrName>style.visibility</p:attrName>
                                        </p:attrNameLst>
                                      </p:cBhvr>
                                      <p:to>
                                        <p:strVal val="visible"/>
                                      </p:to>
                                    </p:set>
                                    <p:animEffect transition="in" filter="wipe(left)">
                                      <p:cBhvr>
                                        <p:cTn id="55" dur="500"/>
                                        <p:tgtEl>
                                          <p:spTgt spid="35"/>
                                        </p:tgtEl>
                                      </p:cBhvr>
                                    </p:animEffect>
                                  </p:childTnLst>
                                </p:cTn>
                              </p:par>
                            </p:childTnLst>
                          </p:cTn>
                        </p:par>
                      </p:childTnLst>
                    </p:cTn>
                  </p:par>
                  <p:par>
                    <p:cTn id="56" fill="hold">
                      <p:stCondLst>
                        <p:cond delay="indefinite"/>
                      </p:stCondLst>
                      <p:childTnLst>
                        <p:par>
                          <p:cTn id="57" fill="hold">
                            <p:stCondLst>
                              <p:cond delay="0"/>
                            </p:stCondLst>
                            <p:childTnLst>
                              <p:par>
                                <p:cTn id="58" presetID="16" presetClass="entr" presetSubtype="21" fill="hold" grpId="0" nodeType="clickEffect">
                                  <p:stCondLst>
                                    <p:cond delay="0"/>
                                  </p:stCondLst>
                                  <p:childTnLst>
                                    <p:set>
                                      <p:cBhvr>
                                        <p:cTn id="59" dur="1" fill="hold">
                                          <p:stCondLst>
                                            <p:cond delay="0"/>
                                          </p:stCondLst>
                                        </p:cTn>
                                        <p:tgtEl>
                                          <p:spTgt spid="28"/>
                                        </p:tgtEl>
                                        <p:attrNameLst>
                                          <p:attrName>style.visibility</p:attrName>
                                        </p:attrNameLst>
                                      </p:cBhvr>
                                      <p:to>
                                        <p:strVal val="visible"/>
                                      </p:to>
                                    </p:set>
                                    <p:animEffect transition="in" filter="barn(inVertical)">
                                      <p:cBhvr>
                                        <p:cTn id="60" dur="500"/>
                                        <p:tgtEl>
                                          <p:spTgt spid="28"/>
                                        </p:tgtEl>
                                      </p:cBhvr>
                                    </p:animEffect>
                                  </p:childTnLst>
                                </p:cTn>
                              </p:par>
                            </p:childTnLst>
                          </p:cTn>
                        </p:par>
                      </p:childTnLst>
                    </p:cTn>
                  </p:par>
                  <p:par>
                    <p:cTn id="61" fill="hold">
                      <p:stCondLst>
                        <p:cond delay="indefinite"/>
                      </p:stCondLst>
                      <p:childTnLst>
                        <p:par>
                          <p:cTn id="62" fill="hold">
                            <p:stCondLst>
                              <p:cond delay="0"/>
                            </p:stCondLst>
                            <p:childTnLst>
                              <p:par>
                                <p:cTn id="63" presetID="22" presetClass="entr" presetSubtype="8" fill="hold" nodeType="clickEffect">
                                  <p:stCondLst>
                                    <p:cond delay="0"/>
                                  </p:stCondLst>
                                  <p:childTnLst>
                                    <p:set>
                                      <p:cBhvr>
                                        <p:cTn id="64" dur="1" fill="hold">
                                          <p:stCondLst>
                                            <p:cond delay="0"/>
                                          </p:stCondLst>
                                        </p:cTn>
                                        <p:tgtEl>
                                          <p:spTgt spid="26"/>
                                        </p:tgtEl>
                                        <p:attrNameLst>
                                          <p:attrName>style.visibility</p:attrName>
                                        </p:attrNameLst>
                                      </p:cBhvr>
                                      <p:to>
                                        <p:strVal val="visible"/>
                                      </p:to>
                                    </p:set>
                                    <p:animEffect transition="in" filter="wipe(left)">
                                      <p:cBhvr>
                                        <p:cTn id="65" dur="500"/>
                                        <p:tgtEl>
                                          <p:spTgt spid="26"/>
                                        </p:tgtEl>
                                      </p:cBhvr>
                                    </p:animEffect>
                                  </p:childTnLst>
                                </p:cTn>
                              </p:par>
                            </p:childTnLst>
                          </p:cTn>
                        </p:par>
                        <p:par>
                          <p:cTn id="66" fill="hold">
                            <p:stCondLst>
                              <p:cond delay="500"/>
                            </p:stCondLst>
                            <p:childTnLst>
                              <p:par>
                                <p:cTn id="67" presetID="22" presetClass="entr" presetSubtype="8" fill="hold" nodeType="afterEffect">
                                  <p:stCondLst>
                                    <p:cond delay="0"/>
                                  </p:stCondLst>
                                  <p:childTnLst>
                                    <p:set>
                                      <p:cBhvr>
                                        <p:cTn id="68" dur="1" fill="hold">
                                          <p:stCondLst>
                                            <p:cond delay="0"/>
                                          </p:stCondLst>
                                        </p:cTn>
                                        <p:tgtEl>
                                          <p:spTgt spid="32"/>
                                        </p:tgtEl>
                                        <p:attrNameLst>
                                          <p:attrName>style.visibility</p:attrName>
                                        </p:attrNameLst>
                                      </p:cBhvr>
                                      <p:to>
                                        <p:strVal val="visible"/>
                                      </p:to>
                                    </p:set>
                                    <p:animEffect transition="in" filter="wipe(left)">
                                      <p:cBhvr>
                                        <p:cTn id="69" dur="750"/>
                                        <p:tgtEl>
                                          <p:spTgt spid="32"/>
                                        </p:tgtEl>
                                      </p:cBhvr>
                                    </p:animEffect>
                                  </p:childTnLst>
                                </p:cTn>
                              </p:par>
                            </p:childTnLst>
                          </p:cTn>
                        </p:par>
                        <p:par>
                          <p:cTn id="70" fill="hold">
                            <p:stCondLst>
                              <p:cond delay="1250"/>
                            </p:stCondLst>
                            <p:childTnLst>
                              <p:par>
                                <p:cTn id="71" presetID="22" presetClass="entr" presetSubtype="8" fill="hold" nodeType="afterEffect">
                                  <p:stCondLst>
                                    <p:cond delay="0"/>
                                  </p:stCondLst>
                                  <p:childTnLst>
                                    <p:set>
                                      <p:cBhvr>
                                        <p:cTn id="72" dur="1" fill="hold">
                                          <p:stCondLst>
                                            <p:cond delay="0"/>
                                          </p:stCondLst>
                                        </p:cTn>
                                        <p:tgtEl>
                                          <p:spTgt spid="37"/>
                                        </p:tgtEl>
                                        <p:attrNameLst>
                                          <p:attrName>style.visibility</p:attrName>
                                        </p:attrNameLst>
                                      </p:cBhvr>
                                      <p:to>
                                        <p:strVal val="visible"/>
                                      </p:to>
                                    </p:set>
                                    <p:animEffect transition="in" filter="wipe(left)">
                                      <p:cBhvr>
                                        <p:cTn id="73" dur="5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P spid="27" grpId="0"/>
      <p:bldP spid="28"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27332" name="Object 4"/>
          <p:cNvGraphicFramePr>
            <a:graphicFrameLocks noChangeAspect="1"/>
          </p:cNvGraphicFramePr>
          <p:nvPr>
            <p:extLst/>
          </p:nvPr>
        </p:nvGraphicFramePr>
        <p:xfrm>
          <a:off x="1449809" y="410487"/>
          <a:ext cx="9375775" cy="1101725"/>
        </p:xfrm>
        <a:graphic>
          <a:graphicData uri="http://schemas.openxmlformats.org/presentationml/2006/ole">
            <mc:AlternateContent xmlns:mc="http://schemas.openxmlformats.org/markup-compatibility/2006">
              <mc:Choice xmlns:v="urn:schemas-microsoft-com:vml" Requires="v">
                <p:oleObj spid="_x0000_s29740" name="Equation" r:id="rId3" imgW="3987720" imgH="469800" progId="Equation.DSMT4">
                  <p:embed/>
                </p:oleObj>
              </mc:Choice>
              <mc:Fallback>
                <p:oleObj name="Equation" r:id="rId3" imgW="3987720" imgH="469800" progId="Equation.DSMT4">
                  <p:embed/>
                  <p:pic>
                    <p:nvPicPr>
                      <p:cNvPr id="0" name=""/>
                      <p:cNvPicPr>
                        <a:picLocks noChangeAspect="1" noChangeArrowheads="1"/>
                      </p:cNvPicPr>
                      <p:nvPr/>
                    </p:nvPicPr>
                    <p:blipFill>
                      <a:blip r:embed="rId4"/>
                      <a:srcRect/>
                      <a:stretch>
                        <a:fillRect/>
                      </a:stretch>
                    </p:blipFill>
                    <p:spPr bwMode="auto">
                      <a:xfrm>
                        <a:off x="1449809" y="410487"/>
                        <a:ext cx="9375775" cy="1101725"/>
                      </a:xfrm>
                      <a:prstGeom prst="rect">
                        <a:avLst/>
                      </a:prstGeom>
                      <a:noFill/>
                      <a:ln w="38100" cmpd="thickThin">
                        <a:solidFill>
                          <a:srgbClr val="FF0000"/>
                        </a:solidFill>
                      </a:ln>
                      <a:effectLst/>
                      <a:extLst/>
                    </p:spPr>
                  </p:pic>
                </p:oleObj>
              </mc:Fallback>
            </mc:AlternateContent>
          </a:graphicData>
        </a:graphic>
      </p:graphicFrame>
      <p:graphicFrame>
        <p:nvGraphicFramePr>
          <p:cNvPr id="227335" name="Object 7"/>
          <p:cNvGraphicFramePr>
            <a:graphicFrameLocks noChangeAspect="1"/>
          </p:cNvGraphicFramePr>
          <p:nvPr>
            <p:extLst/>
          </p:nvPr>
        </p:nvGraphicFramePr>
        <p:xfrm>
          <a:off x="1125231" y="1714900"/>
          <a:ext cx="3762375" cy="466725"/>
        </p:xfrm>
        <a:graphic>
          <a:graphicData uri="http://schemas.openxmlformats.org/presentationml/2006/ole">
            <mc:AlternateContent xmlns:mc="http://schemas.openxmlformats.org/markup-compatibility/2006">
              <mc:Choice xmlns:v="urn:schemas-microsoft-com:vml" Requires="v">
                <p:oleObj spid="_x0000_s29741" name="Equation" r:id="rId5" imgW="1739880" imgH="215640" progId="Equation.DSMT4">
                  <p:embed/>
                </p:oleObj>
              </mc:Choice>
              <mc:Fallback>
                <p:oleObj name="Equation" r:id="rId5" imgW="1739880" imgH="215640" progId="Equation.DSMT4">
                  <p:embed/>
                  <p:pic>
                    <p:nvPicPr>
                      <p:cNvPr id="0" name=""/>
                      <p:cNvPicPr>
                        <a:picLocks noChangeAspect="1" noChangeArrowheads="1"/>
                      </p:cNvPicPr>
                      <p:nvPr/>
                    </p:nvPicPr>
                    <p:blipFill>
                      <a:blip r:embed="rId6"/>
                      <a:srcRect/>
                      <a:stretch>
                        <a:fillRect/>
                      </a:stretch>
                    </p:blipFill>
                    <p:spPr bwMode="auto">
                      <a:xfrm>
                        <a:off x="1125231" y="1714900"/>
                        <a:ext cx="3762375" cy="466725"/>
                      </a:xfrm>
                      <a:prstGeom prst="rect">
                        <a:avLst/>
                      </a:prstGeom>
                      <a:solidFill>
                        <a:srgbClr val="FFC000"/>
                      </a:solidFill>
                      <a:ln>
                        <a:noFill/>
                      </a:ln>
                      <a:effectLst/>
                      <a:extLst/>
                    </p:spPr>
                  </p:pic>
                </p:oleObj>
              </mc:Fallback>
            </mc:AlternateContent>
          </a:graphicData>
        </a:graphic>
      </p:graphicFrame>
      <p:graphicFrame>
        <p:nvGraphicFramePr>
          <p:cNvPr id="11" name="Object 7"/>
          <p:cNvGraphicFramePr>
            <a:graphicFrameLocks noChangeAspect="1"/>
          </p:cNvGraphicFramePr>
          <p:nvPr>
            <p:extLst/>
          </p:nvPr>
        </p:nvGraphicFramePr>
        <p:xfrm>
          <a:off x="4994696" y="3723410"/>
          <a:ext cx="2286000" cy="401637"/>
        </p:xfrm>
        <a:graphic>
          <a:graphicData uri="http://schemas.openxmlformats.org/presentationml/2006/ole">
            <mc:AlternateContent xmlns:mc="http://schemas.openxmlformats.org/markup-compatibility/2006">
              <mc:Choice xmlns:v="urn:schemas-microsoft-com:vml" Requires="v">
                <p:oleObj spid="_x0000_s29742" name="Equation" r:id="rId7" imgW="1295280" imgH="215640" progId="Equation.DSMT4">
                  <p:embed/>
                </p:oleObj>
              </mc:Choice>
              <mc:Fallback>
                <p:oleObj name="Equation" r:id="rId7" imgW="1295280" imgH="215640" progId="Equation.DSMT4">
                  <p:embed/>
                  <p:pic>
                    <p:nvPicPr>
                      <p:cNvPr id="0" name=""/>
                      <p:cNvPicPr>
                        <a:picLocks noChangeAspect="1" noChangeArrowheads="1"/>
                      </p:cNvPicPr>
                      <p:nvPr/>
                    </p:nvPicPr>
                    <p:blipFill>
                      <a:blip r:embed="rId8"/>
                      <a:srcRect/>
                      <a:stretch>
                        <a:fillRect/>
                      </a:stretch>
                    </p:blipFill>
                    <p:spPr bwMode="auto">
                      <a:xfrm>
                        <a:off x="4994696" y="3723410"/>
                        <a:ext cx="2286000" cy="401637"/>
                      </a:xfrm>
                      <a:prstGeom prst="rect">
                        <a:avLst/>
                      </a:prstGeom>
                      <a:noFill/>
                      <a:ln w="15875">
                        <a:solidFill>
                          <a:srgbClr val="FF0000"/>
                        </a:solidFill>
                      </a:ln>
                      <a:effectLst/>
                      <a:extLst/>
                    </p:spPr>
                  </p:pic>
                </p:oleObj>
              </mc:Fallback>
            </mc:AlternateContent>
          </a:graphicData>
        </a:graphic>
      </p:graphicFrame>
      <p:graphicFrame>
        <p:nvGraphicFramePr>
          <p:cNvPr id="23" name="Object 6"/>
          <p:cNvGraphicFramePr>
            <a:graphicFrameLocks noChangeAspect="1"/>
          </p:cNvGraphicFramePr>
          <p:nvPr>
            <p:extLst/>
          </p:nvPr>
        </p:nvGraphicFramePr>
        <p:xfrm>
          <a:off x="1533233" y="2720957"/>
          <a:ext cx="3862177" cy="881062"/>
        </p:xfrm>
        <a:graphic>
          <a:graphicData uri="http://schemas.openxmlformats.org/presentationml/2006/ole">
            <mc:AlternateContent xmlns:mc="http://schemas.openxmlformats.org/markup-compatibility/2006">
              <mc:Choice xmlns:v="urn:schemas-microsoft-com:vml" Requires="v">
                <p:oleObj spid="_x0000_s29743" name="Equation" r:id="rId9" imgW="2336760" imgH="431640" progId="Equation.DSMT4">
                  <p:embed/>
                </p:oleObj>
              </mc:Choice>
              <mc:Fallback>
                <p:oleObj name="Equation" r:id="rId9" imgW="2336760" imgH="431640" progId="Equation.DSMT4">
                  <p:embed/>
                  <p:pic>
                    <p:nvPicPr>
                      <p:cNvPr id="0" name=""/>
                      <p:cNvPicPr>
                        <a:picLocks noChangeAspect="1" noChangeArrowheads="1"/>
                      </p:cNvPicPr>
                      <p:nvPr/>
                    </p:nvPicPr>
                    <p:blipFill>
                      <a:blip r:embed="rId10"/>
                      <a:srcRect/>
                      <a:stretch>
                        <a:fillRect/>
                      </a:stretch>
                    </p:blipFill>
                    <p:spPr bwMode="auto">
                      <a:xfrm>
                        <a:off x="1533233" y="2720957"/>
                        <a:ext cx="3862177" cy="881062"/>
                      </a:xfrm>
                      <a:prstGeom prst="rect">
                        <a:avLst/>
                      </a:prstGeom>
                      <a:noFill/>
                      <a:ln>
                        <a:noFill/>
                      </a:ln>
                      <a:effectLst/>
                      <a:extLst/>
                    </p:spPr>
                  </p:pic>
                </p:oleObj>
              </mc:Fallback>
            </mc:AlternateContent>
          </a:graphicData>
        </a:graphic>
      </p:graphicFrame>
      <p:sp>
        <p:nvSpPr>
          <p:cNvPr id="24" name="流程图: 决策 23"/>
          <p:cNvSpPr/>
          <p:nvPr/>
        </p:nvSpPr>
        <p:spPr>
          <a:xfrm>
            <a:off x="859891" y="2302296"/>
            <a:ext cx="4832820" cy="1668150"/>
          </a:xfrm>
          <a:prstGeom prst="flowChartDecision">
            <a:avLst/>
          </a:prstGeom>
          <a:noFill/>
          <a:ln w="158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5" name="直接箭头连接符 24"/>
          <p:cNvCxnSpPr/>
          <p:nvPr/>
        </p:nvCxnSpPr>
        <p:spPr>
          <a:xfrm>
            <a:off x="3276301" y="3996212"/>
            <a:ext cx="0" cy="1682751"/>
          </a:xfrm>
          <a:prstGeom prst="straightConnector1">
            <a:avLst/>
          </a:prstGeom>
          <a:ln w="158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6" name="直接箭头连接符 25"/>
          <p:cNvCxnSpPr/>
          <p:nvPr/>
        </p:nvCxnSpPr>
        <p:spPr>
          <a:xfrm>
            <a:off x="5730670" y="3144112"/>
            <a:ext cx="1905317" cy="3497"/>
          </a:xfrm>
          <a:prstGeom prst="straightConnector1">
            <a:avLst/>
          </a:prstGeom>
          <a:ln w="158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7" name="文本框 26"/>
          <p:cNvSpPr txBox="1"/>
          <p:nvPr/>
        </p:nvSpPr>
        <p:spPr>
          <a:xfrm>
            <a:off x="2819025" y="4573087"/>
            <a:ext cx="442750" cy="400110"/>
          </a:xfrm>
          <a:prstGeom prst="rect">
            <a:avLst/>
          </a:prstGeom>
          <a:noFill/>
        </p:spPr>
        <p:txBody>
          <a:bodyPr wrap="none" rtlCol="0">
            <a:spAutoFit/>
          </a:bodyPr>
          <a:lstStyle/>
          <a:p>
            <a:r>
              <a:rPr lang="zh-CN" altLang="en-US" sz="2000" b="1" dirty="0" smtClean="0"/>
              <a:t>是</a:t>
            </a:r>
            <a:endParaRPr lang="zh-CN" altLang="en-US" sz="2000" b="1" dirty="0"/>
          </a:p>
        </p:txBody>
      </p:sp>
      <p:sp>
        <p:nvSpPr>
          <p:cNvPr id="28" name="文本框 27"/>
          <p:cNvSpPr txBox="1"/>
          <p:nvPr/>
        </p:nvSpPr>
        <p:spPr>
          <a:xfrm>
            <a:off x="6284479" y="2683307"/>
            <a:ext cx="441146" cy="400110"/>
          </a:xfrm>
          <a:prstGeom prst="rect">
            <a:avLst/>
          </a:prstGeom>
          <a:noFill/>
        </p:spPr>
        <p:txBody>
          <a:bodyPr wrap="none" rtlCol="0">
            <a:spAutoFit/>
          </a:bodyPr>
          <a:lstStyle/>
          <a:p>
            <a:r>
              <a:rPr lang="zh-CN" altLang="en-US" sz="2000" b="1" dirty="0" smtClean="0"/>
              <a:t>否</a:t>
            </a:r>
            <a:endParaRPr lang="zh-CN" altLang="en-US" sz="2000" b="1" dirty="0"/>
          </a:p>
        </p:txBody>
      </p:sp>
      <p:graphicFrame>
        <p:nvGraphicFramePr>
          <p:cNvPr id="29" name="Object 7"/>
          <p:cNvGraphicFramePr>
            <a:graphicFrameLocks noChangeAspect="1"/>
          </p:cNvGraphicFramePr>
          <p:nvPr>
            <p:extLst>
              <p:ext uri="{D42A27DB-BD31-4B8C-83A1-F6EECF244321}">
                <p14:modId xmlns:p14="http://schemas.microsoft.com/office/powerpoint/2010/main" val="646558626"/>
              </p:ext>
            </p:extLst>
          </p:nvPr>
        </p:nvGraphicFramePr>
        <p:xfrm>
          <a:off x="6127750" y="4587875"/>
          <a:ext cx="5081588" cy="901700"/>
        </p:xfrm>
        <a:graphic>
          <a:graphicData uri="http://schemas.openxmlformats.org/presentationml/2006/ole">
            <mc:AlternateContent xmlns:mc="http://schemas.openxmlformats.org/markup-compatibility/2006">
              <mc:Choice xmlns:v="urn:schemas-microsoft-com:vml" Requires="v">
                <p:oleObj spid="_x0000_s29744" name="Equation" r:id="rId11" imgW="2793960" imgH="495000" progId="Equation.DSMT4">
                  <p:embed/>
                </p:oleObj>
              </mc:Choice>
              <mc:Fallback>
                <p:oleObj name="Equation" r:id="rId11" imgW="2793960" imgH="495000" progId="Equation.DSMT4">
                  <p:embed/>
                  <p:pic>
                    <p:nvPicPr>
                      <p:cNvPr id="0" name=""/>
                      <p:cNvPicPr>
                        <a:picLocks noChangeAspect="1" noChangeArrowheads="1"/>
                      </p:cNvPicPr>
                      <p:nvPr/>
                    </p:nvPicPr>
                    <p:blipFill>
                      <a:blip r:embed="rId12"/>
                      <a:srcRect/>
                      <a:stretch>
                        <a:fillRect/>
                      </a:stretch>
                    </p:blipFill>
                    <p:spPr bwMode="auto">
                      <a:xfrm>
                        <a:off x="6127750" y="4587875"/>
                        <a:ext cx="5081588" cy="901700"/>
                      </a:xfrm>
                      <a:prstGeom prst="rect">
                        <a:avLst/>
                      </a:prstGeom>
                      <a:noFill/>
                      <a:ln w="19050">
                        <a:noFill/>
                      </a:ln>
                      <a:effectLst/>
                      <a:extLst/>
                    </p:spPr>
                  </p:pic>
                </p:oleObj>
              </mc:Fallback>
            </mc:AlternateContent>
          </a:graphicData>
        </a:graphic>
      </p:graphicFrame>
      <p:graphicFrame>
        <p:nvGraphicFramePr>
          <p:cNvPr id="17" name="Object 6"/>
          <p:cNvGraphicFramePr>
            <a:graphicFrameLocks noChangeAspect="1"/>
          </p:cNvGraphicFramePr>
          <p:nvPr>
            <p:extLst/>
          </p:nvPr>
        </p:nvGraphicFramePr>
        <p:xfrm>
          <a:off x="613002" y="5678963"/>
          <a:ext cx="5524694" cy="881063"/>
        </p:xfrm>
        <a:graphic>
          <a:graphicData uri="http://schemas.openxmlformats.org/presentationml/2006/ole">
            <mc:AlternateContent xmlns:mc="http://schemas.openxmlformats.org/markup-compatibility/2006">
              <mc:Choice xmlns:v="urn:schemas-microsoft-com:vml" Requires="v">
                <p:oleObj spid="_x0000_s29745" name="Equation" r:id="rId13" imgW="3009600" imgH="431640" progId="Equation.DSMT4">
                  <p:embed/>
                </p:oleObj>
              </mc:Choice>
              <mc:Fallback>
                <p:oleObj name="Equation" r:id="rId13" imgW="3009600" imgH="431640" progId="Equation.DSMT4">
                  <p:embed/>
                  <p:pic>
                    <p:nvPicPr>
                      <p:cNvPr id="0" name=""/>
                      <p:cNvPicPr>
                        <a:picLocks noChangeAspect="1" noChangeArrowheads="1"/>
                      </p:cNvPicPr>
                      <p:nvPr/>
                    </p:nvPicPr>
                    <p:blipFill>
                      <a:blip r:embed="rId14"/>
                      <a:srcRect/>
                      <a:stretch>
                        <a:fillRect/>
                      </a:stretch>
                    </p:blipFill>
                    <p:spPr bwMode="auto">
                      <a:xfrm>
                        <a:off x="613002" y="5678963"/>
                        <a:ext cx="5524694" cy="881063"/>
                      </a:xfrm>
                      <a:prstGeom prst="rect">
                        <a:avLst/>
                      </a:prstGeom>
                      <a:noFill/>
                      <a:ln w="15875">
                        <a:solidFill>
                          <a:srgbClr val="FF0000"/>
                        </a:solidFill>
                      </a:ln>
                      <a:effectLst/>
                      <a:extLst/>
                    </p:spPr>
                  </p:pic>
                </p:oleObj>
              </mc:Fallback>
            </mc:AlternateContent>
          </a:graphicData>
        </a:graphic>
      </p:graphicFrame>
      <p:sp>
        <p:nvSpPr>
          <p:cNvPr id="32" name="流程图: 决策 31"/>
          <p:cNvSpPr/>
          <p:nvPr/>
        </p:nvSpPr>
        <p:spPr>
          <a:xfrm>
            <a:off x="5152945" y="4187220"/>
            <a:ext cx="6864884" cy="1728387"/>
          </a:xfrm>
          <a:prstGeom prst="flowChartDecision">
            <a:avLst/>
          </a:prstGeom>
          <a:noFill/>
          <a:ln w="158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33" name="Object 7"/>
          <p:cNvGraphicFramePr>
            <a:graphicFrameLocks noChangeAspect="1"/>
          </p:cNvGraphicFramePr>
          <p:nvPr>
            <p:extLst/>
          </p:nvPr>
        </p:nvGraphicFramePr>
        <p:xfrm>
          <a:off x="7635759" y="2935552"/>
          <a:ext cx="2555875" cy="401637"/>
        </p:xfrm>
        <a:graphic>
          <a:graphicData uri="http://schemas.openxmlformats.org/presentationml/2006/ole">
            <mc:AlternateContent xmlns:mc="http://schemas.openxmlformats.org/markup-compatibility/2006">
              <mc:Choice xmlns:v="urn:schemas-microsoft-com:vml" Requires="v">
                <p:oleObj spid="_x0000_s29746" name="Equation" r:id="rId15" imgW="1447560" imgH="215640" progId="Equation.DSMT4">
                  <p:embed/>
                </p:oleObj>
              </mc:Choice>
              <mc:Fallback>
                <p:oleObj name="Equation" r:id="rId15" imgW="1447560" imgH="215640" progId="Equation.DSMT4">
                  <p:embed/>
                  <p:pic>
                    <p:nvPicPr>
                      <p:cNvPr id="0" name=""/>
                      <p:cNvPicPr>
                        <a:picLocks noChangeAspect="1" noChangeArrowheads="1"/>
                      </p:cNvPicPr>
                      <p:nvPr/>
                    </p:nvPicPr>
                    <p:blipFill>
                      <a:blip r:embed="rId16"/>
                      <a:srcRect/>
                      <a:stretch>
                        <a:fillRect/>
                      </a:stretch>
                    </p:blipFill>
                    <p:spPr bwMode="auto">
                      <a:xfrm>
                        <a:off x="7635759" y="2935552"/>
                        <a:ext cx="2555875" cy="401637"/>
                      </a:xfrm>
                      <a:prstGeom prst="rect">
                        <a:avLst/>
                      </a:prstGeom>
                      <a:noFill/>
                      <a:ln w="15875">
                        <a:solidFill>
                          <a:srgbClr val="FF0000"/>
                        </a:solidFill>
                      </a:ln>
                      <a:effectLst/>
                      <a:extLst/>
                    </p:spPr>
                  </p:pic>
                </p:oleObj>
              </mc:Fallback>
            </mc:AlternateContent>
          </a:graphicData>
        </a:graphic>
      </p:graphicFrame>
      <p:cxnSp>
        <p:nvCxnSpPr>
          <p:cNvPr id="34" name="直接箭头连接符 33"/>
          <p:cNvCxnSpPr/>
          <p:nvPr/>
        </p:nvCxnSpPr>
        <p:spPr>
          <a:xfrm>
            <a:off x="6137696" y="6236068"/>
            <a:ext cx="2447691" cy="0"/>
          </a:xfrm>
          <a:prstGeom prst="straightConnector1">
            <a:avLst/>
          </a:prstGeom>
          <a:ln w="158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4" name="直接箭头连接符 13"/>
          <p:cNvCxnSpPr/>
          <p:nvPr/>
        </p:nvCxnSpPr>
        <p:spPr>
          <a:xfrm flipV="1">
            <a:off x="8585387" y="3337189"/>
            <a:ext cx="0" cy="836627"/>
          </a:xfrm>
          <a:prstGeom prst="straightConnector1">
            <a:avLst/>
          </a:prstGeom>
          <a:ln w="158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6" name="直接箭头连接符 35"/>
          <p:cNvCxnSpPr/>
          <p:nvPr/>
        </p:nvCxnSpPr>
        <p:spPr>
          <a:xfrm flipV="1">
            <a:off x="8585387" y="5912110"/>
            <a:ext cx="0" cy="323958"/>
          </a:xfrm>
          <a:prstGeom prst="straightConnector1">
            <a:avLst/>
          </a:prstGeom>
          <a:ln w="158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3" name="直接箭头连接符 42"/>
          <p:cNvCxnSpPr/>
          <p:nvPr/>
        </p:nvCxnSpPr>
        <p:spPr>
          <a:xfrm flipH="1" flipV="1">
            <a:off x="7280696" y="3923793"/>
            <a:ext cx="1304691" cy="435"/>
          </a:xfrm>
          <a:prstGeom prst="straightConnector1">
            <a:avLst/>
          </a:prstGeom>
          <a:ln w="158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7" name="文本框 46"/>
          <p:cNvSpPr txBox="1"/>
          <p:nvPr/>
        </p:nvSpPr>
        <p:spPr>
          <a:xfrm>
            <a:off x="7594870" y="3934967"/>
            <a:ext cx="442750" cy="400110"/>
          </a:xfrm>
          <a:prstGeom prst="rect">
            <a:avLst/>
          </a:prstGeom>
          <a:noFill/>
        </p:spPr>
        <p:txBody>
          <a:bodyPr wrap="none" rtlCol="0">
            <a:spAutoFit/>
          </a:bodyPr>
          <a:lstStyle/>
          <a:p>
            <a:r>
              <a:rPr lang="zh-CN" altLang="en-US" sz="2000" b="1" dirty="0" smtClean="0"/>
              <a:t>是</a:t>
            </a:r>
            <a:endParaRPr lang="zh-CN" altLang="en-US" sz="2000" b="1" dirty="0"/>
          </a:p>
        </p:txBody>
      </p:sp>
      <p:sp>
        <p:nvSpPr>
          <p:cNvPr id="48" name="文本框 47"/>
          <p:cNvSpPr txBox="1"/>
          <p:nvPr/>
        </p:nvSpPr>
        <p:spPr>
          <a:xfrm>
            <a:off x="8557944" y="3412875"/>
            <a:ext cx="441146" cy="400110"/>
          </a:xfrm>
          <a:prstGeom prst="rect">
            <a:avLst/>
          </a:prstGeom>
          <a:noFill/>
        </p:spPr>
        <p:txBody>
          <a:bodyPr wrap="none" rtlCol="0">
            <a:spAutoFit/>
          </a:bodyPr>
          <a:lstStyle/>
          <a:p>
            <a:r>
              <a:rPr lang="zh-CN" altLang="en-US" sz="2000" b="1" dirty="0" smtClean="0"/>
              <a:t>否</a:t>
            </a:r>
            <a:endParaRPr lang="zh-CN" altLang="en-US" sz="2000" b="1" dirty="0"/>
          </a:p>
        </p:txBody>
      </p:sp>
    </p:spTree>
    <p:extLst>
      <p:ext uri="{BB962C8B-B14F-4D97-AF65-F5344CB8AC3E}">
        <p14:creationId xmlns:p14="http://schemas.microsoft.com/office/powerpoint/2010/main" val="442402721"/>
      </p:ext>
    </p:extLst>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22" presetClass="entr" presetSubtype="8" fill="hold" nodeType="afterEffect">
                                  <p:stCondLst>
                                    <p:cond delay="0"/>
                                  </p:stCondLst>
                                  <p:childTnLst>
                                    <p:set>
                                      <p:cBhvr>
                                        <p:cTn id="6" dur="1" fill="hold">
                                          <p:stCondLst>
                                            <p:cond delay="0"/>
                                          </p:stCondLst>
                                        </p:cTn>
                                        <p:tgtEl>
                                          <p:spTgt spid="227335"/>
                                        </p:tgtEl>
                                        <p:attrNameLst>
                                          <p:attrName>style.visibility</p:attrName>
                                        </p:attrNameLst>
                                      </p:cBhvr>
                                      <p:to>
                                        <p:strVal val="visible"/>
                                      </p:to>
                                    </p:set>
                                    <p:animEffect transition="in" filter="wipe(left)">
                                      <p:cBhvr>
                                        <p:cTn id="7" dur="500"/>
                                        <p:tgtEl>
                                          <p:spTgt spid="22733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3"/>
                                        </p:tgtEl>
                                        <p:attrNameLst>
                                          <p:attrName>style.visibility</p:attrName>
                                        </p:attrNameLst>
                                      </p:cBhvr>
                                      <p:to>
                                        <p:strVal val="visible"/>
                                      </p:to>
                                    </p:set>
                                    <p:animEffect transition="in" filter="wipe(left)">
                                      <p:cBhvr>
                                        <p:cTn id="12" dur="500"/>
                                        <p:tgtEl>
                                          <p:spTgt spid="2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24"/>
                                        </p:tgtEl>
                                        <p:attrNameLst>
                                          <p:attrName>style.visibility</p:attrName>
                                        </p:attrNameLst>
                                      </p:cBhvr>
                                      <p:to>
                                        <p:strVal val="visible"/>
                                      </p:to>
                                    </p:set>
                                    <p:animEffect transition="in" filter="wipe(up)">
                                      <p:cBhvr>
                                        <p:cTn id="17" dur="750"/>
                                        <p:tgtEl>
                                          <p:spTgt spid="24"/>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grpId="0" nodeType="clickEffect">
                                  <p:stCondLst>
                                    <p:cond delay="0"/>
                                  </p:stCondLst>
                                  <p:childTnLst>
                                    <p:set>
                                      <p:cBhvr>
                                        <p:cTn id="21" dur="1" fill="hold">
                                          <p:stCondLst>
                                            <p:cond delay="0"/>
                                          </p:stCondLst>
                                        </p:cTn>
                                        <p:tgtEl>
                                          <p:spTgt spid="28"/>
                                        </p:tgtEl>
                                        <p:attrNameLst>
                                          <p:attrName>style.visibility</p:attrName>
                                        </p:attrNameLst>
                                      </p:cBhvr>
                                      <p:to>
                                        <p:strVal val="visible"/>
                                      </p:to>
                                    </p:set>
                                    <p:animEffect transition="in" filter="barn(inVertical)">
                                      <p:cBhvr>
                                        <p:cTn id="22" dur="500"/>
                                        <p:tgtEl>
                                          <p:spTgt spid="28"/>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26"/>
                                        </p:tgtEl>
                                        <p:attrNameLst>
                                          <p:attrName>style.visibility</p:attrName>
                                        </p:attrNameLst>
                                      </p:cBhvr>
                                      <p:to>
                                        <p:strVal val="visible"/>
                                      </p:to>
                                    </p:set>
                                    <p:animEffect transition="in" filter="wipe(left)">
                                      <p:cBhvr>
                                        <p:cTn id="27" dur="750"/>
                                        <p:tgtEl>
                                          <p:spTgt spid="26"/>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33"/>
                                        </p:tgtEl>
                                        <p:attrNameLst>
                                          <p:attrName>style.visibility</p:attrName>
                                        </p:attrNameLst>
                                      </p:cBhvr>
                                      <p:to>
                                        <p:strVal val="visible"/>
                                      </p:to>
                                    </p:set>
                                    <p:animEffect transition="in" filter="wipe(left)">
                                      <p:cBhvr>
                                        <p:cTn id="32" dur="750"/>
                                        <p:tgtEl>
                                          <p:spTgt spid="33"/>
                                        </p:tgtEl>
                                      </p:cBhvr>
                                    </p:animEffect>
                                  </p:childTnLst>
                                </p:cTn>
                              </p:par>
                            </p:childTnLst>
                          </p:cTn>
                        </p:par>
                      </p:childTnLst>
                    </p:cTn>
                  </p:par>
                  <p:par>
                    <p:cTn id="33" fill="hold">
                      <p:stCondLst>
                        <p:cond delay="indefinite"/>
                      </p:stCondLst>
                      <p:childTnLst>
                        <p:par>
                          <p:cTn id="34" fill="hold">
                            <p:stCondLst>
                              <p:cond delay="0"/>
                            </p:stCondLst>
                            <p:childTnLst>
                              <p:par>
                                <p:cTn id="35" presetID="16" presetClass="entr" presetSubtype="21" fill="hold" grpId="0" nodeType="clickEffect">
                                  <p:stCondLst>
                                    <p:cond delay="0"/>
                                  </p:stCondLst>
                                  <p:childTnLst>
                                    <p:set>
                                      <p:cBhvr>
                                        <p:cTn id="36" dur="1" fill="hold">
                                          <p:stCondLst>
                                            <p:cond delay="0"/>
                                          </p:stCondLst>
                                        </p:cTn>
                                        <p:tgtEl>
                                          <p:spTgt spid="27"/>
                                        </p:tgtEl>
                                        <p:attrNameLst>
                                          <p:attrName>style.visibility</p:attrName>
                                        </p:attrNameLst>
                                      </p:cBhvr>
                                      <p:to>
                                        <p:strVal val="visible"/>
                                      </p:to>
                                    </p:set>
                                    <p:animEffect transition="in" filter="barn(inVertical)">
                                      <p:cBhvr>
                                        <p:cTn id="37" dur="500"/>
                                        <p:tgtEl>
                                          <p:spTgt spid="27"/>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1" fill="hold" nodeType="clickEffect">
                                  <p:stCondLst>
                                    <p:cond delay="0"/>
                                  </p:stCondLst>
                                  <p:childTnLst>
                                    <p:set>
                                      <p:cBhvr>
                                        <p:cTn id="41" dur="1" fill="hold">
                                          <p:stCondLst>
                                            <p:cond delay="0"/>
                                          </p:stCondLst>
                                        </p:cTn>
                                        <p:tgtEl>
                                          <p:spTgt spid="25"/>
                                        </p:tgtEl>
                                        <p:attrNameLst>
                                          <p:attrName>style.visibility</p:attrName>
                                        </p:attrNameLst>
                                      </p:cBhvr>
                                      <p:to>
                                        <p:strVal val="visible"/>
                                      </p:to>
                                    </p:set>
                                    <p:animEffect transition="in" filter="wipe(up)">
                                      <p:cBhvr>
                                        <p:cTn id="42" dur="500"/>
                                        <p:tgtEl>
                                          <p:spTgt spid="25"/>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17"/>
                                        </p:tgtEl>
                                        <p:attrNameLst>
                                          <p:attrName>style.visibility</p:attrName>
                                        </p:attrNameLst>
                                      </p:cBhvr>
                                      <p:to>
                                        <p:strVal val="visible"/>
                                      </p:to>
                                    </p:set>
                                    <p:animEffect transition="in" filter="wipe(left)">
                                      <p:cBhvr>
                                        <p:cTn id="47" dur="1000"/>
                                        <p:tgtEl>
                                          <p:spTgt spid="17"/>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34"/>
                                        </p:tgtEl>
                                        <p:attrNameLst>
                                          <p:attrName>style.visibility</p:attrName>
                                        </p:attrNameLst>
                                      </p:cBhvr>
                                      <p:to>
                                        <p:strVal val="visible"/>
                                      </p:to>
                                    </p:set>
                                    <p:animEffect transition="in" filter="fade">
                                      <p:cBhvr>
                                        <p:cTn id="52" dur="500"/>
                                        <p:tgtEl>
                                          <p:spTgt spid="34"/>
                                        </p:tgtEl>
                                      </p:cBhvr>
                                    </p:animEffect>
                                  </p:childTnLst>
                                </p:cTn>
                              </p:par>
                              <p:par>
                                <p:cTn id="53" presetID="10" presetClass="entr" presetSubtype="0" fill="hold" nodeType="withEffect">
                                  <p:stCondLst>
                                    <p:cond delay="0"/>
                                  </p:stCondLst>
                                  <p:childTnLst>
                                    <p:set>
                                      <p:cBhvr>
                                        <p:cTn id="54" dur="1" fill="hold">
                                          <p:stCondLst>
                                            <p:cond delay="0"/>
                                          </p:stCondLst>
                                        </p:cTn>
                                        <p:tgtEl>
                                          <p:spTgt spid="36"/>
                                        </p:tgtEl>
                                        <p:attrNameLst>
                                          <p:attrName>style.visibility</p:attrName>
                                        </p:attrNameLst>
                                      </p:cBhvr>
                                      <p:to>
                                        <p:strVal val="visible"/>
                                      </p:to>
                                    </p:set>
                                    <p:animEffect transition="in" filter="fade">
                                      <p:cBhvr>
                                        <p:cTn id="55" dur="500"/>
                                        <p:tgtEl>
                                          <p:spTgt spid="36"/>
                                        </p:tgtEl>
                                      </p:cBhvr>
                                    </p:animEffect>
                                  </p:childTnLst>
                                </p:cTn>
                              </p:par>
                            </p:childTnLst>
                          </p:cTn>
                        </p:par>
                      </p:childTnLst>
                    </p:cTn>
                  </p:par>
                  <p:par>
                    <p:cTn id="56" fill="hold">
                      <p:stCondLst>
                        <p:cond delay="indefinite"/>
                      </p:stCondLst>
                      <p:childTnLst>
                        <p:par>
                          <p:cTn id="57" fill="hold">
                            <p:stCondLst>
                              <p:cond delay="0"/>
                            </p:stCondLst>
                            <p:childTnLst>
                              <p:par>
                                <p:cTn id="58" presetID="22" presetClass="entr" presetSubtype="8" fill="hold" nodeType="clickEffect">
                                  <p:stCondLst>
                                    <p:cond delay="0"/>
                                  </p:stCondLst>
                                  <p:childTnLst>
                                    <p:set>
                                      <p:cBhvr>
                                        <p:cTn id="59" dur="1" fill="hold">
                                          <p:stCondLst>
                                            <p:cond delay="0"/>
                                          </p:stCondLst>
                                        </p:cTn>
                                        <p:tgtEl>
                                          <p:spTgt spid="29"/>
                                        </p:tgtEl>
                                        <p:attrNameLst>
                                          <p:attrName>style.visibility</p:attrName>
                                        </p:attrNameLst>
                                      </p:cBhvr>
                                      <p:to>
                                        <p:strVal val="visible"/>
                                      </p:to>
                                    </p:set>
                                    <p:animEffect transition="in" filter="wipe(left)">
                                      <p:cBhvr>
                                        <p:cTn id="60" dur="1000"/>
                                        <p:tgtEl>
                                          <p:spTgt spid="29"/>
                                        </p:tgtEl>
                                      </p:cBhvr>
                                    </p:animEffect>
                                  </p:childTnLst>
                                </p:cTn>
                              </p:par>
                            </p:childTnLst>
                          </p:cTn>
                        </p:par>
                      </p:childTnLst>
                    </p:cTn>
                  </p:par>
                  <p:par>
                    <p:cTn id="61" fill="hold">
                      <p:stCondLst>
                        <p:cond delay="indefinite"/>
                      </p:stCondLst>
                      <p:childTnLst>
                        <p:par>
                          <p:cTn id="62" fill="hold">
                            <p:stCondLst>
                              <p:cond delay="0"/>
                            </p:stCondLst>
                            <p:childTnLst>
                              <p:par>
                                <p:cTn id="63" presetID="22" presetClass="entr" presetSubtype="1" fill="hold" grpId="0" nodeType="clickEffect">
                                  <p:stCondLst>
                                    <p:cond delay="0"/>
                                  </p:stCondLst>
                                  <p:childTnLst>
                                    <p:set>
                                      <p:cBhvr>
                                        <p:cTn id="64" dur="1" fill="hold">
                                          <p:stCondLst>
                                            <p:cond delay="0"/>
                                          </p:stCondLst>
                                        </p:cTn>
                                        <p:tgtEl>
                                          <p:spTgt spid="32"/>
                                        </p:tgtEl>
                                        <p:attrNameLst>
                                          <p:attrName>style.visibility</p:attrName>
                                        </p:attrNameLst>
                                      </p:cBhvr>
                                      <p:to>
                                        <p:strVal val="visible"/>
                                      </p:to>
                                    </p:set>
                                    <p:animEffect transition="in" filter="wipe(up)">
                                      <p:cBhvr>
                                        <p:cTn id="65" dur="750"/>
                                        <p:tgtEl>
                                          <p:spTgt spid="32"/>
                                        </p:tgtEl>
                                      </p:cBhvr>
                                    </p:animEffect>
                                  </p:childTnLst>
                                </p:cTn>
                              </p:par>
                            </p:childTnLst>
                          </p:cTn>
                        </p:par>
                      </p:childTnLst>
                    </p:cTn>
                  </p:par>
                  <p:par>
                    <p:cTn id="66" fill="hold">
                      <p:stCondLst>
                        <p:cond delay="indefinite"/>
                      </p:stCondLst>
                      <p:childTnLst>
                        <p:par>
                          <p:cTn id="67" fill="hold">
                            <p:stCondLst>
                              <p:cond delay="0"/>
                            </p:stCondLst>
                            <p:childTnLst>
                              <p:par>
                                <p:cTn id="68" presetID="16" presetClass="entr" presetSubtype="21" fill="hold" grpId="0" nodeType="clickEffect">
                                  <p:stCondLst>
                                    <p:cond delay="0"/>
                                  </p:stCondLst>
                                  <p:childTnLst>
                                    <p:set>
                                      <p:cBhvr>
                                        <p:cTn id="69" dur="1" fill="hold">
                                          <p:stCondLst>
                                            <p:cond delay="0"/>
                                          </p:stCondLst>
                                        </p:cTn>
                                        <p:tgtEl>
                                          <p:spTgt spid="48"/>
                                        </p:tgtEl>
                                        <p:attrNameLst>
                                          <p:attrName>style.visibility</p:attrName>
                                        </p:attrNameLst>
                                      </p:cBhvr>
                                      <p:to>
                                        <p:strVal val="visible"/>
                                      </p:to>
                                    </p:set>
                                    <p:animEffect transition="in" filter="barn(inVertical)">
                                      <p:cBhvr>
                                        <p:cTn id="70" dur="500"/>
                                        <p:tgtEl>
                                          <p:spTgt spid="48"/>
                                        </p:tgtEl>
                                      </p:cBhvr>
                                    </p:animEffect>
                                  </p:childTnLst>
                                </p:cTn>
                              </p:par>
                            </p:childTnLst>
                          </p:cTn>
                        </p:par>
                      </p:childTnLst>
                    </p:cTn>
                  </p:par>
                  <p:par>
                    <p:cTn id="71" fill="hold">
                      <p:stCondLst>
                        <p:cond delay="indefinite"/>
                      </p:stCondLst>
                      <p:childTnLst>
                        <p:par>
                          <p:cTn id="72" fill="hold">
                            <p:stCondLst>
                              <p:cond delay="0"/>
                            </p:stCondLst>
                            <p:childTnLst>
                              <p:par>
                                <p:cTn id="73" presetID="22" presetClass="entr" presetSubtype="4" fill="hold" nodeType="clickEffect">
                                  <p:stCondLst>
                                    <p:cond delay="0"/>
                                  </p:stCondLst>
                                  <p:childTnLst>
                                    <p:set>
                                      <p:cBhvr>
                                        <p:cTn id="74" dur="1" fill="hold">
                                          <p:stCondLst>
                                            <p:cond delay="0"/>
                                          </p:stCondLst>
                                        </p:cTn>
                                        <p:tgtEl>
                                          <p:spTgt spid="14"/>
                                        </p:tgtEl>
                                        <p:attrNameLst>
                                          <p:attrName>style.visibility</p:attrName>
                                        </p:attrNameLst>
                                      </p:cBhvr>
                                      <p:to>
                                        <p:strVal val="visible"/>
                                      </p:to>
                                    </p:set>
                                    <p:animEffect transition="in" filter="wipe(down)">
                                      <p:cBhvr>
                                        <p:cTn id="75" dur="500"/>
                                        <p:tgtEl>
                                          <p:spTgt spid="14"/>
                                        </p:tgtEl>
                                      </p:cBhvr>
                                    </p:animEffect>
                                  </p:childTnLst>
                                </p:cTn>
                              </p:par>
                            </p:childTnLst>
                          </p:cTn>
                        </p:par>
                      </p:childTnLst>
                    </p:cTn>
                  </p:par>
                  <p:par>
                    <p:cTn id="76" fill="hold">
                      <p:stCondLst>
                        <p:cond delay="indefinite"/>
                      </p:stCondLst>
                      <p:childTnLst>
                        <p:par>
                          <p:cTn id="77" fill="hold">
                            <p:stCondLst>
                              <p:cond delay="0"/>
                            </p:stCondLst>
                            <p:childTnLst>
                              <p:par>
                                <p:cTn id="78" presetID="16" presetClass="entr" presetSubtype="21" fill="hold" grpId="0" nodeType="clickEffect">
                                  <p:stCondLst>
                                    <p:cond delay="0"/>
                                  </p:stCondLst>
                                  <p:childTnLst>
                                    <p:set>
                                      <p:cBhvr>
                                        <p:cTn id="79" dur="1" fill="hold">
                                          <p:stCondLst>
                                            <p:cond delay="0"/>
                                          </p:stCondLst>
                                        </p:cTn>
                                        <p:tgtEl>
                                          <p:spTgt spid="47"/>
                                        </p:tgtEl>
                                        <p:attrNameLst>
                                          <p:attrName>style.visibility</p:attrName>
                                        </p:attrNameLst>
                                      </p:cBhvr>
                                      <p:to>
                                        <p:strVal val="visible"/>
                                      </p:to>
                                    </p:set>
                                    <p:animEffect transition="in" filter="barn(inVertical)">
                                      <p:cBhvr>
                                        <p:cTn id="80" dur="500"/>
                                        <p:tgtEl>
                                          <p:spTgt spid="47"/>
                                        </p:tgtEl>
                                      </p:cBhvr>
                                    </p:animEffect>
                                  </p:childTnLst>
                                </p:cTn>
                              </p:par>
                            </p:childTnLst>
                          </p:cTn>
                        </p:par>
                      </p:childTnLst>
                    </p:cTn>
                  </p:par>
                  <p:par>
                    <p:cTn id="81" fill="hold">
                      <p:stCondLst>
                        <p:cond delay="indefinite"/>
                      </p:stCondLst>
                      <p:childTnLst>
                        <p:par>
                          <p:cTn id="82" fill="hold">
                            <p:stCondLst>
                              <p:cond delay="0"/>
                            </p:stCondLst>
                            <p:childTnLst>
                              <p:par>
                                <p:cTn id="83" presetID="22" presetClass="entr" presetSubtype="2" fill="hold" nodeType="clickEffect">
                                  <p:stCondLst>
                                    <p:cond delay="0"/>
                                  </p:stCondLst>
                                  <p:childTnLst>
                                    <p:set>
                                      <p:cBhvr>
                                        <p:cTn id="84" dur="1" fill="hold">
                                          <p:stCondLst>
                                            <p:cond delay="0"/>
                                          </p:stCondLst>
                                        </p:cTn>
                                        <p:tgtEl>
                                          <p:spTgt spid="43"/>
                                        </p:tgtEl>
                                        <p:attrNameLst>
                                          <p:attrName>style.visibility</p:attrName>
                                        </p:attrNameLst>
                                      </p:cBhvr>
                                      <p:to>
                                        <p:strVal val="visible"/>
                                      </p:to>
                                    </p:set>
                                    <p:animEffect transition="in" filter="wipe(right)">
                                      <p:cBhvr>
                                        <p:cTn id="85" dur="500"/>
                                        <p:tgtEl>
                                          <p:spTgt spid="43"/>
                                        </p:tgtEl>
                                      </p:cBhvr>
                                    </p:animEffect>
                                  </p:childTnLst>
                                </p:cTn>
                              </p:par>
                            </p:childTnLst>
                          </p:cTn>
                        </p:par>
                      </p:childTnLst>
                    </p:cTn>
                  </p:par>
                  <p:par>
                    <p:cTn id="86" fill="hold">
                      <p:stCondLst>
                        <p:cond delay="indefinite"/>
                      </p:stCondLst>
                      <p:childTnLst>
                        <p:par>
                          <p:cTn id="87" fill="hold">
                            <p:stCondLst>
                              <p:cond delay="0"/>
                            </p:stCondLst>
                            <p:childTnLst>
                              <p:par>
                                <p:cTn id="88" presetID="22" presetClass="entr" presetSubtype="8" fill="hold" nodeType="clickEffect">
                                  <p:stCondLst>
                                    <p:cond delay="0"/>
                                  </p:stCondLst>
                                  <p:childTnLst>
                                    <p:set>
                                      <p:cBhvr>
                                        <p:cTn id="89" dur="1" fill="hold">
                                          <p:stCondLst>
                                            <p:cond delay="0"/>
                                          </p:stCondLst>
                                        </p:cTn>
                                        <p:tgtEl>
                                          <p:spTgt spid="11"/>
                                        </p:tgtEl>
                                        <p:attrNameLst>
                                          <p:attrName>style.visibility</p:attrName>
                                        </p:attrNameLst>
                                      </p:cBhvr>
                                      <p:to>
                                        <p:strVal val="visible"/>
                                      </p:to>
                                    </p:set>
                                    <p:animEffect transition="in" filter="wipe(left)">
                                      <p:cBhvr>
                                        <p:cTn id="90" dur="75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P spid="27" grpId="0"/>
      <p:bldP spid="28" grpId="0"/>
      <p:bldP spid="32" grpId="0" animBg="1"/>
      <p:bldP spid="47" grpId="0"/>
      <p:bldP spid="48"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Text Box 2"/>
          <p:cNvSpPr txBox="1">
            <a:spLocks noChangeArrowheads="1"/>
          </p:cNvSpPr>
          <p:nvPr/>
        </p:nvSpPr>
        <p:spPr bwMode="auto">
          <a:xfrm>
            <a:off x="2207568" y="785468"/>
            <a:ext cx="6840686" cy="6480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571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3600" b="1" dirty="0">
                <a:solidFill>
                  <a:srgbClr val="FF0000"/>
                </a:solidFill>
                <a:effectLst>
                  <a:outerShdw blurRad="38100" dist="38100" dir="2700000" algn="tl">
                    <a:srgbClr val="000000">
                      <a:alpha val="43137"/>
                    </a:srgbClr>
                  </a:outerShdw>
                </a:effectLst>
                <a:latin typeface="宋体" panose="02010600030101010101" pitchFamily="2" charset="-122"/>
              </a:rPr>
              <a:t>三、全微分在近似计算中的应用</a:t>
            </a:r>
          </a:p>
        </p:txBody>
      </p:sp>
      <p:graphicFrame>
        <p:nvGraphicFramePr>
          <p:cNvPr id="231427" name="Object 3"/>
          <p:cNvGraphicFramePr>
            <a:graphicFrameLocks noChangeAspect="1"/>
          </p:cNvGraphicFramePr>
          <p:nvPr>
            <p:extLst>
              <p:ext uri="{D42A27DB-BD31-4B8C-83A1-F6EECF244321}">
                <p14:modId xmlns:p14="http://schemas.microsoft.com/office/powerpoint/2010/main" val="2328552714"/>
              </p:ext>
            </p:extLst>
          </p:nvPr>
        </p:nvGraphicFramePr>
        <p:xfrm>
          <a:off x="2567608" y="1674799"/>
          <a:ext cx="6840760" cy="1594245"/>
        </p:xfrm>
        <a:graphic>
          <a:graphicData uri="http://schemas.openxmlformats.org/presentationml/2006/ole">
            <mc:AlternateContent xmlns:mc="http://schemas.openxmlformats.org/markup-compatibility/2006">
              <mc:Choice xmlns:v="urn:schemas-microsoft-com:vml" Requires="v">
                <p:oleObj spid="_x0000_s17497" name="Equation" r:id="rId3" imgW="2997000" imgH="698400" progId="Equation.DSMT4">
                  <p:embed/>
                </p:oleObj>
              </mc:Choice>
              <mc:Fallback>
                <p:oleObj name="Equation" r:id="rId3" imgW="2997000" imgH="698400" progId="Equation.DSMT4">
                  <p:embed/>
                  <p:pic>
                    <p:nvPicPr>
                      <p:cNvPr id="0" name=""/>
                      <p:cNvPicPr>
                        <a:picLocks noChangeAspect="1" noChangeArrowheads="1"/>
                      </p:cNvPicPr>
                      <p:nvPr/>
                    </p:nvPicPr>
                    <p:blipFill>
                      <a:blip r:embed="rId4"/>
                      <a:srcRect/>
                      <a:stretch>
                        <a:fillRect/>
                      </a:stretch>
                    </p:blipFill>
                    <p:spPr bwMode="auto">
                      <a:xfrm>
                        <a:off x="2567608" y="1674799"/>
                        <a:ext cx="6840760" cy="1594245"/>
                      </a:xfrm>
                      <a:prstGeom prst="rect">
                        <a:avLst/>
                      </a:prstGeom>
                      <a:noFill/>
                      <a:ln>
                        <a:noFill/>
                      </a:ln>
                      <a:effectLst/>
                    </p:spPr>
                  </p:pic>
                </p:oleObj>
              </mc:Fallback>
            </mc:AlternateContent>
          </a:graphicData>
        </a:graphic>
      </p:graphicFrame>
      <p:graphicFrame>
        <p:nvGraphicFramePr>
          <p:cNvPr id="231428" name="Object 4"/>
          <p:cNvGraphicFramePr>
            <a:graphicFrameLocks noChangeAspect="1"/>
          </p:cNvGraphicFramePr>
          <p:nvPr>
            <p:extLst>
              <p:ext uri="{D42A27DB-BD31-4B8C-83A1-F6EECF244321}">
                <p14:modId xmlns:p14="http://schemas.microsoft.com/office/powerpoint/2010/main" val="746880163"/>
              </p:ext>
            </p:extLst>
          </p:nvPr>
        </p:nvGraphicFramePr>
        <p:xfrm>
          <a:off x="3575720" y="3299004"/>
          <a:ext cx="5345347" cy="580352"/>
        </p:xfrm>
        <a:graphic>
          <a:graphicData uri="http://schemas.openxmlformats.org/presentationml/2006/ole">
            <mc:AlternateContent xmlns:mc="http://schemas.openxmlformats.org/markup-compatibility/2006">
              <mc:Choice xmlns:v="urn:schemas-microsoft-com:vml" Requires="v">
                <p:oleObj spid="_x0000_s17498" name="Equation" r:id="rId5" imgW="2222280" imgH="241200" progId="Equation.DSMT4">
                  <p:embed/>
                </p:oleObj>
              </mc:Choice>
              <mc:Fallback>
                <p:oleObj name="Equation" r:id="rId5" imgW="2222280" imgH="241200" progId="Equation.DSMT4">
                  <p:embed/>
                  <p:pic>
                    <p:nvPicPr>
                      <p:cNvPr id="0" name=""/>
                      <p:cNvPicPr>
                        <a:picLocks noChangeAspect="1" noChangeArrowheads="1"/>
                      </p:cNvPicPr>
                      <p:nvPr/>
                    </p:nvPicPr>
                    <p:blipFill>
                      <a:blip r:embed="rId6"/>
                      <a:srcRect/>
                      <a:stretch>
                        <a:fillRect/>
                      </a:stretch>
                    </p:blipFill>
                    <p:spPr bwMode="auto">
                      <a:xfrm>
                        <a:off x="3575720" y="3299004"/>
                        <a:ext cx="5345347" cy="580352"/>
                      </a:xfrm>
                      <a:prstGeom prst="rect">
                        <a:avLst/>
                      </a:prstGeom>
                      <a:noFill/>
                      <a:ln>
                        <a:noFill/>
                      </a:ln>
                      <a:effectLst/>
                    </p:spPr>
                  </p:pic>
                </p:oleObj>
              </mc:Fallback>
            </mc:AlternateContent>
          </a:graphicData>
        </a:graphic>
      </p:graphicFrame>
      <p:sp>
        <p:nvSpPr>
          <p:cNvPr id="231429" name="Text Box 5"/>
          <p:cNvSpPr txBox="1">
            <a:spLocks noChangeArrowheads="1"/>
          </p:cNvSpPr>
          <p:nvPr/>
        </p:nvSpPr>
        <p:spPr bwMode="auto">
          <a:xfrm>
            <a:off x="2438400" y="4038601"/>
            <a:ext cx="28194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571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a:t>也可写成</a:t>
            </a:r>
          </a:p>
        </p:txBody>
      </p:sp>
      <p:graphicFrame>
        <p:nvGraphicFramePr>
          <p:cNvPr id="231430" name="Object 6"/>
          <p:cNvGraphicFramePr>
            <a:graphicFrameLocks noChangeAspect="1"/>
          </p:cNvGraphicFramePr>
          <p:nvPr>
            <p:extLst>
              <p:ext uri="{D42A27DB-BD31-4B8C-83A1-F6EECF244321}">
                <p14:modId xmlns:p14="http://schemas.microsoft.com/office/powerpoint/2010/main" val="3431223666"/>
              </p:ext>
            </p:extLst>
          </p:nvPr>
        </p:nvGraphicFramePr>
        <p:xfrm>
          <a:off x="3575720" y="4648912"/>
          <a:ext cx="5486579" cy="1073461"/>
        </p:xfrm>
        <a:graphic>
          <a:graphicData uri="http://schemas.openxmlformats.org/presentationml/2006/ole">
            <mc:AlternateContent xmlns:mc="http://schemas.openxmlformats.org/markup-compatibility/2006">
              <mc:Choice xmlns:v="urn:schemas-microsoft-com:vml" Requires="v">
                <p:oleObj spid="_x0000_s17499" name="Equation" r:id="rId7" imgW="2336760" imgH="457200" progId="Equation.DSMT4">
                  <p:embed/>
                </p:oleObj>
              </mc:Choice>
              <mc:Fallback>
                <p:oleObj name="Equation" r:id="rId7" imgW="2336760" imgH="457200" progId="Equation.DSMT4">
                  <p:embed/>
                  <p:pic>
                    <p:nvPicPr>
                      <p:cNvPr id="0" name=""/>
                      <p:cNvPicPr>
                        <a:picLocks noChangeAspect="1" noChangeArrowheads="1"/>
                      </p:cNvPicPr>
                      <p:nvPr/>
                    </p:nvPicPr>
                    <p:blipFill>
                      <a:blip r:embed="rId8"/>
                      <a:srcRect/>
                      <a:stretch>
                        <a:fillRect/>
                      </a:stretch>
                    </p:blipFill>
                    <p:spPr bwMode="auto">
                      <a:xfrm>
                        <a:off x="3575720" y="4648912"/>
                        <a:ext cx="5486579" cy="1073461"/>
                      </a:xfrm>
                      <a:prstGeom prst="rect">
                        <a:avLst/>
                      </a:prstGeom>
                      <a:noFill/>
                      <a:ln>
                        <a:noFill/>
                      </a:ln>
                      <a:effectLst/>
                    </p:spPr>
                  </p:pic>
                </p:oleObj>
              </mc:Fallback>
            </mc:AlternateContent>
          </a:graphicData>
        </a:graphic>
      </p:graphicFrame>
    </p:spTree>
    <p:extLst>
      <p:ext uri="{BB962C8B-B14F-4D97-AF65-F5344CB8AC3E}">
        <p14:creationId xmlns:p14="http://schemas.microsoft.com/office/powerpoint/2010/main" val="414585062"/>
      </p:ext>
    </p:extLst>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231427"/>
                                        </p:tgtEl>
                                        <p:attrNameLst>
                                          <p:attrName>style.visibility</p:attrName>
                                        </p:attrNameLst>
                                      </p:cBhvr>
                                      <p:to>
                                        <p:strVal val="visible"/>
                                      </p:to>
                                    </p:set>
                                    <p:animEffect transition="in" filter="wipe(left)">
                                      <p:cBhvr>
                                        <p:cTn id="7" dur="500"/>
                                        <p:tgtEl>
                                          <p:spTgt spid="231427"/>
                                        </p:tgtEl>
                                      </p:cBhvr>
                                    </p:animEffect>
                                  </p:childTnLst>
                                </p:cTn>
                              </p:par>
                            </p:childTnLst>
                          </p:cTn>
                        </p:par>
                        <p:par>
                          <p:cTn id="8" fill="hold" nodeType="afterGroup">
                            <p:stCondLst>
                              <p:cond delay="500"/>
                            </p:stCondLst>
                            <p:childTnLst>
                              <p:par>
                                <p:cTn id="9" presetID="22" presetClass="entr" presetSubtype="8" fill="hold" nodeType="afterEffect">
                                  <p:stCondLst>
                                    <p:cond delay="0"/>
                                  </p:stCondLst>
                                  <p:childTnLst>
                                    <p:set>
                                      <p:cBhvr>
                                        <p:cTn id="10" dur="1" fill="hold">
                                          <p:stCondLst>
                                            <p:cond delay="0"/>
                                          </p:stCondLst>
                                        </p:cTn>
                                        <p:tgtEl>
                                          <p:spTgt spid="231428"/>
                                        </p:tgtEl>
                                        <p:attrNameLst>
                                          <p:attrName>style.visibility</p:attrName>
                                        </p:attrNameLst>
                                      </p:cBhvr>
                                      <p:to>
                                        <p:strVal val="visible"/>
                                      </p:to>
                                    </p:set>
                                    <p:animEffect transition="in" filter="wipe(left)">
                                      <p:cBhvr>
                                        <p:cTn id="11" dur="500"/>
                                        <p:tgtEl>
                                          <p:spTgt spid="231428"/>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231429"/>
                                        </p:tgtEl>
                                        <p:attrNameLst>
                                          <p:attrName>style.visibility</p:attrName>
                                        </p:attrNameLst>
                                      </p:cBhvr>
                                      <p:to>
                                        <p:strVal val="visible"/>
                                      </p:to>
                                    </p:set>
                                    <p:animEffect transition="in" filter="wipe(left)">
                                      <p:cBhvr>
                                        <p:cTn id="16" dur="500"/>
                                        <p:tgtEl>
                                          <p:spTgt spid="231429"/>
                                        </p:tgtEl>
                                      </p:cBhvr>
                                    </p:animEffect>
                                  </p:childTnLst>
                                </p:cTn>
                              </p:par>
                            </p:childTnLst>
                          </p:cTn>
                        </p:par>
                        <p:par>
                          <p:cTn id="17" fill="hold" nodeType="afterGroup">
                            <p:stCondLst>
                              <p:cond delay="500"/>
                            </p:stCondLst>
                            <p:childTnLst>
                              <p:par>
                                <p:cTn id="18" presetID="22" presetClass="entr" presetSubtype="8" fill="hold" nodeType="afterEffect">
                                  <p:stCondLst>
                                    <p:cond delay="0"/>
                                  </p:stCondLst>
                                  <p:childTnLst>
                                    <p:set>
                                      <p:cBhvr>
                                        <p:cTn id="19" dur="1" fill="hold">
                                          <p:stCondLst>
                                            <p:cond delay="0"/>
                                          </p:stCondLst>
                                        </p:cTn>
                                        <p:tgtEl>
                                          <p:spTgt spid="231430"/>
                                        </p:tgtEl>
                                        <p:attrNameLst>
                                          <p:attrName>style.visibility</p:attrName>
                                        </p:attrNameLst>
                                      </p:cBhvr>
                                      <p:to>
                                        <p:strVal val="visible"/>
                                      </p:to>
                                    </p:set>
                                    <p:animEffect transition="in" filter="wipe(left)">
                                      <p:cBhvr>
                                        <p:cTn id="20" dur="500"/>
                                        <p:tgtEl>
                                          <p:spTgt spid="2314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1429" grpId="0" autoUpdateAnimBg="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3186" name="Object 2"/>
          <p:cNvGraphicFramePr>
            <a:graphicFrameLocks noChangeAspect="1"/>
          </p:cNvGraphicFramePr>
          <p:nvPr>
            <p:extLst>
              <p:ext uri="{D42A27DB-BD31-4B8C-83A1-F6EECF244321}">
                <p14:modId xmlns:p14="http://schemas.microsoft.com/office/powerpoint/2010/main" val="1056933802"/>
              </p:ext>
            </p:extLst>
          </p:nvPr>
        </p:nvGraphicFramePr>
        <p:xfrm>
          <a:off x="2567608" y="846319"/>
          <a:ext cx="7232425" cy="729223"/>
        </p:xfrm>
        <a:graphic>
          <a:graphicData uri="http://schemas.openxmlformats.org/presentationml/2006/ole">
            <mc:AlternateContent xmlns:mc="http://schemas.openxmlformats.org/markup-compatibility/2006">
              <mc:Choice xmlns:v="urn:schemas-microsoft-com:vml" Requires="v">
                <p:oleObj spid="_x0000_s18714" name="Document" r:id="rId3" imgW="7011252" imgH="708101" progId="Word.Document.8">
                  <p:embed/>
                </p:oleObj>
              </mc:Choice>
              <mc:Fallback>
                <p:oleObj name="Document" r:id="rId3" imgW="7011252" imgH="708101" progId="Word.Document.8">
                  <p:embed/>
                  <p:pic>
                    <p:nvPicPr>
                      <p:cNvPr id="0" name=""/>
                      <p:cNvPicPr>
                        <a:picLocks noChangeAspect="1" noChangeArrowheads="1"/>
                      </p:cNvPicPr>
                      <p:nvPr/>
                    </p:nvPicPr>
                    <p:blipFill>
                      <a:blip r:embed="rId4"/>
                      <a:srcRect/>
                      <a:stretch>
                        <a:fillRect/>
                      </a:stretch>
                    </p:blipFill>
                    <p:spPr bwMode="auto">
                      <a:xfrm>
                        <a:off x="2567608" y="846319"/>
                        <a:ext cx="7232425" cy="729223"/>
                      </a:xfrm>
                      <a:prstGeom prst="rect">
                        <a:avLst/>
                      </a:prstGeom>
                      <a:noFill/>
                      <a:ln>
                        <a:noFill/>
                      </a:ln>
                      <a:effectLst/>
                      <a:extLst/>
                    </p:spPr>
                  </p:pic>
                </p:oleObj>
              </mc:Fallback>
            </mc:AlternateContent>
          </a:graphicData>
        </a:graphic>
      </p:graphicFrame>
      <p:sp>
        <p:nvSpPr>
          <p:cNvPr id="232451" name="Text Box 3"/>
          <p:cNvSpPr txBox="1">
            <a:spLocks noChangeArrowheads="1"/>
          </p:cNvSpPr>
          <p:nvPr/>
        </p:nvSpPr>
        <p:spPr bwMode="auto">
          <a:xfrm>
            <a:off x="2438400" y="1739901"/>
            <a:ext cx="6858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dirty="0">
                <a:solidFill>
                  <a:srgbClr val="FF0000"/>
                </a:solidFill>
                <a:latin typeface="宋体" panose="02010600030101010101" pitchFamily="2" charset="-122"/>
              </a:rPr>
              <a:t>解</a:t>
            </a:r>
          </a:p>
        </p:txBody>
      </p:sp>
      <p:graphicFrame>
        <p:nvGraphicFramePr>
          <p:cNvPr id="232452" name="Object 4"/>
          <p:cNvGraphicFramePr>
            <a:graphicFrameLocks noChangeAspect="1"/>
          </p:cNvGraphicFramePr>
          <p:nvPr/>
        </p:nvGraphicFramePr>
        <p:xfrm>
          <a:off x="3276600" y="1803400"/>
          <a:ext cx="3111500" cy="457200"/>
        </p:xfrm>
        <a:graphic>
          <a:graphicData uri="http://schemas.openxmlformats.org/presentationml/2006/ole">
            <mc:AlternateContent xmlns:mc="http://schemas.openxmlformats.org/markup-compatibility/2006">
              <mc:Choice xmlns:v="urn:schemas-microsoft-com:vml" Requires="v">
                <p:oleObj spid="_x0000_s18715" name="公式" r:id="rId5" imgW="3111500" imgH="457200" progId="Equation.3">
                  <p:embed/>
                </p:oleObj>
              </mc:Choice>
              <mc:Fallback>
                <p:oleObj name="公式" r:id="rId5" imgW="3111500" imgH="45720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276600" y="1803400"/>
                        <a:ext cx="31115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32453" name="Object 5"/>
          <p:cNvGraphicFramePr>
            <a:graphicFrameLocks noChangeAspect="1"/>
          </p:cNvGraphicFramePr>
          <p:nvPr/>
        </p:nvGraphicFramePr>
        <p:xfrm>
          <a:off x="3276600" y="2476500"/>
          <a:ext cx="5346700" cy="419100"/>
        </p:xfrm>
        <a:graphic>
          <a:graphicData uri="http://schemas.openxmlformats.org/presentationml/2006/ole">
            <mc:AlternateContent xmlns:mc="http://schemas.openxmlformats.org/markup-compatibility/2006">
              <mc:Choice xmlns:v="urn:schemas-microsoft-com:vml" Requires="v">
                <p:oleObj spid="_x0000_s18716" name="公式" r:id="rId7" imgW="5346700" imgH="419100" progId="Equation.3">
                  <p:embed/>
                </p:oleObj>
              </mc:Choice>
              <mc:Fallback>
                <p:oleObj name="公式" r:id="rId7" imgW="5346700" imgH="419100" progId="Equation.3">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276600" y="2476500"/>
                        <a:ext cx="5346700" cy="419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32454" name="Object 6"/>
          <p:cNvGraphicFramePr>
            <a:graphicFrameLocks noChangeAspect="1"/>
          </p:cNvGraphicFramePr>
          <p:nvPr/>
        </p:nvGraphicFramePr>
        <p:xfrm>
          <a:off x="3111500" y="3213100"/>
          <a:ext cx="2146300" cy="368300"/>
        </p:xfrm>
        <a:graphic>
          <a:graphicData uri="http://schemas.openxmlformats.org/presentationml/2006/ole">
            <mc:AlternateContent xmlns:mc="http://schemas.openxmlformats.org/markup-compatibility/2006">
              <mc:Choice xmlns:v="urn:schemas-microsoft-com:vml" Requires="v">
                <p:oleObj spid="_x0000_s18717" name="公式" r:id="rId9" imgW="2146300" imgH="368300" progId="Equation.3">
                  <p:embed/>
                </p:oleObj>
              </mc:Choice>
              <mc:Fallback>
                <p:oleObj name="公式" r:id="rId9" imgW="2146300" imgH="368300" progId="Equation.3">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111500" y="3213100"/>
                        <a:ext cx="2146300"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32455" name="Object 7"/>
          <p:cNvGraphicFramePr>
            <a:graphicFrameLocks noChangeAspect="1"/>
          </p:cNvGraphicFramePr>
          <p:nvPr>
            <p:extLst>
              <p:ext uri="{D42A27DB-BD31-4B8C-83A1-F6EECF244321}">
                <p14:modId xmlns:p14="http://schemas.microsoft.com/office/powerpoint/2010/main" val="2011846998"/>
              </p:ext>
            </p:extLst>
          </p:nvPr>
        </p:nvGraphicFramePr>
        <p:xfrm>
          <a:off x="3111500" y="3817372"/>
          <a:ext cx="2532687" cy="559547"/>
        </p:xfrm>
        <a:graphic>
          <a:graphicData uri="http://schemas.openxmlformats.org/presentationml/2006/ole">
            <mc:AlternateContent xmlns:mc="http://schemas.openxmlformats.org/markup-compatibility/2006">
              <mc:Choice xmlns:v="urn:schemas-microsoft-com:vml" Requires="v">
                <p:oleObj spid="_x0000_s18718" name="Equation" r:id="rId11" imgW="1091880" imgH="241200" progId="Equation.DSMT4">
                  <p:embed/>
                </p:oleObj>
              </mc:Choice>
              <mc:Fallback>
                <p:oleObj name="Equation" r:id="rId11" imgW="1091880" imgH="241200" progId="Equation.DSMT4">
                  <p:embed/>
                  <p:pic>
                    <p:nvPicPr>
                      <p:cNvPr id="0" name=""/>
                      <p:cNvPicPr>
                        <a:picLocks noChangeAspect="1" noChangeArrowheads="1"/>
                      </p:cNvPicPr>
                      <p:nvPr/>
                    </p:nvPicPr>
                    <p:blipFill>
                      <a:blip r:embed="rId12"/>
                      <a:srcRect/>
                      <a:stretch>
                        <a:fillRect/>
                      </a:stretch>
                    </p:blipFill>
                    <p:spPr bwMode="auto">
                      <a:xfrm>
                        <a:off x="3111500" y="3817372"/>
                        <a:ext cx="2532687" cy="559547"/>
                      </a:xfrm>
                      <a:prstGeom prst="rect">
                        <a:avLst/>
                      </a:prstGeom>
                      <a:noFill/>
                      <a:ln>
                        <a:noFill/>
                      </a:ln>
                      <a:effectLst/>
                    </p:spPr>
                  </p:pic>
                </p:oleObj>
              </mc:Fallback>
            </mc:AlternateContent>
          </a:graphicData>
        </a:graphic>
      </p:graphicFrame>
      <p:graphicFrame>
        <p:nvGraphicFramePr>
          <p:cNvPr id="232456" name="Object 8"/>
          <p:cNvGraphicFramePr>
            <a:graphicFrameLocks noChangeAspect="1"/>
          </p:cNvGraphicFramePr>
          <p:nvPr>
            <p:extLst>
              <p:ext uri="{D42A27DB-BD31-4B8C-83A1-F6EECF244321}">
                <p14:modId xmlns:p14="http://schemas.microsoft.com/office/powerpoint/2010/main" val="1187134922"/>
              </p:ext>
            </p:extLst>
          </p:nvPr>
        </p:nvGraphicFramePr>
        <p:xfrm>
          <a:off x="5674090" y="3789182"/>
          <a:ext cx="2617724" cy="562951"/>
        </p:xfrm>
        <a:graphic>
          <a:graphicData uri="http://schemas.openxmlformats.org/presentationml/2006/ole">
            <mc:AlternateContent xmlns:mc="http://schemas.openxmlformats.org/markup-compatibility/2006">
              <mc:Choice xmlns:v="urn:schemas-microsoft-com:vml" Requires="v">
                <p:oleObj spid="_x0000_s18719" name="Equation" r:id="rId13" imgW="1180800" imgH="253800" progId="Equation.DSMT4">
                  <p:embed/>
                </p:oleObj>
              </mc:Choice>
              <mc:Fallback>
                <p:oleObj name="Equation" r:id="rId13" imgW="1180800" imgH="253800" progId="Equation.DSMT4">
                  <p:embed/>
                  <p:pic>
                    <p:nvPicPr>
                      <p:cNvPr id="0" name=""/>
                      <p:cNvPicPr>
                        <a:picLocks noChangeAspect="1" noChangeArrowheads="1"/>
                      </p:cNvPicPr>
                      <p:nvPr/>
                    </p:nvPicPr>
                    <p:blipFill>
                      <a:blip r:embed="rId14"/>
                      <a:srcRect/>
                      <a:stretch>
                        <a:fillRect/>
                      </a:stretch>
                    </p:blipFill>
                    <p:spPr bwMode="auto">
                      <a:xfrm>
                        <a:off x="5674090" y="3789182"/>
                        <a:ext cx="2617724" cy="562951"/>
                      </a:xfrm>
                      <a:prstGeom prst="rect">
                        <a:avLst/>
                      </a:prstGeom>
                      <a:noFill/>
                      <a:ln>
                        <a:noFill/>
                      </a:ln>
                      <a:effectLst/>
                    </p:spPr>
                  </p:pic>
                </p:oleObj>
              </mc:Fallback>
            </mc:AlternateContent>
          </a:graphicData>
        </a:graphic>
      </p:graphicFrame>
      <p:graphicFrame>
        <p:nvGraphicFramePr>
          <p:cNvPr id="232457" name="Object 9"/>
          <p:cNvGraphicFramePr>
            <a:graphicFrameLocks noChangeAspect="1"/>
          </p:cNvGraphicFramePr>
          <p:nvPr>
            <p:extLst>
              <p:ext uri="{D42A27DB-BD31-4B8C-83A1-F6EECF244321}">
                <p14:modId xmlns:p14="http://schemas.microsoft.com/office/powerpoint/2010/main" val="2854010193"/>
              </p:ext>
            </p:extLst>
          </p:nvPr>
        </p:nvGraphicFramePr>
        <p:xfrm>
          <a:off x="3647728" y="4533900"/>
          <a:ext cx="1835537" cy="532897"/>
        </p:xfrm>
        <a:graphic>
          <a:graphicData uri="http://schemas.openxmlformats.org/presentationml/2006/ole">
            <mc:AlternateContent xmlns:mc="http://schemas.openxmlformats.org/markup-compatibility/2006">
              <mc:Choice xmlns:v="urn:schemas-microsoft-com:vml" Requires="v">
                <p:oleObj spid="_x0000_s18720" name="Equation" r:id="rId15" imgW="787320" imgH="228600" progId="Equation.DSMT4">
                  <p:embed/>
                </p:oleObj>
              </mc:Choice>
              <mc:Fallback>
                <p:oleObj name="Equation" r:id="rId15" imgW="787320" imgH="228600" progId="Equation.DSMT4">
                  <p:embed/>
                  <p:pic>
                    <p:nvPicPr>
                      <p:cNvPr id="0" name=""/>
                      <p:cNvPicPr>
                        <a:picLocks noChangeAspect="1" noChangeArrowheads="1"/>
                      </p:cNvPicPr>
                      <p:nvPr/>
                    </p:nvPicPr>
                    <p:blipFill>
                      <a:blip r:embed="rId16"/>
                      <a:srcRect/>
                      <a:stretch>
                        <a:fillRect/>
                      </a:stretch>
                    </p:blipFill>
                    <p:spPr bwMode="auto">
                      <a:xfrm>
                        <a:off x="3647728" y="4533900"/>
                        <a:ext cx="1835537" cy="532897"/>
                      </a:xfrm>
                      <a:prstGeom prst="rect">
                        <a:avLst/>
                      </a:prstGeom>
                      <a:noFill/>
                      <a:ln>
                        <a:noFill/>
                      </a:ln>
                      <a:effectLst/>
                    </p:spPr>
                  </p:pic>
                </p:oleObj>
              </mc:Fallback>
            </mc:AlternateContent>
          </a:graphicData>
        </a:graphic>
      </p:graphicFrame>
      <p:graphicFrame>
        <p:nvGraphicFramePr>
          <p:cNvPr id="232458" name="Object 10"/>
          <p:cNvGraphicFramePr>
            <a:graphicFrameLocks noChangeAspect="1"/>
          </p:cNvGraphicFramePr>
          <p:nvPr>
            <p:extLst>
              <p:ext uri="{D42A27DB-BD31-4B8C-83A1-F6EECF244321}">
                <p14:modId xmlns:p14="http://schemas.microsoft.com/office/powerpoint/2010/main" val="426343873"/>
              </p:ext>
            </p:extLst>
          </p:nvPr>
        </p:nvGraphicFramePr>
        <p:xfrm>
          <a:off x="5879976" y="4555837"/>
          <a:ext cx="1793281" cy="554887"/>
        </p:xfrm>
        <a:graphic>
          <a:graphicData uri="http://schemas.openxmlformats.org/presentationml/2006/ole">
            <mc:AlternateContent xmlns:mc="http://schemas.openxmlformats.org/markup-compatibility/2006">
              <mc:Choice xmlns:v="urn:schemas-microsoft-com:vml" Requires="v">
                <p:oleObj spid="_x0000_s18721" name="Equation" r:id="rId17" imgW="774360" imgH="241200" progId="Equation.DSMT4">
                  <p:embed/>
                </p:oleObj>
              </mc:Choice>
              <mc:Fallback>
                <p:oleObj name="Equation" r:id="rId17" imgW="774360" imgH="241200" progId="Equation.DSMT4">
                  <p:embed/>
                  <p:pic>
                    <p:nvPicPr>
                      <p:cNvPr id="0" name=""/>
                      <p:cNvPicPr>
                        <a:picLocks noChangeAspect="1" noChangeArrowheads="1"/>
                      </p:cNvPicPr>
                      <p:nvPr/>
                    </p:nvPicPr>
                    <p:blipFill>
                      <a:blip r:embed="rId18"/>
                      <a:srcRect/>
                      <a:stretch>
                        <a:fillRect/>
                      </a:stretch>
                    </p:blipFill>
                    <p:spPr bwMode="auto">
                      <a:xfrm>
                        <a:off x="5879976" y="4555837"/>
                        <a:ext cx="1793281" cy="554887"/>
                      </a:xfrm>
                      <a:prstGeom prst="rect">
                        <a:avLst/>
                      </a:prstGeom>
                      <a:noFill/>
                      <a:ln>
                        <a:noFill/>
                      </a:ln>
                      <a:effectLst/>
                    </p:spPr>
                  </p:pic>
                </p:oleObj>
              </mc:Fallback>
            </mc:AlternateContent>
          </a:graphicData>
        </a:graphic>
      </p:graphicFrame>
      <p:sp>
        <p:nvSpPr>
          <p:cNvPr id="232459" name="Text Box 11"/>
          <p:cNvSpPr txBox="1">
            <a:spLocks noChangeArrowheads="1"/>
          </p:cNvSpPr>
          <p:nvPr/>
        </p:nvSpPr>
        <p:spPr bwMode="auto">
          <a:xfrm>
            <a:off x="2438400" y="5270501"/>
            <a:ext cx="35052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571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a:t>由公式得</a:t>
            </a:r>
          </a:p>
        </p:txBody>
      </p:sp>
      <p:graphicFrame>
        <p:nvGraphicFramePr>
          <p:cNvPr id="232460" name="Object 12"/>
          <p:cNvGraphicFramePr>
            <a:graphicFrameLocks noChangeAspect="1"/>
          </p:cNvGraphicFramePr>
          <p:nvPr/>
        </p:nvGraphicFramePr>
        <p:xfrm>
          <a:off x="4114800" y="5346700"/>
          <a:ext cx="4660900" cy="457200"/>
        </p:xfrm>
        <a:graphic>
          <a:graphicData uri="http://schemas.openxmlformats.org/presentationml/2006/ole">
            <mc:AlternateContent xmlns:mc="http://schemas.openxmlformats.org/markup-compatibility/2006">
              <mc:Choice xmlns:v="urn:schemas-microsoft-com:vml" Requires="v">
                <p:oleObj spid="_x0000_s18722" name="公式" r:id="rId19" imgW="4660900" imgH="457200" progId="Equation.3">
                  <p:embed/>
                </p:oleObj>
              </mc:Choice>
              <mc:Fallback>
                <p:oleObj name="公式" r:id="rId19" imgW="4660900" imgH="457200" progId="Equation.3">
                  <p:embed/>
                  <p:pic>
                    <p:nvPicPr>
                      <p:cNvPr id="0" name=""/>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4114800" y="5346700"/>
                        <a:ext cx="46609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32461" name="Object 13"/>
          <p:cNvGraphicFramePr>
            <a:graphicFrameLocks noChangeAspect="1"/>
          </p:cNvGraphicFramePr>
          <p:nvPr/>
        </p:nvGraphicFramePr>
        <p:xfrm>
          <a:off x="8864600" y="5435601"/>
          <a:ext cx="1016000" cy="303213"/>
        </p:xfrm>
        <a:graphic>
          <a:graphicData uri="http://schemas.openxmlformats.org/presentationml/2006/ole">
            <mc:AlternateContent xmlns:mc="http://schemas.openxmlformats.org/markup-compatibility/2006">
              <mc:Choice xmlns:v="urn:schemas-microsoft-com:vml" Requires="v">
                <p:oleObj spid="_x0000_s18723" name="公式" r:id="rId21" imgW="1015559" imgH="304668" progId="Equation.3">
                  <p:embed/>
                </p:oleObj>
              </mc:Choice>
              <mc:Fallback>
                <p:oleObj name="公式" r:id="rId21" imgW="1015559" imgH="304668" progId="Equation.3">
                  <p:embed/>
                  <p:pic>
                    <p:nvPicPr>
                      <p:cNvPr id="0" name=""/>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8864600" y="5435601"/>
                        <a:ext cx="1016000" cy="3032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960019450"/>
      </p:ext>
    </p:extLst>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32451"/>
                                        </p:tgtEl>
                                        <p:attrNameLst>
                                          <p:attrName>style.visibility</p:attrName>
                                        </p:attrNameLst>
                                      </p:cBhvr>
                                      <p:to>
                                        <p:strVal val="visible"/>
                                      </p:to>
                                    </p:set>
                                    <p:animEffect transition="in" filter="wipe(left)">
                                      <p:cBhvr>
                                        <p:cTn id="7" dur="500"/>
                                        <p:tgtEl>
                                          <p:spTgt spid="23245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232452"/>
                                        </p:tgtEl>
                                        <p:attrNameLst>
                                          <p:attrName>style.visibility</p:attrName>
                                        </p:attrNameLst>
                                      </p:cBhvr>
                                      <p:to>
                                        <p:strVal val="visible"/>
                                      </p:to>
                                    </p:set>
                                    <p:animEffect transition="in" filter="wipe(left)">
                                      <p:cBhvr>
                                        <p:cTn id="12" dur="500"/>
                                        <p:tgtEl>
                                          <p:spTgt spid="23245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232453"/>
                                        </p:tgtEl>
                                        <p:attrNameLst>
                                          <p:attrName>style.visibility</p:attrName>
                                        </p:attrNameLst>
                                      </p:cBhvr>
                                      <p:to>
                                        <p:strVal val="visible"/>
                                      </p:to>
                                    </p:set>
                                    <p:animEffect transition="in" filter="wipe(left)">
                                      <p:cBhvr>
                                        <p:cTn id="17" dur="500"/>
                                        <p:tgtEl>
                                          <p:spTgt spid="232453"/>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232454"/>
                                        </p:tgtEl>
                                        <p:attrNameLst>
                                          <p:attrName>style.visibility</p:attrName>
                                        </p:attrNameLst>
                                      </p:cBhvr>
                                      <p:to>
                                        <p:strVal val="visible"/>
                                      </p:to>
                                    </p:set>
                                    <p:animEffect transition="in" filter="wipe(left)">
                                      <p:cBhvr>
                                        <p:cTn id="22" dur="500"/>
                                        <p:tgtEl>
                                          <p:spTgt spid="232454"/>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232455"/>
                                        </p:tgtEl>
                                        <p:attrNameLst>
                                          <p:attrName>style.visibility</p:attrName>
                                        </p:attrNameLst>
                                      </p:cBhvr>
                                      <p:to>
                                        <p:strVal val="visible"/>
                                      </p:to>
                                    </p:set>
                                    <p:animEffect transition="in" filter="wipe(left)">
                                      <p:cBhvr>
                                        <p:cTn id="27" dur="500"/>
                                        <p:tgtEl>
                                          <p:spTgt spid="232455"/>
                                        </p:tgtEl>
                                      </p:cBhvr>
                                    </p:animEffect>
                                  </p:childTnLst>
                                </p:cTn>
                              </p:par>
                            </p:childTnLst>
                          </p:cTn>
                        </p:par>
                        <p:par>
                          <p:cTn id="28" fill="hold" nodeType="afterGroup">
                            <p:stCondLst>
                              <p:cond delay="500"/>
                            </p:stCondLst>
                            <p:childTnLst>
                              <p:par>
                                <p:cTn id="29" presetID="22" presetClass="entr" presetSubtype="8" fill="hold" nodeType="afterEffect">
                                  <p:stCondLst>
                                    <p:cond delay="0"/>
                                  </p:stCondLst>
                                  <p:childTnLst>
                                    <p:set>
                                      <p:cBhvr>
                                        <p:cTn id="30" dur="1" fill="hold">
                                          <p:stCondLst>
                                            <p:cond delay="0"/>
                                          </p:stCondLst>
                                        </p:cTn>
                                        <p:tgtEl>
                                          <p:spTgt spid="232456"/>
                                        </p:tgtEl>
                                        <p:attrNameLst>
                                          <p:attrName>style.visibility</p:attrName>
                                        </p:attrNameLst>
                                      </p:cBhvr>
                                      <p:to>
                                        <p:strVal val="visible"/>
                                      </p:to>
                                    </p:set>
                                    <p:animEffect transition="in" filter="wipe(left)">
                                      <p:cBhvr>
                                        <p:cTn id="31" dur="500"/>
                                        <p:tgtEl>
                                          <p:spTgt spid="232456"/>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22" presetClass="entr" presetSubtype="8" fill="hold" nodeType="clickEffect">
                                  <p:stCondLst>
                                    <p:cond delay="0"/>
                                  </p:stCondLst>
                                  <p:childTnLst>
                                    <p:set>
                                      <p:cBhvr>
                                        <p:cTn id="35" dur="1" fill="hold">
                                          <p:stCondLst>
                                            <p:cond delay="0"/>
                                          </p:stCondLst>
                                        </p:cTn>
                                        <p:tgtEl>
                                          <p:spTgt spid="232457"/>
                                        </p:tgtEl>
                                        <p:attrNameLst>
                                          <p:attrName>style.visibility</p:attrName>
                                        </p:attrNameLst>
                                      </p:cBhvr>
                                      <p:to>
                                        <p:strVal val="visible"/>
                                      </p:to>
                                    </p:set>
                                    <p:animEffect transition="in" filter="wipe(left)">
                                      <p:cBhvr>
                                        <p:cTn id="36" dur="500"/>
                                        <p:tgtEl>
                                          <p:spTgt spid="232457"/>
                                        </p:tgtEl>
                                      </p:cBhvr>
                                    </p:animEffect>
                                  </p:childTnLst>
                                </p:cTn>
                              </p:par>
                            </p:childTnLst>
                          </p:cTn>
                        </p:par>
                        <p:par>
                          <p:cTn id="37" fill="hold" nodeType="afterGroup">
                            <p:stCondLst>
                              <p:cond delay="500"/>
                            </p:stCondLst>
                            <p:childTnLst>
                              <p:par>
                                <p:cTn id="38" presetID="22" presetClass="entr" presetSubtype="8" fill="hold" nodeType="afterEffect">
                                  <p:stCondLst>
                                    <p:cond delay="0"/>
                                  </p:stCondLst>
                                  <p:childTnLst>
                                    <p:set>
                                      <p:cBhvr>
                                        <p:cTn id="39" dur="1" fill="hold">
                                          <p:stCondLst>
                                            <p:cond delay="0"/>
                                          </p:stCondLst>
                                        </p:cTn>
                                        <p:tgtEl>
                                          <p:spTgt spid="232458"/>
                                        </p:tgtEl>
                                        <p:attrNameLst>
                                          <p:attrName>style.visibility</p:attrName>
                                        </p:attrNameLst>
                                      </p:cBhvr>
                                      <p:to>
                                        <p:strVal val="visible"/>
                                      </p:to>
                                    </p:set>
                                    <p:animEffect transition="in" filter="wipe(left)">
                                      <p:cBhvr>
                                        <p:cTn id="40" dur="500"/>
                                        <p:tgtEl>
                                          <p:spTgt spid="232458"/>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22" presetClass="entr" presetSubtype="8" fill="hold" grpId="0" nodeType="clickEffect">
                                  <p:stCondLst>
                                    <p:cond delay="0"/>
                                  </p:stCondLst>
                                  <p:childTnLst>
                                    <p:set>
                                      <p:cBhvr>
                                        <p:cTn id="44" dur="1" fill="hold">
                                          <p:stCondLst>
                                            <p:cond delay="0"/>
                                          </p:stCondLst>
                                        </p:cTn>
                                        <p:tgtEl>
                                          <p:spTgt spid="232459"/>
                                        </p:tgtEl>
                                        <p:attrNameLst>
                                          <p:attrName>style.visibility</p:attrName>
                                        </p:attrNameLst>
                                      </p:cBhvr>
                                      <p:to>
                                        <p:strVal val="visible"/>
                                      </p:to>
                                    </p:set>
                                    <p:animEffect transition="in" filter="wipe(left)">
                                      <p:cBhvr>
                                        <p:cTn id="45" dur="500"/>
                                        <p:tgtEl>
                                          <p:spTgt spid="232459"/>
                                        </p:tgtEl>
                                      </p:cBhvr>
                                    </p:animEffect>
                                  </p:childTnLst>
                                </p:cTn>
                              </p:par>
                            </p:childTnLst>
                          </p:cTn>
                        </p:par>
                        <p:par>
                          <p:cTn id="46" fill="hold" nodeType="afterGroup">
                            <p:stCondLst>
                              <p:cond delay="500"/>
                            </p:stCondLst>
                            <p:childTnLst>
                              <p:par>
                                <p:cTn id="47" presetID="22" presetClass="entr" presetSubtype="8" fill="hold" nodeType="afterEffect">
                                  <p:stCondLst>
                                    <p:cond delay="0"/>
                                  </p:stCondLst>
                                  <p:childTnLst>
                                    <p:set>
                                      <p:cBhvr>
                                        <p:cTn id="48" dur="1" fill="hold">
                                          <p:stCondLst>
                                            <p:cond delay="0"/>
                                          </p:stCondLst>
                                        </p:cTn>
                                        <p:tgtEl>
                                          <p:spTgt spid="232460"/>
                                        </p:tgtEl>
                                        <p:attrNameLst>
                                          <p:attrName>style.visibility</p:attrName>
                                        </p:attrNameLst>
                                      </p:cBhvr>
                                      <p:to>
                                        <p:strVal val="visible"/>
                                      </p:to>
                                    </p:set>
                                    <p:animEffect transition="in" filter="wipe(left)">
                                      <p:cBhvr>
                                        <p:cTn id="49" dur="500"/>
                                        <p:tgtEl>
                                          <p:spTgt spid="232460"/>
                                        </p:tgtEl>
                                      </p:cBhvr>
                                    </p:animEffect>
                                  </p:childTnLst>
                                </p:cTn>
                              </p:par>
                            </p:childTnLst>
                          </p:cTn>
                        </p:par>
                      </p:childTnLst>
                    </p:cTn>
                  </p:par>
                  <p:par>
                    <p:cTn id="50" fill="hold" nodeType="clickPar">
                      <p:stCondLst>
                        <p:cond delay="indefinite"/>
                      </p:stCondLst>
                      <p:childTnLst>
                        <p:par>
                          <p:cTn id="51" fill="hold" nodeType="withGroup">
                            <p:stCondLst>
                              <p:cond delay="0"/>
                            </p:stCondLst>
                            <p:childTnLst>
                              <p:par>
                                <p:cTn id="52" presetID="22" presetClass="entr" presetSubtype="8" fill="hold" nodeType="clickEffect">
                                  <p:stCondLst>
                                    <p:cond delay="0"/>
                                  </p:stCondLst>
                                  <p:childTnLst>
                                    <p:set>
                                      <p:cBhvr>
                                        <p:cTn id="53" dur="1" fill="hold">
                                          <p:stCondLst>
                                            <p:cond delay="0"/>
                                          </p:stCondLst>
                                        </p:cTn>
                                        <p:tgtEl>
                                          <p:spTgt spid="232461"/>
                                        </p:tgtEl>
                                        <p:attrNameLst>
                                          <p:attrName>style.visibility</p:attrName>
                                        </p:attrNameLst>
                                      </p:cBhvr>
                                      <p:to>
                                        <p:strVal val="visible"/>
                                      </p:to>
                                    </p:set>
                                    <p:animEffect transition="in" filter="wipe(left)">
                                      <p:cBhvr>
                                        <p:cTn id="54" dur="500"/>
                                        <p:tgtEl>
                                          <p:spTgt spid="2324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2451" grpId="0" autoUpdateAnimBg="0"/>
      <p:bldP spid="232459" grpId="0" autoUpdateAnimBg="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3474" name="Text Box 2"/>
          <p:cNvSpPr txBox="1">
            <a:spLocks noChangeArrowheads="1"/>
          </p:cNvSpPr>
          <p:nvPr/>
        </p:nvSpPr>
        <p:spPr bwMode="auto">
          <a:xfrm>
            <a:off x="2514600" y="1981200"/>
            <a:ext cx="60198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3200" b="1"/>
              <a:t>１．多元函数全微分的概念；</a:t>
            </a:r>
          </a:p>
        </p:txBody>
      </p:sp>
      <p:sp>
        <p:nvSpPr>
          <p:cNvPr id="233475" name="Rectangle 3"/>
          <p:cNvSpPr>
            <a:spLocks noChangeArrowheads="1"/>
          </p:cNvSpPr>
          <p:nvPr/>
        </p:nvSpPr>
        <p:spPr bwMode="auto">
          <a:xfrm>
            <a:off x="2533650" y="2698750"/>
            <a:ext cx="61849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3200" b="1"/>
              <a:t>２．多元函数全微分的求法；</a:t>
            </a:r>
          </a:p>
        </p:txBody>
      </p:sp>
      <p:sp>
        <p:nvSpPr>
          <p:cNvPr id="233476" name="Text Box 4"/>
          <p:cNvSpPr txBox="1">
            <a:spLocks noChangeArrowheads="1"/>
          </p:cNvSpPr>
          <p:nvPr/>
        </p:nvSpPr>
        <p:spPr bwMode="auto">
          <a:xfrm>
            <a:off x="2514600" y="3414714"/>
            <a:ext cx="765175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3200" b="1"/>
              <a:t>３．多元函数连续、可导、可微的关系．</a:t>
            </a:r>
          </a:p>
        </p:txBody>
      </p:sp>
      <p:sp>
        <p:nvSpPr>
          <p:cNvPr id="233477" name="Text Box 5"/>
          <p:cNvSpPr txBox="1">
            <a:spLocks noChangeArrowheads="1"/>
          </p:cNvSpPr>
          <p:nvPr/>
        </p:nvSpPr>
        <p:spPr bwMode="auto">
          <a:xfrm>
            <a:off x="2927350" y="4237038"/>
            <a:ext cx="60960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a:solidFill>
                  <a:srgbClr val="6600FF"/>
                </a:solidFill>
              </a:rPr>
              <a:t>（注意：与一元函数有很大区别）</a:t>
            </a:r>
          </a:p>
        </p:txBody>
      </p:sp>
      <p:sp>
        <p:nvSpPr>
          <p:cNvPr id="94214" name="Rectangle 6"/>
          <p:cNvSpPr>
            <a:spLocks noGrp="1" noChangeArrowheads="1"/>
          </p:cNvSpPr>
          <p:nvPr>
            <p:ph type="title"/>
          </p:nvPr>
        </p:nvSpPr>
        <p:spPr>
          <a:xfrm>
            <a:off x="1758516" y="984367"/>
            <a:ext cx="1512168" cy="753946"/>
          </a:xfrm>
        </p:spPr>
        <p:txBody>
          <a:bodyPr/>
          <a:lstStyle/>
          <a:p>
            <a:pPr algn="l" eaLnBrk="1" hangingPunct="1"/>
            <a:r>
              <a:rPr lang="zh-CN" altLang="en-US" sz="4000" b="1" dirty="0">
                <a:solidFill>
                  <a:srgbClr val="FF0000"/>
                </a:solidFill>
                <a:latin typeface="宋体" panose="02010600030101010101" pitchFamily="2" charset="-122"/>
                <a:ea typeface="宋体" panose="02010600030101010101" pitchFamily="2" charset="-122"/>
              </a:rPr>
              <a:t>小结</a:t>
            </a:r>
          </a:p>
        </p:txBody>
      </p:sp>
    </p:spTree>
    <p:extLst>
      <p:ext uri="{BB962C8B-B14F-4D97-AF65-F5344CB8AC3E}">
        <p14:creationId xmlns:p14="http://schemas.microsoft.com/office/powerpoint/2010/main" val="3728609850"/>
      </p:ext>
    </p:extLst>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iterate type="lt">
                                    <p:tmPct val="100000"/>
                                  </p:iterate>
                                  <p:childTnLst>
                                    <p:set>
                                      <p:cBhvr>
                                        <p:cTn id="6" dur="1" fill="hold">
                                          <p:stCondLst>
                                            <p:cond delay="0"/>
                                          </p:stCondLst>
                                        </p:cTn>
                                        <p:tgtEl>
                                          <p:spTgt spid="233474"/>
                                        </p:tgtEl>
                                        <p:attrNameLst>
                                          <p:attrName>style.visibility</p:attrName>
                                        </p:attrNameLst>
                                      </p:cBhvr>
                                      <p:to>
                                        <p:strVal val="visible"/>
                                      </p:to>
                                    </p:set>
                                    <p:animEffect transition="in" filter="wipe(left)">
                                      <p:cBhvr>
                                        <p:cTn id="7" dur="75"/>
                                        <p:tgtEl>
                                          <p:spTgt spid="23347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iterate type="lt">
                                    <p:tmPct val="100000"/>
                                  </p:iterate>
                                  <p:childTnLst>
                                    <p:set>
                                      <p:cBhvr>
                                        <p:cTn id="11" dur="1" fill="hold">
                                          <p:stCondLst>
                                            <p:cond delay="0"/>
                                          </p:stCondLst>
                                        </p:cTn>
                                        <p:tgtEl>
                                          <p:spTgt spid="233475"/>
                                        </p:tgtEl>
                                        <p:attrNameLst>
                                          <p:attrName>style.visibility</p:attrName>
                                        </p:attrNameLst>
                                      </p:cBhvr>
                                      <p:to>
                                        <p:strVal val="visible"/>
                                      </p:to>
                                    </p:set>
                                    <p:animEffect transition="in" filter="wipe(left)">
                                      <p:cBhvr>
                                        <p:cTn id="12" dur="75"/>
                                        <p:tgtEl>
                                          <p:spTgt spid="233475"/>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iterate type="lt">
                                    <p:tmPct val="100000"/>
                                  </p:iterate>
                                  <p:childTnLst>
                                    <p:set>
                                      <p:cBhvr>
                                        <p:cTn id="16" dur="1" fill="hold">
                                          <p:stCondLst>
                                            <p:cond delay="0"/>
                                          </p:stCondLst>
                                        </p:cTn>
                                        <p:tgtEl>
                                          <p:spTgt spid="233476"/>
                                        </p:tgtEl>
                                        <p:attrNameLst>
                                          <p:attrName>style.visibility</p:attrName>
                                        </p:attrNameLst>
                                      </p:cBhvr>
                                      <p:to>
                                        <p:strVal val="visible"/>
                                      </p:to>
                                    </p:set>
                                    <p:animEffect transition="in" filter="wipe(left)">
                                      <p:cBhvr>
                                        <p:cTn id="17" dur="75"/>
                                        <p:tgtEl>
                                          <p:spTgt spid="233476"/>
                                        </p:tgtEl>
                                      </p:cBhvr>
                                    </p:animEffect>
                                  </p:childTnLst>
                                </p:cTn>
                              </p:par>
                            </p:childTnLst>
                          </p:cTn>
                        </p:par>
                        <p:par>
                          <p:cTn id="18" fill="hold" nodeType="afterGroup">
                            <p:stCondLst>
                              <p:cond delay="1350"/>
                            </p:stCondLst>
                            <p:childTnLst>
                              <p:par>
                                <p:cTn id="19" presetID="22" presetClass="entr" presetSubtype="8" fill="hold" grpId="0" nodeType="afterEffect">
                                  <p:stCondLst>
                                    <p:cond delay="0"/>
                                  </p:stCondLst>
                                  <p:iterate type="lt">
                                    <p:tmPct val="100000"/>
                                  </p:iterate>
                                  <p:childTnLst>
                                    <p:set>
                                      <p:cBhvr>
                                        <p:cTn id="20" dur="1" fill="hold">
                                          <p:stCondLst>
                                            <p:cond delay="0"/>
                                          </p:stCondLst>
                                        </p:cTn>
                                        <p:tgtEl>
                                          <p:spTgt spid="233477"/>
                                        </p:tgtEl>
                                        <p:attrNameLst>
                                          <p:attrName>style.visibility</p:attrName>
                                        </p:attrNameLst>
                                      </p:cBhvr>
                                      <p:to>
                                        <p:strVal val="visible"/>
                                      </p:to>
                                    </p:set>
                                    <p:animEffect transition="in" filter="wipe(left)">
                                      <p:cBhvr>
                                        <p:cTn id="21" dur="75"/>
                                        <p:tgtEl>
                                          <p:spTgt spid="23347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3474" grpId="0" autoUpdateAnimBg="0"/>
      <p:bldP spid="233475" grpId="0" autoUpdateAnimBg="0"/>
      <p:bldP spid="233476" grpId="0" autoUpdateAnimBg="0"/>
      <p:bldP spid="233477" grpId="0" autoUpdateAnimBg="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5234" name="Object 2"/>
          <p:cNvGraphicFramePr>
            <a:graphicFrameLocks noChangeAspect="1"/>
          </p:cNvGraphicFramePr>
          <p:nvPr/>
        </p:nvGraphicFramePr>
        <p:xfrm>
          <a:off x="2006600" y="1066801"/>
          <a:ext cx="8128000" cy="5573713"/>
        </p:xfrm>
        <a:graphic>
          <a:graphicData uri="http://schemas.openxmlformats.org/presentationml/2006/ole">
            <mc:AlternateContent xmlns:mc="http://schemas.openxmlformats.org/markup-compatibility/2006">
              <mc:Choice xmlns:v="urn:schemas-microsoft-com:vml" Requires="v">
                <p:oleObj spid="_x0000_s19510" name="文档" r:id="rId3" imgW="7980680" imgH="5476240" progId="Word.Document.8">
                  <p:embed/>
                </p:oleObj>
              </mc:Choice>
              <mc:Fallback>
                <p:oleObj name="文档" r:id="rId3" imgW="7980680" imgH="5476240" progId="Word.Document.8">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06600" y="1066801"/>
                        <a:ext cx="8128000" cy="5573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34499" name="Object 3"/>
          <p:cNvGraphicFramePr>
            <a:graphicFrameLocks noChangeAspect="1"/>
          </p:cNvGraphicFramePr>
          <p:nvPr/>
        </p:nvGraphicFramePr>
        <p:xfrm>
          <a:off x="2570164" y="4572000"/>
          <a:ext cx="554037" cy="814388"/>
        </p:xfrm>
        <a:graphic>
          <a:graphicData uri="http://schemas.openxmlformats.org/presentationml/2006/ole">
            <mc:AlternateContent xmlns:mc="http://schemas.openxmlformats.org/markup-compatibility/2006">
              <mc:Choice xmlns:v="urn:schemas-microsoft-com:vml" Requires="v">
                <p:oleObj spid="_x0000_s19511" name="剪辑" r:id="rId5" imgW="2247900" imgH="3306763" progId="MS_ClipArt_Gallery.2">
                  <p:embed/>
                </p:oleObj>
              </mc:Choice>
              <mc:Fallback>
                <p:oleObj name="剪辑" r:id="rId5" imgW="2247900" imgH="3306763" progId="MS_ClipArt_Gallery.2">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570164" y="4572000"/>
                        <a:ext cx="554037" cy="8143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5236" name="Text Box 4"/>
          <p:cNvSpPr txBox="1">
            <a:spLocks noChangeArrowheads="1"/>
          </p:cNvSpPr>
          <p:nvPr/>
        </p:nvSpPr>
        <p:spPr bwMode="auto">
          <a:xfrm>
            <a:off x="2438400" y="381000"/>
            <a:ext cx="41910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57150">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3200" b="1">
                <a:solidFill>
                  <a:srgbClr val="0000FF"/>
                </a:solidFill>
                <a:ea typeface="黑体" panose="02010609060101010101" pitchFamily="49" charset="-122"/>
              </a:rPr>
              <a:t>思考题</a:t>
            </a:r>
          </a:p>
        </p:txBody>
      </p:sp>
    </p:spTree>
    <p:extLst>
      <p:ext uri="{BB962C8B-B14F-4D97-AF65-F5344CB8AC3E}">
        <p14:creationId xmlns:p14="http://schemas.microsoft.com/office/powerpoint/2010/main" val="2836459584"/>
      </p:ext>
    </p:extLst>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234499"/>
                                        </p:tgtEl>
                                        <p:attrNameLst>
                                          <p:attrName>style.visibility</p:attrName>
                                        </p:attrNameLst>
                                      </p:cBhvr>
                                      <p:to>
                                        <p:strVal val="visible"/>
                                      </p:to>
                                    </p:set>
                                    <p:animEffect transition="in" filter="wipe(left)">
                                      <p:cBhvr>
                                        <p:cTn id="7" dur="500"/>
                                        <p:tgtEl>
                                          <p:spTgt spid="23449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22" name="Text Box 2"/>
          <p:cNvSpPr txBox="1">
            <a:spLocks noChangeArrowheads="1"/>
          </p:cNvSpPr>
          <p:nvPr/>
        </p:nvSpPr>
        <p:spPr bwMode="auto">
          <a:xfrm>
            <a:off x="4079876" y="2492376"/>
            <a:ext cx="265112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800" b="1">
                <a:ea typeface="楷体_GB2312" pitchFamily="49" charset="-122"/>
              </a:rPr>
              <a:t>在点 </a:t>
            </a:r>
            <a:r>
              <a:rPr lang="en-US" altLang="zh-CN" sz="2800" b="1">
                <a:ea typeface="楷体_GB2312" pitchFamily="49" charset="-122"/>
              </a:rPr>
              <a:t>(0,0) </a:t>
            </a:r>
            <a:r>
              <a:rPr lang="zh-CN" altLang="en-US" sz="2800" b="1">
                <a:ea typeface="楷体_GB2312" pitchFamily="49" charset="-122"/>
              </a:rPr>
              <a:t>可微 </a:t>
            </a:r>
            <a:r>
              <a:rPr lang="en-US" altLang="zh-CN" sz="2800" b="1">
                <a:ea typeface="楷体_GB2312" pitchFamily="49" charset="-122"/>
              </a:rPr>
              <a:t>.</a:t>
            </a:r>
          </a:p>
        </p:txBody>
      </p:sp>
      <p:sp>
        <p:nvSpPr>
          <p:cNvPr id="96259" name="Rectangle 3"/>
          <p:cNvSpPr>
            <a:spLocks noGrp="1" noChangeArrowheads="1"/>
          </p:cNvSpPr>
          <p:nvPr>
            <p:ph type="title" idx="4294967295"/>
          </p:nvPr>
        </p:nvSpPr>
        <p:spPr>
          <a:xfrm>
            <a:off x="737882" y="902632"/>
            <a:ext cx="1627187" cy="457200"/>
          </a:xfrm>
        </p:spPr>
        <p:txBody>
          <a:bodyPr/>
          <a:lstStyle/>
          <a:p>
            <a:pPr algn="l" eaLnBrk="1" hangingPunct="1"/>
            <a:r>
              <a:rPr lang="zh-CN" altLang="en-US" sz="3200" b="1" dirty="0">
                <a:solidFill>
                  <a:srgbClr val="0000FF"/>
                </a:solidFill>
                <a:latin typeface="宋体" panose="02010600030101010101" pitchFamily="2" charset="-122"/>
                <a:ea typeface="宋体" panose="02010600030101010101" pitchFamily="2" charset="-122"/>
              </a:rPr>
              <a:t>提高题：</a:t>
            </a:r>
          </a:p>
        </p:txBody>
      </p:sp>
      <p:sp>
        <p:nvSpPr>
          <p:cNvPr id="235524" name="Text Box 4"/>
          <p:cNvSpPr txBox="1">
            <a:spLocks noChangeArrowheads="1"/>
          </p:cNvSpPr>
          <p:nvPr/>
        </p:nvSpPr>
        <p:spPr bwMode="auto">
          <a:xfrm>
            <a:off x="1800225" y="1892300"/>
            <a:ext cx="4750018"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800" b="1">
                <a:ea typeface="楷体_GB2312" pitchFamily="49" charset="-122"/>
              </a:rPr>
              <a:t>在点 </a:t>
            </a:r>
            <a:r>
              <a:rPr lang="en-US" altLang="zh-CN" sz="2800" b="1">
                <a:ea typeface="楷体_GB2312" pitchFamily="49" charset="-122"/>
              </a:rPr>
              <a:t>(0,0) </a:t>
            </a:r>
            <a:r>
              <a:rPr lang="zh-CN" altLang="en-US" sz="2800" b="1">
                <a:ea typeface="楷体_GB2312" pitchFamily="49" charset="-122"/>
              </a:rPr>
              <a:t>连续且偏导数存在</a:t>
            </a:r>
            <a:r>
              <a:rPr lang="en-US" altLang="zh-CN" sz="2800" b="1">
                <a:ea typeface="楷体_GB2312" pitchFamily="49" charset="-122"/>
              </a:rPr>
              <a:t>,</a:t>
            </a:r>
          </a:p>
        </p:txBody>
      </p:sp>
      <p:sp>
        <p:nvSpPr>
          <p:cNvPr id="235525" name="Text Box 5"/>
          <p:cNvSpPr txBox="1">
            <a:spLocks noChangeArrowheads="1"/>
          </p:cNvSpPr>
          <p:nvPr/>
        </p:nvSpPr>
        <p:spPr bwMode="auto">
          <a:xfrm>
            <a:off x="1996965" y="2488269"/>
            <a:ext cx="63511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800" b="1" dirty="0">
                <a:ea typeface="楷体_GB2312" pitchFamily="49" charset="-122"/>
              </a:rPr>
              <a:t>续</a:t>
            </a:r>
            <a:r>
              <a:rPr lang="en-US" altLang="zh-CN" sz="2800" b="1" dirty="0">
                <a:ea typeface="楷体_GB2312" pitchFamily="49" charset="-122"/>
              </a:rPr>
              <a:t>,</a:t>
            </a:r>
          </a:p>
        </p:txBody>
      </p:sp>
      <p:graphicFrame>
        <p:nvGraphicFramePr>
          <p:cNvPr id="235526" name="Object 6"/>
          <p:cNvGraphicFramePr>
            <a:graphicFrameLocks noChangeAspect="1"/>
          </p:cNvGraphicFramePr>
          <p:nvPr/>
        </p:nvGraphicFramePr>
        <p:xfrm>
          <a:off x="2698750" y="2565400"/>
          <a:ext cx="1460500" cy="406400"/>
        </p:xfrm>
        <a:graphic>
          <a:graphicData uri="http://schemas.openxmlformats.org/presentationml/2006/ole">
            <mc:AlternateContent xmlns:mc="http://schemas.openxmlformats.org/markup-compatibility/2006">
              <mc:Choice xmlns:v="urn:schemas-microsoft-com:vml" Requires="v">
                <p:oleObj spid="_x0000_s20671" name="公式" r:id="rId3" imgW="1447771" imgH="400011" progId="Equation.3">
                  <p:embed/>
                </p:oleObj>
              </mc:Choice>
              <mc:Fallback>
                <p:oleObj name="公式" r:id="rId3" imgW="1447771" imgH="400011"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98750" y="2565400"/>
                        <a:ext cx="1460500" cy="406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35527" name="Text Box 7"/>
          <p:cNvSpPr txBox="1">
            <a:spLocks noChangeArrowheads="1"/>
          </p:cNvSpPr>
          <p:nvPr/>
        </p:nvSpPr>
        <p:spPr bwMode="auto">
          <a:xfrm>
            <a:off x="2238376" y="3206751"/>
            <a:ext cx="119062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dirty="0">
                <a:solidFill>
                  <a:srgbClr val="FF0000"/>
                </a:solidFill>
                <a:ea typeface="楷体_GB2312" pitchFamily="49" charset="-122"/>
              </a:rPr>
              <a:t>证</a:t>
            </a:r>
            <a:r>
              <a:rPr lang="en-US" altLang="zh-CN" sz="2800" b="1" dirty="0">
                <a:solidFill>
                  <a:srgbClr val="FF0000"/>
                </a:solidFill>
                <a:ea typeface="楷体_GB2312" pitchFamily="49" charset="-122"/>
              </a:rPr>
              <a:t>: </a:t>
            </a:r>
            <a:r>
              <a:rPr lang="en-US" altLang="zh-CN" sz="2800" b="1" dirty="0">
                <a:ea typeface="楷体_GB2312" pitchFamily="49" charset="-122"/>
              </a:rPr>
              <a:t>1)</a:t>
            </a:r>
          </a:p>
        </p:txBody>
      </p:sp>
      <p:sp>
        <p:nvSpPr>
          <p:cNvPr id="235528" name="Text Box 8"/>
          <p:cNvSpPr txBox="1">
            <a:spLocks noChangeArrowheads="1"/>
          </p:cNvSpPr>
          <p:nvPr/>
        </p:nvSpPr>
        <p:spPr bwMode="auto">
          <a:xfrm>
            <a:off x="3276600" y="3200401"/>
            <a:ext cx="6858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a:ea typeface="楷体_GB2312" pitchFamily="49" charset="-122"/>
              </a:rPr>
              <a:t>因</a:t>
            </a:r>
          </a:p>
        </p:txBody>
      </p:sp>
      <p:graphicFrame>
        <p:nvGraphicFramePr>
          <p:cNvPr id="235529" name="Object 9"/>
          <p:cNvGraphicFramePr>
            <a:graphicFrameLocks noChangeAspect="1"/>
          </p:cNvGraphicFramePr>
          <p:nvPr/>
        </p:nvGraphicFramePr>
        <p:xfrm>
          <a:off x="4070351" y="3035300"/>
          <a:ext cx="2538413" cy="1041400"/>
        </p:xfrm>
        <a:graphic>
          <a:graphicData uri="http://schemas.openxmlformats.org/presentationml/2006/ole">
            <mc:AlternateContent xmlns:mc="http://schemas.openxmlformats.org/markup-compatibility/2006">
              <mc:Choice xmlns:v="urn:schemas-microsoft-com:vml" Requires="v">
                <p:oleObj spid="_x0000_s20672" name="公式" r:id="rId5" imgW="2533599" imgH="1028700" progId="Equation.3">
                  <p:embed/>
                </p:oleObj>
              </mc:Choice>
              <mc:Fallback>
                <p:oleObj name="公式" r:id="rId5" imgW="2533599" imgH="102870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070351" y="3035300"/>
                        <a:ext cx="2538413" cy="1041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35530" name="Object 10"/>
          <p:cNvGraphicFramePr>
            <a:graphicFrameLocks noChangeAspect="1"/>
          </p:cNvGraphicFramePr>
          <p:nvPr/>
        </p:nvGraphicFramePr>
        <p:xfrm>
          <a:off x="4051301" y="4394200"/>
          <a:ext cx="2246313" cy="901700"/>
        </p:xfrm>
        <a:graphic>
          <a:graphicData uri="http://schemas.openxmlformats.org/presentationml/2006/ole">
            <mc:AlternateContent xmlns:mc="http://schemas.openxmlformats.org/markup-compatibility/2006">
              <mc:Choice xmlns:v="urn:schemas-microsoft-com:vml" Requires="v">
                <p:oleObj spid="_x0000_s20673" name="公式" r:id="rId7" imgW="2238285" imgH="895247" progId="Equation.3">
                  <p:embed/>
                </p:oleObj>
              </mc:Choice>
              <mc:Fallback>
                <p:oleObj name="公式" r:id="rId7" imgW="2238285" imgH="895247" progId="Equation.3">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051301" y="4394200"/>
                        <a:ext cx="2246313" cy="901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35531" name="Object 11"/>
          <p:cNvGraphicFramePr>
            <a:graphicFrameLocks noChangeAspect="1"/>
          </p:cNvGraphicFramePr>
          <p:nvPr/>
        </p:nvGraphicFramePr>
        <p:xfrm>
          <a:off x="6407150" y="4400550"/>
          <a:ext cx="1282700" cy="393700"/>
        </p:xfrm>
        <a:graphic>
          <a:graphicData uri="http://schemas.openxmlformats.org/presentationml/2006/ole">
            <mc:AlternateContent xmlns:mc="http://schemas.openxmlformats.org/markup-compatibility/2006">
              <mc:Choice xmlns:v="urn:schemas-microsoft-com:vml" Requires="v">
                <p:oleObj spid="_x0000_s20674" name="公式" r:id="rId9" imgW="1276343" imgH="380897" progId="Equation.3">
                  <p:embed/>
                </p:oleObj>
              </mc:Choice>
              <mc:Fallback>
                <p:oleObj name="公式" r:id="rId9" imgW="1276343" imgH="380897" progId="Equation.3">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407150" y="4400550"/>
                        <a:ext cx="1282700" cy="393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35532" name="Text Box 12"/>
          <p:cNvSpPr txBox="1">
            <a:spLocks noChangeArrowheads="1"/>
          </p:cNvSpPr>
          <p:nvPr/>
        </p:nvSpPr>
        <p:spPr bwMode="auto">
          <a:xfrm>
            <a:off x="2286001" y="5424488"/>
            <a:ext cx="3967753"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800" b="1">
                <a:ea typeface="楷体_GB2312" pitchFamily="49" charset="-122"/>
              </a:rPr>
              <a:t>故函数在点 </a:t>
            </a:r>
            <a:r>
              <a:rPr lang="en-US" altLang="zh-CN" sz="2800" b="1">
                <a:ea typeface="楷体_GB2312" pitchFamily="49" charset="-122"/>
              </a:rPr>
              <a:t>(0, 0) </a:t>
            </a:r>
            <a:r>
              <a:rPr lang="zh-CN" altLang="en-US" sz="2800" b="1">
                <a:ea typeface="楷体_GB2312" pitchFamily="49" charset="-122"/>
              </a:rPr>
              <a:t>连续 </a:t>
            </a:r>
            <a:r>
              <a:rPr lang="en-US" altLang="zh-CN" sz="2800" b="1">
                <a:ea typeface="楷体_GB2312" pitchFamily="49" charset="-122"/>
              </a:rPr>
              <a:t>; </a:t>
            </a:r>
          </a:p>
        </p:txBody>
      </p:sp>
      <p:sp>
        <p:nvSpPr>
          <p:cNvPr id="235533" name="Text Box 13"/>
          <p:cNvSpPr txBox="1">
            <a:spLocks noChangeArrowheads="1"/>
          </p:cNvSpPr>
          <p:nvPr/>
        </p:nvSpPr>
        <p:spPr bwMode="auto">
          <a:xfrm>
            <a:off x="6511926" y="1892300"/>
            <a:ext cx="4028667"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800" b="1">
                <a:ea typeface="楷体_GB2312" pitchFamily="49" charset="-122"/>
              </a:rPr>
              <a:t>但偏导数在点 </a:t>
            </a:r>
            <a:r>
              <a:rPr lang="en-US" altLang="zh-CN" sz="2800" b="1">
                <a:ea typeface="楷体_GB2312" pitchFamily="49" charset="-122"/>
              </a:rPr>
              <a:t>(0,0) </a:t>
            </a:r>
            <a:r>
              <a:rPr lang="zh-CN" altLang="en-US" sz="2800" b="1">
                <a:ea typeface="楷体_GB2312" pitchFamily="49" charset="-122"/>
              </a:rPr>
              <a:t>不连 </a:t>
            </a:r>
          </a:p>
        </p:txBody>
      </p:sp>
      <p:sp>
        <p:nvSpPr>
          <p:cNvPr id="96277" name="Rectangle 21"/>
          <p:cNvSpPr>
            <a:spLocks noChangeArrowheads="1"/>
          </p:cNvSpPr>
          <p:nvPr/>
        </p:nvSpPr>
        <p:spPr bwMode="auto">
          <a:xfrm>
            <a:off x="2135188" y="908050"/>
            <a:ext cx="2448644"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800" b="1" dirty="0">
                <a:ea typeface="楷体_GB2312" pitchFamily="49" charset="-122"/>
              </a:rPr>
              <a:t> </a:t>
            </a:r>
            <a:r>
              <a:rPr lang="en-US" altLang="zh-CN" sz="2800" b="1" dirty="0" smtClean="0">
                <a:ea typeface="楷体_GB2312" pitchFamily="49" charset="-122"/>
              </a:rPr>
              <a:t>1</a:t>
            </a:r>
            <a:r>
              <a:rPr lang="zh-CN" altLang="en-US" sz="2800" b="1" dirty="0" smtClean="0">
                <a:ea typeface="楷体_GB2312" pitchFamily="49" charset="-122"/>
              </a:rPr>
              <a:t>、证明</a:t>
            </a:r>
            <a:r>
              <a:rPr lang="zh-CN" altLang="en-US" sz="2800" b="1" dirty="0">
                <a:ea typeface="楷体_GB2312" pitchFamily="49" charset="-122"/>
              </a:rPr>
              <a:t>函数</a:t>
            </a:r>
          </a:p>
        </p:txBody>
      </p:sp>
      <p:graphicFrame>
        <p:nvGraphicFramePr>
          <p:cNvPr id="235542" name="Object 22"/>
          <p:cNvGraphicFramePr>
            <a:graphicFrameLocks noChangeAspect="1"/>
          </p:cNvGraphicFramePr>
          <p:nvPr/>
        </p:nvGraphicFramePr>
        <p:xfrm>
          <a:off x="6718300" y="3276600"/>
          <a:ext cx="901700" cy="444500"/>
        </p:xfrm>
        <a:graphic>
          <a:graphicData uri="http://schemas.openxmlformats.org/presentationml/2006/ole">
            <mc:AlternateContent xmlns:mc="http://schemas.openxmlformats.org/markup-compatibility/2006">
              <mc:Choice xmlns:v="urn:schemas-microsoft-com:vml" Requires="v">
                <p:oleObj spid="_x0000_s20675" name="公式" r:id="rId11" imgW="895314" imgH="438240" progId="Equation.3">
                  <p:embed/>
                </p:oleObj>
              </mc:Choice>
              <mc:Fallback>
                <p:oleObj name="公式" r:id="rId11" imgW="895314" imgH="438240" progId="Equation.3">
                  <p:embed/>
                  <p:pic>
                    <p:nvPicPr>
                      <p:cNvPr id="0" name=""/>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6718300" y="3276600"/>
                        <a:ext cx="901700" cy="444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35543" name="Object 23"/>
          <p:cNvGraphicFramePr>
            <a:graphicFrameLocks noChangeAspect="1"/>
          </p:cNvGraphicFramePr>
          <p:nvPr/>
        </p:nvGraphicFramePr>
        <p:xfrm>
          <a:off x="7753350" y="2997200"/>
          <a:ext cx="1447800" cy="901700"/>
        </p:xfrm>
        <a:graphic>
          <a:graphicData uri="http://schemas.openxmlformats.org/presentationml/2006/ole">
            <mc:AlternateContent xmlns:mc="http://schemas.openxmlformats.org/markup-compatibility/2006">
              <mc:Choice xmlns:v="urn:schemas-microsoft-com:vml" Requires="v">
                <p:oleObj spid="_x0000_s20676" name="公式" r:id="rId13" imgW="1438402" imgH="895247" progId="Equation.3">
                  <p:embed/>
                </p:oleObj>
              </mc:Choice>
              <mc:Fallback>
                <p:oleObj name="公式" r:id="rId13" imgW="1438402" imgH="895247" progId="Equation.3">
                  <p:embed/>
                  <p:pic>
                    <p:nvPicPr>
                      <p:cNvPr id="0" name=""/>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7753350" y="2997200"/>
                        <a:ext cx="1447800" cy="901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35544" name="Text Box 24"/>
          <p:cNvSpPr txBox="1">
            <a:spLocks noChangeArrowheads="1"/>
          </p:cNvSpPr>
          <p:nvPr/>
        </p:nvSpPr>
        <p:spPr bwMode="auto">
          <a:xfrm>
            <a:off x="2286001" y="4311650"/>
            <a:ext cx="906017"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zh-CN" altLang="en-US" sz="2800" b="1">
                <a:ea typeface="楷体_GB2312" pitchFamily="49" charset="-122"/>
              </a:rPr>
              <a:t>所以</a:t>
            </a:r>
          </a:p>
        </p:txBody>
      </p:sp>
      <p:graphicFrame>
        <p:nvGraphicFramePr>
          <p:cNvPr id="96281" name="Object 25"/>
          <p:cNvGraphicFramePr>
            <a:graphicFrameLocks noChangeAspect="1"/>
          </p:cNvGraphicFramePr>
          <p:nvPr>
            <p:extLst>
              <p:ext uri="{D42A27DB-BD31-4B8C-83A1-F6EECF244321}">
                <p14:modId xmlns:p14="http://schemas.microsoft.com/office/powerpoint/2010/main" val="1763195187"/>
              </p:ext>
            </p:extLst>
          </p:nvPr>
        </p:nvGraphicFramePr>
        <p:xfrm>
          <a:off x="4296427" y="362882"/>
          <a:ext cx="6121400" cy="1536700"/>
        </p:xfrm>
        <a:graphic>
          <a:graphicData uri="http://schemas.openxmlformats.org/presentationml/2006/ole">
            <mc:AlternateContent xmlns:mc="http://schemas.openxmlformats.org/markup-compatibility/2006">
              <mc:Choice xmlns:v="urn:schemas-microsoft-com:vml" Requires="v">
                <p:oleObj spid="_x0000_s20677" name="公式" r:id="rId15" imgW="6121400" imgH="1536700" progId="Equation.3">
                  <p:embed/>
                </p:oleObj>
              </mc:Choice>
              <mc:Fallback>
                <p:oleObj name="公式" r:id="rId15" imgW="6121400" imgH="1536700" progId="Equation.3">
                  <p:embed/>
                  <p:pic>
                    <p:nvPicPr>
                      <p:cNvPr id="0" name=""/>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4296427" y="362882"/>
                        <a:ext cx="6121400" cy="1536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571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4008696625"/>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35524">
                                            <p:txEl>
                                              <p:pRg st="0" end="0"/>
                                            </p:txEl>
                                          </p:spTgt>
                                        </p:tgtEl>
                                        <p:attrNameLst>
                                          <p:attrName>style.visibility</p:attrName>
                                        </p:attrNameLst>
                                      </p:cBhvr>
                                      <p:to>
                                        <p:strVal val="visible"/>
                                      </p:to>
                                    </p:set>
                                    <p:animEffect transition="in" filter="wipe(left)">
                                      <p:cBhvr>
                                        <p:cTn id="7" dur="500"/>
                                        <p:tgtEl>
                                          <p:spTgt spid="235524">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35533">
                                            <p:txEl>
                                              <p:pRg st="0" end="0"/>
                                            </p:txEl>
                                          </p:spTgt>
                                        </p:tgtEl>
                                        <p:attrNameLst>
                                          <p:attrName>style.visibility</p:attrName>
                                        </p:attrNameLst>
                                      </p:cBhvr>
                                      <p:to>
                                        <p:strVal val="visible"/>
                                      </p:to>
                                    </p:set>
                                    <p:animEffect transition="in" filter="wipe(left)">
                                      <p:cBhvr>
                                        <p:cTn id="12" dur="500"/>
                                        <p:tgtEl>
                                          <p:spTgt spid="235533">
                                            <p:txEl>
                                              <p:pRg st="0" end="0"/>
                                            </p:txEl>
                                          </p:spTgt>
                                        </p:tgtEl>
                                      </p:cBhvr>
                                    </p:animEffect>
                                  </p:childTnLst>
                                </p:cTn>
                              </p:par>
                            </p:childTnLst>
                          </p:cTn>
                        </p:par>
                        <p:par>
                          <p:cTn id="13" fill="hold" nodeType="afterGroup">
                            <p:stCondLst>
                              <p:cond delay="500"/>
                            </p:stCondLst>
                            <p:childTnLst>
                              <p:par>
                                <p:cTn id="14" presetID="22" presetClass="entr" presetSubtype="8" fill="hold" grpId="0" nodeType="afterEffect">
                                  <p:stCondLst>
                                    <p:cond delay="0"/>
                                  </p:stCondLst>
                                  <p:childTnLst>
                                    <p:set>
                                      <p:cBhvr>
                                        <p:cTn id="15" dur="1" fill="hold">
                                          <p:stCondLst>
                                            <p:cond delay="0"/>
                                          </p:stCondLst>
                                        </p:cTn>
                                        <p:tgtEl>
                                          <p:spTgt spid="235525">
                                            <p:txEl>
                                              <p:pRg st="0" end="0"/>
                                            </p:txEl>
                                          </p:spTgt>
                                        </p:tgtEl>
                                        <p:attrNameLst>
                                          <p:attrName>style.visibility</p:attrName>
                                        </p:attrNameLst>
                                      </p:cBhvr>
                                      <p:to>
                                        <p:strVal val="visible"/>
                                      </p:to>
                                    </p:set>
                                    <p:animEffect transition="in" filter="wipe(left)">
                                      <p:cBhvr>
                                        <p:cTn id="16" dur="500"/>
                                        <p:tgtEl>
                                          <p:spTgt spid="235525">
                                            <p:txEl>
                                              <p:pRg st="0" end="0"/>
                                            </p:txEl>
                                          </p:spTgt>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8" fill="hold" nodeType="clickEffect">
                                  <p:stCondLst>
                                    <p:cond delay="0"/>
                                  </p:stCondLst>
                                  <p:childTnLst>
                                    <p:set>
                                      <p:cBhvr>
                                        <p:cTn id="20" dur="1" fill="hold">
                                          <p:stCondLst>
                                            <p:cond delay="0"/>
                                          </p:stCondLst>
                                        </p:cTn>
                                        <p:tgtEl>
                                          <p:spTgt spid="235526"/>
                                        </p:tgtEl>
                                        <p:attrNameLst>
                                          <p:attrName>style.visibility</p:attrName>
                                        </p:attrNameLst>
                                      </p:cBhvr>
                                      <p:to>
                                        <p:strVal val="visible"/>
                                      </p:to>
                                    </p:set>
                                    <p:animEffect transition="in" filter="wipe(left)">
                                      <p:cBhvr>
                                        <p:cTn id="21" dur="500"/>
                                        <p:tgtEl>
                                          <p:spTgt spid="235526"/>
                                        </p:tgtEl>
                                      </p:cBhvr>
                                    </p:animEffect>
                                  </p:childTnLst>
                                </p:cTn>
                              </p:par>
                            </p:childTnLst>
                          </p:cTn>
                        </p:par>
                        <p:par>
                          <p:cTn id="22" fill="hold" nodeType="afterGroup">
                            <p:stCondLst>
                              <p:cond delay="500"/>
                            </p:stCondLst>
                            <p:childTnLst>
                              <p:par>
                                <p:cTn id="23" presetID="22" presetClass="entr" presetSubtype="8" fill="hold" grpId="0" nodeType="afterEffect">
                                  <p:stCondLst>
                                    <p:cond delay="0"/>
                                  </p:stCondLst>
                                  <p:childTnLst>
                                    <p:set>
                                      <p:cBhvr>
                                        <p:cTn id="24" dur="1" fill="hold">
                                          <p:stCondLst>
                                            <p:cond delay="0"/>
                                          </p:stCondLst>
                                        </p:cTn>
                                        <p:tgtEl>
                                          <p:spTgt spid="235522">
                                            <p:txEl>
                                              <p:pRg st="0" end="0"/>
                                            </p:txEl>
                                          </p:spTgt>
                                        </p:tgtEl>
                                        <p:attrNameLst>
                                          <p:attrName>style.visibility</p:attrName>
                                        </p:attrNameLst>
                                      </p:cBhvr>
                                      <p:to>
                                        <p:strVal val="visible"/>
                                      </p:to>
                                    </p:set>
                                    <p:animEffect transition="in" filter="wipe(left)">
                                      <p:cBhvr>
                                        <p:cTn id="25" dur="500"/>
                                        <p:tgtEl>
                                          <p:spTgt spid="235522">
                                            <p:txEl>
                                              <p:pRg st="0" end="0"/>
                                            </p:txEl>
                                          </p:spTgt>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22" presetClass="entr" presetSubtype="8" fill="hold" grpId="0" nodeType="clickEffect">
                                  <p:stCondLst>
                                    <p:cond delay="0"/>
                                  </p:stCondLst>
                                  <p:childTnLst>
                                    <p:set>
                                      <p:cBhvr>
                                        <p:cTn id="29" dur="1" fill="hold">
                                          <p:stCondLst>
                                            <p:cond delay="0"/>
                                          </p:stCondLst>
                                        </p:cTn>
                                        <p:tgtEl>
                                          <p:spTgt spid="235527"/>
                                        </p:tgtEl>
                                        <p:attrNameLst>
                                          <p:attrName>style.visibility</p:attrName>
                                        </p:attrNameLst>
                                      </p:cBhvr>
                                      <p:to>
                                        <p:strVal val="visible"/>
                                      </p:to>
                                    </p:set>
                                    <p:animEffect transition="in" filter="wipe(left)">
                                      <p:cBhvr>
                                        <p:cTn id="30" dur="500"/>
                                        <p:tgtEl>
                                          <p:spTgt spid="235527"/>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22" presetClass="entr" presetSubtype="8" fill="hold" grpId="0" nodeType="clickEffect">
                                  <p:stCondLst>
                                    <p:cond delay="0"/>
                                  </p:stCondLst>
                                  <p:childTnLst>
                                    <p:set>
                                      <p:cBhvr>
                                        <p:cTn id="34" dur="1" fill="hold">
                                          <p:stCondLst>
                                            <p:cond delay="0"/>
                                          </p:stCondLst>
                                        </p:cTn>
                                        <p:tgtEl>
                                          <p:spTgt spid="235528"/>
                                        </p:tgtEl>
                                        <p:attrNameLst>
                                          <p:attrName>style.visibility</p:attrName>
                                        </p:attrNameLst>
                                      </p:cBhvr>
                                      <p:to>
                                        <p:strVal val="visible"/>
                                      </p:to>
                                    </p:set>
                                    <p:animEffect transition="in" filter="wipe(left)">
                                      <p:cBhvr>
                                        <p:cTn id="35" dur="500"/>
                                        <p:tgtEl>
                                          <p:spTgt spid="235528"/>
                                        </p:tgtEl>
                                      </p:cBhvr>
                                    </p:animEffect>
                                  </p:childTnLst>
                                </p:cTn>
                              </p:par>
                            </p:childTnLst>
                          </p:cTn>
                        </p:par>
                        <p:par>
                          <p:cTn id="36" fill="hold" nodeType="afterGroup">
                            <p:stCondLst>
                              <p:cond delay="500"/>
                            </p:stCondLst>
                            <p:childTnLst>
                              <p:par>
                                <p:cTn id="37" presetID="22" presetClass="entr" presetSubtype="8" fill="hold" nodeType="afterEffect">
                                  <p:stCondLst>
                                    <p:cond delay="0"/>
                                  </p:stCondLst>
                                  <p:childTnLst>
                                    <p:set>
                                      <p:cBhvr>
                                        <p:cTn id="38" dur="1" fill="hold">
                                          <p:stCondLst>
                                            <p:cond delay="0"/>
                                          </p:stCondLst>
                                        </p:cTn>
                                        <p:tgtEl>
                                          <p:spTgt spid="235529"/>
                                        </p:tgtEl>
                                        <p:attrNameLst>
                                          <p:attrName>style.visibility</p:attrName>
                                        </p:attrNameLst>
                                      </p:cBhvr>
                                      <p:to>
                                        <p:strVal val="visible"/>
                                      </p:to>
                                    </p:set>
                                    <p:animEffect transition="in" filter="wipe(left)">
                                      <p:cBhvr>
                                        <p:cTn id="39" dur="500"/>
                                        <p:tgtEl>
                                          <p:spTgt spid="235529"/>
                                        </p:tgtEl>
                                      </p:cBhvr>
                                    </p:animEffect>
                                  </p:childTnLst>
                                </p:cTn>
                              </p:par>
                            </p:childTnLst>
                          </p:cTn>
                        </p:par>
                      </p:childTnLst>
                    </p:cTn>
                  </p:par>
                  <p:par>
                    <p:cTn id="40" fill="hold" nodeType="clickPar">
                      <p:stCondLst>
                        <p:cond delay="indefinite"/>
                      </p:stCondLst>
                      <p:childTnLst>
                        <p:par>
                          <p:cTn id="41" fill="hold" nodeType="withGroup">
                            <p:stCondLst>
                              <p:cond delay="0"/>
                            </p:stCondLst>
                            <p:childTnLst>
                              <p:par>
                                <p:cTn id="42" presetID="22" presetClass="entr" presetSubtype="8" fill="hold" nodeType="clickEffect">
                                  <p:stCondLst>
                                    <p:cond delay="0"/>
                                  </p:stCondLst>
                                  <p:childTnLst>
                                    <p:set>
                                      <p:cBhvr>
                                        <p:cTn id="43" dur="1" fill="hold">
                                          <p:stCondLst>
                                            <p:cond delay="0"/>
                                          </p:stCondLst>
                                        </p:cTn>
                                        <p:tgtEl>
                                          <p:spTgt spid="235542"/>
                                        </p:tgtEl>
                                        <p:attrNameLst>
                                          <p:attrName>style.visibility</p:attrName>
                                        </p:attrNameLst>
                                      </p:cBhvr>
                                      <p:to>
                                        <p:strVal val="visible"/>
                                      </p:to>
                                    </p:set>
                                    <p:animEffect transition="in" filter="wipe(left)">
                                      <p:cBhvr>
                                        <p:cTn id="44" dur="500"/>
                                        <p:tgtEl>
                                          <p:spTgt spid="235542"/>
                                        </p:tgtEl>
                                      </p:cBhvr>
                                    </p:animEffect>
                                  </p:childTnLst>
                                </p:cTn>
                              </p:par>
                            </p:childTnLst>
                          </p:cTn>
                        </p:par>
                      </p:childTnLst>
                    </p:cTn>
                  </p:par>
                  <p:par>
                    <p:cTn id="45" fill="hold" nodeType="clickPar">
                      <p:stCondLst>
                        <p:cond delay="indefinite"/>
                      </p:stCondLst>
                      <p:childTnLst>
                        <p:par>
                          <p:cTn id="46" fill="hold" nodeType="withGroup">
                            <p:stCondLst>
                              <p:cond delay="0"/>
                            </p:stCondLst>
                            <p:childTnLst>
                              <p:par>
                                <p:cTn id="47" presetID="22" presetClass="entr" presetSubtype="8" fill="hold" nodeType="clickEffect">
                                  <p:stCondLst>
                                    <p:cond delay="0"/>
                                  </p:stCondLst>
                                  <p:childTnLst>
                                    <p:set>
                                      <p:cBhvr>
                                        <p:cTn id="48" dur="1" fill="hold">
                                          <p:stCondLst>
                                            <p:cond delay="0"/>
                                          </p:stCondLst>
                                        </p:cTn>
                                        <p:tgtEl>
                                          <p:spTgt spid="235543"/>
                                        </p:tgtEl>
                                        <p:attrNameLst>
                                          <p:attrName>style.visibility</p:attrName>
                                        </p:attrNameLst>
                                      </p:cBhvr>
                                      <p:to>
                                        <p:strVal val="visible"/>
                                      </p:to>
                                    </p:set>
                                    <p:animEffect transition="in" filter="wipe(left)">
                                      <p:cBhvr>
                                        <p:cTn id="49" dur="500"/>
                                        <p:tgtEl>
                                          <p:spTgt spid="235543"/>
                                        </p:tgtEl>
                                      </p:cBhvr>
                                    </p:animEffect>
                                  </p:childTnLst>
                                </p:cTn>
                              </p:par>
                            </p:childTnLst>
                          </p:cTn>
                        </p:par>
                      </p:childTnLst>
                    </p:cTn>
                  </p:par>
                  <p:par>
                    <p:cTn id="50" fill="hold" nodeType="clickPar">
                      <p:stCondLst>
                        <p:cond delay="indefinite"/>
                      </p:stCondLst>
                      <p:childTnLst>
                        <p:par>
                          <p:cTn id="51" fill="hold" nodeType="withGroup">
                            <p:stCondLst>
                              <p:cond delay="0"/>
                            </p:stCondLst>
                            <p:childTnLst>
                              <p:par>
                                <p:cTn id="52" presetID="22" presetClass="entr" presetSubtype="8" fill="hold" grpId="0" nodeType="clickEffect">
                                  <p:stCondLst>
                                    <p:cond delay="0"/>
                                  </p:stCondLst>
                                  <p:childTnLst>
                                    <p:set>
                                      <p:cBhvr>
                                        <p:cTn id="53" dur="1" fill="hold">
                                          <p:stCondLst>
                                            <p:cond delay="0"/>
                                          </p:stCondLst>
                                        </p:cTn>
                                        <p:tgtEl>
                                          <p:spTgt spid="235544">
                                            <p:txEl>
                                              <p:pRg st="0" end="0"/>
                                            </p:txEl>
                                          </p:spTgt>
                                        </p:tgtEl>
                                        <p:attrNameLst>
                                          <p:attrName>style.visibility</p:attrName>
                                        </p:attrNameLst>
                                      </p:cBhvr>
                                      <p:to>
                                        <p:strVal val="visible"/>
                                      </p:to>
                                    </p:set>
                                    <p:animEffect transition="in" filter="wipe(left)">
                                      <p:cBhvr>
                                        <p:cTn id="54" dur="500"/>
                                        <p:tgtEl>
                                          <p:spTgt spid="235544">
                                            <p:txEl>
                                              <p:pRg st="0" end="0"/>
                                            </p:txEl>
                                          </p:spTgt>
                                        </p:tgtEl>
                                      </p:cBhvr>
                                    </p:animEffect>
                                  </p:childTnLst>
                                </p:cTn>
                              </p:par>
                            </p:childTnLst>
                          </p:cTn>
                        </p:par>
                        <p:par>
                          <p:cTn id="55" fill="hold" nodeType="afterGroup">
                            <p:stCondLst>
                              <p:cond delay="500"/>
                            </p:stCondLst>
                            <p:childTnLst>
                              <p:par>
                                <p:cTn id="56" presetID="22" presetClass="entr" presetSubtype="8" fill="hold" nodeType="afterEffect">
                                  <p:stCondLst>
                                    <p:cond delay="0"/>
                                  </p:stCondLst>
                                  <p:childTnLst>
                                    <p:set>
                                      <p:cBhvr>
                                        <p:cTn id="57" dur="1" fill="hold">
                                          <p:stCondLst>
                                            <p:cond delay="0"/>
                                          </p:stCondLst>
                                        </p:cTn>
                                        <p:tgtEl>
                                          <p:spTgt spid="235530"/>
                                        </p:tgtEl>
                                        <p:attrNameLst>
                                          <p:attrName>style.visibility</p:attrName>
                                        </p:attrNameLst>
                                      </p:cBhvr>
                                      <p:to>
                                        <p:strVal val="visible"/>
                                      </p:to>
                                    </p:set>
                                    <p:animEffect transition="in" filter="wipe(left)">
                                      <p:cBhvr>
                                        <p:cTn id="58" dur="500"/>
                                        <p:tgtEl>
                                          <p:spTgt spid="235530"/>
                                        </p:tgtEl>
                                      </p:cBhvr>
                                    </p:animEffect>
                                  </p:childTnLst>
                                </p:cTn>
                              </p:par>
                            </p:childTnLst>
                          </p:cTn>
                        </p:par>
                      </p:childTnLst>
                    </p:cTn>
                  </p:par>
                  <p:par>
                    <p:cTn id="59" fill="hold" nodeType="clickPar">
                      <p:stCondLst>
                        <p:cond delay="indefinite"/>
                      </p:stCondLst>
                      <p:childTnLst>
                        <p:par>
                          <p:cTn id="60" fill="hold" nodeType="withGroup">
                            <p:stCondLst>
                              <p:cond delay="0"/>
                            </p:stCondLst>
                            <p:childTnLst>
                              <p:par>
                                <p:cTn id="61" presetID="22" presetClass="entr" presetSubtype="8" fill="hold" nodeType="clickEffect">
                                  <p:stCondLst>
                                    <p:cond delay="0"/>
                                  </p:stCondLst>
                                  <p:childTnLst>
                                    <p:set>
                                      <p:cBhvr>
                                        <p:cTn id="62" dur="1" fill="hold">
                                          <p:stCondLst>
                                            <p:cond delay="0"/>
                                          </p:stCondLst>
                                        </p:cTn>
                                        <p:tgtEl>
                                          <p:spTgt spid="235531"/>
                                        </p:tgtEl>
                                        <p:attrNameLst>
                                          <p:attrName>style.visibility</p:attrName>
                                        </p:attrNameLst>
                                      </p:cBhvr>
                                      <p:to>
                                        <p:strVal val="visible"/>
                                      </p:to>
                                    </p:set>
                                    <p:animEffect transition="in" filter="wipe(left)">
                                      <p:cBhvr>
                                        <p:cTn id="63" dur="500"/>
                                        <p:tgtEl>
                                          <p:spTgt spid="235531"/>
                                        </p:tgtEl>
                                      </p:cBhvr>
                                    </p:animEffect>
                                  </p:childTnLst>
                                </p:cTn>
                              </p:par>
                            </p:childTnLst>
                          </p:cTn>
                        </p:par>
                      </p:childTnLst>
                    </p:cTn>
                  </p:par>
                  <p:par>
                    <p:cTn id="64" fill="hold" nodeType="clickPar">
                      <p:stCondLst>
                        <p:cond delay="indefinite"/>
                      </p:stCondLst>
                      <p:childTnLst>
                        <p:par>
                          <p:cTn id="65" fill="hold" nodeType="withGroup">
                            <p:stCondLst>
                              <p:cond delay="0"/>
                            </p:stCondLst>
                            <p:childTnLst>
                              <p:par>
                                <p:cTn id="66" presetID="22" presetClass="entr" presetSubtype="8" fill="hold" grpId="0" nodeType="clickEffect">
                                  <p:stCondLst>
                                    <p:cond delay="0"/>
                                  </p:stCondLst>
                                  <p:childTnLst>
                                    <p:set>
                                      <p:cBhvr>
                                        <p:cTn id="67" dur="1" fill="hold">
                                          <p:stCondLst>
                                            <p:cond delay="0"/>
                                          </p:stCondLst>
                                        </p:cTn>
                                        <p:tgtEl>
                                          <p:spTgt spid="235532">
                                            <p:txEl>
                                              <p:pRg st="0" end="0"/>
                                            </p:txEl>
                                          </p:spTgt>
                                        </p:tgtEl>
                                        <p:attrNameLst>
                                          <p:attrName>style.visibility</p:attrName>
                                        </p:attrNameLst>
                                      </p:cBhvr>
                                      <p:to>
                                        <p:strVal val="visible"/>
                                      </p:to>
                                    </p:set>
                                    <p:animEffect transition="in" filter="wipe(left)">
                                      <p:cBhvr>
                                        <p:cTn id="68" dur="500"/>
                                        <p:tgtEl>
                                          <p:spTgt spid="23553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5522" grpId="0" build="p" autoUpdateAnimBg="0" advAuto="0"/>
      <p:bldP spid="235524" grpId="0" build="p" autoUpdateAnimBg="0"/>
      <p:bldP spid="235525" grpId="0" build="p" autoUpdateAnimBg="0" advAuto="0"/>
      <p:bldP spid="235527" grpId="0" autoUpdateAnimBg="0"/>
      <p:bldP spid="235528" grpId="0" autoUpdateAnimBg="0"/>
      <p:bldP spid="235532" grpId="0" build="p" autoUpdateAnimBg="0"/>
      <p:bldP spid="235533" grpId="0" build="p" autoUpdateAnimBg="0"/>
      <p:bldP spid="235544" grpId="0" build="p" autoUpdateAnimBg="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7282" name="Group 2"/>
          <p:cNvGrpSpPr>
            <a:grpSpLocks/>
          </p:cNvGrpSpPr>
          <p:nvPr/>
        </p:nvGrpSpPr>
        <p:grpSpPr bwMode="auto">
          <a:xfrm>
            <a:off x="2971800" y="4495800"/>
            <a:ext cx="6242050" cy="1531938"/>
            <a:chOff x="1507" y="139"/>
            <a:chExt cx="3932" cy="965"/>
          </a:xfrm>
        </p:grpSpPr>
        <p:graphicFrame>
          <p:nvGraphicFramePr>
            <p:cNvPr id="97316" name="Object 3"/>
            <p:cNvGraphicFramePr>
              <a:graphicFrameLocks noChangeAspect="1"/>
            </p:cNvGraphicFramePr>
            <p:nvPr/>
          </p:nvGraphicFramePr>
          <p:xfrm>
            <a:off x="1507" y="592"/>
            <a:ext cx="864" cy="256"/>
          </p:xfrm>
          <a:graphic>
            <a:graphicData uri="http://schemas.openxmlformats.org/presentationml/2006/ole">
              <mc:AlternateContent xmlns:mc="http://schemas.openxmlformats.org/markup-compatibility/2006">
                <mc:Choice xmlns:v="urn:schemas-microsoft-com:vml" Requires="v">
                  <p:oleObj spid="_x0000_s22066" name="Equation" r:id="rId3" imgW="1362057" imgH="400011" progId="Equation.3">
                    <p:embed/>
                  </p:oleObj>
                </mc:Choice>
                <mc:Fallback>
                  <p:oleObj name="Equation" r:id="rId3" imgW="1362057" imgH="400011" progId="Equation.3">
                    <p:embed/>
                    <p:pic>
                      <p:nvPicPr>
                        <p:cNvPr id="0" name=""/>
                        <p:cNvPicPr>
                          <a:picLocks noChangeAspect="1" noChangeArrowheads="1"/>
                        </p:cNvPicPr>
                        <p:nvPr/>
                      </p:nvPicPr>
                      <p:blipFill>
                        <a:blip r:embed="rId4">
                          <a:grayscl/>
                          <a:biLevel thresh="50000"/>
                          <a:extLst>
                            <a:ext uri="{28A0092B-C50C-407E-A947-70E740481C1C}">
                              <a14:useLocalDpi xmlns:a14="http://schemas.microsoft.com/office/drawing/2010/main" val="0"/>
                            </a:ext>
                          </a:extLst>
                        </a:blip>
                        <a:srcRect/>
                        <a:stretch>
                          <a:fillRect/>
                        </a:stretch>
                      </p:blipFill>
                      <p:spPr bwMode="auto">
                        <a:xfrm>
                          <a:off x="1507" y="592"/>
                          <a:ext cx="864" cy="2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97317" name="Object 4"/>
            <p:cNvGraphicFramePr>
              <a:graphicFrameLocks noChangeAspect="1"/>
            </p:cNvGraphicFramePr>
            <p:nvPr/>
          </p:nvGraphicFramePr>
          <p:xfrm>
            <a:off x="2597" y="139"/>
            <a:ext cx="2839" cy="640"/>
          </p:xfrm>
          <a:graphic>
            <a:graphicData uri="http://schemas.openxmlformats.org/presentationml/2006/ole">
              <mc:AlternateContent xmlns:mc="http://schemas.openxmlformats.org/markup-compatibility/2006">
                <mc:Choice xmlns:v="urn:schemas-microsoft-com:vml" Requires="v">
                  <p:oleObj spid="_x0000_s22067" name="Equation" r:id="rId5" imgW="4495655" imgH="1009586" progId="Equation.3">
                    <p:embed/>
                  </p:oleObj>
                </mc:Choice>
                <mc:Fallback>
                  <p:oleObj name="Equation" r:id="rId5" imgW="4495655" imgH="1009586" progId="Equation.3">
                    <p:embed/>
                    <p:pic>
                      <p:nvPicPr>
                        <p:cNvPr id="0" name=""/>
                        <p:cNvPicPr>
                          <a:picLocks noChangeAspect="1" noChangeArrowheads="1"/>
                        </p:cNvPicPr>
                        <p:nvPr/>
                      </p:nvPicPr>
                      <p:blipFill>
                        <a:blip r:embed="rId6">
                          <a:grayscl/>
                          <a:biLevel thresh="50000"/>
                          <a:extLst>
                            <a:ext uri="{28A0092B-C50C-407E-A947-70E740481C1C}">
                              <a14:useLocalDpi xmlns:a14="http://schemas.microsoft.com/office/drawing/2010/main" val="0"/>
                            </a:ext>
                          </a:extLst>
                        </a:blip>
                        <a:srcRect/>
                        <a:stretch>
                          <a:fillRect/>
                        </a:stretch>
                      </p:blipFill>
                      <p:spPr bwMode="auto">
                        <a:xfrm>
                          <a:off x="2597" y="139"/>
                          <a:ext cx="2839" cy="6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97318" name="Object 5"/>
            <p:cNvGraphicFramePr>
              <a:graphicFrameLocks noChangeAspect="1"/>
            </p:cNvGraphicFramePr>
            <p:nvPr/>
          </p:nvGraphicFramePr>
          <p:xfrm>
            <a:off x="3024" y="848"/>
            <a:ext cx="2415" cy="256"/>
          </p:xfrm>
          <a:graphic>
            <a:graphicData uri="http://schemas.openxmlformats.org/presentationml/2006/ole">
              <mc:AlternateContent xmlns:mc="http://schemas.openxmlformats.org/markup-compatibility/2006">
                <mc:Choice xmlns:v="urn:schemas-microsoft-com:vml" Requires="v">
                  <p:oleObj spid="_x0000_s22068" name="Equation" r:id="rId7" imgW="3829028" imgH="400011" progId="Equation.3">
                    <p:embed/>
                  </p:oleObj>
                </mc:Choice>
                <mc:Fallback>
                  <p:oleObj name="Equation" r:id="rId7" imgW="3829028" imgH="400011" progId="Equation.3">
                    <p:embed/>
                    <p:pic>
                      <p:nvPicPr>
                        <p:cNvPr id="0" name=""/>
                        <p:cNvPicPr>
                          <a:picLocks noChangeAspect="1" noChangeArrowheads="1"/>
                        </p:cNvPicPr>
                        <p:nvPr/>
                      </p:nvPicPr>
                      <p:blipFill>
                        <a:blip r:embed="rId8">
                          <a:grayscl/>
                          <a:biLevel thresh="50000"/>
                          <a:extLst>
                            <a:ext uri="{28A0092B-C50C-407E-A947-70E740481C1C}">
                              <a14:useLocalDpi xmlns:a14="http://schemas.microsoft.com/office/drawing/2010/main" val="0"/>
                            </a:ext>
                          </a:extLst>
                        </a:blip>
                        <a:srcRect/>
                        <a:stretch>
                          <a:fillRect/>
                        </a:stretch>
                      </p:blipFill>
                      <p:spPr bwMode="auto">
                        <a:xfrm>
                          <a:off x="3024" y="848"/>
                          <a:ext cx="2415" cy="2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97319" name="AutoShape 6"/>
            <p:cNvSpPr>
              <a:spLocks/>
            </p:cNvSpPr>
            <p:nvPr/>
          </p:nvSpPr>
          <p:spPr bwMode="auto">
            <a:xfrm>
              <a:off x="2419" y="320"/>
              <a:ext cx="96" cy="768"/>
            </a:xfrm>
            <a:prstGeom prst="leftBrace">
              <a:avLst>
                <a:gd name="adj1" fmla="val 66667"/>
                <a:gd name="adj2" fmla="val 50000"/>
              </a:avLst>
            </a:prstGeom>
            <a:noFill/>
            <a:ln w="9525">
              <a:solidFill>
                <a:srgbClr val="FFFF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sp>
        <p:nvSpPr>
          <p:cNvPr id="97283" name="Rectangle 7"/>
          <p:cNvSpPr>
            <a:spLocks noChangeArrowheads="1"/>
          </p:cNvSpPr>
          <p:nvPr/>
        </p:nvSpPr>
        <p:spPr bwMode="auto">
          <a:xfrm>
            <a:off x="2743200" y="4343400"/>
            <a:ext cx="6781800" cy="1828800"/>
          </a:xfrm>
          <a:prstGeom prst="rect">
            <a:avLst/>
          </a:prstGeom>
          <a:noFill/>
          <a:ln w="9525">
            <a:solidFill>
              <a:srgbClr val="00CC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aphicFrame>
        <p:nvGraphicFramePr>
          <p:cNvPr id="236552" name="Object 8"/>
          <p:cNvGraphicFramePr>
            <a:graphicFrameLocks noChangeAspect="1"/>
          </p:cNvGraphicFramePr>
          <p:nvPr>
            <p:extLst>
              <p:ext uri="{D42A27DB-BD31-4B8C-83A1-F6EECF244321}">
                <p14:modId xmlns:p14="http://schemas.microsoft.com/office/powerpoint/2010/main" val="1921591382"/>
              </p:ext>
            </p:extLst>
          </p:nvPr>
        </p:nvGraphicFramePr>
        <p:xfrm>
          <a:off x="2262338" y="1917400"/>
          <a:ext cx="1279401" cy="538506"/>
        </p:xfrm>
        <a:graphic>
          <a:graphicData uri="http://schemas.openxmlformats.org/presentationml/2006/ole">
            <mc:AlternateContent xmlns:mc="http://schemas.openxmlformats.org/markup-compatibility/2006">
              <mc:Choice xmlns:v="urn:schemas-microsoft-com:vml" Requires="v">
                <p:oleObj spid="_x0000_s22069" name="Equation" r:id="rId9" imgW="558720" imgH="228600" progId="Equation.DSMT4">
                  <p:embed/>
                </p:oleObj>
              </mc:Choice>
              <mc:Fallback>
                <p:oleObj name="Equation" r:id="rId9" imgW="558720" imgH="228600" progId="Equation.DSMT4">
                  <p:embed/>
                  <p:pic>
                    <p:nvPicPr>
                      <p:cNvPr id="0" name=""/>
                      <p:cNvPicPr>
                        <a:picLocks noChangeAspect="1" noChangeArrowheads="1"/>
                      </p:cNvPicPr>
                      <p:nvPr/>
                    </p:nvPicPr>
                    <p:blipFill>
                      <a:blip r:embed="rId10"/>
                      <a:srcRect/>
                      <a:stretch>
                        <a:fillRect/>
                      </a:stretch>
                    </p:blipFill>
                    <p:spPr bwMode="auto">
                      <a:xfrm>
                        <a:off x="2262338" y="1917400"/>
                        <a:ext cx="1279401" cy="538506"/>
                      </a:xfrm>
                      <a:prstGeom prst="rect">
                        <a:avLst/>
                      </a:prstGeom>
                      <a:noFill/>
                      <a:ln>
                        <a:noFill/>
                      </a:ln>
                      <a:effectLst/>
                    </p:spPr>
                  </p:pic>
                </p:oleObj>
              </mc:Fallback>
            </mc:AlternateContent>
          </a:graphicData>
        </a:graphic>
      </p:graphicFrame>
      <p:graphicFrame>
        <p:nvGraphicFramePr>
          <p:cNvPr id="236553" name="Object 9"/>
          <p:cNvGraphicFramePr>
            <a:graphicFrameLocks noChangeAspect="1"/>
          </p:cNvGraphicFramePr>
          <p:nvPr>
            <p:extLst>
              <p:ext uri="{D42A27DB-BD31-4B8C-83A1-F6EECF244321}">
                <p14:modId xmlns:p14="http://schemas.microsoft.com/office/powerpoint/2010/main" val="18290085"/>
              </p:ext>
            </p:extLst>
          </p:nvPr>
        </p:nvGraphicFramePr>
        <p:xfrm>
          <a:off x="2714216" y="1329081"/>
          <a:ext cx="2652713" cy="431800"/>
        </p:xfrm>
        <a:graphic>
          <a:graphicData uri="http://schemas.openxmlformats.org/presentationml/2006/ole">
            <mc:AlternateContent xmlns:mc="http://schemas.openxmlformats.org/markup-compatibility/2006">
              <mc:Choice xmlns:v="urn:schemas-microsoft-com:vml" Requires="v">
                <p:oleObj spid="_x0000_s22070" name="公式" r:id="rId11" imgW="2648116" imgH="419126" progId="Equation.3">
                  <p:embed/>
                </p:oleObj>
              </mc:Choice>
              <mc:Fallback>
                <p:oleObj name="公式" r:id="rId11" imgW="2648116" imgH="419126" progId="Equation.3">
                  <p:embed/>
                  <p:pic>
                    <p:nvPicPr>
                      <p:cNvPr id="0" name=""/>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714216" y="1329081"/>
                        <a:ext cx="2652713" cy="431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36554" name="Object 10"/>
          <p:cNvGraphicFramePr>
            <a:graphicFrameLocks noChangeAspect="1"/>
          </p:cNvGraphicFramePr>
          <p:nvPr>
            <p:extLst>
              <p:ext uri="{D42A27DB-BD31-4B8C-83A1-F6EECF244321}">
                <p14:modId xmlns:p14="http://schemas.microsoft.com/office/powerpoint/2010/main" val="2018793226"/>
              </p:ext>
            </p:extLst>
          </p:nvPr>
        </p:nvGraphicFramePr>
        <p:xfrm>
          <a:off x="2351087" y="2836483"/>
          <a:ext cx="6083300" cy="444500"/>
        </p:xfrm>
        <a:graphic>
          <a:graphicData uri="http://schemas.openxmlformats.org/presentationml/2006/ole">
            <mc:AlternateContent xmlns:mc="http://schemas.openxmlformats.org/markup-compatibility/2006">
              <mc:Choice xmlns:v="urn:schemas-microsoft-com:vml" Requires="v">
                <p:oleObj spid="_x0000_s22071" name="公式" r:id="rId13" imgW="6077030" imgH="438240" progId="Equation.3">
                  <p:embed/>
                </p:oleObj>
              </mc:Choice>
              <mc:Fallback>
                <p:oleObj name="公式" r:id="rId13" imgW="6077030" imgH="438240" progId="Equation.3">
                  <p:embed/>
                  <p:pic>
                    <p:nvPicPr>
                      <p:cNvPr id="0" name=""/>
                      <p:cNvPicPr>
                        <a:picLocks noChangeAspect="1" noChangeArrowheads="1"/>
                      </p:cNvPicPr>
                      <p:nvPr/>
                    </p:nvPicPr>
                    <p:blipFill>
                      <a:blip r:embed="rId14">
                        <a:grayscl/>
                        <a:biLevel thresh="50000"/>
                        <a:extLst>
                          <a:ext uri="{28A0092B-C50C-407E-A947-70E740481C1C}">
                            <a14:useLocalDpi xmlns:a14="http://schemas.microsoft.com/office/drawing/2010/main" val="0"/>
                          </a:ext>
                        </a:extLst>
                      </a:blip>
                      <a:srcRect/>
                      <a:stretch>
                        <a:fillRect/>
                      </a:stretch>
                    </p:blipFill>
                    <p:spPr bwMode="auto">
                      <a:xfrm>
                        <a:off x="2351087" y="2836483"/>
                        <a:ext cx="6083300" cy="444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36555" name="Object 11"/>
          <p:cNvGraphicFramePr>
            <a:graphicFrameLocks noChangeAspect="1"/>
          </p:cNvGraphicFramePr>
          <p:nvPr>
            <p:extLst>
              <p:ext uri="{D42A27DB-BD31-4B8C-83A1-F6EECF244321}">
                <p14:modId xmlns:p14="http://schemas.microsoft.com/office/powerpoint/2010/main" val="3954433250"/>
              </p:ext>
            </p:extLst>
          </p:nvPr>
        </p:nvGraphicFramePr>
        <p:xfrm>
          <a:off x="2714216" y="719481"/>
          <a:ext cx="2057400" cy="393700"/>
        </p:xfrm>
        <a:graphic>
          <a:graphicData uri="http://schemas.openxmlformats.org/presentationml/2006/ole">
            <mc:AlternateContent xmlns:mc="http://schemas.openxmlformats.org/markup-compatibility/2006">
              <mc:Choice xmlns:v="urn:schemas-microsoft-com:vml" Requires="v">
                <p:oleObj spid="_x0000_s22072" name="公式" r:id="rId15" imgW="2047770" imgH="380897" progId="Equation.3">
                  <p:embed/>
                </p:oleObj>
              </mc:Choice>
              <mc:Fallback>
                <p:oleObj name="公式" r:id="rId15" imgW="2047770" imgH="380897" progId="Equation.3">
                  <p:embed/>
                  <p:pic>
                    <p:nvPicPr>
                      <p:cNvPr id="0" name=""/>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2714216" y="719481"/>
                        <a:ext cx="2057400" cy="393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36556" name="Object 12"/>
          <p:cNvGraphicFramePr>
            <a:graphicFrameLocks noChangeAspect="1"/>
          </p:cNvGraphicFramePr>
          <p:nvPr>
            <p:extLst>
              <p:ext uri="{D42A27DB-BD31-4B8C-83A1-F6EECF244321}">
                <p14:modId xmlns:p14="http://schemas.microsoft.com/office/powerpoint/2010/main" val="3327477732"/>
              </p:ext>
            </p:extLst>
          </p:nvPr>
        </p:nvGraphicFramePr>
        <p:xfrm>
          <a:off x="5062633" y="635070"/>
          <a:ext cx="2142933" cy="531276"/>
        </p:xfrm>
        <a:graphic>
          <a:graphicData uri="http://schemas.openxmlformats.org/presentationml/2006/ole">
            <mc:AlternateContent xmlns:mc="http://schemas.openxmlformats.org/markup-compatibility/2006">
              <mc:Choice xmlns:v="urn:schemas-microsoft-com:vml" Requires="v">
                <p:oleObj spid="_x0000_s22073" name="Equation" r:id="rId17" imgW="952200" imgH="228600" progId="Equation.DSMT4">
                  <p:embed/>
                </p:oleObj>
              </mc:Choice>
              <mc:Fallback>
                <p:oleObj name="Equation" r:id="rId17" imgW="952200" imgH="228600" progId="Equation.DSMT4">
                  <p:embed/>
                  <p:pic>
                    <p:nvPicPr>
                      <p:cNvPr id="0" name=""/>
                      <p:cNvPicPr>
                        <a:picLocks noChangeAspect="1" noChangeArrowheads="1"/>
                      </p:cNvPicPr>
                      <p:nvPr/>
                    </p:nvPicPr>
                    <p:blipFill>
                      <a:blip r:embed="rId18"/>
                      <a:srcRect/>
                      <a:stretch>
                        <a:fillRect/>
                      </a:stretch>
                    </p:blipFill>
                    <p:spPr bwMode="auto">
                      <a:xfrm>
                        <a:off x="5062633" y="635070"/>
                        <a:ext cx="2142933" cy="531276"/>
                      </a:xfrm>
                      <a:prstGeom prst="rect">
                        <a:avLst/>
                      </a:prstGeom>
                      <a:noFill/>
                      <a:ln>
                        <a:noFill/>
                      </a:ln>
                      <a:effectLst/>
                    </p:spPr>
                  </p:pic>
                </p:oleObj>
              </mc:Fallback>
            </mc:AlternateContent>
          </a:graphicData>
        </a:graphic>
      </p:graphicFrame>
      <p:graphicFrame>
        <p:nvGraphicFramePr>
          <p:cNvPr id="236557" name="Object 13"/>
          <p:cNvGraphicFramePr>
            <a:graphicFrameLocks noChangeAspect="1"/>
          </p:cNvGraphicFramePr>
          <p:nvPr>
            <p:extLst>
              <p:ext uri="{D42A27DB-BD31-4B8C-83A1-F6EECF244321}">
                <p14:modId xmlns:p14="http://schemas.microsoft.com/office/powerpoint/2010/main" val="722116024"/>
              </p:ext>
            </p:extLst>
          </p:nvPr>
        </p:nvGraphicFramePr>
        <p:xfrm>
          <a:off x="7962395" y="618918"/>
          <a:ext cx="1680080" cy="519543"/>
        </p:xfrm>
        <a:graphic>
          <a:graphicData uri="http://schemas.openxmlformats.org/presentationml/2006/ole">
            <mc:AlternateContent xmlns:mc="http://schemas.openxmlformats.org/markup-compatibility/2006">
              <mc:Choice xmlns:v="urn:schemas-microsoft-com:vml" Requires="v">
                <p:oleObj spid="_x0000_s22074" name="Equation" r:id="rId19" imgW="787320" imgH="241200" progId="Equation.DSMT4">
                  <p:embed/>
                </p:oleObj>
              </mc:Choice>
              <mc:Fallback>
                <p:oleObj name="Equation" r:id="rId19" imgW="787320" imgH="241200" progId="Equation.DSMT4">
                  <p:embed/>
                  <p:pic>
                    <p:nvPicPr>
                      <p:cNvPr id="0" name=""/>
                      <p:cNvPicPr>
                        <a:picLocks noChangeAspect="1" noChangeArrowheads="1"/>
                      </p:cNvPicPr>
                      <p:nvPr/>
                    </p:nvPicPr>
                    <p:blipFill>
                      <a:blip r:embed="rId20"/>
                      <a:srcRect/>
                      <a:stretch>
                        <a:fillRect/>
                      </a:stretch>
                    </p:blipFill>
                    <p:spPr bwMode="auto">
                      <a:xfrm>
                        <a:off x="7962395" y="618918"/>
                        <a:ext cx="1680080" cy="519543"/>
                      </a:xfrm>
                      <a:prstGeom prst="rect">
                        <a:avLst/>
                      </a:prstGeom>
                      <a:noFill/>
                      <a:ln>
                        <a:noFill/>
                      </a:ln>
                      <a:effectLst/>
                    </p:spPr>
                  </p:pic>
                </p:oleObj>
              </mc:Fallback>
            </mc:AlternateContent>
          </a:graphicData>
        </a:graphic>
      </p:graphicFrame>
      <p:sp>
        <p:nvSpPr>
          <p:cNvPr id="236558" name="Text Box 14"/>
          <p:cNvSpPr txBox="1">
            <a:spLocks noChangeArrowheads="1"/>
          </p:cNvSpPr>
          <p:nvPr/>
        </p:nvSpPr>
        <p:spPr bwMode="auto">
          <a:xfrm>
            <a:off x="7107682" y="610951"/>
            <a:ext cx="906018"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2800" b="1" dirty="0">
                <a:ea typeface="楷体_GB2312" pitchFamily="49" charset="-122"/>
              </a:rPr>
              <a:t>同理</a:t>
            </a:r>
          </a:p>
        </p:txBody>
      </p:sp>
      <p:graphicFrame>
        <p:nvGraphicFramePr>
          <p:cNvPr id="236559" name="Object 15"/>
          <p:cNvGraphicFramePr>
            <a:graphicFrameLocks noChangeAspect="1"/>
          </p:cNvGraphicFramePr>
          <p:nvPr>
            <p:extLst>
              <p:ext uri="{D42A27DB-BD31-4B8C-83A1-F6EECF244321}">
                <p14:modId xmlns:p14="http://schemas.microsoft.com/office/powerpoint/2010/main" val="883820333"/>
              </p:ext>
            </p:extLst>
          </p:nvPr>
        </p:nvGraphicFramePr>
        <p:xfrm>
          <a:off x="3554426" y="2049703"/>
          <a:ext cx="546100" cy="317500"/>
        </p:xfrm>
        <a:graphic>
          <a:graphicData uri="http://schemas.openxmlformats.org/presentationml/2006/ole">
            <mc:AlternateContent xmlns:mc="http://schemas.openxmlformats.org/markup-compatibility/2006">
              <mc:Choice xmlns:v="urn:schemas-microsoft-com:vml" Requires="v">
                <p:oleObj spid="_x0000_s22075" name="公式" r:id="rId21" imgW="533371" imgH="304787" progId="Equation.3">
                  <p:embed/>
                </p:oleObj>
              </mc:Choice>
              <mc:Fallback>
                <p:oleObj name="公式" r:id="rId21" imgW="533371" imgH="304787" progId="Equation.3">
                  <p:embed/>
                  <p:pic>
                    <p:nvPicPr>
                      <p:cNvPr id="0" name=""/>
                      <p:cNvPicPr>
                        <a:picLocks noChangeAspect="1" noChangeArrowheads="1"/>
                      </p:cNvPicPr>
                      <p:nvPr/>
                    </p:nvPicPr>
                    <p:blipFill>
                      <a:blip r:embed="rId22">
                        <a:grayscl/>
                        <a:biLevel thresh="50000"/>
                        <a:extLst>
                          <a:ext uri="{28A0092B-C50C-407E-A947-70E740481C1C}">
                            <a14:useLocalDpi xmlns:a14="http://schemas.microsoft.com/office/drawing/2010/main" val="0"/>
                          </a:ext>
                        </a:extLst>
                      </a:blip>
                      <a:srcRect/>
                      <a:stretch>
                        <a:fillRect/>
                      </a:stretch>
                    </p:blipFill>
                    <p:spPr bwMode="auto">
                      <a:xfrm>
                        <a:off x="3554426" y="2049703"/>
                        <a:ext cx="546100" cy="317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36560" name="Object 16"/>
          <p:cNvGraphicFramePr>
            <a:graphicFrameLocks noChangeAspect="1"/>
          </p:cNvGraphicFramePr>
          <p:nvPr>
            <p:extLst>
              <p:ext uri="{D42A27DB-BD31-4B8C-83A1-F6EECF244321}">
                <p14:modId xmlns:p14="http://schemas.microsoft.com/office/powerpoint/2010/main" val="1848256020"/>
              </p:ext>
            </p:extLst>
          </p:nvPr>
        </p:nvGraphicFramePr>
        <p:xfrm>
          <a:off x="4113213" y="1782589"/>
          <a:ext cx="1938337" cy="950912"/>
        </p:xfrm>
        <a:graphic>
          <a:graphicData uri="http://schemas.openxmlformats.org/presentationml/2006/ole">
            <mc:AlternateContent xmlns:mc="http://schemas.openxmlformats.org/markup-compatibility/2006">
              <mc:Choice xmlns:v="urn:schemas-microsoft-com:vml" Requires="v">
                <p:oleObj spid="_x0000_s22076" name="公式" r:id="rId23" imgW="2009945" imgH="981088" progId="Equation.3">
                  <p:embed/>
                </p:oleObj>
              </mc:Choice>
              <mc:Fallback>
                <p:oleObj name="公式" r:id="rId23" imgW="2009945" imgH="981088" progId="Equation.3">
                  <p:embed/>
                  <p:pic>
                    <p:nvPicPr>
                      <p:cNvPr id="0" name=""/>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4113213" y="1782589"/>
                        <a:ext cx="1938337" cy="9509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36561" name="Object 17"/>
          <p:cNvGraphicFramePr>
            <a:graphicFrameLocks noChangeAspect="1"/>
          </p:cNvGraphicFramePr>
          <p:nvPr>
            <p:extLst>
              <p:ext uri="{D42A27DB-BD31-4B8C-83A1-F6EECF244321}">
                <p14:modId xmlns:p14="http://schemas.microsoft.com/office/powerpoint/2010/main" val="3454951624"/>
              </p:ext>
            </p:extLst>
          </p:nvPr>
        </p:nvGraphicFramePr>
        <p:xfrm>
          <a:off x="6217444" y="1709564"/>
          <a:ext cx="2022475" cy="1023937"/>
        </p:xfrm>
        <a:graphic>
          <a:graphicData uri="http://schemas.openxmlformats.org/presentationml/2006/ole">
            <mc:AlternateContent xmlns:mc="http://schemas.openxmlformats.org/markup-compatibility/2006">
              <mc:Choice xmlns:v="urn:schemas-microsoft-com:vml" Requires="v">
                <p:oleObj spid="_x0000_s22077" name="公式" r:id="rId25" imgW="2095659" imgH="1057198" progId="Equation.3">
                  <p:embed/>
                </p:oleObj>
              </mc:Choice>
              <mc:Fallback>
                <p:oleObj name="公式" r:id="rId25" imgW="2095659" imgH="1057198" progId="Equation.3">
                  <p:embed/>
                  <p:pic>
                    <p:nvPicPr>
                      <p:cNvPr id="0" name=""/>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6217444" y="1709564"/>
                        <a:ext cx="2022475" cy="10239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36562" name="Object 18"/>
          <p:cNvGraphicFramePr>
            <a:graphicFrameLocks noChangeAspect="1"/>
          </p:cNvGraphicFramePr>
          <p:nvPr>
            <p:extLst>
              <p:ext uri="{D42A27DB-BD31-4B8C-83A1-F6EECF244321}">
                <p14:modId xmlns:p14="http://schemas.microsoft.com/office/powerpoint/2010/main" val="1283532876"/>
              </p:ext>
            </p:extLst>
          </p:nvPr>
        </p:nvGraphicFramePr>
        <p:xfrm>
          <a:off x="8239919" y="1777620"/>
          <a:ext cx="1854200" cy="949325"/>
        </p:xfrm>
        <a:graphic>
          <a:graphicData uri="http://schemas.openxmlformats.org/presentationml/2006/ole">
            <mc:AlternateContent xmlns:mc="http://schemas.openxmlformats.org/markup-compatibility/2006">
              <mc:Choice xmlns:v="urn:schemas-microsoft-com:vml" Requires="v">
                <p:oleObj spid="_x0000_s22078" name="公式" r:id="rId27" imgW="1923884" imgH="981088" progId="Equation.3">
                  <p:embed/>
                </p:oleObj>
              </mc:Choice>
              <mc:Fallback>
                <p:oleObj name="公式" r:id="rId27" imgW="1923884" imgH="981088" progId="Equation.3">
                  <p:embed/>
                  <p:pic>
                    <p:nvPicPr>
                      <p:cNvPr id="0" name=""/>
                      <p:cNvPicPr>
                        <a:picLocks noChangeAspect="1" noChangeArrowheads="1"/>
                      </p:cNvPicPr>
                      <p:nvPr/>
                    </p:nvPicPr>
                    <p:blipFill>
                      <a:blip r:embed="rId28">
                        <a:grayscl/>
                        <a:biLevel thresh="50000"/>
                        <a:extLst>
                          <a:ext uri="{28A0092B-C50C-407E-A947-70E740481C1C}">
                            <a14:useLocalDpi xmlns:a14="http://schemas.microsoft.com/office/drawing/2010/main" val="0"/>
                          </a:ext>
                        </a:extLst>
                      </a:blip>
                      <a:srcRect/>
                      <a:stretch>
                        <a:fillRect/>
                      </a:stretch>
                    </p:blipFill>
                    <p:spPr bwMode="auto">
                      <a:xfrm>
                        <a:off x="8239919" y="1777620"/>
                        <a:ext cx="1854200" cy="9493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36563" name="Object 19"/>
          <p:cNvGraphicFramePr>
            <a:graphicFrameLocks noChangeAspect="1"/>
          </p:cNvGraphicFramePr>
          <p:nvPr/>
        </p:nvGraphicFramePr>
        <p:xfrm>
          <a:off x="3132138" y="3359150"/>
          <a:ext cx="2728912" cy="660400"/>
        </p:xfrm>
        <a:graphic>
          <a:graphicData uri="http://schemas.openxmlformats.org/presentationml/2006/ole">
            <mc:AlternateContent xmlns:mc="http://schemas.openxmlformats.org/markup-compatibility/2006">
              <mc:Choice xmlns:v="urn:schemas-microsoft-com:vml" Requires="v">
                <p:oleObj spid="_x0000_s22079" name="公式" r:id="rId29" imgW="2724114" imgH="647803" progId="Equation.3">
                  <p:embed/>
                </p:oleObj>
              </mc:Choice>
              <mc:Fallback>
                <p:oleObj name="公式" r:id="rId29" imgW="2724114" imgH="647803" progId="Equation.3">
                  <p:embed/>
                  <p:pic>
                    <p:nvPicPr>
                      <p:cNvPr id="0" name=""/>
                      <p:cNvPicPr>
                        <a:picLocks noChangeAspect="1" noChangeArrowheads="1"/>
                      </p:cNvPicPr>
                      <p:nvPr/>
                    </p:nvPicPr>
                    <p:blipFill>
                      <a:blip r:embed="rId30">
                        <a:extLst>
                          <a:ext uri="{28A0092B-C50C-407E-A947-70E740481C1C}">
                            <a14:useLocalDpi xmlns:a14="http://schemas.microsoft.com/office/drawing/2010/main" val="0"/>
                          </a:ext>
                        </a:extLst>
                      </a:blip>
                      <a:srcRect/>
                      <a:stretch>
                        <a:fillRect/>
                      </a:stretch>
                    </p:blipFill>
                    <p:spPr bwMode="auto">
                      <a:xfrm>
                        <a:off x="3132138" y="3359150"/>
                        <a:ext cx="2728912" cy="660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36564" name="Rectangle 20"/>
          <p:cNvSpPr>
            <a:spLocks noChangeArrowheads="1"/>
          </p:cNvSpPr>
          <p:nvPr/>
        </p:nvSpPr>
        <p:spPr bwMode="auto">
          <a:xfrm>
            <a:off x="2351087" y="4019550"/>
            <a:ext cx="7272337" cy="2254250"/>
          </a:xfrm>
          <a:prstGeom prst="rect">
            <a:avLst/>
          </a:prstGeom>
          <a:solidFill>
            <a:srgbClr val="66FFFF"/>
          </a:solidFill>
          <a:ln w="9525">
            <a:solidFill>
              <a:srgbClr val="00009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236565" name="Text Box 21"/>
          <p:cNvSpPr txBox="1">
            <a:spLocks noChangeArrowheads="1"/>
          </p:cNvSpPr>
          <p:nvPr/>
        </p:nvSpPr>
        <p:spPr bwMode="auto">
          <a:xfrm>
            <a:off x="2922588" y="5095670"/>
            <a:ext cx="23622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800" b="1" dirty="0">
                <a:ea typeface="楷体_GB2312" pitchFamily="49" charset="-122"/>
              </a:rPr>
              <a:t>极限不存在 </a:t>
            </a:r>
            <a:r>
              <a:rPr lang="en-US" altLang="zh-CN" sz="2800" b="1" dirty="0">
                <a:ea typeface="楷体_GB2312" pitchFamily="49" charset="-122"/>
              </a:rPr>
              <a:t>,</a:t>
            </a:r>
          </a:p>
        </p:txBody>
      </p:sp>
      <p:graphicFrame>
        <p:nvGraphicFramePr>
          <p:cNvPr id="236566" name="Object 22"/>
          <p:cNvGraphicFramePr>
            <a:graphicFrameLocks noChangeAspect="1"/>
          </p:cNvGraphicFramePr>
          <p:nvPr>
            <p:extLst>
              <p:ext uri="{D42A27DB-BD31-4B8C-83A1-F6EECF244321}">
                <p14:modId xmlns:p14="http://schemas.microsoft.com/office/powerpoint/2010/main" val="3561038485"/>
              </p:ext>
            </p:extLst>
          </p:nvPr>
        </p:nvGraphicFramePr>
        <p:xfrm>
          <a:off x="5334000" y="5126504"/>
          <a:ext cx="1495372" cy="509943"/>
        </p:xfrm>
        <a:graphic>
          <a:graphicData uri="http://schemas.openxmlformats.org/presentationml/2006/ole">
            <mc:AlternateContent xmlns:mc="http://schemas.openxmlformats.org/markup-compatibility/2006">
              <mc:Choice xmlns:v="urn:schemas-microsoft-com:vml" Requires="v">
                <p:oleObj spid="_x0000_s22080" name="Equation" r:id="rId31" imgW="685800" imgH="228600" progId="Equation.DSMT4">
                  <p:embed/>
                </p:oleObj>
              </mc:Choice>
              <mc:Fallback>
                <p:oleObj name="Equation" r:id="rId31" imgW="685800" imgH="228600" progId="Equation.DSMT4">
                  <p:embed/>
                  <p:pic>
                    <p:nvPicPr>
                      <p:cNvPr id="0" name=""/>
                      <p:cNvPicPr>
                        <a:picLocks noChangeAspect="1" noChangeArrowheads="1"/>
                      </p:cNvPicPr>
                      <p:nvPr/>
                    </p:nvPicPr>
                    <p:blipFill>
                      <a:blip r:embed="rId32"/>
                      <a:srcRect/>
                      <a:stretch>
                        <a:fillRect/>
                      </a:stretch>
                    </p:blipFill>
                    <p:spPr bwMode="auto">
                      <a:xfrm>
                        <a:off x="5334000" y="5126504"/>
                        <a:ext cx="1495372" cy="509943"/>
                      </a:xfrm>
                      <a:prstGeom prst="rect">
                        <a:avLst/>
                      </a:prstGeom>
                      <a:noFill/>
                      <a:ln>
                        <a:noFill/>
                      </a:ln>
                      <a:effectLst/>
                    </p:spPr>
                  </p:pic>
                </p:oleObj>
              </mc:Fallback>
            </mc:AlternateContent>
          </a:graphicData>
        </a:graphic>
      </p:graphicFrame>
      <p:sp>
        <p:nvSpPr>
          <p:cNvPr id="236567" name="Text Box 23"/>
          <p:cNvSpPr txBox="1">
            <a:spLocks noChangeArrowheads="1"/>
          </p:cNvSpPr>
          <p:nvPr/>
        </p:nvSpPr>
        <p:spPr bwMode="auto">
          <a:xfrm>
            <a:off x="6736096" y="5114793"/>
            <a:ext cx="2887329"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800" b="1" dirty="0">
                <a:ea typeface="楷体_GB2312" pitchFamily="49" charset="-122"/>
              </a:rPr>
              <a:t>在点</a:t>
            </a:r>
            <a:r>
              <a:rPr lang="en-US" altLang="zh-CN" sz="2800" b="1" dirty="0">
                <a:ea typeface="楷体_GB2312" pitchFamily="49" charset="-122"/>
              </a:rPr>
              <a:t>(0,0)</a:t>
            </a:r>
            <a:r>
              <a:rPr lang="zh-CN" altLang="en-US" sz="2800" b="1" dirty="0">
                <a:ea typeface="楷体_GB2312" pitchFamily="49" charset="-122"/>
              </a:rPr>
              <a:t>不连续 </a:t>
            </a:r>
            <a:r>
              <a:rPr lang="en-US" altLang="zh-CN" sz="2800" b="1" dirty="0">
                <a:ea typeface="楷体_GB2312" pitchFamily="49" charset="-122"/>
              </a:rPr>
              <a:t>;</a:t>
            </a:r>
          </a:p>
        </p:txBody>
      </p:sp>
      <p:sp>
        <p:nvSpPr>
          <p:cNvPr id="236568" name="Text Box 24"/>
          <p:cNvSpPr txBox="1">
            <a:spLocks noChangeArrowheads="1"/>
          </p:cNvSpPr>
          <p:nvPr/>
        </p:nvSpPr>
        <p:spPr bwMode="auto">
          <a:xfrm>
            <a:off x="2273449" y="5683250"/>
            <a:ext cx="1085555"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2800" b="1">
                <a:ea typeface="楷体_GB2312" pitchFamily="49" charset="-122"/>
              </a:rPr>
              <a:t>同理 </a:t>
            </a:r>
            <a:r>
              <a:rPr lang="en-US" altLang="zh-CN" sz="2800" b="1">
                <a:ea typeface="楷体_GB2312" pitchFamily="49" charset="-122"/>
              </a:rPr>
              <a:t>,</a:t>
            </a:r>
          </a:p>
        </p:txBody>
      </p:sp>
      <p:graphicFrame>
        <p:nvGraphicFramePr>
          <p:cNvPr id="236569" name="Object 25"/>
          <p:cNvGraphicFramePr>
            <a:graphicFrameLocks noChangeAspect="1"/>
          </p:cNvGraphicFramePr>
          <p:nvPr>
            <p:extLst>
              <p:ext uri="{D42A27DB-BD31-4B8C-83A1-F6EECF244321}">
                <p14:modId xmlns:p14="http://schemas.microsoft.com/office/powerpoint/2010/main" val="4013285172"/>
              </p:ext>
            </p:extLst>
          </p:nvPr>
        </p:nvGraphicFramePr>
        <p:xfrm>
          <a:off x="3587405" y="5655380"/>
          <a:ext cx="1300506" cy="565757"/>
        </p:xfrm>
        <a:graphic>
          <a:graphicData uri="http://schemas.openxmlformats.org/presentationml/2006/ole">
            <mc:AlternateContent xmlns:mc="http://schemas.openxmlformats.org/markup-compatibility/2006">
              <mc:Choice xmlns:v="urn:schemas-microsoft-com:vml" Requires="v">
                <p:oleObj spid="_x0000_s22081" name="Equation" r:id="rId33" imgW="558720" imgH="241200" progId="Equation.DSMT4">
                  <p:embed/>
                </p:oleObj>
              </mc:Choice>
              <mc:Fallback>
                <p:oleObj name="Equation" r:id="rId33" imgW="558720" imgH="241200" progId="Equation.DSMT4">
                  <p:embed/>
                  <p:pic>
                    <p:nvPicPr>
                      <p:cNvPr id="0" name=""/>
                      <p:cNvPicPr>
                        <a:picLocks noChangeAspect="1" noChangeArrowheads="1"/>
                      </p:cNvPicPr>
                      <p:nvPr/>
                    </p:nvPicPr>
                    <p:blipFill>
                      <a:blip r:embed="rId34"/>
                      <a:srcRect/>
                      <a:stretch>
                        <a:fillRect/>
                      </a:stretch>
                    </p:blipFill>
                    <p:spPr bwMode="auto">
                      <a:xfrm>
                        <a:off x="3587405" y="5655380"/>
                        <a:ext cx="1300506" cy="565757"/>
                      </a:xfrm>
                      <a:prstGeom prst="rect">
                        <a:avLst/>
                      </a:prstGeom>
                      <a:noFill/>
                      <a:ln>
                        <a:noFill/>
                      </a:ln>
                      <a:effectLst/>
                    </p:spPr>
                  </p:pic>
                </p:oleObj>
              </mc:Fallback>
            </mc:AlternateContent>
          </a:graphicData>
        </a:graphic>
      </p:graphicFrame>
      <p:sp>
        <p:nvSpPr>
          <p:cNvPr id="236570" name="Text Box 26"/>
          <p:cNvSpPr txBox="1">
            <a:spLocks noChangeArrowheads="1"/>
          </p:cNvSpPr>
          <p:nvPr/>
        </p:nvSpPr>
        <p:spPr bwMode="auto">
          <a:xfrm>
            <a:off x="4887912" y="5660625"/>
            <a:ext cx="301625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800" b="1" dirty="0">
                <a:ea typeface="楷体_GB2312" pitchFamily="49" charset="-122"/>
              </a:rPr>
              <a:t>在点</a:t>
            </a:r>
            <a:r>
              <a:rPr lang="en-US" altLang="zh-CN" sz="2800" b="1" dirty="0">
                <a:ea typeface="楷体_GB2312" pitchFamily="49" charset="-122"/>
              </a:rPr>
              <a:t>(0,0)</a:t>
            </a:r>
            <a:r>
              <a:rPr lang="zh-CN" altLang="en-US" sz="2800" b="1" dirty="0">
                <a:ea typeface="楷体_GB2312" pitchFamily="49" charset="-122"/>
              </a:rPr>
              <a:t>也不连续</a:t>
            </a:r>
            <a:r>
              <a:rPr lang="en-US" altLang="zh-CN" sz="2800" b="1" dirty="0">
                <a:ea typeface="楷体_GB2312" pitchFamily="49" charset="-122"/>
              </a:rPr>
              <a:t>.</a:t>
            </a:r>
          </a:p>
        </p:txBody>
      </p:sp>
      <p:graphicFrame>
        <p:nvGraphicFramePr>
          <p:cNvPr id="236571" name="Object 27"/>
          <p:cNvGraphicFramePr>
            <a:graphicFrameLocks noChangeAspect="1"/>
          </p:cNvGraphicFramePr>
          <p:nvPr/>
        </p:nvGraphicFramePr>
        <p:xfrm>
          <a:off x="2779713" y="4248150"/>
          <a:ext cx="1333500" cy="609600"/>
        </p:xfrm>
        <a:graphic>
          <a:graphicData uri="http://schemas.openxmlformats.org/presentationml/2006/ole">
            <mc:AlternateContent xmlns:mc="http://schemas.openxmlformats.org/markup-compatibility/2006">
              <mc:Choice xmlns:v="urn:schemas-microsoft-com:vml" Requires="v">
                <p:oleObj spid="_x0000_s22082" name="公式" r:id="rId35" imgW="1323885" imgH="600191" progId="Equation.3">
                  <p:embed/>
                </p:oleObj>
              </mc:Choice>
              <mc:Fallback>
                <p:oleObj name="公式" r:id="rId35" imgW="1323885" imgH="600191" progId="Equation.3">
                  <p:embed/>
                  <p:pic>
                    <p:nvPicPr>
                      <p:cNvPr id="0" name=""/>
                      <p:cNvPicPr>
                        <a:picLocks noChangeAspect="1" noChangeArrowheads="1"/>
                      </p:cNvPicPr>
                      <p:nvPr/>
                    </p:nvPicPr>
                    <p:blipFill>
                      <a:blip r:embed="rId36">
                        <a:extLst>
                          <a:ext uri="{28A0092B-C50C-407E-A947-70E740481C1C}">
                            <a14:useLocalDpi xmlns:a14="http://schemas.microsoft.com/office/drawing/2010/main" val="0"/>
                          </a:ext>
                        </a:extLst>
                      </a:blip>
                      <a:srcRect/>
                      <a:stretch>
                        <a:fillRect/>
                      </a:stretch>
                    </p:blipFill>
                    <p:spPr bwMode="auto">
                      <a:xfrm>
                        <a:off x="2779713" y="4248150"/>
                        <a:ext cx="1333500" cy="609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36572" name="Object 28"/>
          <p:cNvGraphicFramePr>
            <a:graphicFrameLocks noChangeAspect="1"/>
          </p:cNvGraphicFramePr>
          <p:nvPr/>
        </p:nvGraphicFramePr>
        <p:xfrm>
          <a:off x="4103688" y="4035425"/>
          <a:ext cx="1638300" cy="914400"/>
        </p:xfrm>
        <a:graphic>
          <a:graphicData uri="http://schemas.openxmlformats.org/presentationml/2006/ole">
            <mc:AlternateContent xmlns:mc="http://schemas.openxmlformats.org/markup-compatibility/2006">
              <mc:Choice xmlns:v="urn:schemas-microsoft-com:vml" Requires="v">
                <p:oleObj spid="_x0000_s22083" name="公式" r:id="rId37" imgW="1628916" imgH="904978" progId="Equation.3">
                  <p:embed/>
                </p:oleObj>
              </mc:Choice>
              <mc:Fallback>
                <p:oleObj name="公式" r:id="rId37" imgW="1628916" imgH="904978" progId="Equation.3">
                  <p:embed/>
                  <p:pic>
                    <p:nvPicPr>
                      <p:cNvPr id="0" name=""/>
                      <p:cNvPicPr>
                        <a:picLocks noChangeAspect="1" noChangeArrowheads="1"/>
                      </p:cNvPicPr>
                      <p:nvPr/>
                    </p:nvPicPr>
                    <p:blipFill>
                      <a:blip r:embed="rId38">
                        <a:extLst>
                          <a:ext uri="{28A0092B-C50C-407E-A947-70E740481C1C}">
                            <a14:useLocalDpi xmlns:a14="http://schemas.microsoft.com/office/drawing/2010/main" val="0"/>
                          </a:ext>
                        </a:extLst>
                      </a:blip>
                      <a:srcRect/>
                      <a:stretch>
                        <a:fillRect/>
                      </a:stretch>
                    </p:blipFill>
                    <p:spPr bwMode="auto">
                      <a:xfrm>
                        <a:off x="4103688" y="4035425"/>
                        <a:ext cx="1638300" cy="914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36573" name="Object 29"/>
          <p:cNvGraphicFramePr>
            <a:graphicFrameLocks noChangeAspect="1"/>
          </p:cNvGraphicFramePr>
          <p:nvPr/>
        </p:nvGraphicFramePr>
        <p:xfrm>
          <a:off x="5892800" y="3962400"/>
          <a:ext cx="1663700" cy="1054100"/>
        </p:xfrm>
        <a:graphic>
          <a:graphicData uri="http://schemas.openxmlformats.org/presentationml/2006/ole">
            <mc:AlternateContent xmlns:mc="http://schemas.openxmlformats.org/markup-compatibility/2006">
              <mc:Choice xmlns:v="urn:schemas-microsoft-com:vml" Requires="v">
                <p:oleObj spid="_x0000_s22084" name="公式" r:id="rId39" imgW="1657372" imgH="1047814" progId="Equation.3">
                  <p:embed/>
                </p:oleObj>
              </mc:Choice>
              <mc:Fallback>
                <p:oleObj name="公式" r:id="rId39" imgW="1657372" imgH="1047814" progId="Equation.3">
                  <p:embed/>
                  <p:pic>
                    <p:nvPicPr>
                      <p:cNvPr id="0" name=""/>
                      <p:cNvPicPr>
                        <a:picLocks noChangeAspect="1" noChangeArrowheads="1"/>
                      </p:cNvPicPr>
                      <p:nvPr/>
                    </p:nvPicPr>
                    <p:blipFill>
                      <a:blip r:embed="rId40">
                        <a:extLst>
                          <a:ext uri="{28A0092B-C50C-407E-A947-70E740481C1C}">
                            <a14:useLocalDpi xmlns:a14="http://schemas.microsoft.com/office/drawing/2010/main" val="0"/>
                          </a:ext>
                        </a:extLst>
                      </a:blip>
                      <a:srcRect/>
                      <a:stretch>
                        <a:fillRect/>
                      </a:stretch>
                    </p:blipFill>
                    <p:spPr bwMode="auto">
                      <a:xfrm>
                        <a:off x="5892800" y="3962400"/>
                        <a:ext cx="1663700" cy="1054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36574" name="Object 30"/>
          <p:cNvGraphicFramePr>
            <a:graphicFrameLocks noChangeAspect="1"/>
          </p:cNvGraphicFramePr>
          <p:nvPr/>
        </p:nvGraphicFramePr>
        <p:xfrm>
          <a:off x="7615238" y="4005263"/>
          <a:ext cx="1790700" cy="914400"/>
        </p:xfrm>
        <a:graphic>
          <a:graphicData uri="http://schemas.openxmlformats.org/presentationml/2006/ole">
            <mc:AlternateContent xmlns:mc="http://schemas.openxmlformats.org/markup-compatibility/2006">
              <mc:Choice xmlns:v="urn:schemas-microsoft-com:vml" Requires="v">
                <p:oleObj spid="_x0000_s22085" name="公式" r:id="rId41" imgW="1781258" imgH="904978" progId="Equation.3">
                  <p:embed/>
                </p:oleObj>
              </mc:Choice>
              <mc:Fallback>
                <p:oleObj name="公式" r:id="rId41" imgW="1781258" imgH="904978" progId="Equation.3">
                  <p:embed/>
                  <p:pic>
                    <p:nvPicPr>
                      <p:cNvPr id="0" name=""/>
                      <p:cNvPicPr>
                        <a:picLocks noChangeAspect="1" noChangeArrowheads="1"/>
                      </p:cNvPicPr>
                      <p:nvPr/>
                    </p:nvPicPr>
                    <p:blipFill>
                      <a:blip r:embed="rId42">
                        <a:extLst>
                          <a:ext uri="{28A0092B-C50C-407E-A947-70E740481C1C}">
                            <a14:useLocalDpi xmlns:a14="http://schemas.microsoft.com/office/drawing/2010/main" val="0"/>
                          </a:ext>
                        </a:extLst>
                      </a:blip>
                      <a:srcRect/>
                      <a:stretch>
                        <a:fillRect/>
                      </a:stretch>
                    </p:blipFill>
                    <p:spPr bwMode="auto">
                      <a:xfrm>
                        <a:off x="7615238" y="4005263"/>
                        <a:ext cx="1790700" cy="914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36575" name="Text Box 31"/>
          <p:cNvSpPr txBox="1">
            <a:spLocks noChangeArrowheads="1"/>
          </p:cNvSpPr>
          <p:nvPr/>
        </p:nvSpPr>
        <p:spPr bwMode="auto">
          <a:xfrm>
            <a:off x="2144712" y="615059"/>
            <a:ext cx="481012"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800" b="1" dirty="0">
                <a:ea typeface="楷体_GB2312" pitchFamily="49" charset="-122"/>
              </a:rPr>
              <a:t>2)</a:t>
            </a:r>
          </a:p>
        </p:txBody>
      </p:sp>
      <p:sp>
        <p:nvSpPr>
          <p:cNvPr id="236576" name="Text Box 32"/>
          <p:cNvSpPr txBox="1">
            <a:spLocks noChangeArrowheads="1"/>
          </p:cNvSpPr>
          <p:nvPr/>
        </p:nvSpPr>
        <p:spPr bwMode="auto">
          <a:xfrm>
            <a:off x="2144712" y="1243898"/>
            <a:ext cx="481013"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800" b="1" dirty="0">
                <a:ea typeface="楷体_GB2312" pitchFamily="49" charset="-122"/>
              </a:rPr>
              <a:t>3)</a:t>
            </a:r>
          </a:p>
        </p:txBody>
      </p:sp>
    </p:spTree>
    <p:extLst>
      <p:ext uri="{BB962C8B-B14F-4D97-AF65-F5344CB8AC3E}">
        <p14:creationId xmlns:p14="http://schemas.microsoft.com/office/powerpoint/2010/main" val="2374187280"/>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36575">
                                            <p:txEl>
                                              <p:pRg st="0" end="0"/>
                                            </p:txEl>
                                          </p:spTgt>
                                        </p:tgtEl>
                                        <p:attrNameLst>
                                          <p:attrName>style.visibility</p:attrName>
                                        </p:attrNameLst>
                                      </p:cBhvr>
                                      <p:to>
                                        <p:strVal val="visible"/>
                                      </p:to>
                                    </p:set>
                                    <p:animEffect transition="in" filter="wipe(left)">
                                      <p:cBhvr>
                                        <p:cTn id="7" dur="500"/>
                                        <p:tgtEl>
                                          <p:spTgt spid="236575">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236555"/>
                                        </p:tgtEl>
                                        <p:attrNameLst>
                                          <p:attrName>style.visibility</p:attrName>
                                        </p:attrNameLst>
                                      </p:cBhvr>
                                      <p:to>
                                        <p:strVal val="visible"/>
                                      </p:to>
                                    </p:set>
                                    <p:animEffect transition="in" filter="wipe(left)">
                                      <p:cBhvr>
                                        <p:cTn id="12" dur="500"/>
                                        <p:tgtEl>
                                          <p:spTgt spid="236555"/>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236556"/>
                                        </p:tgtEl>
                                        <p:attrNameLst>
                                          <p:attrName>style.visibility</p:attrName>
                                        </p:attrNameLst>
                                      </p:cBhvr>
                                      <p:to>
                                        <p:strVal val="visible"/>
                                      </p:to>
                                    </p:set>
                                    <p:animEffect transition="in" filter="wipe(left)">
                                      <p:cBhvr>
                                        <p:cTn id="17" dur="500"/>
                                        <p:tgtEl>
                                          <p:spTgt spid="236556"/>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36558"/>
                                        </p:tgtEl>
                                        <p:attrNameLst>
                                          <p:attrName>style.visibility</p:attrName>
                                        </p:attrNameLst>
                                      </p:cBhvr>
                                      <p:to>
                                        <p:strVal val="visible"/>
                                      </p:to>
                                    </p:set>
                                    <p:animEffect transition="in" filter="wipe(left)">
                                      <p:cBhvr>
                                        <p:cTn id="22" dur="500"/>
                                        <p:tgtEl>
                                          <p:spTgt spid="236558"/>
                                        </p:tgtEl>
                                      </p:cBhvr>
                                    </p:animEffect>
                                  </p:childTnLst>
                                </p:cTn>
                              </p:par>
                            </p:childTnLst>
                          </p:cTn>
                        </p:par>
                        <p:par>
                          <p:cTn id="23" fill="hold" nodeType="afterGroup">
                            <p:stCondLst>
                              <p:cond delay="500"/>
                            </p:stCondLst>
                            <p:childTnLst>
                              <p:par>
                                <p:cTn id="24" presetID="22" presetClass="entr" presetSubtype="8" fill="hold" nodeType="afterEffect">
                                  <p:stCondLst>
                                    <p:cond delay="0"/>
                                  </p:stCondLst>
                                  <p:childTnLst>
                                    <p:set>
                                      <p:cBhvr>
                                        <p:cTn id="25" dur="1" fill="hold">
                                          <p:stCondLst>
                                            <p:cond delay="0"/>
                                          </p:stCondLst>
                                        </p:cTn>
                                        <p:tgtEl>
                                          <p:spTgt spid="236557"/>
                                        </p:tgtEl>
                                        <p:attrNameLst>
                                          <p:attrName>style.visibility</p:attrName>
                                        </p:attrNameLst>
                                      </p:cBhvr>
                                      <p:to>
                                        <p:strVal val="visible"/>
                                      </p:to>
                                    </p:set>
                                    <p:animEffect transition="in" filter="wipe(left)">
                                      <p:cBhvr>
                                        <p:cTn id="26" dur="500"/>
                                        <p:tgtEl>
                                          <p:spTgt spid="236557"/>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236576">
                                            <p:txEl>
                                              <p:pRg st="0" end="0"/>
                                            </p:txEl>
                                          </p:spTgt>
                                        </p:tgtEl>
                                        <p:attrNameLst>
                                          <p:attrName>style.visibility</p:attrName>
                                        </p:attrNameLst>
                                      </p:cBhvr>
                                      <p:to>
                                        <p:strVal val="visible"/>
                                      </p:to>
                                    </p:set>
                                    <p:animEffect transition="in" filter="wipe(left)">
                                      <p:cBhvr>
                                        <p:cTn id="31" dur="500"/>
                                        <p:tgtEl>
                                          <p:spTgt spid="236576">
                                            <p:txEl>
                                              <p:pRg st="0" end="0"/>
                                            </p:txEl>
                                          </p:spTgt>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22" presetClass="entr" presetSubtype="8" fill="hold" nodeType="clickEffect">
                                  <p:stCondLst>
                                    <p:cond delay="0"/>
                                  </p:stCondLst>
                                  <p:childTnLst>
                                    <p:set>
                                      <p:cBhvr>
                                        <p:cTn id="35" dur="1" fill="hold">
                                          <p:stCondLst>
                                            <p:cond delay="0"/>
                                          </p:stCondLst>
                                        </p:cTn>
                                        <p:tgtEl>
                                          <p:spTgt spid="236553"/>
                                        </p:tgtEl>
                                        <p:attrNameLst>
                                          <p:attrName>style.visibility</p:attrName>
                                        </p:attrNameLst>
                                      </p:cBhvr>
                                      <p:to>
                                        <p:strVal val="visible"/>
                                      </p:to>
                                    </p:set>
                                    <p:animEffect transition="in" filter="wipe(left)">
                                      <p:cBhvr>
                                        <p:cTn id="36" dur="500"/>
                                        <p:tgtEl>
                                          <p:spTgt spid="236553"/>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22" presetClass="entr" presetSubtype="8" fill="hold" nodeType="clickEffect">
                                  <p:stCondLst>
                                    <p:cond delay="0"/>
                                  </p:stCondLst>
                                  <p:childTnLst>
                                    <p:set>
                                      <p:cBhvr>
                                        <p:cTn id="40" dur="1" fill="hold">
                                          <p:stCondLst>
                                            <p:cond delay="0"/>
                                          </p:stCondLst>
                                        </p:cTn>
                                        <p:tgtEl>
                                          <p:spTgt spid="236552"/>
                                        </p:tgtEl>
                                        <p:attrNameLst>
                                          <p:attrName>style.visibility</p:attrName>
                                        </p:attrNameLst>
                                      </p:cBhvr>
                                      <p:to>
                                        <p:strVal val="visible"/>
                                      </p:to>
                                    </p:set>
                                    <p:animEffect transition="in" filter="wipe(left)">
                                      <p:cBhvr>
                                        <p:cTn id="41" dur="500"/>
                                        <p:tgtEl>
                                          <p:spTgt spid="236552"/>
                                        </p:tgtEl>
                                      </p:cBhvr>
                                    </p:animEffect>
                                  </p:childTnLst>
                                </p:cTn>
                              </p:par>
                            </p:childTnLst>
                          </p:cTn>
                        </p:par>
                      </p:childTnLst>
                    </p:cTn>
                  </p:par>
                  <p:par>
                    <p:cTn id="42" fill="hold" nodeType="clickPar">
                      <p:stCondLst>
                        <p:cond delay="indefinite"/>
                      </p:stCondLst>
                      <p:childTnLst>
                        <p:par>
                          <p:cTn id="43" fill="hold" nodeType="withGroup">
                            <p:stCondLst>
                              <p:cond delay="0"/>
                            </p:stCondLst>
                            <p:childTnLst>
                              <p:par>
                                <p:cTn id="44" presetID="22" presetClass="entr" presetSubtype="8" fill="hold" nodeType="clickEffect">
                                  <p:stCondLst>
                                    <p:cond delay="0"/>
                                  </p:stCondLst>
                                  <p:childTnLst>
                                    <p:set>
                                      <p:cBhvr>
                                        <p:cTn id="45" dur="1" fill="hold">
                                          <p:stCondLst>
                                            <p:cond delay="0"/>
                                          </p:stCondLst>
                                        </p:cTn>
                                        <p:tgtEl>
                                          <p:spTgt spid="236559"/>
                                        </p:tgtEl>
                                        <p:attrNameLst>
                                          <p:attrName>style.visibility</p:attrName>
                                        </p:attrNameLst>
                                      </p:cBhvr>
                                      <p:to>
                                        <p:strVal val="visible"/>
                                      </p:to>
                                    </p:set>
                                    <p:animEffect transition="in" filter="wipe(left)">
                                      <p:cBhvr>
                                        <p:cTn id="46" dur="500"/>
                                        <p:tgtEl>
                                          <p:spTgt spid="236559"/>
                                        </p:tgtEl>
                                      </p:cBhvr>
                                    </p:animEffect>
                                  </p:childTnLst>
                                </p:cTn>
                              </p:par>
                            </p:childTnLst>
                          </p:cTn>
                        </p:par>
                      </p:childTnLst>
                    </p:cTn>
                  </p:par>
                  <p:par>
                    <p:cTn id="47" fill="hold" nodeType="clickPar">
                      <p:stCondLst>
                        <p:cond delay="indefinite"/>
                      </p:stCondLst>
                      <p:childTnLst>
                        <p:par>
                          <p:cTn id="48" fill="hold" nodeType="withGroup">
                            <p:stCondLst>
                              <p:cond delay="0"/>
                            </p:stCondLst>
                            <p:childTnLst>
                              <p:par>
                                <p:cTn id="49" presetID="22" presetClass="entr" presetSubtype="8" fill="hold" nodeType="clickEffect">
                                  <p:stCondLst>
                                    <p:cond delay="0"/>
                                  </p:stCondLst>
                                  <p:childTnLst>
                                    <p:set>
                                      <p:cBhvr>
                                        <p:cTn id="50" dur="1" fill="hold">
                                          <p:stCondLst>
                                            <p:cond delay="0"/>
                                          </p:stCondLst>
                                        </p:cTn>
                                        <p:tgtEl>
                                          <p:spTgt spid="236560"/>
                                        </p:tgtEl>
                                        <p:attrNameLst>
                                          <p:attrName>style.visibility</p:attrName>
                                        </p:attrNameLst>
                                      </p:cBhvr>
                                      <p:to>
                                        <p:strVal val="visible"/>
                                      </p:to>
                                    </p:set>
                                    <p:animEffect transition="in" filter="wipe(left)">
                                      <p:cBhvr>
                                        <p:cTn id="51" dur="500"/>
                                        <p:tgtEl>
                                          <p:spTgt spid="236560"/>
                                        </p:tgtEl>
                                      </p:cBhvr>
                                    </p:animEffect>
                                  </p:childTnLst>
                                </p:cTn>
                              </p:par>
                            </p:childTnLst>
                          </p:cTn>
                        </p:par>
                      </p:childTnLst>
                    </p:cTn>
                  </p:par>
                  <p:par>
                    <p:cTn id="52" fill="hold" nodeType="clickPar">
                      <p:stCondLst>
                        <p:cond delay="indefinite"/>
                      </p:stCondLst>
                      <p:childTnLst>
                        <p:par>
                          <p:cTn id="53" fill="hold" nodeType="withGroup">
                            <p:stCondLst>
                              <p:cond delay="0"/>
                            </p:stCondLst>
                            <p:childTnLst>
                              <p:par>
                                <p:cTn id="54" presetID="22" presetClass="entr" presetSubtype="8" fill="hold" nodeType="clickEffect">
                                  <p:stCondLst>
                                    <p:cond delay="0"/>
                                  </p:stCondLst>
                                  <p:childTnLst>
                                    <p:set>
                                      <p:cBhvr>
                                        <p:cTn id="55" dur="1" fill="hold">
                                          <p:stCondLst>
                                            <p:cond delay="0"/>
                                          </p:stCondLst>
                                        </p:cTn>
                                        <p:tgtEl>
                                          <p:spTgt spid="236562"/>
                                        </p:tgtEl>
                                        <p:attrNameLst>
                                          <p:attrName>style.visibility</p:attrName>
                                        </p:attrNameLst>
                                      </p:cBhvr>
                                      <p:to>
                                        <p:strVal val="visible"/>
                                      </p:to>
                                    </p:set>
                                    <p:animEffect transition="in" filter="wipe(left)">
                                      <p:cBhvr>
                                        <p:cTn id="56" dur="500"/>
                                        <p:tgtEl>
                                          <p:spTgt spid="236562"/>
                                        </p:tgtEl>
                                      </p:cBhvr>
                                    </p:animEffect>
                                  </p:childTnLst>
                                </p:cTn>
                              </p:par>
                            </p:childTnLst>
                          </p:cTn>
                        </p:par>
                      </p:childTnLst>
                    </p:cTn>
                  </p:par>
                  <p:par>
                    <p:cTn id="57" fill="hold" nodeType="clickPar">
                      <p:stCondLst>
                        <p:cond delay="indefinite"/>
                      </p:stCondLst>
                      <p:childTnLst>
                        <p:par>
                          <p:cTn id="58" fill="hold" nodeType="withGroup">
                            <p:stCondLst>
                              <p:cond delay="0"/>
                            </p:stCondLst>
                            <p:childTnLst>
                              <p:par>
                                <p:cTn id="59" presetID="22" presetClass="entr" presetSubtype="8" fill="hold" nodeType="clickEffect">
                                  <p:stCondLst>
                                    <p:cond delay="0"/>
                                  </p:stCondLst>
                                  <p:childTnLst>
                                    <p:set>
                                      <p:cBhvr>
                                        <p:cTn id="60" dur="1" fill="hold">
                                          <p:stCondLst>
                                            <p:cond delay="0"/>
                                          </p:stCondLst>
                                        </p:cTn>
                                        <p:tgtEl>
                                          <p:spTgt spid="236561"/>
                                        </p:tgtEl>
                                        <p:attrNameLst>
                                          <p:attrName>style.visibility</p:attrName>
                                        </p:attrNameLst>
                                      </p:cBhvr>
                                      <p:to>
                                        <p:strVal val="visible"/>
                                      </p:to>
                                    </p:set>
                                    <p:animEffect transition="in" filter="wipe(left)">
                                      <p:cBhvr>
                                        <p:cTn id="61" dur="500"/>
                                        <p:tgtEl>
                                          <p:spTgt spid="236561"/>
                                        </p:tgtEl>
                                      </p:cBhvr>
                                    </p:animEffect>
                                  </p:childTnLst>
                                </p:cTn>
                              </p:par>
                            </p:childTnLst>
                          </p:cTn>
                        </p:par>
                      </p:childTnLst>
                    </p:cTn>
                  </p:par>
                  <p:par>
                    <p:cTn id="62" fill="hold" nodeType="clickPar">
                      <p:stCondLst>
                        <p:cond delay="indefinite"/>
                      </p:stCondLst>
                      <p:childTnLst>
                        <p:par>
                          <p:cTn id="63" fill="hold" nodeType="withGroup">
                            <p:stCondLst>
                              <p:cond delay="0"/>
                            </p:stCondLst>
                            <p:childTnLst>
                              <p:par>
                                <p:cTn id="64" presetID="22" presetClass="entr" presetSubtype="8" fill="hold" nodeType="clickEffect">
                                  <p:stCondLst>
                                    <p:cond delay="0"/>
                                  </p:stCondLst>
                                  <p:childTnLst>
                                    <p:set>
                                      <p:cBhvr>
                                        <p:cTn id="65" dur="1" fill="hold">
                                          <p:stCondLst>
                                            <p:cond delay="0"/>
                                          </p:stCondLst>
                                        </p:cTn>
                                        <p:tgtEl>
                                          <p:spTgt spid="236554"/>
                                        </p:tgtEl>
                                        <p:attrNameLst>
                                          <p:attrName>style.visibility</p:attrName>
                                        </p:attrNameLst>
                                      </p:cBhvr>
                                      <p:to>
                                        <p:strVal val="visible"/>
                                      </p:to>
                                    </p:set>
                                    <p:animEffect transition="in" filter="wipe(left)">
                                      <p:cBhvr>
                                        <p:cTn id="66" dur="500"/>
                                        <p:tgtEl>
                                          <p:spTgt spid="236554"/>
                                        </p:tgtEl>
                                      </p:cBhvr>
                                    </p:animEffect>
                                  </p:childTnLst>
                                </p:cTn>
                              </p:par>
                            </p:childTnLst>
                          </p:cTn>
                        </p:par>
                      </p:childTnLst>
                    </p:cTn>
                  </p:par>
                  <p:par>
                    <p:cTn id="67" fill="hold" nodeType="clickPar">
                      <p:stCondLst>
                        <p:cond delay="indefinite"/>
                      </p:stCondLst>
                      <p:childTnLst>
                        <p:par>
                          <p:cTn id="68" fill="hold" nodeType="withGroup">
                            <p:stCondLst>
                              <p:cond delay="0"/>
                            </p:stCondLst>
                            <p:childTnLst>
                              <p:par>
                                <p:cTn id="69" presetID="22" presetClass="entr" presetSubtype="8" fill="hold" grpId="0" nodeType="clickEffect">
                                  <p:stCondLst>
                                    <p:cond delay="0"/>
                                  </p:stCondLst>
                                  <p:childTnLst>
                                    <p:set>
                                      <p:cBhvr>
                                        <p:cTn id="70" dur="1" fill="hold">
                                          <p:stCondLst>
                                            <p:cond delay="0"/>
                                          </p:stCondLst>
                                        </p:cTn>
                                        <p:tgtEl>
                                          <p:spTgt spid="236564"/>
                                        </p:tgtEl>
                                        <p:attrNameLst>
                                          <p:attrName>style.visibility</p:attrName>
                                        </p:attrNameLst>
                                      </p:cBhvr>
                                      <p:to>
                                        <p:strVal val="visible"/>
                                      </p:to>
                                    </p:set>
                                    <p:animEffect transition="in" filter="wipe(left)">
                                      <p:cBhvr>
                                        <p:cTn id="71" dur="500"/>
                                        <p:tgtEl>
                                          <p:spTgt spid="236564"/>
                                        </p:tgtEl>
                                      </p:cBhvr>
                                    </p:animEffect>
                                  </p:childTnLst>
                                </p:cTn>
                              </p:par>
                            </p:childTnLst>
                          </p:cTn>
                        </p:par>
                      </p:childTnLst>
                    </p:cTn>
                  </p:par>
                  <p:par>
                    <p:cTn id="72" fill="hold" nodeType="clickPar">
                      <p:stCondLst>
                        <p:cond delay="indefinite"/>
                      </p:stCondLst>
                      <p:childTnLst>
                        <p:par>
                          <p:cTn id="73" fill="hold" nodeType="withGroup">
                            <p:stCondLst>
                              <p:cond delay="0"/>
                            </p:stCondLst>
                            <p:childTnLst>
                              <p:par>
                                <p:cTn id="74" presetID="22" presetClass="entr" presetSubtype="8" fill="hold" nodeType="clickEffect">
                                  <p:stCondLst>
                                    <p:cond delay="0"/>
                                  </p:stCondLst>
                                  <p:childTnLst>
                                    <p:set>
                                      <p:cBhvr>
                                        <p:cTn id="75" dur="1" fill="hold">
                                          <p:stCondLst>
                                            <p:cond delay="0"/>
                                          </p:stCondLst>
                                        </p:cTn>
                                        <p:tgtEl>
                                          <p:spTgt spid="236563"/>
                                        </p:tgtEl>
                                        <p:attrNameLst>
                                          <p:attrName>style.visibility</p:attrName>
                                        </p:attrNameLst>
                                      </p:cBhvr>
                                      <p:to>
                                        <p:strVal val="visible"/>
                                      </p:to>
                                    </p:set>
                                    <p:animEffect transition="in" filter="wipe(left)">
                                      <p:cBhvr>
                                        <p:cTn id="76" dur="500"/>
                                        <p:tgtEl>
                                          <p:spTgt spid="236563"/>
                                        </p:tgtEl>
                                      </p:cBhvr>
                                    </p:animEffect>
                                  </p:childTnLst>
                                </p:cTn>
                              </p:par>
                            </p:childTnLst>
                          </p:cTn>
                        </p:par>
                      </p:childTnLst>
                    </p:cTn>
                  </p:par>
                  <p:par>
                    <p:cTn id="77" fill="hold" nodeType="clickPar">
                      <p:stCondLst>
                        <p:cond delay="indefinite"/>
                      </p:stCondLst>
                      <p:childTnLst>
                        <p:par>
                          <p:cTn id="78" fill="hold" nodeType="withGroup">
                            <p:stCondLst>
                              <p:cond delay="0"/>
                            </p:stCondLst>
                            <p:childTnLst>
                              <p:par>
                                <p:cTn id="79" presetID="22" presetClass="entr" presetSubtype="8" fill="hold" nodeType="clickEffect">
                                  <p:stCondLst>
                                    <p:cond delay="0"/>
                                  </p:stCondLst>
                                  <p:childTnLst>
                                    <p:set>
                                      <p:cBhvr>
                                        <p:cTn id="80" dur="1" fill="hold">
                                          <p:stCondLst>
                                            <p:cond delay="0"/>
                                          </p:stCondLst>
                                        </p:cTn>
                                        <p:tgtEl>
                                          <p:spTgt spid="236571"/>
                                        </p:tgtEl>
                                        <p:attrNameLst>
                                          <p:attrName>style.visibility</p:attrName>
                                        </p:attrNameLst>
                                      </p:cBhvr>
                                      <p:to>
                                        <p:strVal val="visible"/>
                                      </p:to>
                                    </p:set>
                                    <p:animEffect transition="in" filter="wipe(left)">
                                      <p:cBhvr>
                                        <p:cTn id="81" dur="500"/>
                                        <p:tgtEl>
                                          <p:spTgt spid="236571"/>
                                        </p:tgtEl>
                                      </p:cBhvr>
                                    </p:animEffect>
                                  </p:childTnLst>
                                </p:cTn>
                              </p:par>
                            </p:childTnLst>
                          </p:cTn>
                        </p:par>
                      </p:childTnLst>
                    </p:cTn>
                  </p:par>
                  <p:par>
                    <p:cTn id="82" fill="hold" nodeType="clickPar">
                      <p:stCondLst>
                        <p:cond delay="indefinite"/>
                      </p:stCondLst>
                      <p:childTnLst>
                        <p:par>
                          <p:cTn id="83" fill="hold" nodeType="withGroup">
                            <p:stCondLst>
                              <p:cond delay="0"/>
                            </p:stCondLst>
                            <p:childTnLst>
                              <p:par>
                                <p:cTn id="84" presetID="22" presetClass="entr" presetSubtype="8" fill="hold" nodeType="clickEffect">
                                  <p:stCondLst>
                                    <p:cond delay="0"/>
                                  </p:stCondLst>
                                  <p:childTnLst>
                                    <p:set>
                                      <p:cBhvr>
                                        <p:cTn id="85" dur="1" fill="hold">
                                          <p:stCondLst>
                                            <p:cond delay="0"/>
                                          </p:stCondLst>
                                        </p:cTn>
                                        <p:tgtEl>
                                          <p:spTgt spid="236572"/>
                                        </p:tgtEl>
                                        <p:attrNameLst>
                                          <p:attrName>style.visibility</p:attrName>
                                        </p:attrNameLst>
                                      </p:cBhvr>
                                      <p:to>
                                        <p:strVal val="visible"/>
                                      </p:to>
                                    </p:set>
                                    <p:animEffect transition="in" filter="wipe(left)">
                                      <p:cBhvr>
                                        <p:cTn id="86" dur="500"/>
                                        <p:tgtEl>
                                          <p:spTgt spid="236572"/>
                                        </p:tgtEl>
                                      </p:cBhvr>
                                    </p:animEffect>
                                  </p:childTnLst>
                                </p:cTn>
                              </p:par>
                            </p:childTnLst>
                          </p:cTn>
                        </p:par>
                      </p:childTnLst>
                    </p:cTn>
                  </p:par>
                  <p:par>
                    <p:cTn id="87" fill="hold" nodeType="clickPar">
                      <p:stCondLst>
                        <p:cond delay="indefinite"/>
                      </p:stCondLst>
                      <p:childTnLst>
                        <p:par>
                          <p:cTn id="88" fill="hold" nodeType="withGroup">
                            <p:stCondLst>
                              <p:cond delay="0"/>
                            </p:stCondLst>
                            <p:childTnLst>
                              <p:par>
                                <p:cTn id="89" presetID="22" presetClass="entr" presetSubtype="8" fill="hold" nodeType="clickEffect">
                                  <p:stCondLst>
                                    <p:cond delay="0"/>
                                  </p:stCondLst>
                                  <p:childTnLst>
                                    <p:set>
                                      <p:cBhvr>
                                        <p:cTn id="90" dur="1" fill="hold">
                                          <p:stCondLst>
                                            <p:cond delay="0"/>
                                          </p:stCondLst>
                                        </p:cTn>
                                        <p:tgtEl>
                                          <p:spTgt spid="236573"/>
                                        </p:tgtEl>
                                        <p:attrNameLst>
                                          <p:attrName>style.visibility</p:attrName>
                                        </p:attrNameLst>
                                      </p:cBhvr>
                                      <p:to>
                                        <p:strVal val="visible"/>
                                      </p:to>
                                    </p:set>
                                    <p:animEffect transition="in" filter="wipe(left)">
                                      <p:cBhvr>
                                        <p:cTn id="91" dur="500"/>
                                        <p:tgtEl>
                                          <p:spTgt spid="236573"/>
                                        </p:tgtEl>
                                      </p:cBhvr>
                                    </p:animEffect>
                                  </p:childTnLst>
                                </p:cTn>
                              </p:par>
                            </p:childTnLst>
                          </p:cTn>
                        </p:par>
                      </p:childTnLst>
                    </p:cTn>
                  </p:par>
                  <p:par>
                    <p:cTn id="92" fill="hold" nodeType="clickPar">
                      <p:stCondLst>
                        <p:cond delay="indefinite"/>
                      </p:stCondLst>
                      <p:childTnLst>
                        <p:par>
                          <p:cTn id="93" fill="hold" nodeType="withGroup">
                            <p:stCondLst>
                              <p:cond delay="0"/>
                            </p:stCondLst>
                            <p:childTnLst>
                              <p:par>
                                <p:cTn id="94" presetID="22" presetClass="entr" presetSubtype="8" fill="hold" nodeType="clickEffect">
                                  <p:stCondLst>
                                    <p:cond delay="0"/>
                                  </p:stCondLst>
                                  <p:childTnLst>
                                    <p:set>
                                      <p:cBhvr>
                                        <p:cTn id="95" dur="1" fill="hold">
                                          <p:stCondLst>
                                            <p:cond delay="0"/>
                                          </p:stCondLst>
                                        </p:cTn>
                                        <p:tgtEl>
                                          <p:spTgt spid="236574"/>
                                        </p:tgtEl>
                                        <p:attrNameLst>
                                          <p:attrName>style.visibility</p:attrName>
                                        </p:attrNameLst>
                                      </p:cBhvr>
                                      <p:to>
                                        <p:strVal val="visible"/>
                                      </p:to>
                                    </p:set>
                                    <p:animEffect transition="in" filter="wipe(left)">
                                      <p:cBhvr>
                                        <p:cTn id="96" dur="500"/>
                                        <p:tgtEl>
                                          <p:spTgt spid="236574"/>
                                        </p:tgtEl>
                                      </p:cBhvr>
                                    </p:animEffect>
                                  </p:childTnLst>
                                </p:cTn>
                              </p:par>
                            </p:childTnLst>
                          </p:cTn>
                        </p:par>
                      </p:childTnLst>
                    </p:cTn>
                  </p:par>
                  <p:par>
                    <p:cTn id="97" fill="hold" nodeType="clickPar">
                      <p:stCondLst>
                        <p:cond delay="indefinite"/>
                      </p:stCondLst>
                      <p:childTnLst>
                        <p:par>
                          <p:cTn id="98" fill="hold" nodeType="withGroup">
                            <p:stCondLst>
                              <p:cond delay="0"/>
                            </p:stCondLst>
                            <p:childTnLst>
                              <p:par>
                                <p:cTn id="99" presetID="22" presetClass="entr" presetSubtype="8" fill="hold" grpId="0" nodeType="clickEffect">
                                  <p:stCondLst>
                                    <p:cond delay="0"/>
                                  </p:stCondLst>
                                  <p:childTnLst>
                                    <p:set>
                                      <p:cBhvr>
                                        <p:cTn id="100" dur="1" fill="hold">
                                          <p:stCondLst>
                                            <p:cond delay="0"/>
                                          </p:stCondLst>
                                        </p:cTn>
                                        <p:tgtEl>
                                          <p:spTgt spid="236565"/>
                                        </p:tgtEl>
                                        <p:attrNameLst>
                                          <p:attrName>style.visibility</p:attrName>
                                        </p:attrNameLst>
                                      </p:cBhvr>
                                      <p:to>
                                        <p:strVal val="visible"/>
                                      </p:to>
                                    </p:set>
                                    <p:animEffect transition="in" filter="wipe(left)">
                                      <p:cBhvr>
                                        <p:cTn id="101" dur="500"/>
                                        <p:tgtEl>
                                          <p:spTgt spid="236565"/>
                                        </p:tgtEl>
                                      </p:cBhvr>
                                    </p:animEffect>
                                  </p:childTnLst>
                                </p:cTn>
                              </p:par>
                            </p:childTnLst>
                          </p:cTn>
                        </p:par>
                      </p:childTnLst>
                    </p:cTn>
                  </p:par>
                  <p:par>
                    <p:cTn id="102" fill="hold" nodeType="clickPar">
                      <p:stCondLst>
                        <p:cond delay="indefinite"/>
                      </p:stCondLst>
                      <p:childTnLst>
                        <p:par>
                          <p:cTn id="103" fill="hold" nodeType="withGroup">
                            <p:stCondLst>
                              <p:cond delay="0"/>
                            </p:stCondLst>
                            <p:childTnLst>
                              <p:par>
                                <p:cTn id="104" presetID="22" presetClass="entr" presetSubtype="8" fill="hold" nodeType="clickEffect">
                                  <p:stCondLst>
                                    <p:cond delay="0"/>
                                  </p:stCondLst>
                                  <p:childTnLst>
                                    <p:set>
                                      <p:cBhvr>
                                        <p:cTn id="105" dur="1" fill="hold">
                                          <p:stCondLst>
                                            <p:cond delay="0"/>
                                          </p:stCondLst>
                                        </p:cTn>
                                        <p:tgtEl>
                                          <p:spTgt spid="236566"/>
                                        </p:tgtEl>
                                        <p:attrNameLst>
                                          <p:attrName>style.visibility</p:attrName>
                                        </p:attrNameLst>
                                      </p:cBhvr>
                                      <p:to>
                                        <p:strVal val="visible"/>
                                      </p:to>
                                    </p:set>
                                    <p:animEffect transition="in" filter="wipe(left)">
                                      <p:cBhvr>
                                        <p:cTn id="106" dur="500"/>
                                        <p:tgtEl>
                                          <p:spTgt spid="236566"/>
                                        </p:tgtEl>
                                      </p:cBhvr>
                                    </p:animEffect>
                                  </p:childTnLst>
                                </p:cTn>
                              </p:par>
                            </p:childTnLst>
                          </p:cTn>
                        </p:par>
                        <p:par>
                          <p:cTn id="107" fill="hold" nodeType="afterGroup">
                            <p:stCondLst>
                              <p:cond delay="500"/>
                            </p:stCondLst>
                            <p:childTnLst>
                              <p:par>
                                <p:cTn id="108" presetID="22" presetClass="entr" presetSubtype="8" fill="hold" grpId="0" nodeType="afterEffect">
                                  <p:stCondLst>
                                    <p:cond delay="0"/>
                                  </p:stCondLst>
                                  <p:childTnLst>
                                    <p:set>
                                      <p:cBhvr>
                                        <p:cTn id="109" dur="1" fill="hold">
                                          <p:stCondLst>
                                            <p:cond delay="0"/>
                                          </p:stCondLst>
                                        </p:cTn>
                                        <p:tgtEl>
                                          <p:spTgt spid="236567">
                                            <p:txEl>
                                              <p:pRg st="0" end="0"/>
                                            </p:txEl>
                                          </p:spTgt>
                                        </p:tgtEl>
                                        <p:attrNameLst>
                                          <p:attrName>style.visibility</p:attrName>
                                        </p:attrNameLst>
                                      </p:cBhvr>
                                      <p:to>
                                        <p:strVal val="visible"/>
                                      </p:to>
                                    </p:set>
                                    <p:animEffect transition="in" filter="wipe(left)">
                                      <p:cBhvr>
                                        <p:cTn id="110" dur="500"/>
                                        <p:tgtEl>
                                          <p:spTgt spid="236567">
                                            <p:txEl>
                                              <p:pRg st="0" end="0"/>
                                            </p:txEl>
                                          </p:spTgt>
                                        </p:tgtEl>
                                      </p:cBhvr>
                                    </p:animEffect>
                                  </p:childTnLst>
                                </p:cTn>
                              </p:par>
                            </p:childTnLst>
                          </p:cTn>
                        </p:par>
                      </p:childTnLst>
                    </p:cTn>
                  </p:par>
                  <p:par>
                    <p:cTn id="111" fill="hold" nodeType="clickPar">
                      <p:stCondLst>
                        <p:cond delay="indefinite"/>
                      </p:stCondLst>
                      <p:childTnLst>
                        <p:par>
                          <p:cTn id="112" fill="hold" nodeType="withGroup">
                            <p:stCondLst>
                              <p:cond delay="0"/>
                            </p:stCondLst>
                            <p:childTnLst>
                              <p:par>
                                <p:cTn id="113" presetID="22" presetClass="entr" presetSubtype="8" fill="hold" grpId="0" nodeType="clickEffect">
                                  <p:stCondLst>
                                    <p:cond delay="0"/>
                                  </p:stCondLst>
                                  <p:childTnLst>
                                    <p:set>
                                      <p:cBhvr>
                                        <p:cTn id="114" dur="1" fill="hold">
                                          <p:stCondLst>
                                            <p:cond delay="0"/>
                                          </p:stCondLst>
                                        </p:cTn>
                                        <p:tgtEl>
                                          <p:spTgt spid="236568">
                                            <p:txEl>
                                              <p:pRg st="0" end="0"/>
                                            </p:txEl>
                                          </p:spTgt>
                                        </p:tgtEl>
                                        <p:attrNameLst>
                                          <p:attrName>style.visibility</p:attrName>
                                        </p:attrNameLst>
                                      </p:cBhvr>
                                      <p:to>
                                        <p:strVal val="visible"/>
                                      </p:to>
                                    </p:set>
                                    <p:animEffect transition="in" filter="wipe(left)">
                                      <p:cBhvr>
                                        <p:cTn id="115" dur="500"/>
                                        <p:tgtEl>
                                          <p:spTgt spid="236568">
                                            <p:txEl>
                                              <p:pRg st="0" end="0"/>
                                            </p:txEl>
                                          </p:spTgt>
                                        </p:tgtEl>
                                      </p:cBhvr>
                                    </p:animEffect>
                                  </p:childTnLst>
                                </p:cTn>
                              </p:par>
                            </p:childTnLst>
                          </p:cTn>
                        </p:par>
                        <p:par>
                          <p:cTn id="116" fill="hold" nodeType="afterGroup">
                            <p:stCondLst>
                              <p:cond delay="500"/>
                            </p:stCondLst>
                            <p:childTnLst>
                              <p:par>
                                <p:cTn id="117" presetID="22" presetClass="entr" presetSubtype="8" fill="hold" nodeType="afterEffect">
                                  <p:stCondLst>
                                    <p:cond delay="0"/>
                                  </p:stCondLst>
                                  <p:childTnLst>
                                    <p:set>
                                      <p:cBhvr>
                                        <p:cTn id="118" dur="1" fill="hold">
                                          <p:stCondLst>
                                            <p:cond delay="0"/>
                                          </p:stCondLst>
                                        </p:cTn>
                                        <p:tgtEl>
                                          <p:spTgt spid="236569"/>
                                        </p:tgtEl>
                                        <p:attrNameLst>
                                          <p:attrName>style.visibility</p:attrName>
                                        </p:attrNameLst>
                                      </p:cBhvr>
                                      <p:to>
                                        <p:strVal val="visible"/>
                                      </p:to>
                                    </p:set>
                                    <p:animEffect transition="in" filter="wipe(left)">
                                      <p:cBhvr>
                                        <p:cTn id="119" dur="500"/>
                                        <p:tgtEl>
                                          <p:spTgt spid="236569"/>
                                        </p:tgtEl>
                                      </p:cBhvr>
                                    </p:animEffect>
                                  </p:childTnLst>
                                </p:cTn>
                              </p:par>
                            </p:childTnLst>
                          </p:cTn>
                        </p:par>
                        <p:par>
                          <p:cTn id="120" fill="hold" nodeType="afterGroup">
                            <p:stCondLst>
                              <p:cond delay="1000"/>
                            </p:stCondLst>
                            <p:childTnLst>
                              <p:par>
                                <p:cTn id="121" presetID="22" presetClass="entr" presetSubtype="8" fill="hold" grpId="0" nodeType="afterEffect">
                                  <p:stCondLst>
                                    <p:cond delay="0"/>
                                  </p:stCondLst>
                                  <p:childTnLst>
                                    <p:set>
                                      <p:cBhvr>
                                        <p:cTn id="122" dur="1" fill="hold">
                                          <p:stCondLst>
                                            <p:cond delay="0"/>
                                          </p:stCondLst>
                                        </p:cTn>
                                        <p:tgtEl>
                                          <p:spTgt spid="236570">
                                            <p:txEl>
                                              <p:pRg st="0" end="0"/>
                                            </p:txEl>
                                          </p:spTgt>
                                        </p:tgtEl>
                                        <p:attrNameLst>
                                          <p:attrName>style.visibility</p:attrName>
                                        </p:attrNameLst>
                                      </p:cBhvr>
                                      <p:to>
                                        <p:strVal val="visible"/>
                                      </p:to>
                                    </p:set>
                                    <p:animEffect transition="in" filter="wipe(left)">
                                      <p:cBhvr>
                                        <p:cTn id="123" dur="500"/>
                                        <p:tgtEl>
                                          <p:spTgt spid="236570">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6558" grpId="0" autoUpdateAnimBg="0"/>
      <p:bldP spid="236564" grpId="0" animBg="1"/>
      <p:bldP spid="236565" grpId="0" autoUpdateAnimBg="0"/>
      <p:bldP spid="236567" grpId="0" build="p" autoUpdateAnimBg="0" advAuto="0"/>
      <p:bldP spid="236568" grpId="0" build="p" autoUpdateAnimBg="0"/>
      <p:bldP spid="236570" grpId="0" build="p" autoUpdateAnimBg="0" advAuto="0"/>
      <p:bldP spid="236575" grpId="0" build="p" autoUpdateAnimBg="0"/>
      <p:bldP spid="236576" grpId="0" build="p" autoUpdateAnimBg="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127448" y="836712"/>
            <a:ext cx="1082348" cy="523220"/>
          </a:xfrm>
          <a:prstGeom prst="rect">
            <a:avLst/>
          </a:prstGeom>
          <a:noFill/>
        </p:spPr>
        <p:txBody>
          <a:bodyPr wrap="none" rtlCol="0">
            <a:spAutoFit/>
          </a:bodyPr>
          <a:lstStyle/>
          <a:p>
            <a:r>
              <a:rPr lang="en-US" altLang="zh-CN" sz="2800" b="1" dirty="0" smtClean="0">
                <a:latin typeface="Times New Roman" panose="02020603050405020304" pitchFamily="18" charset="0"/>
                <a:cs typeface="Times New Roman" panose="02020603050405020304" pitchFamily="18" charset="0"/>
              </a:rPr>
              <a:t>2</a:t>
            </a:r>
            <a:r>
              <a:rPr lang="zh-CN" altLang="en-US" sz="2800" b="1" dirty="0" smtClean="0">
                <a:latin typeface="Times New Roman" panose="02020603050405020304" pitchFamily="18" charset="0"/>
                <a:cs typeface="Times New Roman" panose="02020603050405020304" pitchFamily="18" charset="0"/>
              </a:rPr>
              <a:t>、</a:t>
            </a:r>
            <a:r>
              <a:rPr lang="zh-CN" altLang="en-US" sz="2800" b="1" dirty="0" smtClean="0"/>
              <a:t>设</a:t>
            </a:r>
            <a:endParaRPr lang="zh-CN" altLang="en-US" sz="2800" b="1" dirty="0"/>
          </a:p>
        </p:txBody>
      </p:sp>
      <p:graphicFrame>
        <p:nvGraphicFramePr>
          <p:cNvPr id="3" name="对象 2"/>
          <p:cNvGraphicFramePr>
            <a:graphicFrameLocks noChangeAspect="1"/>
          </p:cNvGraphicFramePr>
          <p:nvPr>
            <p:extLst>
              <p:ext uri="{D42A27DB-BD31-4B8C-83A1-F6EECF244321}">
                <p14:modId xmlns:p14="http://schemas.microsoft.com/office/powerpoint/2010/main" val="1336406766"/>
              </p:ext>
            </p:extLst>
          </p:nvPr>
        </p:nvGraphicFramePr>
        <p:xfrm>
          <a:off x="2063552" y="260648"/>
          <a:ext cx="6892338" cy="1619994"/>
        </p:xfrm>
        <a:graphic>
          <a:graphicData uri="http://schemas.openxmlformats.org/presentationml/2006/ole">
            <mc:AlternateContent xmlns:mc="http://schemas.openxmlformats.org/markup-compatibility/2006">
              <mc:Choice xmlns:v="urn:schemas-microsoft-com:vml" Requires="v">
                <p:oleObj spid="_x0000_s24757" name="Equation" r:id="rId3" imgW="2971800" imgH="698400" progId="Equation.DSMT4">
                  <p:embed/>
                </p:oleObj>
              </mc:Choice>
              <mc:Fallback>
                <p:oleObj name="Equation" r:id="rId3" imgW="2971800" imgH="698400" progId="Equation.DSMT4">
                  <p:embed/>
                  <p:pic>
                    <p:nvPicPr>
                      <p:cNvPr id="0" name=""/>
                      <p:cNvPicPr/>
                      <p:nvPr/>
                    </p:nvPicPr>
                    <p:blipFill>
                      <a:blip r:embed="rId4"/>
                      <a:stretch>
                        <a:fillRect/>
                      </a:stretch>
                    </p:blipFill>
                    <p:spPr>
                      <a:xfrm>
                        <a:off x="2063552" y="260648"/>
                        <a:ext cx="6892338" cy="1619994"/>
                      </a:xfrm>
                      <a:prstGeom prst="rect">
                        <a:avLst/>
                      </a:prstGeom>
                    </p:spPr>
                  </p:pic>
                </p:oleObj>
              </mc:Fallback>
            </mc:AlternateContent>
          </a:graphicData>
        </a:graphic>
      </p:graphicFrame>
      <p:sp>
        <p:nvSpPr>
          <p:cNvPr id="4" name="文本框 3"/>
          <p:cNvSpPr txBox="1"/>
          <p:nvPr/>
        </p:nvSpPr>
        <p:spPr>
          <a:xfrm>
            <a:off x="1127448" y="1912866"/>
            <a:ext cx="8983550" cy="523220"/>
          </a:xfrm>
          <a:prstGeom prst="rect">
            <a:avLst/>
          </a:prstGeom>
          <a:noFill/>
        </p:spPr>
        <p:txBody>
          <a:bodyPr wrap="none" rtlCol="0">
            <a:spAutoFit/>
          </a:bodyPr>
          <a:lstStyle/>
          <a:p>
            <a:r>
              <a:rPr lang="zh-CN" altLang="en-US" sz="2800" b="1" dirty="0" smtClean="0"/>
              <a:t>讨论函数 </a:t>
            </a:r>
            <a:r>
              <a:rPr lang="en-US" altLang="zh-CN" sz="2800" b="1" i="1" dirty="0" smtClean="0">
                <a:latin typeface="Times New Roman" panose="02020603050405020304" pitchFamily="18" charset="0"/>
                <a:ea typeface="方正姚体" panose="02010601030101010101" pitchFamily="2" charset="-122"/>
                <a:cs typeface="Times New Roman" panose="02020603050405020304" pitchFamily="18" charset="0"/>
              </a:rPr>
              <a:t>f</a:t>
            </a:r>
            <a:r>
              <a:rPr lang="en-US" altLang="zh-CN" sz="2800" b="1" dirty="0" smtClean="0">
                <a:latin typeface="Times New Roman" panose="02020603050405020304" pitchFamily="18" charset="0"/>
                <a:ea typeface="方正姚体" panose="02010601030101010101" pitchFamily="2" charset="-122"/>
                <a:cs typeface="Times New Roman" panose="02020603050405020304" pitchFamily="18" charset="0"/>
              </a:rPr>
              <a:t>( </a:t>
            </a:r>
            <a:r>
              <a:rPr lang="en-US" altLang="zh-CN" sz="2800" b="1" i="1" dirty="0" smtClean="0">
                <a:latin typeface="Times New Roman" panose="02020603050405020304" pitchFamily="18" charset="0"/>
                <a:ea typeface="方正姚体" panose="02010601030101010101" pitchFamily="2" charset="-122"/>
                <a:cs typeface="Times New Roman" panose="02020603050405020304" pitchFamily="18" charset="0"/>
              </a:rPr>
              <a:t>x, y </a:t>
            </a:r>
            <a:r>
              <a:rPr lang="en-US" altLang="zh-CN" sz="2800" b="1" dirty="0" smtClean="0">
                <a:latin typeface="Times New Roman" panose="02020603050405020304" pitchFamily="18" charset="0"/>
                <a:ea typeface="方正姚体" panose="02010601030101010101" pitchFamily="2" charset="-122"/>
                <a:cs typeface="Times New Roman" panose="02020603050405020304" pitchFamily="18" charset="0"/>
              </a:rPr>
              <a:t>)</a:t>
            </a:r>
            <a:r>
              <a:rPr lang="zh-CN" altLang="en-US" sz="2800" b="1" dirty="0" smtClean="0"/>
              <a:t>在</a:t>
            </a:r>
            <a:r>
              <a:rPr lang="en-US" altLang="zh-CN" sz="2800" b="1" dirty="0" smtClean="0">
                <a:latin typeface="Times New Roman" panose="02020603050405020304" pitchFamily="18" charset="0"/>
                <a:cs typeface="Times New Roman" panose="02020603050405020304" pitchFamily="18" charset="0"/>
              </a:rPr>
              <a:t>(0,0)</a:t>
            </a:r>
            <a:r>
              <a:rPr lang="zh-CN" altLang="en-US" sz="2800" b="1" dirty="0" smtClean="0"/>
              <a:t>处的连续性、可偏导性、可微性</a:t>
            </a:r>
            <a:r>
              <a:rPr lang="en-US" altLang="zh-CN" sz="2800" b="1" dirty="0" smtClean="0"/>
              <a:t>.</a:t>
            </a:r>
            <a:endParaRPr lang="zh-CN" altLang="en-US" sz="2800" b="1" dirty="0"/>
          </a:p>
        </p:txBody>
      </p:sp>
      <p:sp>
        <p:nvSpPr>
          <p:cNvPr id="5" name="文本框 4"/>
          <p:cNvSpPr txBox="1"/>
          <p:nvPr/>
        </p:nvSpPr>
        <p:spPr>
          <a:xfrm>
            <a:off x="1182819" y="2568802"/>
            <a:ext cx="543739" cy="523220"/>
          </a:xfrm>
          <a:prstGeom prst="rect">
            <a:avLst/>
          </a:prstGeom>
          <a:noFill/>
        </p:spPr>
        <p:txBody>
          <a:bodyPr wrap="none" rtlCol="0">
            <a:spAutoFit/>
          </a:bodyPr>
          <a:lstStyle/>
          <a:p>
            <a:r>
              <a:rPr lang="zh-CN" altLang="en-US" sz="2800" b="1" dirty="0">
                <a:solidFill>
                  <a:srgbClr val="FF0000"/>
                </a:solidFill>
              </a:rPr>
              <a:t>解</a:t>
            </a:r>
          </a:p>
        </p:txBody>
      </p:sp>
      <p:grpSp>
        <p:nvGrpSpPr>
          <p:cNvPr id="16" name="组合 15"/>
          <p:cNvGrpSpPr/>
          <p:nvPr/>
        </p:nvGrpSpPr>
        <p:grpSpPr>
          <a:xfrm>
            <a:off x="1758390" y="2375230"/>
            <a:ext cx="5923949" cy="1150093"/>
            <a:chOff x="1758390" y="2375230"/>
            <a:chExt cx="5923949" cy="1150093"/>
          </a:xfrm>
        </p:grpSpPr>
        <p:sp>
          <p:nvSpPr>
            <p:cNvPr id="6" name="文本框 5"/>
            <p:cNvSpPr txBox="1"/>
            <p:nvPr/>
          </p:nvSpPr>
          <p:spPr>
            <a:xfrm>
              <a:off x="1758390" y="2568802"/>
              <a:ext cx="902811" cy="523220"/>
            </a:xfrm>
            <a:prstGeom prst="rect">
              <a:avLst/>
            </a:prstGeom>
            <a:noFill/>
          </p:spPr>
          <p:txBody>
            <a:bodyPr wrap="none" rtlCol="0">
              <a:spAutoFit/>
            </a:bodyPr>
            <a:lstStyle/>
            <a:p>
              <a:r>
                <a:rPr lang="zh-CN" altLang="en-US" sz="2800" b="1" dirty="0" smtClean="0"/>
                <a:t>由于</a:t>
              </a:r>
              <a:endParaRPr lang="zh-CN" altLang="en-US" sz="2800" b="1" dirty="0"/>
            </a:p>
          </p:txBody>
        </p:sp>
        <p:graphicFrame>
          <p:nvGraphicFramePr>
            <p:cNvPr id="7" name="对象 6"/>
            <p:cNvGraphicFramePr>
              <a:graphicFrameLocks noChangeAspect="1"/>
            </p:cNvGraphicFramePr>
            <p:nvPr>
              <p:extLst>
                <p:ext uri="{D42A27DB-BD31-4B8C-83A1-F6EECF244321}">
                  <p14:modId xmlns:p14="http://schemas.microsoft.com/office/powerpoint/2010/main" val="280522590"/>
                </p:ext>
              </p:extLst>
            </p:nvPr>
          </p:nvGraphicFramePr>
          <p:xfrm>
            <a:off x="2661201" y="2375230"/>
            <a:ext cx="5021138" cy="1150093"/>
          </p:xfrm>
          <a:graphic>
            <a:graphicData uri="http://schemas.openxmlformats.org/presentationml/2006/ole">
              <mc:AlternateContent xmlns:mc="http://schemas.openxmlformats.org/markup-compatibility/2006">
                <mc:Choice xmlns:v="urn:schemas-microsoft-com:vml" Requires="v">
                  <p:oleObj spid="_x0000_s24758" name="Equation" r:id="rId5" imgW="2273040" imgH="520560" progId="Equation.DSMT4">
                    <p:embed/>
                  </p:oleObj>
                </mc:Choice>
                <mc:Fallback>
                  <p:oleObj name="Equation" r:id="rId5" imgW="2273040" imgH="520560" progId="Equation.DSMT4">
                    <p:embed/>
                    <p:pic>
                      <p:nvPicPr>
                        <p:cNvPr id="0" name=""/>
                        <p:cNvPicPr/>
                        <p:nvPr/>
                      </p:nvPicPr>
                      <p:blipFill>
                        <a:blip r:embed="rId6"/>
                        <a:stretch>
                          <a:fillRect/>
                        </a:stretch>
                      </p:blipFill>
                      <p:spPr>
                        <a:xfrm>
                          <a:off x="2661201" y="2375230"/>
                          <a:ext cx="5021138" cy="1150093"/>
                        </a:xfrm>
                        <a:prstGeom prst="rect">
                          <a:avLst/>
                        </a:prstGeom>
                      </p:spPr>
                    </p:pic>
                  </p:oleObj>
                </mc:Fallback>
              </mc:AlternateContent>
            </a:graphicData>
          </a:graphic>
        </p:graphicFrame>
      </p:grpSp>
      <p:graphicFrame>
        <p:nvGraphicFramePr>
          <p:cNvPr id="8" name="对象 7"/>
          <p:cNvGraphicFramePr>
            <a:graphicFrameLocks noChangeAspect="1"/>
          </p:cNvGraphicFramePr>
          <p:nvPr>
            <p:extLst>
              <p:ext uri="{D42A27DB-BD31-4B8C-83A1-F6EECF244321}">
                <p14:modId xmlns:p14="http://schemas.microsoft.com/office/powerpoint/2010/main" val="783929433"/>
              </p:ext>
            </p:extLst>
          </p:nvPr>
        </p:nvGraphicFramePr>
        <p:xfrm>
          <a:off x="7693476" y="2375230"/>
          <a:ext cx="720080" cy="886252"/>
        </p:xfrm>
        <a:graphic>
          <a:graphicData uri="http://schemas.openxmlformats.org/presentationml/2006/ole">
            <mc:AlternateContent xmlns:mc="http://schemas.openxmlformats.org/markup-compatibility/2006">
              <mc:Choice xmlns:v="urn:schemas-microsoft-com:vml" Requires="v">
                <p:oleObj spid="_x0000_s24759" name="Equation" r:id="rId7" imgW="330120" imgH="406080" progId="Equation.DSMT4">
                  <p:embed/>
                </p:oleObj>
              </mc:Choice>
              <mc:Fallback>
                <p:oleObj name="Equation" r:id="rId7" imgW="330120" imgH="406080" progId="Equation.DSMT4">
                  <p:embed/>
                  <p:pic>
                    <p:nvPicPr>
                      <p:cNvPr id="0" name=""/>
                      <p:cNvPicPr/>
                      <p:nvPr/>
                    </p:nvPicPr>
                    <p:blipFill>
                      <a:blip r:embed="rId8"/>
                      <a:stretch>
                        <a:fillRect/>
                      </a:stretch>
                    </p:blipFill>
                    <p:spPr>
                      <a:xfrm>
                        <a:off x="7693476" y="2375230"/>
                        <a:ext cx="720080" cy="886252"/>
                      </a:xfrm>
                      <a:prstGeom prst="rect">
                        <a:avLst/>
                      </a:prstGeom>
                    </p:spPr>
                  </p:pic>
                </p:oleObj>
              </mc:Fallback>
            </mc:AlternateContent>
          </a:graphicData>
        </a:graphic>
      </p:graphicFrame>
      <p:graphicFrame>
        <p:nvGraphicFramePr>
          <p:cNvPr id="9" name="对象 8"/>
          <p:cNvGraphicFramePr>
            <a:graphicFrameLocks noChangeAspect="1"/>
          </p:cNvGraphicFramePr>
          <p:nvPr>
            <p:extLst>
              <p:ext uri="{D42A27DB-BD31-4B8C-83A1-F6EECF244321}">
                <p14:modId xmlns:p14="http://schemas.microsoft.com/office/powerpoint/2010/main" val="386200151"/>
              </p:ext>
            </p:extLst>
          </p:nvPr>
        </p:nvGraphicFramePr>
        <p:xfrm>
          <a:off x="1289858" y="3365182"/>
          <a:ext cx="4452938" cy="873125"/>
        </p:xfrm>
        <a:graphic>
          <a:graphicData uri="http://schemas.openxmlformats.org/presentationml/2006/ole">
            <mc:AlternateContent xmlns:mc="http://schemas.openxmlformats.org/markup-compatibility/2006">
              <mc:Choice xmlns:v="urn:schemas-microsoft-com:vml" Requires="v">
                <p:oleObj spid="_x0000_s24760" name="Equation" r:id="rId9" imgW="1942920" imgH="380880" progId="Equation.DSMT4">
                  <p:embed/>
                </p:oleObj>
              </mc:Choice>
              <mc:Fallback>
                <p:oleObj name="Equation" r:id="rId9" imgW="1942920" imgH="380880" progId="Equation.DSMT4">
                  <p:embed/>
                  <p:pic>
                    <p:nvPicPr>
                      <p:cNvPr id="0" name=""/>
                      <p:cNvPicPr/>
                      <p:nvPr/>
                    </p:nvPicPr>
                    <p:blipFill>
                      <a:blip r:embed="rId10"/>
                      <a:stretch>
                        <a:fillRect/>
                      </a:stretch>
                    </p:blipFill>
                    <p:spPr>
                      <a:xfrm>
                        <a:off x="1289858" y="3365182"/>
                        <a:ext cx="4452938" cy="873125"/>
                      </a:xfrm>
                      <a:prstGeom prst="rect">
                        <a:avLst/>
                      </a:prstGeom>
                    </p:spPr>
                  </p:pic>
                </p:oleObj>
              </mc:Fallback>
            </mc:AlternateContent>
          </a:graphicData>
        </a:graphic>
      </p:graphicFrame>
      <p:graphicFrame>
        <p:nvGraphicFramePr>
          <p:cNvPr id="10" name="对象 9"/>
          <p:cNvGraphicFramePr>
            <a:graphicFrameLocks noChangeAspect="1"/>
          </p:cNvGraphicFramePr>
          <p:nvPr>
            <p:extLst>
              <p:ext uri="{D42A27DB-BD31-4B8C-83A1-F6EECF244321}">
                <p14:modId xmlns:p14="http://schemas.microsoft.com/office/powerpoint/2010/main" val="822452138"/>
              </p:ext>
            </p:extLst>
          </p:nvPr>
        </p:nvGraphicFramePr>
        <p:xfrm>
          <a:off x="5748543" y="3396201"/>
          <a:ext cx="4824536" cy="512607"/>
        </p:xfrm>
        <a:graphic>
          <a:graphicData uri="http://schemas.openxmlformats.org/presentationml/2006/ole">
            <mc:AlternateContent xmlns:mc="http://schemas.openxmlformats.org/markup-compatibility/2006">
              <mc:Choice xmlns:v="urn:schemas-microsoft-com:vml" Requires="v">
                <p:oleObj spid="_x0000_s24761" name="Equation" r:id="rId11" imgW="2031840" imgH="215640" progId="Equation.DSMT4">
                  <p:embed/>
                </p:oleObj>
              </mc:Choice>
              <mc:Fallback>
                <p:oleObj name="Equation" r:id="rId11" imgW="2031840" imgH="215640" progId="Equation.DSMT4">
                  <p:embed/>
                  <p:pic>
                    <p:nvPicPr>
                      <p:cNvPr id="0" name=""/>
                      <p:cNvPicPr/>
                      <p:nvPr/>
                    </p:nvPicPr>
                    <p:blipFill>
                      <a:blip r:embed="rId12"/>
                      <a:stretch>
                        <a:fillRect/>
                      </a:stretch>
                    </p:blipFill>
                    <p:spPr>
                      <a:xfrm>
                        <a:off x="5748543" y="3396201"/>
                        <a:ext cx="4824536" cy="512607"/>
                      </a:xfrm>
                      <a:prstGeom prst="rect">
                        <a:avLst/>
                      </a:prstGeom>
                    </p:spPr>
                  </p:pic>
                </p:oleObj>
              </mc:Fallback>
            </mc:AlternateContent>
          </a:graphicData>
        </a:graphic>
      </p:graphicFrame>
      <p:graphicFrame>
        <p:nvGraphicFramePr>
          <p:cNvPr id="11" name="对象 10"/>
          <p:cNvGraphicFramePr>
            <a:graphicFrameLocks noChangeAspect="1"/>
          </p:cNvGraphicFramePr>
          <p:nvPr>
            <p:extLst>
              <p:ext uri="{D42A27DB-BD31-4B8C-83A1-F6EECF244321}">
                <p14:modId xmlns:p14="http://schemas.microsoft.com/office/powerpoint/2010/main" val="1873486515"/>
              </p:ext>
            </p:extLst>
          </p:nvPr>
        </p:nvGraphicFramePr>
        <p:xfrm>
          <a:off x="1138942" y="4019427"/>
          <a:ext cx="6081713" cy="896937"/>
        </p:xfrm>
        <a:graphic>
          <a:graphicData uri="http://schemas.openxmlformats.org/presentationml/2006/ole">
            <mc:AlternateContent xmlns:mc="http://schemas.openxmlformats.org/markup-compatibility/2006">
              <mc:Choice xmlns:v="urn:schemas-microsoft-com:vml" Requires="v">
                <p:oleObj spid="_x0000_s24762" name="Equation" r:id="rId13" imgW="2755800" imgH="406080" progId="Equation.DSMT4">
                  <p:embed/>
                </p:oleObj>
              </mc:Choice>
              <mc:Fallback>
                <p:oleObj name="Equation" r:id="rId13" imgW="2755800" imgH="406080" progId="Equation.DSMT4">
                  <p:embed/>
                  <p:pic>
                    <p:nvPicPr>
                      <p:cNvPr id="0" name=""/>
                      <p:cNvPicPr/>
                      <p:nvPr/>
                    </p:nvPicPr>
                    <p:blipFill>
                      <a:blip r:embed="rId14"/>
                      <a:stretch>
                        <a:fillRect/>
                      </a:stretch>
                    </p:blipFill>
                    <p:spPr>
                      <a:xfrm>
                        <a:off x="1138942" y="4019427"/>
                        <a:ext cx="6081713" cy="896937"/>
                      </a:xfrm>
                      <a:prstGeom prst="rect">
                        <a:avLst/>
                      </a:prstGeom>
                    </p:spPr>
                  </p:pic>
                </p:oleObj>
              </mc:Fallback>
            </mc:AlternateContent>
          </a:graphicData>
        </a:graphic>
      </p:graphicFrame>
      <p:graphicFrame>
        <p:nvGraphicFramePr>
          <p:cNvPr id="12" name="对象 11"/>
          <p:cNvGraphicFramePr>
            <a:graphicFrameLocks noChangeAspect="1"/>
          </p:cNvGraphicFramePr>
          <p:nvPr>
            <p:extLst>
              <p:ext uri="{D42A27DB-BD31-4B8C-83A1-F6EECF244321}">
                <p14:modId xmlns:p14="http://schemas.microsoft.com/office/powerpoint/2010/main" val="1862944017"/>
              </p:ext>
            </p:extLst>
          </p:nvPr>
        </p:nvGraphicFramePr>
        <p:xfrm>
          <a:off x="1127448" y="4854746"/>
          <a:ext cx="5465763" cy="952500"/>
        </p:xfrm>
        <a:graphic>
          <a:graphicData uri="http://schemas.openxmlformats.org/presentationml/2006/ole">
            <mc:AlternateContent xmlns:mc="http://schemas.openxmlformats.org/markup-compatibility/2006">
              <mc:Choice xmlns:v="urn:schemas-microsoft-com:vml" Requires="v">
                <p:oleObj spid="_x0000_s24763" name="Equation" r:id="rId15" imgW="2476440" imgH="431640" progId="Equation.DSMT4">
                  <p:embed/>
                </p:oleObj>
              </mc:Choice>
              <mc:Fallback>
                <p:oleObj name="Equation" r:id="rId15" imgW="2476440" imgH="431640" progId="Equation.DSMT4">
                  <p:embed/>
                  <p:pic>
                    <p:nvPicPr>
                      <p:cNvPr id="0" name=""/>
                      <p:cNvPicPr/>
                      <p:nvPr/>
                    </p:nvPicPr>
                    <p:blipFill>
                      <a:blip r:embed="rId16"/>
                      <a:stretch>
                        <a:fillRect/>
                      </a:stretch>
                    </p:blipFill>
                    <p:spPr>
                      <a:xfrm>
                        <a:off x="1127448" y="4854746"/>
                        <a:ext cx="5465763" cy="952500"/>
                      </a:xfrm>
                      <a:prstGeom prst="rect">
                        <a:avLst/>
                      </a:prstGeom>
                    </p:spPr>
                  </p:pic>
                </p:oleObj>
              </mc:Fallback>
            </mc:AlternateContent>
          </a:graphicData>
        </a:graphic>
      </p:graphicFrame>
      <p:graphicFrame>
        <p:nvGraphicFramePr>
          <p:cNvPr id="13" name="对象 12"/>
          <p:cNvGraphicFramePr>
            <a:graphicFrameLocks noChangeAspect="1"/>
          </p:cNvGraphicFramePr>
          <p:nvPr>
            <p:extLst>
              <p:ext uri="{D42A27DB-BD31-4B8C-83A1-F6EECF244321}">
                <p14:modId xmlns:p14="http://schemas.microsoft.com/office/powerpoint/2010/main" val="3064768181"/>
              </p:ext>
            </p:extLst>
          </p:nvPr>
        </p:nvGraphicFramePr>
        <p:xfrm>
          <a:off x="1127449" y="5755303"/>
          <a:ext cx="5328592" cy="495006"/>
        </p:xfrm>
        <a:graphic>
          <a:graphicData uri="http://schemas.openxmlformats.org/presentationml/2006/ole">
            <mc:AlternateContent xmlns:mc="http://schemas.openxmlformats.org/markup-compatibility/2006">
              <mc:Choice xmlns:v="urn:schemas-microsoft-com:vml" Requires="v">
                <p:oleObj spid="_x0000_s24764" name="Equation" r:id="rId17" imgW="2323800" imgH="215640" progId="Equation.DSMT4">
                  <p:embed/>
                </p:oleObj>
              </mc:Choice>
              <mc:Fallback>
                <p:oleObj name="Equation" r:id="rId17" imgW="2323800" imgH="215640" progId="Equation.DSMT4">
                  <p:embed/>
                  <p:pic>
                    <p:nvPicPr>
                      <p:cNvPr id="0" name=""/>
                      <p:cNvPicPr/>
                      <p:nvPr/>
                    </p:nvPicPr>
                    <p:blipFill>
                      <a:blip r:embed="rId18"/>
                      <a:stretch>
                        <a:fillRect/>
                      </a:stretch>
                    </p:blipFill>
                    <p:spPr>
                      <a:xfrm>
                        <a:off x="1127449" y="5755303"/>
                        <a:ext cx="5328592" cy="495006"/>
                      </a:xfrm>
                      <a:prstGeom prst="rect">
                        <a:avLst/>
                      </a:prstGeom>
                    </p:spPr>
                  </p:pic>
                </p:oleObj>
              </mc:Fallback>
            </mc:AlternateContent>
          </a:graphicData>
        </a:graphic>
      </p:graphicFrame>
      <p:graphicFrame>
        <p:nvGraphicFramePr>
          <p:cNvPr id="14" name="对象 13"/>
          <p:cNvGraphicFramePr>
            <a:graphicFrameLocks noChangeAspect="1"/>
          </p:cNvGraphicFramePr>
          <p:nvPr>
            <p:extLst>
              <p:ext uri="{D42A27DB-BD31-4B8C-83A1-F6EECF244321}">
                <p14:modId xmlns:p14="http://schemas.microsoft.com/office/powerpoint/2010/main" val="925512168"/>
              </p:ext>
            </p:extLst>
          </p:nvPr>
        </p:nvGraphicFramePr>
        <p:xfrm>
          <a:off x="6456041" y="5728296"/>
          <a:ext cx="4392487" cy="497815"/>
        </p:xfrm>
        <a:graphic>
          <a:graphicData uri="http://schemas.openxmlformats.org/presentationml/2006/ole">
            <mc:AlternateContent xmlns:mc="http://schemas.openxmlformats.org/markup-compatibility/2006">
              <mc:Choice xmlns:v="urn:schemas-microsoft-com:vml" Requires="v">
                <p:oleObj spid="_x0000_s24765" name="Equation" r:id="rId19" imgW="1904760" imgH="215640" progId="Equation.DSMT4">
                  <p:embed/>
                </p:oleObj>
              </mc:Choice>
              <mc:Fallback>
                <p:oleObj name="Equation" r:id="rId19" imgW="1904760" imgH="215640" progId="Equation.DSMT4">
                  <p:embed/>
                  <p:pic>
                    <p:nvPicPr>
                      <p:cNvPr id="0" name=""/>
                      <p:cNvPicPr/>
                      <p:nvPr/>
                    </p:nvPicPr>
                    <p:blipFill>
                      <a:blip r:embed="rId20"/>
                      <a:stretch>
                        <a:fillRect/>
                      </a:stretch>
                    </p:blipFill>
                    <p:spPr>
                      <a:xfrm>
                        <a:off x="6456041" y="5728296"/>
                        <a:ext cx="4392487" cy="497815"/>
                      </a:xfrm>
                      <a:prstGeom prst="rect">
                        <a:avLst/>
                      </a:prstGeom>
                    </p:spPr>
                  </p:pic>
                </p:oleObj>
              </mc:Fallback>
            </mc:AlternateContent>
          </a:graphicData>
        </a:graphic>
      </p:graphicFrame>
      <p:sp>
        <p:nvSpPr>
          <p:cNvPr id="15" name="文本框 14"/>
          <p:cNvSpPr txBox="1"/>
          <p:nvPr/>
        </p:nvSpPr>
        <p:spPr>
          <a:xfrm>
            <a:off x="7824192" y="4446715"/>
            <a:ext cx="2954655" cy="830997"/>
          </a:xfrm>
          <a:prstGeom prst="rect">
            <a:avLst/>
          </a:prstGeom>
          <a:noFill/>
          <a:ln w="25400">
            <a:solidFill>
              <a:srgbClr val="FF0000"/>
            </a:solidFill>
            <a:prstDash val="sysDash"/>
          </a:ln>
        </p:spPr>
        <p:txBody>
          <a:bodyPr wrap="none" rtlCol="0">
            <a:spAutoFit/>
          </a:bodyPr>
          <a:lstStyle/>
          <a:p>
            <a:r>
              <a:rPr lang="zh-CN" altLang="en-US" sz="2400" b="1" dirty="0" smtClean="0"/>
              <a:t>连续性与可偏导性都</a:t>
            </a:r>
            <a:endParaRPr lang="en-US" altLang="zh-CN" sz="2400" b="1" dirty="0" smtClean="0"/>
          </a:p>
          <a:p>
            <a:r>
              <a:rPr lang="zh-CN" altLang="en-US" sz="2400" b="1" dirty="0" smtClean="0"/>
              <a:t>是可微性的必要条件</a:t>
            </a:r>
            <a:endParaRPr lang="zh-CN" altLang="en-US" sz="2400" b="1" dirty="0"/>
          </a:p>
        </p:txBody>
      </p:sp>
      <p:grpSp>
        <p:nvGrpSpPr>
          <p:cNvPr id="23" name="组合 22"/>
          <p:cNvGrpSpPr/>
          <p:nvPr/>
        </p:nvGrpSpPr>
        <p:grpSpPr>
          <a:xfrm>
            <a:off x="2031146" y="3908808"/>
            <a:ext cx="8407592" cy="2368508"/>
            <a:chOff x="2031146" y="3908808"/>
            <a:chExt cx="8407592" cy="2368508"/>
          </a:xfrm>
        </p:grpSpPr>
        <p:cxnSp>
          <p:nvCxnSpPr>
            <p:cNvPr id="18" name="直接连接符 17"/>
            <p:cNvCxnSpPr/>
            <p:nvPr/>
          </p:nvCxnSpPr>
          <p:spPr>
            <a:xfrm>
              <a:off x="6672064" y="3908808"/>
              <a:ext cx="3766674" cy="0"/>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0" name="直接连接符 19"/>
            <p:cNvCxnSpPr/>
            <p:nvPr/>
          </p:nvCxnSpPr>
          <p:spPr>
            <a:xfrm>
              <a:off x="2031146" y="6262801"/>
              <a:ext cx="4297304" cy="14515"/>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7909385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arn(inVertical)">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6"/>
                                        </p:tgtEl>
                                        <p:attrNameLst>
                                          <p:attrName>style.visibility</p:attrName>
                                        </p:attrNameLst>
                                      </p:cBhvr>
                                      <p:to>
                                        <p:strVal val="visible"/>
                                      </p:to>
                                    </p:set>
                                    <p:animEffect transition="in" filter="wipe(left)">
                                      <p:cBhvr>
                                        <p:cTn id="12" dur="1250"/>
                                        <p:tgtEl>
                                          <p:spTgt spid="1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wipe(left)">
                                      <p:cBhvr>
                                        <p:cTn id="17" dur="500"/>
                                        <p:tgtEl>
                                          <p:spTgt spid="8"/>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wipe(left)">
                                      <p:cBhvr>
                                        <p:cTn id="22" dur="1000"/>
                                        <p:tgtEl>
                                          <p:spTgt spid="9"/>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wipe(left)">
                                      <p:cBhvr>
                                        <p:cTn id="27" dur="1000"/>
                                        <p:tgtEl>
                                          <p:spTgt spid="10"/>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wipe(left)">
                                      <p:cBhvr>
                                        <p:cTn id="32" dur="1250"/>
                                        <p:tgtEl>
                                          <p:spTgt spid="11"/>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12"/>
                                        </p:tgtEl>
                                        <p:attrNameLst>
                                          <p:attrName>style.visibility</p:attrName>
                                        </p:attrNameLst>
                                      </p:cBhvr>
                                      <p:to>
                                        <p:strVal val="visible"/>
                                      </p:to>
                                    </p:set>
                                    <p:animEffect transition="in" filter="wipe(left)">
                                      <p:cBhvr>
                                        <p:cTn id="37" dur="1250"/>
                                        <p:tgtEl>
                                          <p:spTgt spid="12"/>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13"/>
                                        </p:tgtEl>
                                        <p:attrNameLst>
                                          <p:attrName>style.visibility</p:attrName>
                                        </p:attrNameLst>
                                      </p:cBhvr>
                                      <p:to>
                                        <p:strVal val="visible"/>
                                      </p:to>
                                    </p:set>
                                    <p:animEffect transition="in" filter="wipe(left)">
                                      <p:cBhvr>
                                        <p:cTn id="42" dur="1250"/>
                                        <p:tgtEl>
                                          <p:spTgt spid="13"/>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1" fill="hold" nodeType="clickEffect">
                                  <p:stCondLst>
                                    <p:cond delay="0"/>
                                  </p:stCondLst>
                                  <p:childTnLst>
                                    <p:set>
                                      <p:cBhvr>
                                        <p:cTn id="46" dur="1" fill="hold">
                                          <p:stCondLst>
                                            <p:cond delay="0"/>
                                          </p:stCondLst>
                                        </p:cTn>
                                        <p:tgtEl>
                                          <p:spTgt spid="23"/>
                                        </p:tgtEl>
                                        <p:attrNameLst>
                                          <p:attrName>style.visibility</p:attrName>
                                        </p:attrNameLst>
                                      </p:cBhvr>
                                      <p:to>
                                        <p:strVal val="visible"/>
                                      </p:to>
                                    </p:set>
                                    <p:animEffect transition="in" filter="wipe(up)">
                                      <p:cBhvr>
                                        <p:cTn id="47" dur="1250"/>
                                        <p:tgtEl>
                                          <p:spTgt spid="23"/>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15"/>
                                        </p:tgtEl>
                                        <p:attrNameLst>
                                          <p:attrName>style.visibility</p:attrName>
                                        </p:attrNameLst>
                                      </p:cBhvr>
                                      <p:to>
                                        <p:strVal val="visible"/>
                                      </p:to>
                                    </p:set>
                                    <p:animEffect transition="in" filter="wipe(left)">
                                      <p:cBhvr>
                                        <p:cTn id="52" dur="1000"/>
                                        <p:tgtEl>
                                          <p:spTgt spid="15"/>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nodeType="clickEffect">
                                  <p:stCondLst>
                                    <p:cond delay="0"/>
                                  </p:stCondLst>
                                  <p:childTnLst>
                                    <p:set>
                                      <p:cBhvr>
                                        <p:cTn id="56" dur="1" fill="hold">
                                          <p:stCondLst>
                                            <p:cond delay="0"/>
                                          </p:stCondLst>
                                        </p:cTn>
                                        <p:tgtEl>
                                          <p:spTgt spid="14"/>
                                        </p:tgtEl>
                                        <p:attrNameLst>
                                          <p:attrName>style.visibility</p:attrName>
                                        </p:attrNameLst>
                                      </p:cBhvr>
                                      <p:to>
                                        <p:strVal val="visible"/>
                                      </p:to>
                                    </p:set>
                                    <p:animEffect transition="in" filter="wipe(left)">
                                      <p:cBhvr>
                                        <p:cTn id="57" dur="10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15"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127448" y="836712"/>
            <a:ext cx="1082348" cy="523220"/>
          </a:xfrm>
          <a:prstGeom prst="rect">
            <a:avLst/>
          </a:prstGeom>
          <a:noFill/>
        </p:spPr>
        <p:txBody>
          <a:bodyPr wrap="none" rtlCol="0">
            <a:spAutoFit/>
          </a:bodyPr>
          <a:lstStyle/>
          <a:p>
            <a:r>
              <a:rPr lang="en-US" altLang="zh-CN" sz="2800" b="1" dirty="0" smtClean="0">
                <a:latin typeface="Times New Roman" panose="02020603050405020304" pitchFamily="18" charset="0"/>
                <a:cs typeface="Times New Roman" panose="02020603050405020304" pitchFamily="18" charset="0"/>
              </a:rPr>
              <a:t>3</a:t>
            </a:r>
            <a:r>
              <a:rPr lang="zh-CN" altLang="en-US" sz="2800" b="1" dirty="0" smtClean="0">
                <a:latin typeface="Times New Roman" panose="02020603050405020304" pitchFamily="18" charset="0"/>
                <a:cs typeface="Times New Roman" panose="02020603050405020304" pitchFamily="18" charset="0"/>
              </a:rPr>
              <a:t>、</a:t>
            </a:r>
            <a:r>
              <a:rPr lang="zh-CN" altLang="en-US" sz="2800" b="1" dirty="0" smtClean="0"/>
              <a:t>设</a:t>
            </a:r>
            <a:endParaRPr lang="zh-CN" altLang="en-US" sz="2800" b="1" dirty="0"/>
          </a:p>
        </p:txBody>
      </p:sp>
      <p:graphicFrame>
        <p:nvGraphicFramePr>
          <p:cNvPr id="3" name="对象 2"/>
          <p:cNvGraphicFramePr>
            <a:graphicFrameLocks noChangeAspect="1"/>
          </p:cNvGraphicFramePr>
          <p:nvPr>
            <p:extLst>
              <p:ext uri="{D42A27DB-BD31-4B8C-83A1-F6EECF244321}">
                <p14:modId xmlns:p14="http://schemas.microsoft.com/office/powerpoint/2010/main" val="2635495853"/>
              </p:ext>
            </p:extLst>
          </p:nvPr>
        </p:nvGraphicFramePr>
        <p:xfrm>
          <a:off x="2122488" y="231775"/>
          <a:ext cx="6775450" cy="1679575"/>
        </p:xfrm>
        <a:graphic>
          <a:graphicData uri="http://schemas.openxmlformats.org/presentationml/2006/ole">
            <mc:AlternateContent xmlns:mc="http://schemas.openxmlformats.org/markup-compatibility/2006">
              <mc:Choice xmlns:v="urn:schemas-microsoft-com:vml" Requires="v">
                <p:oleObj spid="_x0000_s25712" name="Equation" r:id="rId3" imgW="2920680" imgH="723600" progId="Equation.DSMT4">
                  <p:embed/>
                </p:oleObj>
              </mc:Choice>
              <mc:Fallback>
                <p:oleObj name="Equation" r:id="rId3" imgW="2920680" imgH="723600" progId="Equation.DSMT4">
                  <p:embed/>
                  <p:pic>
                    <p:nvPicPr>
                      <p:cNvPr id="0" name=""/>
                      <p:cNvPicPr/>
                      <p:nvPr/>
                    </p:nvPicPr>
                    <p:blipFill>
                      <a:blip r:embed="rId4"/>
                      <a:stretch>
                        <a:fillRect/>
                      </a:stretch>
                    </p:blipFill>
                    <p:spPr>
                      <a:xfrm>
                        <a:off x="2122488" y="231775"/>
                        <a:ext cx="6775450" cy="1679575"/>
                      </a:xfrm>
                      <a:prstGeom prst="rect">
                        <a:avLst/>
                      </a:prstGeom>
                    </p:spPr>
                  </p:pic>
                </p:oleObj>
              </mc:Fallback>
            </mc:AlternateContent>
          </a:graphicData>
        </a:graphic>
      </p:graphicFrame>
      <p:sp>
        <p:nvSpPr>
          <p:cNvPr id="4" name="文本框 3"/>
          <p:cNvSpPr txBox="1"/>
          <p:nvPr/>
        </p:nvSpPr>
        <p:spPr>
          <a:xfrm>
            <a:off x="1127448" y="1912866"/>
            <a:ext cx="8983550" cy="523220"/>
          </a:xfrm>
          <a:prstGeom prst="rect">
            <a:avLst/>
          </a:prstGeom>
          <a:noFill/>
        </p:spPr>
        <p:txBody>
          <a:bodyPr wrap="none" rtlCol="0">
            <a:spAutoFit/>
          </a:bodyPr>
          <a:lstStyle/>
          <a:p>
            <a:r>
              <a:rPr lang="zh-CN" altLang="en-US" sz="2800" b="1" dirty="0" smtClean="0"/>
              <a:t>讨论函数 </a:t>
            </a:r>
            <a:r>
              <a:rPr lang="en-US" altLang="zh-CN" sz="2800" b="1" i="1" dirty="0" smtClean="0">
                <a:latin typeface="Times New Roman" panose="02020603050405020304" pitchFamily="18" charset="0"/>
                <a:ea typeface="方正姚体" panose="02010601030101010101" pitchFamily="2" charset="-122"/>
                <a:cs typeface="Times New Roman" panose="02020603050405020304" pitchFamily="18" charset="0"/>
              </a:rPr>
              <a:t>f</a:t>
            </a:r>
            <a:r>
              <a:rPr lang="en-US" altLang="zh-CN" sz="2800" b="1" dirty="0" smtClean="0">
                <a:latin typeface="Times New Roman" panose="02020603050405020304" pitchFamily="18" charset="0"/>
                <a:ea typeface="方正姚体" panose="02010601030101010101" pitchFamily="2" charset="-122"/>
                <a:cs typeface="Times New Roman" panose="02020603050405020304" pitchFamily="18" charset="0"/>
              </a:rPr>
              <a:t>( </a:t>
            </a:r>
            <a:r>
              <a:rPr lang="en-US" altLang="zh-CN" sz="2800" b="1" i="1" dirty="0" smtClean="0">
                <a:latin typeface="Times New Roman" panose="02020603050405020304" pitchFamily="18" charset="0"/>
                <a:ea typeface="方正姚体" panose="02010601030101010101" pitchFamily="2" charset="-122"/>
                <a:cs typeface="Times New Roman" panose="02020603050405020304" pitchFamily="18" charset="0"/>
              </a:rPr>
              <a:t>x, y </a:t>
            </a:r>
            <a:r>
              <a:rPr lang="en-US" altLang="zh-CN" sz="2800" b="1" dirty="0" smtClean="0">
                <a:latin typeface="Times New Roman" panose="02020603050405020304" pitchFamily="18" charset="0"/>
                <a:ea typeface="方正姚体" panose="02010601030101010101" pitchFamily="2" charset="-122"/>
                <a:cs typeface="Times New Roman" panose="02020603050405020304" pitchFamily="18" charset="0"/>
              </a:rPr>
              <a:t>)</a:t>
            </a:r>
            <a:r>
              <a:rPr lang="zh-CN" altLang="en-US" sz="2800" b="1" dirty="0" smtClean="0"/>
              <a:t>在</a:t>
            </a:r>
            <a:r>
              <a:rPr lang="en-US" altLang="zh-CN" sz="2800" b="1" dirty="0" smtClean="0">
                <a:latin typeface="Times New Roman" panose="02020603050405020304" pitchFamily="18" charset="0"/>
                <a:cs typeface="Times New Roman" panose="02020603050405020304" pitchFamily="18" charset="0"/>
              </a:rPr>
              <a:t>(0,0)</a:t>
            </a:r>
            <a:r>
              <a:rPr lang="zh-CN" altLang="en-US" sz="2800" b="1" dirty="0" smtClean="0"/>
              <a:t>处的连续性、可偏导性、可微性</a:t>
            </a:r>
            <a:r>
              <a:rPr lang="en-US" altLang="zh-CN" sz="2800" b="1" dirty="0" smtClean="0"/>
              <a:t>.</a:t>
            </a:r>
            <a:endParaRPr lang="zh-CN" altLang="en-US" sz="2800" b="1" dirty="0"/>
          </a:p>
        </p:txBody>
      </p:sp>
      <p:sp>
        <p:nvSpPr>
          <p:cNvPr id="5" name="文本框 4"/>
          <p:cNvSpPr txBox="1"/>
          <p:nvPr/>
        </p:nvSpPr>
        <p:spPr>
          <a:xfrm>
            <a:off x="1182819" y="2568802"/>
            <a:ext cx="543739" cy="523220"/>
          </a:xfrm>
          <a:prstGeom prst="rect">
            <a:avLst/>
          </a:prstGeom>
          <a:noFill/>
        </p:spPr>
        <p:txBody>
          <a:bodyPr wrap="none" rtlCol="0">
            <a:spAutoFit/>
          </a:bodyPr>
          <a:lstStyle/>
          <a:p>
            <a:r>
              <a:rPr lang="zh-CN" altLang="en-US" sz="2800" b="1" dirty="0">
                <a:solidFill>
                  <a:srgbClr val="FF0000"/>
                </a:solidFill>
              </a:rPr>
              <a:t>解</a:t>
            </a:r>
          </a:p>
        </p:txBody>
      </p:sp>
      <p:grpSp>
        <p:nvGrpSpPr>
          <p:cNvPr id="16" name="组合 15"/>
          <p:cNvGrpSpPr/>
          <p:nvPr/>
        </p:nvGrpSpPr>
        <p:grpSpPr>
          <a:xfrm>
            <a:off x="1758390" y="2378799"/>
            <a:ext cx="4065097" cy="1065212"/>
            <a:chOff x="1758390" y="2378799"/>
            <a:chExt cx="4065097" cy="1065212"/>
          </a:xfrm>
        </p:grpSpPr>
        <p:sp>
          <p:nvSpPr>
            <p:cNvPr id="6" name="文本框 5"/>
            <p:cNvSpPr txBox="1"/>
            <p:nvPr/>
          </p:nvSpPr>
          <p:spPr>
            <a:xfrm>
              <a:off x="1758390" y="2568802"/>
              <a:ext cx="902811" cy="523220"/>
            </a:xfrm>
            <a:prstGeom prst="rect">
              <a:avLst/>
            </a:prstGeom>
            <a:noFill/>
          </p:spPr>
          <p:txBody>
            <a:bodyPr wrap="none" rtlCol="0">
              <a:spAutoFit/>
            </a:bodyPr>
            <a:lstStyle/>
            <a:p>
              <a:r>
                <a:rPr lang="zh-CN" altLang="en-US" sz="2800" b="1" dirty="0" smtClean="0"/>
                <a:t>由于</a:t>
              </a:r>
              <a:endParaRPr lang="zh-CN" altLang="en-US" sz="2800" b="1" dirty="0"/>
            </a:p>
          </p:txBody>
        </p:sp>
        <p:graphicFrame>
          <p:nvGraphicFramePr>
            <p:cNvPr id="7" name="对象 6"/>
            <p:cNvGraphicFramePr>
              <a:graphicFrameLocks noChangeAspect="1"/>
            </p:cNvGraphicFramePr>
            <p:nvPr>
              <p:extLst>
                <p:ext uri="{D42A27DB-BD31-4B8C-83A1-F6EECF244321}">
                  <p14:modId xmlns:p14="http://schemas.microsoft.com/office/powerpoint/2010/main" val="1079096078"/>
                </p:ext>
              </p:extLst>
            </p:nvPr>
          </p:nvGraphicFramePr>
          <p:xfrm>
            <a:off x="2597687" y="2378799"/>
            <a:ext cx="3225800" cy="1065212"/>
          </p:xfrm>
          <a:graphic>
            <a:graphicData uri="http://schemas.openxmlformats.org/presentationml/2006/ole">
              <mc:AlternateContent xmlns:mc="http://schemas.openxmlformats.org/markup-compatibility/2006">
                <mc:Choice xmlns:v="urn:schemas-microsoft-com:vml" Requires="v">
                  <p:oleObj spid="_x0000_s25713" name="Equation" r:id="rId5" imgW="1460160" imgH="482400" progId="Equation.DSMT4">
                    <p:embed/>
                  </p:oleObj>
                </mc:Choice>
                <mc:Fallback>
                  <p:oleObj name="Equation" r:id="rId5" imgW="1460160" imgH="482400" progId="Equation.DSMT4">
                    <p:embed/>
                    <p:pic>
                      <p:nvPicPr>
                        <p:cNvPr id="0" name=""/>
                        <p:cNvPicPr/>
                        <p:nvPr/>
                      </p:nvPicPr>
                      <p:blipFill>
                        <a:blip r:embed="rId6"/>
                        <a:stretch>
                          <a:fillRect/>
                        </a:stretch>
                      </p:blipFill>
                      <p:spPr>
                        <a:xfrm>
                          <a:off x="2597687" y="2378799"/>
                          <a:ext cx="3225800" cy="1065212"/>
                        </a:xfrm>
                        <a:prstGeom prst="rect">
                          <a:avLst/>
                        </a:prstGeom>
                      </p:spPr>
                    </p:pic>
                  </p:oleObj>
                </mc:Fallback>
              </mc:AlternateContent>
            </a:graphicData>
          </a:graphic>
        </p:graphicFrame>
      </p:grpSp>
      <p:graphicFrame>
        <p:nvGraphicFramePr>
          <p:cNvPr id="9" name="对象 8"/>
          <p:cNvGraphicFramePr>
            <a:graphicFrameLocks noChangeAspect="1"/>
          </p:cNvGraphicFramePr>
          <p:nvPr>
            <p:extLst>
              <p:ext uri="{D42A27DB-BD31-4B8C-83A1-F6EECF244321}">
                <p14:modId xmlns:p14="http://schemas.microsoft.com/office/powerpoint/2010/main" val="3101224846"/>
              </p:ext>
            </p:extLst>
          </p:nvPr>
        </p:nvGraphicFramePr>
        <p:xfrm>
          <a:off x="1343472" y="3247047"/>
          <a:ext cx="7216775" cy="1106487"/>
        </p:xfrm>
        <a:graphic>
          <a:graphicData uri="http://schemas.openxmlformats.org/presentationml/2006/ole">
            <mc:AlternateContent xmlns:mc="http://schemas.openxmlformats.org/markup-compatibility/2006">
              <mc:Choice xmlns:v="urn:schemas-microsoft-com:vml" Requires="v">
                <p:oleObj spid="_x0000_s25714" name="Equation" r:id="rId7" imgW="3149280" imgH="482400" progId="Equation.DSMT4">
                  <p:embed/>
                </p:oleObj>
              </mc:Choice>
              <mc:Fallback>
                <p:oleObj name="Equation" r:id="rId7" imgW="3149280" imgH="482400" progId="Equation.DSMT4">
                  <p:embed/>
                  <p:pic>
                    <p:nvPicPr>
                      <p:cNvPr id="0" name=""/>
                      <p:cNvPicPr/>
                      <p:nvPr/>
                    </p:nvPicPr>
                    <p:blipFill>
                      <a:blip r:embed="rId8"/>
                      <a:stretch>
                        <a:fillRect/>
                      </a:stretch>
                    </p:blipFill>
                    <p:spPr>
                      <a:xfrm>
                        <a:off x="1343472" y="3247047"/>
                        <a:ext cx="7216775" cy="1106487"/>
                      </a:xfrm>
                      <a:prstGeom prst="rect">
                        <a:avLst/>
                      </a:prstGeom>
                    </p:spPr>
                  </p:pic>
                </p:oleObj>
              </mc:Fallback>
            </mc:AlternateContent>
          </a:graphicData>
        </a:graphic>
      </p:graphicFrame>
      <p:graphicFrame>
        <p:nvGraphicFramePr>
          <p:cNvPr id="10" name="对象 9"/>
          <p:cNvGraphicFramePr>
            <a:graphicFrameLocks noChangeAspect="1"/>
          </p:cNvGraphicFramePr>
          <p:nvPr>
            <p:extLst>
              <p:ext uri="{D42A27DB-BD31-4B8C-83A1-F6EECF244321}">
                <p14:modId xmlns:p14="http://schemas.microsoft.com/office/powerpoint/2010/main" val="2238233277"/>
              </p:ext>
            </p:extLst>
          </p:nvPr>
        </p:nvGraphicFramePr>
        <p:xfrm>
          <a:off x="1375662" y="4511514"/>
          <a:ext cx="4462463" cy="511175"/>
        </p:xfrm>
        <a:graphic>
          <a:graphicData uri="http://schemas.openxmlformats.org/presentationml/2006/ole">
            <mc:AlternateContent xmlns:mc="http://schemas.openxmlformats.org/markup-compatibility/2006">
              <mc:Choice xmlns:v="urn:schemas-microsoft-com:vml" Requires="v">
                <p:oleObj spid="_x0000_s25715" name="Equation" r:id="rId9" imgW="1879560" imgH="215640" progId="Equation.DSMT4">
                  <p:embed/>
                </p:oleObj>
              </mc:Choice>
              <mc:Fallback>
                <p:oleObj name="Equation" r:id="rId9" imgW="1879560" imgH="215640" progId="Equation.DSMT4">
                  <p:embed/>
                  <p:pic>
                    <p:nvPicPr>
                      <p:cNvPr id="0" name=""/>
                      <p:cNvPicPr/>
                      <p:nvPr/>
                    </p:nvPicPr>
                    <p:blipFill>
                      <a:blip r:embed="rId10"/>
                      <a:stretch>
                        <a:fillRect/>
                      </a:stretch>
                    </p:blipFill>
                    <p:spPr>
                      <a:xfrm>
                        <a:off x="1375662" y="4511514"/>
                        <a:ext cx="4462463" cy="511175"/>
                      </a:xfrm>
                      <a:prstGeom prst="rect">
                        <a:avLst/>
                      </a:prstGeom>
                    </p:spPr>
                  </p:pic>
                </p:oleObj>
              </mc:Fallback>
            </mc:AlternateContent>
          </a:graphicData>
        </a:graphic>
      </p:graphicFrame>
      <p:graphicFrame>
        <p:nvGraphicFramePr>
          <p:cNvPr id="11" name="对象 10"/>
          <p:cNvGraphicFramePr>
            <a:graphicFrameLocks noChangeAspect="1"/>
          </p:cNvGraphicFramePr>
          <p:nvPr>
            <p:extLst>
              <p:ext uri="{D42A27DB-BD31-4B8C-83A1-F6EECF244321}">
                <p14:modId xmlns:p14="http://schemas.microsoft.com/office/powerpoint/2010/main" val="2208900913"/>
              </p:ext>
            </p:extLst>
          </p:nvPr>
        </p:nvGraphicFramePr>
        <p:xfrm>
          <a:off x="1454688" y="5142829"/>
          <a:ext cx="5267325" cy="896937"/>
        </p:xfrm>
        <a:graphic>
          <a:graphicData uri="http://schemas.openxmlformats.org/presentationml/2006/ole">
            <mc:AlternateContent xmlns:mc="http://schemas.openxmlformats.org/markup-compatibility/2006">
              <mc:Choice xmlns:v="urn:schemas-microsoft-com:vml" Requires="v">
                <p:oleObj spid="_x0000_s25716" name="Equation" r:id="rId11" imgW="2387520" imgH="406080" progId="Equation.DSMT4">
                  <p:embed/>
                </p:oleObj>
              </mc:Choice>
              <mc:Fallback>
                <p:oleObj name="Equation" r:id="rId11" imgW="2387520" imgH="406080" progId="Equation.DSMT4">
                  <p:embed/>
                  <p:pic>
                    <p:nvPicPr>
                      <p:cNvPr id="0" name=""/>
                      <p:cNvPicPr/>
                      <p:nvPr/>
                    </p:nvPicPr>
                    <p:blipFill>
                      <a:blip r:embed="rId12"/>
                      <a:stretch>
                        <a:fillRect/>
                      </a:stretch>
                    </p:blipFill>
                    <p:spPr>
                      <a:xfrm>
                        <a:off x="1454688" y="5142829"/>
                        <a:ext cx="5267325" cy="896937"/>
                      </a:xfrm>
                      <a:prstGeom prst="rect">
                        <a:avLst/>
                      </a:prstGeom>
                    </p:spPr>
                  </p:pic>
                </p:oleObj>
              </mc:Fallback>
            </mc:AlternateContent>
          </a:graphicData>
        </a:graphic>
      </p:graphicFrame>
      <p:sp>
        <p:nvSpPr>
          <p:cNvPr id="17" name="文本框 16"/>
          <p:cNvSpPr txBox="1"/>
          <p:nvPr/>
        </p:nvSpPr>
        <p:spPr>
          <a:xfrm>
            <a:off x="5825099" y="2564025"/>
            <a:ext cx="1261884" cy="523220"/>
          </a:xfrm>
          <a:prstGeom prst="rect">
            <a:avLst/>
          </a:prstGeom>
          <a:noFill/>
        </p:spPr>
        <p:txBody>
          <a:bodyPr wrap="none" rtlCol="0">
            <a:spAutoFit/>
          </a:bodyPr>
          <a:lstStyle/>
          <a:p>
            <a:r>
              <a:rPr lang="zh-CN" altLang="en-US" sz="2800" b="1" dirty="0" smtClean="0"/>
              <a:t>所以，</a:t>
            </a:r>
            <a:endParaRPr lang="zh-CN" altLang="en-US" sz="2800" b="1" dirty="0"/>
          </a:p>
        </p:txBody>
      </p:sp>
      <p:graphicFrame>
        <p:nvGraphicFramePr>
          <p:cNvPr id="18" name="对象 17"/>
          <p:cNvGraphicFramePr>
            <a:graphicFrameLocks noChangeAspect="1"/>
          </p:cNvGraphicFramePr>
          <p:nvPr>
            <p:extLst>
              <p:ext uri="{D42A27DB-BD31-4B8C-83A1-F6EECF244321}">
                <p14:modId xmlns:p14="http://schemas.microsoft.com/office/powerpoint/2010/main" val="4015372182"/>
              </p:ext>
            </p:extLst>
          </p:nvPr>
        </p:nvGraphicFramePr>
        <p:xfrm>
          <a:off x="6888088" y="5309912"/>
          <a:ext cx="2376135" cy="562769"/>
        </p:xfrm>
        <a:graphic>
          <a:graphicData uri="http://schemas.openxmlformats.org/presentationml/2006/ole">
            <mc:AlternateContent xmlns:mc="http://schemas.openxmlformats.org/markup-compatibility/2006">
              <mc:Choice xmlns:v="urn:schemas-microsoft-com:vml" Requires="v">
                <p:oleObj spid="_x0000_s25717" name="Equation" r:id="rId13" imgW="965160" imgH="228600" progId="Equation.DSMT4">
                  <p:embed/>
                </p:oleObj>
              </mc:Choice>
              <mc:Fallback>
                <p:oleObj name="Equation" r:id="rId13" imgW="965160" imgH="228600" progId="Equation.DSMT4">
                  <p:embed/>
                  <p:pic>
                    <p:nvPicPr>
                      <p:cNvPr id="0" name=""/>
                      <p:cNvPicPr/>
                      <p:nvPr/>
                    </p:nvPicPr>
                    <p:blipFill>
                      <a:blip r:embed="rId14"/>
                      <a:stretch>
                        <a:fillRect/>
                      </a:stretch>
                    </p:blipFill>
                    <p:spPr>
                      <a:xfrm>
                        <a:off x="6888088" y="5309912"/>
                        <a:ext cx="2376135" cy="562769"/>
                      </a:xfrm>
                      <a:prstGeom prst="rect">
                        <a:avLst/>
                      </a:prstGeom>
                    </p:spPr>
                  </p:pic>
                </p:oleObj>
              </mc:Fallback>
            </mc:AlternateContent>
          </a:graphicData>
        </a:graphic>
      </p:graphicFrame>
    </p:spTree>
    <p:extLst>
      <p:ext uri="{BB962C8B-B14F-4D97-AF65-F5344CB8AC3E}">
        <p14:creationId xmlns:p14="http://schemas.microsoft.com/office/powerpoint/2010/main" val="1939801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arn(inVertical)">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6"/>
                                        </p:tgtEl>
                                        <p:attrNameLst>
                                          <p:attrName>style.visibility</p:attrName>
                                        </p:attrNameLst>
                                      </p:cBhvr>
                                      <p:to>
                                        <p:strVal val="visible"/>
                                      </p:to>
                                    </p:set>
                                    <p:animEffect transition="in" filter="wipe(left)">
                                      <p:cBhvr>
                                        <p:cTn id="12" dur="1250"/>
                                        <p:tgtEl>
                                          <p:spTgt spid="1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7"/>
                                        </p:tgtEl>
                                        <p:attrNameLst>
                                          <p:attrName>style.visibility</p:attrName>
                                        </p:attrNameLst>
                                      </p:cBhvr>
                                      <p:to>
                                        <p:strVal val="visible"/>
                                      </p:to>
                                    </p:set>
                                    <p:animEffect transition="in" filter="wipe(left)">
                                      <p:cBhvr>
                                        <p:cTn id="17" dur="500"/>
                                        <p:tgtEl>
                                          <p:spTgt spid="17"/>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wipe(left)">
                                      <p:cBhvr>
                                        <p:cTn id="22" dur="1000"/>
                                        <p:tgtEl>
                                          <p:spTgt spid="9"/>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wipe(left)">
                                      <p:cBhvr>
                                        <p:cTn id="27" dur="1000"/>
                                        <p:tgtEl>
                                          <p:spTgt spid="10"/>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wipe(left)">
                                      <p:cBhvr>
                                        <p:cTn id="32" dur="1250"/>
                                        <p:tgtEl>
                                          <p:spTgt spid="11"/>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wipe(left)">
                                      <p:cBhvr>
                                        <p:cTn id="37"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17"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 name="对象 11"/>
          <p:cNvGraphicFramePr>
            <a:graphicFrameLocks noChangeAspect="1"/>
          </p:cNvGraphicFramePr>
          <p:nvPr>
            <p:extLst>
              <p:ext uri="{D42A27DB-BD31-4B8C-83A1-F6EECF244321}">
                <p14:modId xmlns:p14="http://schemas.microsoft.com/office/powerpoint/2010/main" val="3302201469"/>
              </p:ext>
            </p:extLst>
          </p:nvPr>
        </p:nvGraphicFramePr>
        <p:xfrm>
          <a:off x="1509918" y="965587"/>
          <a:ext cx="5915025" cy="952500"/>
        </p:xfrm>
        <a:graphic>
          <a:graphicData uri="http://schemas.openxmlformats.org/presentationml/2006/ole">
            <mc:AlternateContent xmlns:mc="http://schemas.openxmlformats.org/markup-compatibility/2006">
              <mc:Choice xmlns:v="urn:schemas-microsoft-com:vml" Requires="v">
                <p:oleObj spid="_x0000_s26754" name="Equation" r:id="rId3" imgW="2679480" imgH="431640" progId="Equation.DSMT4">
                  <p:embed/>
                </p:oleObj>
              </mc:Choice>
              <mc:Fallback>
                <p:oleObj name="Equation" r:id="rId3" imgW="2679480" imgH="431640" progId="Equation.DSMT4">
                  <p:embed/>
                  <p:pic>
                    <p:nvPicPr>
                      <p:cNvPr id="0" name=""/>
                      <p:cNvPicPr/>
                      <p:nvPr/>
                    </p:nvPicPr>
                    <p:blipFill>
                      <a:blip r:embed="rId4"/>
                      <a:stretch>
                        <a:fillRect/>
                      </a:stretch>
                    </p:blipFill>
                    <p:spPr>
                      <a:xfrm>
                        <a:off x="1509918" y="965587"/>
                        <a:ext cx="5915025" cy="952500"/>
                      </a:xfrm>
                      <a:prstGeom prst="rect">
                        <a:avLst/>
                      </a:prstGeom>
                    </p:spPr>
                  </p:pic>
                </p:oleObj>
              </mc:Fallback>
            </mc:AlternateContent>
          </a:graphicData>
        </a:graphic>
      </p:graphicFrame>
      <p:graphicFrame>
        <p:nvGraphicFramePr>
          <p:cNvPr id="14" name="对象 13"/>
          <p:cNvGraphicFramePr>
            <a:graphicFrameLocks noChangeAspect="1"/>
          </p:cNvGraphicFramePr>
          <p:nvPr>
            <p:extLst>
              <p:ext uri="{D42A27DB-BD31-4B8C-83A1-F6EECF244321}">
                <p14:modId xmlns:p14="http://schemas.microsoft.com/office/powerpoint/2010/main" val="3041236480"/>
              </p:ext>
            </p:extLst>
          </p:nvPr>
        </p:nvGraphicFramePr>
        <p:xfrm>
          <a:off x="1822450" y="5373688"/>
          <a:ext cx="4375150" cy="538162"/>
        </p:xfrm>
        <a:graphic>
          <a:graphicData uri="http://schemas.openxmlformats.org/presentationml/2006/ole">
            <mc:AlternateContent xmlns:mc="http://schemas.openxmlformats.org/markup-compatibility/2006">
              <mc:Choice xmlns:v="urn:schemas-microsoft-com:vml" Requires="v">
                <p:oleObj spid="_x0000_s26755" name="Equation" r:id="rId5" imgW="1752480" imgH="215640" progId="Equation.DSMT4">
                  <p:embed/>
                </p:oleObj>
              </mc:Choice>
              <mc:Fallback>
                <p:oleObj name="Equation" r:id="rId5" imgW="1752480" imgH="215640" progId="Equation.DSMT4">
                  <p:embed/>
                  <p:pic>
                    <p:nvPicPr>
                      <p:cNvPr id="0" name=""/>
                      <p:cNvPicPr/>
                      <p:nvPr/>
                    </p:nvPicPr>
                    <p:blipFill>
                      <a:blip r:embed="rId6"/>
                      <a:stretch>
                        <a:fillRect/>
                      </a:stretch>
                    </p:blipFill>
                    <p:spPr>
                      <a:xfrm>
                        <a:off x="1822450" y="5373688"/>
                        <a:ext cx="4375150" cy="538162"/>
                      </a:xfrm>
                      <a:prstGeom prst="rect">
                        <a:avLst/>
                      </a:prstGeom>
                    </p:spPr>
                  </p:pic>
                </p:oleObj>
              </mc:Fallback>
            </mc:AlternateContent>
          </a:graphicData>
        </a:graphic>
      </p:graphicFrame>
      <p:graphicFrame>
        <p:nvGraphicFramePr>
          <p:cNvPr id="8" name="对象 7"/>
          <p:cNvGraphicFramePr>
            <a:graphicFrameLocks noChangeAspect="1"/>
          </p:cNvGraphicFramePr>
          <p:nvPr>
            <p:extLst>
              <p:ext uri="{D42A27DB-BD31-4B8C-83A1-F6EECF244321}">
                <p14:modId xmlns:p14="http://schemas.microsoft.com/office/powerpoint/2010/main" val="3812570707"/>
              </p:ext>
            </p:extLst>
          </p:nvPr>
        </p:nvGraphicFramePr>
        <p:xfrm>
          <a:off x="7475957" y="869608"/>
          <a:ext cx="2592288" cy="1036915"/>
        </p:xfrm>
        <a:graphic>
          <a:graphicData uri="http://schemas.openxmlformats.org/presentationml/2006/ole">
            <mc:AlternateContent xmlns:mc="http://schemas.openxmlformats.org/markup-compatibility/2006">
              <mc:Choice xmlns:v="urn:schemas-microsoft-com:vml" Requires="v">
                <p:oleObj spid="_x0000_s26756" name="Equation" r:id="rId7" imgW="1015920" imgH="406080" progId="Equation.DSMT4">
                  <p:embed/>
                </p:oleObj>
              </mc:Choice>
              <mc:Fallback>
                <p:oleObj name="Equation" r:id="rId7" imgW="1015920" imgH="406080" progId="Equation.DSMT4">
                  <p:embed/>
                  <p:pic>
                    <p:nvPicPr>
                      <p:cNvPr id="0" name=""/>
                      <p:cNvPicPr/>
                      <p:nvPr/>
                    </p:nvPicPr>
                    <p:blipFill>
                      <a:blip r:embed="rId8"/>
                      <a:stretch>
                        <a:fillRect/>
                      </a:stretch>
                    </p:blipFill>
                    <p:spPr>
                      <a:xfrm>
                        <a:off x="7475957" y="869608"/>
                        <a:ext cx="2592288" cy="1036915"/>
                      </a:xfrm>
                      <a:prstGeom prst="rect">
                        <a:avLst/>
                      </a:prstGeom>
                    </p:spPr>
                  </p:pic>
                </p:oleObj>
              </mc:Fallback>
            </mc:AlternateContent>
          </a:graphicData>
        </a:graphic>
      </p:graphicFrame>
      <p:graphicFrame>
        <p:nvGraphicFramePr>
          <p:cNvPr id="18" name="对象 17"/>
          <p:cNvGraphicFramePr>
            <a:graphicFrameLocks noChangeAspect="1"/>
          </p:cNvGraphicFramePr>
          <p:nvPr>
            <p:extLst>
              <p:ext uri="{D42A27DB-BD31-4B8C-83A1-F6EECF244321}">
                <p14:modId xmlns:p14="http://schemas.microsoft.com/office/powerpoint/2010/main" val="2123147578"/>
              </p:ext>
            </p:extLst>
          </p:nvPr>
        </p:nvGraphicFramePr>
        <p:xfrm>
          <a:off x="1353841" y="1977892"/>
          <a:ext cx="5472608" cy="531625"/>
        </p:xfrm>
        <a:graphic>
          <a:graphicData uri="http://schemas.openxmlformats.org/presentationml/2006/ole">
            <mc:AlternateContent xmlns:mc="http://schemas.openxmlformats.org/markup-compatibility/2006">
              <mc:Choice xmlns:v="urn:schemas-microsoft-com:vml" Requires="v">
                <p:oleObj spid="_x0000_s26757" name="Equation" r:id="rId9" imgW="2222280" imgH="215640" progId="Equation.DSMT4">
                  <p:embed/>
                </p:oleObj>
              </mc:Choice>
              <mc:Fallback>
                <p:oleObj name="Equation" r:id="rId9" imgW="2222280" imgH="215640" progId="Equation.DSMT4">
                  <p:embed/>
                  <p:pic>
                    <p:nvPicPr>
                      <p:cNvPr id="0" name=""/>
                      <p:cNvPicPr/>
                      <p:nvPr/>
                    </p:nvPicPr>
                    <p:blipFill>
                      <a:blip r:embed="rId10"/>
                      <a:stretch>
                        <a:fillRect/>
                      </a:stretch>
                    </p:blipFill>
                    <p:spPr>
                      <a:xfrm>
                        <a:off x="1353841" y="1977892"/>
                        <a:ext cx="5472608" cy="531625"/>
                      </a:xfrm>
                      <a:prstGeom prst="rect">
                        <a:avLst/>
                      </a:prstGeom>
                    </p:spPr>
                  </p:pic>
                </p:oleObj>
              </mc:Fallback>
            </mc:AlternateContent>
          </a:graphicData>
        </a:graphic>
      </p:graphicFrame>
      <p:sp>
        <p:nvSpPr>
          <p:cNvPr id="19" name="文本框 18"/>
          <p:cNvSpPr txBox="1"/>
          <p:nvPr/>
        </p:nvSpPr>
        <p:spPr>
          <a:xfrm>
            <a:off x="6842611" y="1949119"/>
            <a:ext cx="1266693" cy="523220"/>
          </a:xfrm>
          <a:prstGeom prst="rect">
            <a:avLst/>
          </a:prstGeom>
          <a:noFill/>
        </p:spPr>
        <p:txBody>
          <a:bodyPr wrap="none" rtlCol="0">
            <a:spAutoFit/>
          </a:bodyPr>
          <a:lstStyle/>
          <a:p>
            <a:r>
              <a:rPr lang="zh-CN" altLang="en-US" sz="2800" b="1" dirty="0" smtClean="0"/>
              <a:t>又因为</a:t>
            </a:r>
            <a:endParaRPr lang="zh-CN" altLang="en-US" sz="2800" b="1" dirty="0"/>
          </a:p>
        </p:txBody>
      </p:sp>
      <p:graphicFrame>
        <p:nvGraphicFramePr>
          <p:cNvPr id="20" name="对象 19"/>
          <p:cNvGraphicFramePr>
            <a:graphicFrameLocks noChangeAspect="1"/>
          </p:cNvGraphicFramePr>
          <p:nvPr>
            <p:extLst>
              <p:ext uri="{D42A27DB-BD31-4B8C-83A1-F6EECF244321}">
                <p14:modId xmlns:p14="http://schemas.microsoft.com/office/powerpoint/2010/main" val="2887716188"/>
              </p:ext>
            </p:extLst>
          </p:nvPr>
        </p:nvGraphicFramePr>
        <p:xfrm>
          <a:off x="2597756" y="2569322"/>
          <a:ext cx="6263188" cy="1125643"/>
        </p:xfrm>
        <a:graphic>
          <a:graphicData uri="http://schemas.openxmlformats.org/presentationml/2006/ole">
            <mc:AlternateContent xmlns:mc="http://schemas.openxmlformats.org/markup-compatibility/2006">
              <mc:Choice xmlns:v="urn:schemas-microsoft-com:vml" Requires="v">
                <p:oleObj spid="_x0000_s26758" name="Equation" r:id="rId11" imgW="2755800" imgH="495000" progId="Equation.DSMT4">
                  <p:embed/>
                </p:oleObj>
              </mc:Choice>
              <mc:Fallback>
                <p:oleObj name="Equation" r:id="rId11" imgW="2755800" imgH="495000" progId="Equation.DSMT4">
                  <p:embed/>
                  <p:pic>
                    <p:nvPicPr>
                      <p:cNvPr id="0" name=""/>
                      <p:cNvPicPr/>
                      <p:nvPr/>
                    </p:nvPicPr>
                    <p:blipFill>
                      <a:blip r:embed="rId12"/>
                      <a:stretch>
                        <a:fillRect/>
                      </a:stretch>
                    </p:blipFill>
                    <p:spPr>
                      <a:xfrm>
                        <a:off x="2597756" y="2569322"/>
                        <a:ext cx="6263188" cy="1125643"/>
                      </a:xfrm>
                      <a:prstGeom prst="rect">
                        <a:avLst/>
                      </a:prstGeom>
                    </p:spPr>
                  </p:pic>
                </p:oleObj>
              </mc:Fallback>
            </mc:AlternateContent>
          </a:graphicData>
        </a:graphic>
      </p:graphicFrame>
      <p:graphicFrame>
        <p:nvGraphicFramePr>
          <p:cNvPr id="21" name="对象 20"/>
          <p:cNvGraphicFramePr>
            <a:graphicFrameLocks noChangeAspect="1"/>
          </p:cNvGraphicFramePr>
          <p:nvPr>
            <p:extLst>
              <p:ext uri="{D42A27DB-BD31-4B8C-83A1-F6EECF244321}">
                <p14:modId xmlns:p14="http://schemas.microsoft.com/office/powerpoint/2010/main" val="714124315"/>
              </p:ext>
            </p:extLst>
          </p:nvPr>
        </p:nvGraphicFramePr>
        <p:xfrm>
          <a:off x="2783632" y="3525623"/>
          <a:ext cx="5539483" cy="1249934"/>
        </p:xfrm>
        <a:graphic>
          <a:graphicData uri="http://schemas.openxmlformats.org/presentationml/2006/ole">
            <mc:AlternateContent xmlns:mc="http://schemas.openxmlformats.org/markup-compatibility/2006">
              <mc:Choice xmlns:v="urn:schemas-microsoft-com:vml" Requires="v">
                <p:oleObj spid="_x0000_s26759" name="Equation" r:id="rId13" imgW="2476440" imgH="558720" progId="Equation.DSMT4">
                  <p:embed/>
                </p:oleObj>
              </mc:Choice>
              <mc:Fallback>
                <p:oleObj name="Equation" r:id="rId13" imgW="2476440" imgH="558720" progId="Equation.DSMT4">
                  <p:embed/>
                  <p:pic>
                    <p:nvPicPr>
                      <p:cNvPr id="0" name=""/>
                      <p:cNvPicPr/>
                      <p:nvPr/>
                    </p:nvPicPr>
                    <p:blipFill>
                      <a:blip r:embed="rId14"/>
                      <a:stretch>
                        <a:fillRect/>
                      </a:stretch>
                    </p:blipFill>
                    <p:spPr>
                      <a:xfrm>
                        <a:off x="2783632" y="3525623"/>
                        <a:ext cx="5539483" cy="1249934"/>
                      </a:xfrm>
                      <a:prstGeom prst="rect">
                        <a:avLst/>
                      </a:prstGeom>
                    </p:spPr>
                  </p:pic>
                </p:oleObj>
              </mc:Fallback>
            </mc:AlternateContent>
          </a:graphicData>
        </a:graphic>
      </p:graphicFrame>
      <p:graphicFrame>
        <p:nvGraphicFramePr>
          <p:cNvPr id="22" name="对象 21"/>
          <p:cNvGraphicFramePr>
            <a:graphicFrameLocks noChangeAspect="1"/>
          </p:cNvGraphicFramePr>
          <p:nvPr>
            <p:extLst>
              <p:ext uri="{D42A27DB-BD31-4B8C-83A1-F6EECF244321}">
                <p14:modId xmlns:p14="http://schemas.microsoft.com/office/powerpoint/2010/main" val="1940628552"/>
              </p:ext>
            </p:extLst>
          </p:nvPr>
        </p:nvGraphicFramePr>
        <p:xfrm>
          <a:off x="2783632" y="4852252"/>
          <a:ext cx="610869" cy="444268"/>
        </p:xfrm>
        <a:graphic>
          <a:graphicData uri="http://schemas.openxmlformats.org/presentationml/2006/ole">
            <mc:AlternateContent xmlns:mc="http://schemas.openxmlformats.org/markup-compatibility/2006">
              <mc:Choice xmlns:v="urn:schemas-microsoft-com:vml" Requires="v">
                <p:oleObj spid="_x0000_s26760" name="Equation" r:id="rId15" imgW="279360" imgH="203040" progId="Equation.DSMT4">
                  <p:embed/>
                </p:oleObj>
              </mc:Choice>
              <mc:Fallback>
                <p:oleObj name="Equation" r:id="rId15" imgW="279360" imgH="203040" progId="Equation.DSMT4">
                  <p:embed/>
                  <p:pic>
                    <p:nvPicPr>
                      <p:cNvPr id="0" name=""/>
                      <p:cNvPicPr/>
                      <p:nvPr/>
                    </p:nvPicPr>
                    <p:blipFill>
                      <a:blip r:embed="rId16"/>
                      <a:stretch>
                        <a:fillRect/>
                      </a:stretch>
                    </p:blipFill>
                    <p:spPr>
                      <a:xfrm>
                        <a:off x="2783632" y="4852252"/>
                        <a:ext cx="610869" cy="444268"/>
                      </a:xfrm>
                      <a:prstGeom prst="rect">
                        <a:avLst/>
                      </a:prstGeom>
                    </p:spPr>
                  </p:pic>
                </p:oleObj>
              </mc:Fallback>
            </mc:AlternateContent>
          </a:graphicData>
        </a:graphic>
      </p:graphicFrame>
    </p:spTree>
    <p:extLst>
      <p:ext uri="{BB962C8B-B14F-4D97-AF65-F5344CB8AC3E}">
        <p14:creationId xmlns:p14="http://schemas.microsoft.com/office/powerpoint/2010/main" val="1468602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left)">
                                      <p:cBhvr>
                                        <p:cTn id="7" dur="75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8"/>
                                        </p:tgtEl>
                                        <p:attrNameLst>
                                          <p:attrName>style.visibility</p:attrName>
                                        </p:attrNameLst>
                                      </p:cBhvr>
                                      <p:to>
                                        <p:strVal val="visible"/>
                                      </p:to>
                                    </p:set>
                                    <p:animEffect transition="in" filter="wipe(left)">
                                      <p:cBhvr>
                                        <p:cTn id="12" dur="1250"/>
                                        <p:tgtEl>
                                          <p:spTgt spid="18"/>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9"/>
                                        </p:tgtEl>
                                        <p:attrNameLst>
                                          <p:attrName>style.visibility</p:attrName>
                                        </p:attrNameLst>
                                      </p:cBhvr>
                                      <p:to>
                                        <p:strVal val="visible"/>
                                      </p:to>
                                    </p:set>
                                    <p:animEffect transition="in" filter="wipe(left)">
                                      <p:cBhvr>
                                        <p:cTn id="17" dur="500"/>
                                        <p:tgtEl>
                                          <p:spTgt spid="19"/>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20"/>
                                        </p:tgtEl>
                                        <p:attrNameLst>
                                          <p:attrName>style.visibility</p:attrName>
                                        </p:attrNameLst>
                                      </p:cBhvr>
                                      <p:to>
                                        <p:strVal val="visible"/>
                                      </p:to>
                                    </p:set>
                                    <p:animEffect transition="in" filter="wipe(left)">
                                      <p:cBhvr>
                                        <p:cTn id="22" dur="1500"/>
                                        <p:tgtEl>
                                          <p:spTgt spid="20"/>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21"/>
                                        </p:tgtEl>
                                        <p:attrNameLst>
                                          <p:attrName>style.visibility</p:attrName>
                                        </p:attrNameLst>
                                      </p:cBhvr>
                                      <p:to>
                                        <p:strVal val="visible"/>
                                      </p:to>
                                    </p:set>
                                    <p:animEffect transition="in" filter="wipe(left)">
                                      <p:cBhvr>
                                        <p:cTn id="27" dur="1250"/>
                                        <p:tgtEl>
                                          <p:spTgt spid="21"/>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22"/>
                                        </p:tgtEl>
                                        <p:attrNameLst>
                                          <p:attrName>style.visibility</p:attrName>
                                        </p:attrNameLst>
                                      </p:cBhvr>
                                      <p:to>
                                        <p:strVal val="visible"/>
                                      </p:to>
                                    </p:set>
                                    <p:animEffect transition="in" filter="wipe(left)">
                                      <p:cBhvr>
                                        <p:cTn id="32" dur="500"/>
                                        <p:tgtEl>
                                          <p:spTgt spid="22"/>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14"/>
                                        </p:tgtEl>
                                        <p:attrNameLst>
                                          <p:attrName>style.visibility</p:attrName>
                                        </p:attrNameLst>
                                      </p:cBhvr>
                                      <p:to>
                                        <p:strVal val="visible"/>
                                      </p:to>
                                    </p:set>
                                    <p:animEffect transition="in" filter="wipe(left)">
                                      <p:cBhvr>
                                        <p:cTn id="37" dur="10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Lst>
  </p:timing>
</p:sld>
</file>

<file path=ppt/tags/tag1.xml><?xml version="1.0" encoding="utf-8"?>
<p:tagLst xmlns:a="http://schemas.openxmlformats.org/drawingml/2006/main" xmlns:r="http://schemas.openxmlformats.org/officeDocument/2006/relationships" xmlns:p="http://schemas.openxmlformats.org/presentationml/2006/main">
  <p:tag name="TIMING" val="|3.5|1.3|1.2|1.6|1.8|1.1|1.|1.5|1.1|1.1"/>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Arial Black-Arial">
      <a:majorFont>
        <a:latin typeface="Arial Black" panose="020B0A04020102020204"/>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noFill/>
        <a:effectLst/>
      </a:spPr>
      <a:bodyPr wrap="square">
        <a:spAutoFit/>
        <a:scene3d>
          <a:camera prst="orthographicFront"/>
          <a:lightRig rig="glow" dir="tl">
            <a:rot lat="0" lon="0" rev="5400000"/>
          </a:lightRig>
        </a:scene3d>
        <a:sp3d contourW="12700">
          <a:bevelT w="25400" h="25400"/>
          <a:contourClr>
            <a:schemeClr val="accent6">
              <a:shade val="73000"/>
            </a:schemeClr>
          </a:contourClr>
        </a:sp3d>
      </a:bodyPr>
      <a:lstStyle>
        <a:defPPr algn="ctr">
          <a:defRPr sz="4400" b="1" dirty="0" smtClean="0">
            <a:ln w="11430"/>
            <a:solidFill>
              <a:srgbClr val="002060"/>
            </a:solidFill>
            <a:effectLst>
              <a:outerShdw blurRad="80000" dist="40000" dir="5040000" algn="tl">
                <a:srgbClr val="000000">
                  <a:alpha val="30000"/>
                </a:srgbClr>
              </a:outerShdw>
            </a:effectLst>
            <a:latin typeface="等线" panose="02010600030101010101" pitchFamily="2" charset="-122"/>
            <a:ea typeface="等线" panose="02010600030101010101" pitchFamily="2" charset="-122"/>
          </a:defRPr>
        </a:defPPr>
      </a:lstStyle>
    </a:spDef>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docProps/app.xml><?xml version="1.0" encoding="utf-8"?>
<Properties xmlns="http://schemas.openxmlformats.org/officeDocument/2006/extended-properties" xmlns:vt="http://schemas.openxmlformats.org/officeDocument/2006/docPropsVTypes">
  <TotalTime>5350</TotalTime>
  <Words>433</Words>
  <Application>Microsoft Office PowerPoint</Application>
  <PresentationFormat>自定义</PresentationFormat>
  <Paragraphs>96</Paragraphs>
  <Slides>29</Slides>
  <Notes>0</Notes>
  <HiddenSlides>0</HiddenSlides>
  <MMClips>0</MMClips>
  <ScaleCrop>false</ScaleCrop>
  <HeadingPairs>
    <vt:vector size="6" baseType="variant">
      <vt:variant>
        <vt:lpstr>主题</vt:lpstr>
      </vt:variant>
      <vt:variant>
        <vt:i4>1</vt:i4>
      </vt:variant>
      <vt:variant>
        <vt:lpstr>嵌入 OLE 服务器</vt:lpstr>
      </vt:variant>
      <vt:variant>
        <vt:i4>5</vt:i4>
      </vt:variant>
      <vt:variant>
        <vt:lpstr>幻灯片标题</vt:lpstr>
      </vt:variant>
      <vt:variant>
        <vt:i4>29</vt:i4>
      </vt:variant>
    </vt:vector>
  </HeadingPairs>
  <TitlesOfParts>
    <vt:vector size="35" baseType="lpstr">
      <vt:lpstr>Office 主题</vt:lpstr>
      <vt:lpstr>公式</vt:lpstr>
      <vt:lpstr>文档</vt:lpstr>
      <vt:lpstr>Document</vt:lpstr>
      <vt:lpstr>Equation</vt:lpstr>
      <vt:lpstr>剪辑</vt:lpstr>
      <vt:lpstr>PowerPoint 演示文稿</vt:lpstr>
      <vt:lpstr>一、全微分的定义</vt:lpstr>
      <vt:lpstr>PowerPoint 演示文稿</vt:lpstr>
      <vt:lpstr>PowerPoint 演示文稿</vt:lpstr>
      <vt:lpstr>PowerPoint 演示文稿</vt:lpstr>
      <vt:lpstr>二、可微的条件</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小结</vt:lpstr>
      <vt:lpstr>PowerPoint 演示文稿</vt:lpstr>
      <vt:lpstr>提高题：</vt:lpstr>
      <vt:lpstr>PowerPoint 演示文稿</vt:lpstr>
      <vt:lpstr>PowerPoint 演示文稿</vt:lpstr>
      <vt:lpstr>PowerPoint 演示文稿</vt:lpstr>
      <vt:lpstr>PowerPoint 演示文稿</vt:lpstr>
    </vt:vector>
  </TitlesOfParts>
  <Company>微软中国</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dc:creator>
  <cp:lastModifiedBy>math</cp:lastModifiedBy>
  <cp:revision>106</cp:revision>
  <dcterms:created xsi:type="dcterms:W3CDTF">2009-06-13T01:14:34Z</dcterms:created>
  <dcterms:modified xsi:type="dcterms:W3CDTF">2023-03-04T13:44:21Z</dcterms:modified>
</cp:coreProperties>
</file>