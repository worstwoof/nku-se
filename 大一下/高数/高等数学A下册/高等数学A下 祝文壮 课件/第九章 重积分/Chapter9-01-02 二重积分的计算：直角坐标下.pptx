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5050"/>
    <a:srgbClr val="0000CC"/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12" autoAdjust="0"/>
    <p:restoredTop sz="94660"/>
  </p:normalViewPr>
  <p:slideViewPr>
    <p:cSldViewPr snapToGrid="0">
      <p:cViewPr varScale="1">
        <p:scale>
          <a:sx n="63" d="100"/>
          <a:sy n="63" d="100"/>
        </p:scale>
        <p:origin x="642" y="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13" Type="http://schemas.openxmlformats.org/officeDocument/2006/relationships/image" Target="../media/image14.wmf"/><Relationship Id="rId3" Type="http://schemas.openxmlformats.org/officeDocument/2006/relationships/image" Target="../media/image4.wmf"/><Relationship Id="rId7" Type="http://schemas.openxmlformats.org/officeDocument/2006/relationships/image" Target="../media/image8.wmf"/><Relationship Id="rId12" Type="http://schemas.openxmlformats.org/officeDocument/2006/relationships/image" Target="../media/image13.wmf"/><Relationship Id="rId2" Type="http://schemas.openxmlformats.org/officeDocument/2006/relationships/image" Target="../media/image3.wmf"/><Relationship Id="rId1" Type="http://schemas.openxmlformats.org/officeDocument/2006/relationships/image" Target="../media/image2.wmf"/><Relationship Id="rId6" Type="http://schemas.openxmlformats.org/officeDocument/2006/relationships/image" Target="../media/image7.wmf"/><Relationship Id="rId11" Type="http://schemas.openxmlformats.org/officeDocument/2006/relationships/image" Target="../media/image12.wmf"/><Relationship Id="rId5" Type="http://schemas.openxmlformats.org/officeDocument/2006/relationships/image" Target="../media/image6.wmf"/><Relationship Id="rId15" Type="http://schemas.openxmlformats.org/officeDocument/2006/relationships/image" Target="../media/image16.wmf"/><Relationship Id="rId10" Type="http://schemas.openxmlformats.org/officeDocument/2006/relationships/image" Target="../media/image11.wmf"/><Relationship Id="rId4" Type="http://schemas.openxmlformats.org/officeDocument/2006/relationships/image" Target="../media/image5.wmf"/><Relationship Id="rId9" Type="http://schemas.openxmlformats.org/officeDocument/2006/relationships/image" Target="../media/image10.wmf"/><Relationship Id="rId14" Type="http://schemas.openxmlformats.org/officeDocument/2006/relationships/image" Target="../media/image15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24.wmf"/><Relationship Id="rId13" Type="http://schemas.openxmlformats.org/officeDocument/2006/relationships/image" Target="../media/image29.wmf"/><Relationship Id="rId3" Type="http://schemas.openxmlformats.org/officeDocument/2006/relationships/image" Target="../media/image19.wmf"/><Relationship Id="rId7" Type="http://schemas.openxmlformats.org/officeDocument/2006/relationships/image" Target="../media/image23.wmf"/><Relationship Id="rId12" Type="http://schemas.openxmlformats.org/officeDocument/2006/relationships/image" Target="../media/image28.wmf"/><Relationship Id="rId2" Type="http://schemas.openxmlformats.org/officeDocument/2006/relationships/image" Target="../media/image18.wmf"/><Relationship Id="rId16" Type="http://schemas.openxmlformats.org/officeDocument/2006/relationships/image" Target="../media/image32.wmf"/><Relationship Id="rId1" Type="http://schemas.openxmlformats.org/officeDocument/2006/relationships/image" Target="../media/image17.wmf"/><Relationship Id="rId6" Type="http://schemas.openxmlformats.org/officeDocument/2006/relationships/image" Target="../media/image22.wmf"/><Relationship Id="rId11" Type="http://schemas.openxmlformats.org/officeDocument/2006/relationships/image" Target="../media/image27.wmf"/><Relationship Id="rId5" Type="http://schemas.openxmlformats.org/officeDocument/2006/relationships/image" Target="../media/image21.wmf"/><Relationship Id="rId15" Type="http://schemas.openxmlformats.org/officeDocument/2006/relationships/image" Target="../media/image31.wmf"/><Relationship Id="rId10" Type="http://schemas.openxmlformats.org/officeDocument/2006/relationships/image" Target="../media/image26.wmf"/><Relationship Id="rId4" Type="http://schemas.openxmlformats.org/officeDocument/2006/relationships/image" Target="../media/image20.wmf"/><Relationship Id="rId9" Type="http://schemas.openxmlformats.org/officeDocument/2006/relationships/image" Target="../media/image25.wmf"/><Relationship Id="rId14" Type="http://schemas.openxmlformats.org/officeDocument/2006/relationships/image" Target="../media/image30.w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38.wmf"/><Relationship Id="rId13" Type="http://schemas.openxmlformats.org/officeDocument/2006/relationships/image" Target="../media/image43.wmf"/><Relationship Id="rId18" Type="http://schemas.openxmlformats.org/officeDocument/2006/relationships/image" Target="../media/image44.wmf"/><Relationship Id="rId3" Type="http://schemas.openxmlformats.org/officeDocument/2006/relationships/image" Target="../media/image33.wmf"/><Relationship Id="rId21" Type="http://schemas.openxmlformats.org/officeDocument/2006/relationships/image" Target="../media/image46.wmf"/><Relationship Id="rId7" Type="http://schemas.openxmlformats.org/officeDocument/2006/relationships/image" Target="../media/image37.wmf"/><Relationship Id="rId12" Type="http://schemas.openxmlformats.org/officeDocument/2006/relationships/image" Target="../media/image42.wmf"/><Relationship Id="rId17" Type="http://schemas.openxmlformats.org/officeDocument/2006/relationships/image" Target="../media/image24.wmf"/><Relationship Id="rId25" Type="http://schemas.openxmlformats.org/officeDocument/2006/relationships/image" Target="../media/image50.wmf"/><Relationship Id="rId2" Type="http://schemas.openxmlformats.org/officeDocument/2006/relationships/image" Target="../media/image20.wmf"/><Relationship Id="rId16" Type="http://schemas.openxmlformats.org/officeDocument/2006/relationships/image" Target="../media/image23.wmf"/><Relationship Id="rId20" Type="http://schemas.openxmlformats.org/officeDocument/2006/relationships/image" Target="../media/image45.wmf"/><Relationship Id="rId1" Type="http://schemas.openxmlformats.org/officeDocument/2006/relationships/image" Target="../media/image19.wmf"/><Relationship Id="rId6" Type="http://schemas.openxmlformats.org/officeDocument/2006/relationships/image" Target="../media/image36.wmf"/><Relationship Id="rId11" Type="http://schemas.openxmlformats.org/officeDocument/2006/relationships/image" Target="../media/image41.wmf"/><Relationship Id="rId24" Type="http://schemas.openxmlformats.org/officeDocument/2006/relationships/image" Target="../media/image49.wmf"/><Relationship Id="rId5" Type="http://schemas.openxmlformats.org/officeDocument/2006/relationships/image" Target="../media/image35.wmf"/><Relationship Id="rId15" Type="http://schemas.openxmlformats.org/officeDocument/2006/relationships/image" Target="../media/image22.wmf"/><Relationship Id="rId23" Type="http://schemas.openxmlformats.org/officeDocument/2006/relationships/image" Target="../media/image48.wmf"/><Relationship Id="rId10" Type="http://schemas.openxmlformats.org/officeDocument/2006/relationships/image" Target="../media/image40.wmf"/><Relationship Id="rId19" Type="http://schemas.openxmlformats.org/officeDocument/2006/relationships/image" Target="../media/image26.wmf"/><Relationship Id="rId4" Type="http://schemas.openxmlformats.org/officeDocument/2006/relationships/image" Target="../media/image34.wmf"/><Relationship Id="rId9" Type="http://schemas.openxmlformats.org/officeDocument/2006/relationships/image" Target="../media/image39.wmf"/><Relationship Id="rId14" Type="http://schemas.openxmlformats.org/officeDocument/2006/relationships/image" Target="../media/image21.wmf"/><Relationship Id="rId22" Type="http://schemas.openxmlformats.org/officeDocument/2006/relationships/image" Target="../media/image47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57.wmf"/><Relationship Id="rId13" Type="http://schemas.openxmlformats.org/officeDocument/2006/relationships/image" Target="../media/image62.wmf"/><Relationship Id="rId18" Type="http://schemas.openxmlformats.org/officeDocument/2006/relationships/image" Target="../media/image64.wmf"/><Relationship Id="rId3" Type="http://schemas.openxmlformats.org/officeDocument/2006/relationships/image" Target="../media/image26.wmf"/><Relationship Id="rId21" Type="http://schemas.openxmlformats.org/officeDocument/2006/relationships/image" Target="../media/image67.wmf"/><Relationship Id="rId7" Type="http://schemas.openxmlformats.org/officeDocument/2006/relationships/image" Target="../media/image56.wmf"/><Relationship Id="rId12" Type="http://schemas.openxmlformats.org/officeDocument/2006/relationships/image" Target="../media/image61.wmf"/><Relationship Id="rId17" Type="http://schemas.openxmlformats.org/officeDocument/2006/relationships/image" Target="../media/image63.wmf"/><Relationship Id="rId2" Type="http://schemas.openxmlformats.org/officeDocument/2006/relationships/image" Target="../media/image52.wmf"/><Relationship Id="rId16" Type="http://schemas.openxmlformats.org/officeDocument/2006/relationships/image" Target="../media/image14.wmf"/><Relationship Id="rId20" Type="http://schemas.openxmlformats.org/officeDocument/2006/relationships/image" Target="../media/image66.wmf"/><Relationship Id="rId1" Type="http://schemas.openxmlformats.org/officeDocument/2006/relationships/image" Target="../media/image51.wmf"/><Relationship Id="rId6" Type="http://schemas.openxmlformats.org/officeDocument/2006/relationships/image" Target="../media/image55.wmf"/><Relationship Id="rId11" Type="http://schemas.openxmlformats.org/officeDocument/2006/relationships/image" Target="../media/image60.wmf"/><Relationship Id="rId5" Type="http://schemas.openxmlformats.org/officeDocument/2006/relationships/image" Target="../media/image54.wmf"/><Relationship Id="rId15" Type="http://schemas.openxmlformats.org/officeDocument/2006/relationships/image" Target="../media/image13.wmf"/><Relationship Id="rId10" Type="http://schemas.openxmlformats.org/officeDocument/2006/relationships/image" Target="../media/image59.wmf"/><Relationship Id="rId19" Type="http://schemas.openxmlformats.org/officeDocument/2006/relationships/image" Target="../media/image65.wmf"/><Relationship Id="rId4" Type="http://schemas.openxmlformats.org/officeDocument/2006/relationships/image" Target="../media/image53.wmf"/><Relationship Id="rId9" Type="http://schemas.openxmlformats.org/officeDocument/2006/relationships/image" Target="../media/image58.wmf"/><Relationship Id="rId14" Type="http://schemas.openxmlformats.org/officeDocument/2006/relationships/image" Target="../media/image12.wmf"/><Relationship Id="rId22" Type="http://schemas.openxmlformats.org/officeDocument/2006/relationships/image" Target="../media/image68.w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76.wmf"/><Relationship Id="rId13" Type="http://schemas.openxmlformats.org/officeDocument/2006/relationships/image" Target="../media/image81.wmf"/><Relationship Id="rId3" Type="http://schemas.openxmlformats.org/officeDocument/2006/relationships/image" Target="../media/image71.wmf"/><Relationship Id="rId7" Type="http://schemas.openxmlformats.org/officeDocument/2006/relationships/image" Target="../media/image75.wmf"/><Relationship Id="rId12" Type="http://schemas.openxmlformats.org/officeDocument/2006/relationships/image" Target="../media/image80.wmf"/><Relationship Id="rId2" Type="http://schemas.openxmlformats.org/officeDocument/2006/relationships/image" Target="../media/image70.wmf"/><Relationship Id="rId1" Type="http://schemas.openxmlformats.org/officeDocument/2006/relationships/image" Target="../media/image69.wmf"/><Relationship Id="rId6" Type="http://schemas.openxmlformats.org/officeDocument/2006/relationships/image" Target="../media/image74.emf"/><Relationship Id="rId11" Type="http://schemas.openxmlformats.org/officeDocument/2006/relationships/image" Target="../media/image79.wmf"/><Relationship Id="rId5" Type="http://schemas.openxmlformats.org/officeDocument/2006/relationships/image" Target="../media/image73.wmf"/><Relationship Id="rId10" Type="http://schemas.openxmlformats.org/officeDocument/2006/relationships/image" Target="../media/image78.wmf"/><Relationship Id="rId4" Type="http://schemas.openxmlformats.org/officeDocument/2006/relationships/image" Target="../media/image72.wmf"/><Relationship Id="rId9" Type="http://schemas.openxmlformats.org/officeDocument/2006/relationships/image" Target="../media/image77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84.wmf"/><Relationship Id="rId7" Type="http://schemas.openxmlformats.org/officeDocument/2006/relationships/image" Target="../media/image13.wmf"/><Relationship Id="rId2" Type="http://schemas.openxmlformats.org/officeDocument/2006/relationships/image" Target="../media/image83.wmf"/><Relationship Id="rId1" Type="http://schemas.openxmlformats.org/officeDocument/2006/relationships/image" Target="../media/image82.wmf"/><Relationship Id="rId6" Type="http://schemas.openxmlformats.org/officeDocument/2006/relationships/image" Target="../media/image86.wmf"/><Relationship Id="rId5" Type="http://schemas.openxmlformats.org/officeDocument/2006/relationships/image" Target="../media/image12.wmf"/><Relationship Id="rId4" Type="http://schemas.openxmlformats.org/officeDocument/2006/relationships/image" Target="../media/image85.w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91.wmf"/><Relationship Id="rId3" Type="http://schemas.openxmlformats.org/officeDocument/2006/relationships/image" Target="../media/image21.wmf"/><Relationship Id="rId7" Type="http://schemas.openxmlformats.org/officeDocument/2006/relationships/image" Target="../media/image90.wmf"/><Relationship Id="rId2" Type="http://schemas.openxmlformats.org/officeDocument/2006/relationships/image" Target="../media/image88.wmf"/><Relationship Id="rId1" Type="http://schemas.openxmlformats.org/officeDocument/2006/relationships/image" Target="../media/image87.wmf"/><Relationship Id="rId6" Type="http://schemas.openxmlformats.org/officeDocument/2006/relationships/image" Target="../media/image89.wmf"/><Relationship Id="rId5" Type="http://schemas.openxmlformats.org/officeDocument/2006/relationships/image" Target="../media/image24.wmf"/><Relationship Id="rId4" Type="http://schemas.openxmlformats.org/officeDocument/2006/relationships/image" Target="../media/image22.w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96.wmf"/><Relationship Id="rId13" Type="http://schemas.openxmlformats.org/officeDocument/2006/relationships/image" Target="../media/image101.wmf"/><Relationship Id="rId3" Type="http://schemas.openxmlformats.org/officeDocument/2006/relationships/image" Target="../media/image24.wmf"/><Relationship Id="rId7" Type="http://schemas.openxmlformats.org/officeDocument/2006/relationships/image" Target="../media/image95.wmf"/><Relationship Id="rId12" Type="http://schemas.openxmlformats.org/officeDocument/2006/relationships/image" Target="../media/image100.wmf"/><Relationship Id="rId17" Type="http://schemas.openxmlformats.org/officeDocument/2006/relationships/image" Target="../media/image105.wmf"/><Relationship Id="rId2" Type="http://schemas.openxmlformats.org/officeDocument/2006/relationships/image" Target="../media/image22.wmf"/><Relationship Id="rId16" Type="http://schemas.openxmlformats.org/officeDocument/2006/relationships/image" Target="../media/image104.wmf"/><Relationship Id="rId1" Type="http://schemas.openxmlformats.org/officeDocument/2006/relationships/image" Target="../media/image21.wmf"/><Relationship Id="rId6" Type="http://schemas.openxmlformats.org/officeDocument/2006/relationships/image" Target="../media/image94.wmf"/><Relationship Id="rId11" Type="http://schemas.openxmlformats.org/officeDocument/2006/relationships/image" Target="../media/image99.wmf"/><Relationship Id="rId5" Type="http://schemas.openxmlformats.org/officeDocument/2006/relationships/image" Target="../media/image93.wmf"/><Relationship Id="rId15" Type="http://schemas.openxmlformats.org/officeDocument/2006/relationships/image" Target="../media/image103.wmf"/><Relationship Id="rId10" Type="http://schemas.openxmlformats.org/officeDocument/2006/relationships/image" Target="../media/image98.wmf"/><Relationship Id="rId4" Type="http://schemas.openxmlformats.org/officeDocument/2006/relationships/image" Target="../media/image92.wmf"/><Relationship Id="rId9" Type="http://schemas.openxmlformats.org/officeDocument/2006/relationships/image" Target="../media/image97.wmf"/><Relationship Id="rId14" Type="http://schemas.openxmlformats.org/officeDocument/2006/relationships/image" Target="../media/image102.w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21.wmf"/><Relationship Id="rId13" Type="http://schemas.openxmlformats.org/officeDocument/2006/relationships/image" Target="../media/image115.wmf"/><Relationship Id="rId3" Type="http://schemas.openxmlformats.org/officeDocument/2006/relationships/image" Target="../media/image108.wmf"/><Relationship Id="rId7" Type="http://schemas.openxmlformats.org/officeDocument/2006/relationships/image" Target="../media/image112.wmf"/><Relationship Id="rId12" Type="http://schemas.openxmlformats.org/officeDocument/2006/relationships/image" Target="../media/image114.wmf"/><Relationship Id="rId2" Type="http://schemas.openxmlformats.org/officeDocument/2006/relationships/image" Target="../media/image107.wmf"/><Relationship Id="rId1" Type="http://schemas.openxmlformats.org/officeDocument/2006/relationships/image" Target="../media/image106.wmf"/><Relationship Id="rId6" Type="http://schemas.openxmlformats.org/officeDocument/2006/relationships/image" Target="../media/image111.wmf"/><Relationship Id="rId11" Type="http://schemas.openxmlformats.org/officeDocument/2006/relationships/image" Target="../media/image113.wmf"/><Relationship Id="rId5" Type="http://schemas.openxmlformats.org/officeDocument/2006/relationships/image" Target="../media/image110.wmf"/><Relationship Id="rId10" Type="http://schemas.openxmlformats.org/officeDocument/2006/relationships/image" Target="../media/image24.wmf"/><Relationship Id="rId4" Type="http://schemas.openxmlformats.org/officeDocument/2006/relationships/image" Target="../media/image109.wmf"/><Relationship Id="rId9" Type="http://schemas.openxmlformats.org/officeDocument/2006/relationships/image" Target="../media/image22.w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22.wmf"/><Relationship Id="rId13" Type="http://schemas.openxmlformats.org/officeDocument/2006/relationships/image" Target="../media/image125.wmf"/><Relationship Id="rId18" Type="http://schemas.openxmlformats.org/officeDocument/2006/relationships/image" Target="../media/image130.wmf"/><Relationship Id="rId3" Type="http://schemas.openxmlformats.org/officeDocument/2006/relationships/image" Target="../media/image118.wmf"/><Relationship Id="rId7" Type="http://schemas.openxmlformats.org/officeDocument/2006/relationships/image" Target="../media/image21.wmf"/><Relationship Id="rId12" Type="http://schemas.openxmlformats.org/officeDocument/2006/relationships/image" Target="../media/image124.wmf"/><Relationship Id="rId17" Type="http://schemas.openxmlformats.org/officeDocument/2006/relationships/image" Target="../media/image129.wmf"/><Relationship Id="rId2" Type="http://schemas.openxmlformats.org/officeDocument/2006/relationships/image" Target="../media/image117.wmf"/><Relationship Id="rId16" Type="http://schemas.openxmlformats.org/officeDocument/2006/relationships/image" Target="../media/image128.wmf"/><Relationship Id="rId1" Type="http://schemas.openxmlformats.org/officeDocument/2006/relationships/image" Target="../media/image116.wmf"/><Relationship Id="rId6" Type="http://schemas.openxmlformats.org/officeDocument/2006/relationships/image" Target="../media/image121.wmf"/><Relationship Id="rId11" Type="http://schemas.openxmlformats.org/officeDocument/2006/relationships/image" Target="../media/image123.wmf"/><Relationship Id="rId5" Type="http://schemas.openxmlformats.org/officeDocument/2006/relationships/image" Target="../media/image120.wmf"/><Relationship Id="rId15" Type="http://schemas.openxmlformats.org/officeDocument/2006/relationships/image" Target="../media/image127.wmf"/><Relationship Id="rId10" Type="http://schemas.openxmlformats.org/officeDocument/2006/relationships/image" Target="../media/image122.wmf"/><Relationship Id="rId19" Type="http://schemas.openxmlformats.org/officeDocument/2006/relationships/image" Target="../media/image131.wmf"/><Relationship Id="rId4" Type="http://schemas.openxmlformats.org/officeDocument/2006/relationships/image" Target="../media/image119.wmf"/><Relationship Id="rId9" Type="http://schemas.openxmlformats.org/officeDocument/2006/relationships/image" Target="../media/image24.wmf"/><Relationship Id="rId14" Type="http://schemas.openxmlformats.org/officeDocument/2006/relationships/image" Target="../media/image126.w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6.wmf"/><Relationship Id="rId13" Type="http://schemas.openxmlformats.org/officeDocument/2006/relationships/image" Target="../media/image141.wmf"/><Relationship Id="rId18" Type="http://schemas.openxmlformats.org/officeDocument/2006/relationships/image" Target="../media/image127.wmf"/><Relationship Id="rId3" Type="http://schemas.openxmlformats.org/officeDocument/2006/relationships/image" Target="../media/image21.wmf"/><Relationship Id="rId21" Type="http://schemas.openxmlformats.org/officeDocument/2006/relationships/image" Target="../media/image147.wmf"/><Relationship Id="rId7" Type="http://schemas.openxmlformats.org/officeDocument/2006/relationships/image" Target="../media/image135.wmf"/><Relationship Id="rId12" Type="http://schemas.openxmlformats.org/officeDocument/2006/relationships/image" Target="../media/image140.wmf"/><Relationship Id="rId17" Type="http://schemas.openxmlformats.org/officeDocument/2006/relationships/image" Target="../media/image126.wmf"/><Relationship Id="rId2" Type="http://schemas.openxmlformats.org/officeDocument/2006/relationships/image" Target="../media/image133.wmf"/><Relationship Id="rId16" Type="http://schemas.openxmlformats.org/officeDocument/2006/relationships/image" Target="../media/image144.wmf"/><Relationship Id="rId20" Type="http://schemas.openxmlformats.org/officeDocument/2006/relationships/image" Target="../media/image146.wmf"/><Relationship Id="rId1" Type="http://schemas.openxmlformats.org/officeDocument/2006/relationships/image" Target="../media/image132.wmf"/><Relationship Id="rId6" Type="http://schemas.openxmlformats.org/officeDocument/2006/relationships/image" Target="../media/image134.wmf"/><Relationship Id="rId11" Type="http://schemas.openxmlformats.org/officeDocument/2006/relationships/image" Target="../media/image139.wmf"/><Relationship Id="rId5" Type="http://schemas.openxmlformats.org/officeDocument/2006/relationships/image" Target="../media/image24.wmf"/><Relationship Id="rId15" Type="http://schemas.openxmlformats.org/officeDocument/2006/relationships/image" Target="../media/image143.wmf"/><Relationship Id="rId10" Type="http://schemas.openxmlformats.org/officeDocument/2006/relationships/image" Target="../media/image138.wmf"/><Relationship Id="rId19" Type="http://schemas.openxmlformats.org/officeDocument/2006/relationships/image" Target="../media/image145.wmf"/><Relationship Id="rId4" Type="http://schemas.openxmlformats.org/officeDocument/2006/relationships/image" Target="../media/image22.wmf"/><Relationship Id="rId9" Type="http://schemas.openxmlformats.org/officeDocument/2006/relationships/image" Target="../media/image137.wmf"/><Relationship Id="rId14" Type="http://schemas.openxmlformats.org/officeDocument/2006/relationships/image" Target="../media/image142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wmf"/><Relationship Id="rId7" Type="http://schemas.openxmlformats.org/officeDocument/2006/relationships/image" Target="../media/image154.wmf"/><Relationship Id="rId2" Type="http://schemas.openxmlformats.org/officeDocument/2006/relationships/image" Target="../media/image149.wmf"/><Relationship Id="rId1" Type="http://schemas.openxmlformats.org/officeDocument/2006/relationships/image" Target="../media/image148.wmf"/><Relationship Id="rId6" Type="http://schemas.openxmlformats.org/officeDocument/2006/relationships/image" Target="../media/image153.wmf"/><Relationship Id="rId5" Type="http://schemas.openxmlformats.org/officeDocument/2006/relationships/image" Target="../media/image152.wmf"/><Relationship Id="rId4" Type="http://schemas.openxmlformats.org/officeDocument/2006/relationships/image" Target="../media/image151.w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2.wmf"/><Relationship Id="rId3" Type="http://schemas.openxmlformats.org/officeDocument/2006/relationships/image" Target="../media/image157.wmf"/><Relationship Id="rId7" Type="http://schemas.openxmlformats.org/officeDocument/2006/relationships/image" Target="../media/image161.wmf"/><Relationship Id="rId12" Type="http://schemas.openxmlformats.org/officeDocument/2006/relationships/image" Target="../media/image165.wmf"/><Relationship Id="rId2" Type="http://schemas.openxmlformats.org/officeDocument/2006/relationships/image" Target="../media/image156.wmf"/><Relationship Id="rId1" Type="http://schemas.openxmlformats.org/officeDocument/2006/relationships/image" Target="../media/image155.wmf"/><Relationship Id="rId6" Type="http://schemas.openxmlformats.org/officeDocument/2006/relationships/image" Target="../media/image160.wmf"/><Relationship Id="rId11" Type="http://schemas.openxmlformats.org/officeDocument/2006/relationships/image" Target="../media/image164.wmf"/><Relationship Id="rId5" Type="http://schemas.openxmlformats.org/officeDocument/2006/relationships/image" Target="../media/image159.wmf"/><Relationship Id="rId10" Type="http://schemas.openxmlformats.org/officeDocument/2006/relationships/image" Target="../media/image150.wmf"/><Relationship Id="rId4" Type="http://schemas.openxmlformats.org/officeDocument/2006/relationships/image" Target="../media/image158.wmf"/><Relationship Id="rId9" Type="http://schemas.openxmlformats.org/officeDocument/2006/relationships/image" Target="../media/image163.wmf"/></Relationships>
</file>

<file path=ppt/drawings/_rels/vmlDrawing1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74.wmf"/><Relationship Id="rId3" Type="http://schemas.openxmlformats.org/officeDocument/2006/relationships/image" Target="../media/image169.wmf"/><Relationship Id="rId7" Type="http://schemas.openxmlformats.org/officeDocument/2006/relationships/image" Target="../media/image173.wmf"/><Relationship Id="rId2" Type="http://schemas.openxmlformats.org/officeDocument/2006/relationships/image" Target="../media/image168.wmf"/><Relationship Id="rId1" Type="http://schemas.openxmlformats.org/officeDocument/2006/relationships/image" Target="../media/image167.wmf"/><Relationship Id="rId6" Type="http://schemas.openxmlformats.org/officeDocument/2006/relationships/image" Target="../media/image172.wmf"/><Relationship Id="rId5" Type="http://schemas.openxmlformats.org/officeDocument/2006/relationships/image" Target="../media/image171.wmf"/><Relationship Id="rId10" Type="http://schemas.openxmlformats.org/officeDocument/2006/relationships/image" Target="../media/image176.wmf"/><Relationship Id="rId4" Type="http://schemas.openxmlformats.org/officeDocument/2006/relationships/image" Target="../media/image170.wmf"/><Relationship Id="rId9" Type="http://schemas.openxmlformats.org/officeDocument/2006/relationships/image" Target="../media/image175.wmf"/></Relationships>
</file>

<file path=ppt/drawings/_rels/vmlDrawing15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3" Type="http://schemas.openxmlformats.org/officeDocument/2006/relationships/image" Target="../media/image179.wmf"/><Relationship Id="rId7" Type="http://schemas.openxmlformats.org/officeDocument/2006/relationships/image" Target="../media/image183.wmf"/><Relationship Id="rId12" Type="http://schemas.openxmlformats.org/officeDocument/2006/relationships/image" Target="../media/image185.wmf"/><Relationship Id="rId2" Type="http://schemas.openxmlformats.org/officeDocument/2006/relationships/image" Target="../media/image178.wmf"/><Relationship Id="rId1" Type="http://schemas.openxmlformats.org/officeDocument/2006/relationships/image" Target="../media/image177.wmf"/><Relationship Id="rId6" Type="http://schemas.openxmlformats.org/officeDocument/2006/relationships/image" Target="../media/image182.wmf"/><Relationship Id="rId11" Type="http://schemas.openxmlformats.org/officeDocument/2006/relationships/image" Target="../media/image184.wmf"/><Relationship Id="rId5" Type="http://schemas.openxmlformats.org/officeDocument/2006/relationships/image" Target="../media/image181.wmf"/><Relationship Id="rId10" Type="http://schemas.openxmlformats.org/officeDocument/2006/relationships/image" Target="../media/image13.wmf"/><Relationship Id="rId4" Type="http://schemas.openxmlformats.org/officeDocument/2006/relationships/image" Target="../media/image180.wmf"/><Relationship Id="rId9" Type="http://schemas.openxmlformats.org/officeDocument/2006/relationships/image" Target="../media/image86.wmf"/></Relationships>
</file>

<file path=ppt/drawings/_rels/vmlDrawing16.vml.rels><?xml version="1.0" encoding="UTF-8" standalone="yes"?>
<Relationships xmlns="http://schemas.openxmlformats.org/package/2006/relationships"><Relationship Id="rId8" Type="http://schemas.openxmlformats.org/officeDocument/2006/relationships/image" Target="../media/image193.wmf"/><Relationship Id="rId13" Type="http://schemas.openxmlformats.org/officeDocument/2006/relationships/image" Target="../media/image198.wmf"/><Relationship Id="rId18" Type="http://schemas.openxmlformats.org/officeDocument/2006/relationships/image" Target="../media/image203.wmf"/><Relationship Id="rId26" Type="http://schemas.openxmlformats.org/officeDocument/2006/relationships/image" Target="../media/image86.wmf"/><Relationship Id="rId3" Type="http://schemas.openxmlformats.org/officeDocument/2006/relationships/image" Target="../media/image188.wmf"/><Relationship Id="rId21" Type="http://schemas.openxmlformats.org/officeDocument/2006/relationships/image" Target="../media/image206.wmf"/><Relationship Id="rId7" Type="http://schemas.openxmlformats.org/officeDocument/2006/relationships/image" Target="../media/image192.wmf"/><Relationship Id="rId12" Type="http://schemas.openxmlformats.org/officeDocument/2006/relationships/image" Target="../media/image197.wmf"/><Relationship Id="rId17" Type="http://schemas.openxmlformats.org/officeDocument/2006/relationships/image" Target="../media/image202.wmf"/><Relationship Id="rId25" Type="http://schemas.openxmlformats.org/officeDocument/2006/relationships/image" Target="../media/image12.wmf"/><Relationship Id="rId2" Type="http://schemas.openxmlformats.org/officeDocument/2006/relationships/image" Target="../media/image187.wmf"/><Relationship Id="rId16" Type="http://schemas.openxmlformats.org/officeDocument/2006/relationships/image" Target="../media/image201.wmf"/><Relationship Id="rId20" Type="http://schemas.openxmlformats.org/officeDocument/2006/relationships/image" Target="../media/image205.wmf"/><Relationship Id="rId29" Type="http://schemas.openxmlformats.org/officeDocument/2006/relationships/image" Target="../media/image211.wmf"/><Relationship Id="rId1" Type="http://schemas.openxmlformats.org/officeDocument/2006/relationships/image" Target="../media/image186.wmf"/><Relationship Id="rId6" Type="http://schemas.openxmlformats.org/officeDocument/2006/relationships/image" Target="../media/image191.wmf"/><Relationship Id="rId11" Type="http://schemas.openxmlformats.org/officeDocument/2006/relationships/image" Target="../media/image196.wmf"/><Relationship Id="rId24" Type="http://schemas.openxmlformats.org/officeDocument/2006/relationships/image" Target="../media/image209.wmf"/><Relationship Id="rId5" Type="http://schemas.openxmlformats.org/officeDocument/2006/relationships/image" Target="../media/image190.wmf"/><Relationship Id="rId15" Type="http://schemas.openxmlformats.org/officeDocument/2006/relationships/image" Target="../media/image200.wmf"/><Relationship Id="rId23" Type="http://schemas.openxmlformats.org/officeDocument/2006/relationships/image" Target="../media/image208.wmf"/><Relationship Id="rId28" Type="http://schemas.openxmlformats.org/officeDocument/2006/relationships/image" Target="../media/image210.wmf"/><Relationship Id="rId10" Type="http://schemas.openxmlformats.org/officeDocument/2006/relationships/image" Target="../media/image195.wmf"/><Relationship Id="rId19" Type="http://schemas.openxmlformats.org/officeDocument/2006/relationships/image" Target="../media/image204.wmf"/><Relationship Id="rId4" Type="http://schemas.openxmlformats.org/officeDocument/2006/relationships/image" Target="../media/image189.wmf"/><Relationship Id="rId9" Type="http://schemas.openxmlformats.org/officeDocument/2006/relationships/image" Target="../media/image194.wmf"/><Relationship Id="rId14" Type="http://schemas.openxmlformats.org/officeDocument/2006/relationships/image" Target="../media/image199.wmf"/><Relationship Id="rId22" Type="http://schemas.openxmlformats.org/officeDocument/2006/relationships/image" Target="../media/image207.wmf"/><Relationship Id="rId27" Type="http://schemas.openxmlformats.org/officeDocument/2006/relationships/image" Target="../media/image13.wmf"/><Relationship Id="rId30" Type="http://schemas.openxmlformats.org/officeDocument/2006/relationships/image" Target="../media/image212.wmf"/></Relationships>
</file>

<file path=ppt/drawings/_rels/vmlDrawing17.vml.rels><?xml version="1.0" encoding="UTF-8" standalone="yes"?>
<Relationships xmlns="http://schemas.openxmlformats.org/package/2006/relationships"><Relationship Id="rId8" Type="http://schemas.openxmlformats.org/officeDocument/2006/relationships/image" Target="../media/image220.wmf"/><Relationship Id="rId3" Type="http://schemas.openxmlformats.org/officeDocument/2006/relationships/image" Target="../media/image215.wmf"/><Relationship Id="rId7" Type="http://schemas.openxmlformats.org/officeDocument/2006/relationships/image" Target="../media/image219.wmf"/><Relationship Id="rId12" Type="http://schemas.openxmlformats.org/officeDocument/2006/relationships/image" Target="../media/image224.wmf"/><Relationship Id="rId2" Type="http://schemas.openxmlformats.org/officeDocument/2006/relationships/image" Target="../media/image214.wmf"/><Relationship Id="rId1" Type="http://schemas.openxmlformats.org/officeDocument/2006/relationships/image" Target="../media/image213.wmf"/><Relationship Id="rId6" Type="http://schemas.openxmlformats.org/officeDocument/2006/relationships/image" Target="../media/image218.wmf"/><Relationship Id="rId11" Type="http://schemas.openxmlformats.org/officeDocument/2006/relationships/image" Target="../media/image223.wmf"/><Relationship Id="rId5" Type="http://schemas.openxmlformats.org/officeDocument/2006/relationships/image" Target="../media/image217.wmf"/><Relationship Id="rId10" Type="http://schemas.openxmlformats.org/officeDocument/2006/relationships/image" Target="../media/image222.wmf"/><Relationship Id="rId4" Type="http://schemas.openxmlformats.org/officeDocument/2006/relationships/image" Target="../media/image216.wmf"/><Relationship Id="rId9" Type="http://schemas.openxmlformats.org/officeDocument/2006/relationships/image" Target="../media/image221.wmf"/></Relationships>
</file>

<file path=ppt/drawings/_rels/vmlDrawing18.vml.rels><?xml version="1.0" encoding="UTF-8" standalone="yes"?>
<Relationships xmlns="http://schemas.openxmlformats.org/package/2006/relationships"><Relationship Id="rId8" Type="http://schemas.openxmlformats.org/officeDocument/2006/relationships/image" Target="../media/image230.wmf"/><Relationship Id="rId13" Type="http://schemas.openxmlformats.org/officeDocument/2006/relationships/image" Target="../media/image234.wmf"/><Relationship Id="rId3" Type="http://schemas.openxmlformats.org/officeDocument/2006/relationships/image" Target="../media/image225.wmf"/><Relationship Id="rId7" Type="http://schemas.openxmlformats.org/officeDocument/2006/relationships/image" Target="../media/image229.wmf"/><Relationship Id="rId12" Type="http://schemas.openxmlformats.org/officeDocument/2006/relationships/image" Target="../media/image220.wmf"/><Relationship Id="rId2" Type="http://schemas.openxmlformats.org/officeDocument/2006/relationships/image" Target="../media/image218.wmf"/><Relationship Id="rId16" Type="http://schemas.openxmlformats.org/officeDocument/2006/relationships/image" Target="../media/image237.wmf"/><Relationship Id="rId1" Type="http://schemas.openxmlformats.org/officeDocument/2006/relationships/image" Target="../media/image213.wmf"/><Relationship Id="rId6" Type="http://schemas.openxmlformats.org/officeDocument/2006/relationships/image" Target="../media/image228.wmf"/><Relationship Id="rId11" Type="http://schemas.openxmlformats.org/officeDocument/2006/relationships/image" Target="../media/image233.wmf"/><Relationship Id="rId5" Type="http://schemas.openxmlformats.org/officeDocument/2006/relationships/image" Target="../media/image227.wmf"/><Relationship Id="rId15" Type="http://schemas.openxmlformats.org/officeDocument/2006/relationships/image" Target="../media/image236.wmf"/><Relationship Id="rId10" Type="http://schemas.openxmlformats.org/officeDocument/2006/relationships/image" Target="../media/image232.wmf"/><Relationship Id="rId4" Type="http://schemas.openxmlformats.org/officeDocument/2006/relationships/image" Target="../media/image226.wmf"/><Relationship Id="rId9" Type="http://schemas.openxmlformats.org/officeDocument/2006/relationships/image" Target="../media/image231.wmf"/><Relationship Id="rId14" Type="http://schemas.openxmlformats.org/officeDocument/2006/relationships/image" Target="../media/image235.wmf"/></Relationships>
</file>

<file path=ppt/drawings/_rels/vmlDrawing19.vml.rels><?xml version="1.0" encoding="UTF-8" standalone="yes"?>
<Relationships xmlns="http://schemas.openxmlformats.org/package/2006/relationships"><Relationship Id="rId8" Type="http://schemas.openxmlformats.org/officeDocument/2006/relationships/image" Target="../media/image245.wmf"/><Relationship Id="rId13" Type="http://schemas.openxmlformats.org/officeDocument/2006/relationships/image" Target="../media/image16.wmf"/><Relationship Id="rId3" Type="http://schemas.openxmlformats.org/officeDocument/2006/relationships/image" Target="../media/image240.wmf"/><Relationship Id="rId7" Type="http://schemas.openxmlformats.org/officeDocument/2006/relationships/image" Target="../media/image244.wmf"/><Relationship Id="rId12" Type="http://schemas.openxmlformats.org/officeDocument/2006/relationships/image" Target="../media/image249.wmf"/><Relationship Id="rId17" Type="http://schemas.openxmlformats.org/officeDocument/2006/relationships/image" Target="../media/image251.wmf"/><Relationship Id="rId2" Type="http://schemas.openxmlformats.org/officeDocument/2006/relationships/image" Target="../media/image239.wmf"/><Relationship Id="rId16" Type="http://schemas.openxmlformats.org/officeDocument/2006/relationships/image" Target="../media/image250.wmf"/><Relationship Id="rId1" Type="http://schemas.openxmlformats.org/officeDocument/2006/relationships/image" Target="../media/image238.wmf"/><Relationship Id="rId6" Type="http://schemas.openxmlformats.org/officeDocument/2006/relationships/image" Target="../media/image243.wmf"/><Relationship Id="rId11" Type="http://schemas.openxmlformats.org/officeDocument/2006/relationships/image" Target="../media/image248.wmf"/><Relationship Id="rId5" Type="http://schemas.openxmlformats.org/officeDocument/2006/relationships/image" Target="../media/image242.wmf"/><Relationship Id="rId15" Type="http://schemas.openxmlformats.org/officeDocument/2006/relationships/image" Target="../media/image86.wmf"/><Relationship Id="rId10" Type="http://schemas.openxmlformats.org/officeDocument/2006/relationships/image" Target="../media/image247.wmf"/><Relationship Id="rId4" Type="http://schemas.openxmlformats.org/officeDocument/2006/relationships/image" Target="../media/image241.wmf"/><Relationship Id="rId9" Type="http://schemas.openxmlformats.org/officeDocument/2006/relationships/image" Target="../media/image246.wmf"/><Relationship Id="rId14" Type="http://schemas.openxmlformats.org/officeDocument/2006/relationships/image" Target="../media/image12.wmf"/></Relationships>
</file>

<file path=ppt/drawings/_rels/vmlDrawing20.vml.rels><?xml version="1.0" encoding="UTF-8" standalone="yes"?>
<Relationships xmlns="http://schemas.openxmlformats.org/package/2006/relationships"><Relationship Id="rId8" Type="http://schemas.openxmlformats.org/officeDocument/2006/relationships/image" Target="../media/image259.wmf"/><Relationship Id="rId13" Type="http://schemas.openxmlformats.org/officeDocument/2006/relationships/image" Target="../media/image264.wmf"/><Relationship Id="rId3" Type="http://schemas.openxmlformats.org/officeDocument/2006/relationships/image" Target="../media/image254.wmf"/><Relationship Id="rId7" Type="http://schemas.openxmlformats.org/officeDocument/2006/relationships/image" Target="../media/image258.wmf"/><Relationship Id="rId12" Type="http://schemas.openxmlformats.org/officeDocument/2006/relationships/image" Target="../media/image263.wmf"/><Relationship Id="rId2" Type="http://schemas.openxmlformats.org/officeDocument/2006/relationships/image" Target="../media/image253.wmf"/><Relationship Id="rId1" Type="http://schemas.openxmlformats.org/officeDocument/2006/relationships/image" Target="../media/image252.wmf"/><Relationship Id="rId6" Type="http://schemas.openxmlformats.org/officeDocument/2006/relationships/image" Target="../media/image257.wmf"/><Relationship Id="rId11" Type="http://schemas.openxmlformats.org/officeDocument/2006/relationships/image" Target="../media/image262.wmf"/><Relationship Id="rId5" Type="http://schemas.openxmlformats.org/officeDocument/2006/relationships/image" Target="../media/image256.wmf"/><Relationship Id="rId10" Type="http://schemas.openxmlformats.org/officeDocument/2006/relationships/image" Target="../media/image261.wmf"/><Relationship Id="rId4" Type="http://schemas.openxmlformats.org/officeDocument/2006/relationships/image" Target="../media/image255.wmf"/><Relationship Id="rId9" Type="http://schemas.openxmlformats.org/officeDocument/2006/relationships/image" Target="../media/image260.wmf"/></Relationships>
</file>

<file path=ppt/drawings/_rels/vmlDrawing21.vml.rels><?xml version="1.0" encoding="UTF-8" standalone="yes"?>
<Relationships xmlns="http://schemas.openxmlformats.org/package/2006/relationships"><Relationship Id="rId8" Type="http://schemas.openxmlformats.org/officeDocument/2006/relationships/image" Target="../media/image272.wmf"/><Relationship Id="rId13" Type="http://schemas.openxmlformats.org/officeDocument/2006/relationships/image" Target="../media/image277.wmf"/><Relationship Id="rId18" Type="http://schemas.openxmlformats.org/officeDocument/2006/relationships/image" Target="../media/image282.wmf"/><Relationship Id="rId3" Type="http://schemas.openxmlformats.org/officeDocument/2006/relationships/image" Target="../media/image267.wmf"/><Relationship Id="rId7" Type="http://schemas.openxmlformats.org/officeDocument/2006/relationships/image" Target="../media/image271.wmf"/><Relationship Id="rId12" Type="http://schemas.openxmlformats.org/officeDocument/2006/relationships/image" Target="../media/image276.wmf"/><Relationship Id="rId17" Type="http://schemas.openxmlformats.org/officeDocument/2006/relationships/image" Target="../media/image281.wmf"/><Relationship Id="rId2" Type="http://schemas.openxmlformats.org/officeDocument/2006/relationships/image" Target="../media/image266.wmf"/><Relationship Id="rId16" Type="http://schemas.openxmlformats.org/officeDocument/2006/relationships/image" Target="../media/image280.wmf"/><Relationship Id="rId20" Type="http://schemas.openxmlformats.org/officeDocument/2006/relationships/image" Target="../media/image284.wmf"/><Relationship Id="rId1" Type="http://schemas.openxmlformats.org/officeDocument/2006/relationships/image" Target="../media/image265.wmf"/><Relationship Id="rId6" Type="http://schemas.openxmlformats.org/officeDocument/2006/relationships/image" Target="../media/image270.wmf"/><Relationship Id="rId11" Type="http://schemas.openxmlformats.org/officeDocument/2006/relationships/image" Target="../media/image275.wmf"/><Relationship Id="rId5" Type="http://schemas.openxmlformats.org/officeDocument/2006/relationships/image" Target="../media/image269.wmf"/><Relationship Id="rId15" Type="http://schemas.openxmlformats.org/officeDocument/2006/relationships/image" Target="../media/image279.wmf"/><Relationship Id="rId10" Type="http://schemas.openxmlformats.org/officeDocument/2006/relationships/image" Target="../media/image274.wmf"/><Relationship Id="rId19" Type="http://schemas.openxmlformats.org/officeDocument/2006/relationships/image" Target="../media/image283.wmf"/><Relationship Id="rId4" Type="http://schemas.openxmlformats.org/officeDocument/2006/relationships/image" Target="../media/image268.wmf"/><Relationship Id="rId9" Type="http://schemas.openxmlformats.org/officeDocument/2006/relationships/image" Target="../media/image273.wmf"/><Relationship Id="rId14" Type="http://schemas.openxmlformats.org/officeDocument/2006/relationships/image" Target="../media/image278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7.wmf"/><Relationship Id="rId2" Type="http://schemas.openxmlformats.org/officeDocument/2006/relationships/image" Target="../media/image286.wmf"/><Relationship Id="rId1" Type="http://schemas.openxmlformats.org/officeDocument/2006/relationships/image" Target="../media/image285.w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90.wmf"/><Relationship Id="rId2" Type="http://schemas.openxmlformats.org/officeDocument/2006/relationships/image" Target="../media/image289.wmf"/><Relationship Id="rId1" Type="http://schemas.openxmlformats.org/officeDocument/2006/relationships/image" Target="../media/image288.wmf"/><Relationship Id="rId6" Type="http://schemas.openxmlformats.org/officeDocument/2006/relationships/image" Target="../media/image293.wmf"/><Relationship Id="rId5" Type="http://schemas.openxmlformats.org/officeDocument/2006/relationships/image" Target="../media/image292.wmf"/><Relationship Id="rId4" Type="http://schemas.openxmlformats.org/officeDocument/2006/relationships/image" Target="../media/image291.wmf"/></Relationships>
</file>

<file path=ppt/drawings/_rels/vmlDrawing24.vml.rels><?xml version="1.0" encoding="UTF-8" standalone="yes"?>
<Relationships xmlns="http://schemas.openxmlformats.org/package/2006/relationships"><Relationship Id="rId8" Type="http://schemas.openxmlformats.org/officeDocument/2006/relationships/image" Target="../media/image301.emf"/><Relationship Id="rId13" Type="http://schemas.openxmlformats.org/officeDocument/2006/relationships/image" Target="../media/image306.emf"/><Relationship Id="rId18" Type="http://schemas.openxmlformats.org/officeDocument/2006/relationships/image" Target="../media/image311.wmf"/><Relationship Id="rId3" Type="http://schemas.openxmlformats.org/officeDocument/2006/relationships/image" Target="../media/image296.emf"/><Relationship Id="rId7" Type="http://schemas.openxmlformats.org/officeDocument/2006/relationships/image" Target="../media/image300.emf"/><Relationship Id="rId12" Type="http://schemas.openxmlformats.org/officeDocument/2006/relationships/image" Target="../media/image305.emf"/><Relationship Id="rId17" Type="http://schemas.openxmlformats.org/officeDocument/2006/relationships/image" Target="../media/image310.wmf"/><Relationship Id="rId2" Type="http://schemas.openxmlformats.org/officeDocument/2006/relationships/image" Target="../media/image295.emf"/><Relationship Id="rId16" Type="http://schemas.openxmlformats.org/officeDocument/2006/relationships/image" Target="../media/image309.wmf"/><Relationship Id="rId1" Type="http://schemas.openxmlformats.org/officeDocument/2006/relationships/image" Target="../media/image294.emf"/><Relationship Id="rId6" Type="http://schemas.openxmlformats.org/officeDocument/2006/relationships/image" Target="../media/image299.emf"/><Relationship Id="rId11" Type="http://schemas.openxmlformats.org/officeDocument/2006/relationships/image" Target="../media/image304.emf"/><Relationship Id="rId5" Type="http://schemas.openxmlformats.org/officeDocument/2006/relationships/image" Target="../media/image298.emf"/><Relationship Id="rId15" Type="http://schemas.openxmlformats.org/officeDocument/2006/relationships/image" Target="../media/image308.emf"/><Relationship Id="rId10" Type="http://schemas.openxmlformats.org/officeDocument/2006/relationships/image" Target="../media/image303.emf"/><Relationship Id="rId19" Type="http://schemas.openxmlformats.org/officeDocument/2006/relationships/image" Target="../media/image312.wmf"/><Relationship Id="rId4" Type="http://schemas.openxmlformats.org/officeDocument/2006/relationships/image" Target="../media/image297.emf"/><Relationship Id="rId9" Type="http://schemas.openxmlformats.org/officeDocument/2006/relationships/image" Target="../media/image302.emf"/><Relationship Id="rId14" Type="http://schemas.openxmlformats.org/officeDocument/2006/relationships/image" Target="../media/image307.emf"/></Relationships>
</file>

<file path=ppt/drawings/_rels/vmlDrawing25.vml.rels><?xml version="1.0" encoding="UTF-8" standalone="yes"?>
<Relationships xmlns="http://schemas.openxmlformats.org/package/2006/relationships"><Relationship Id="rId8" Type="http://schemas.openxmlformats.org/officeDocument/2006/relationships/image" Target="../media/image321.wmf"/><Relationship Id="rId3" Type="http://schemas.openxmlformats.org/officeDocument/2006/relationships/image" Target="../media/image316.wmf"/><Relationship Id="rId7" Type="http://schemas.openxmlformats.org/officeDocument/2006/relationships/image" Target="../media/image320.wmf"/><Relationship Id="rId2" Type="http://schemas.openxmlformats.org/officeDocument/2006/relationships/image" Target="../media/image315.wmf"/><Relationship Id="rId1" Type="http://schemas.openxmlformats.org/officeDocument/2006/relationships/image" Target="../media/image314.wmf"/><Relationship Id="rId6" Type="http://schemas.openxmlformats.org/officeDocument/2006/relationships/image" Target="../media/image319.wmf"/><Relationship Id="rId5" Type="http://schemas.openxmlformats.org/officeDocument/2006/relationships/image" Target="../media/image318.wmf"/><Relationship Id="rId4" Type="http://schemas.openxmlformats.org/officeDocument/2006/relationships/image" Target="../media/image317.wmf"/></Relationships>
</file>

<file path=ppt/drawings/_rels/vmlDrawing26.vml.rels><?xml version="1.0" encoding="UTF-8" standalone="yes"?>
<Relationships xmlns="http://schemas.openxmlformats.org/package/2006/relationships"><Relationship Id="rId8" Type="http://schemas.openxmlformats.org/officeDocument/2006/relationships/image" Target="../media/image329.wmf"/><Relationship Id="rId13" Type="http://schemas.openxmlformats.org/officeDocument/2006/relationships/image" Target="../media/image334.wmf"/><Relationship Id="rId3" Type="http://schemas.openxmlformats.org/officeDocument/2006/relationships/image" Target="../media/image324.wmf"/><Relationship Id="rId7" Type="http://schemas.openxmlformats.org/officeDocument/2006/relationships/image" Target="../media/image328.wmf"/><Relationship Id="rId12" Type="http://schemas.openxmlformats.org/officeDocument/2006/relationships/image" Target="../media/image333.wmf"/><Relationship Id="rId2" Type="http://schemas.openxmlformats.org/officeDocument/2006/relationships/image" Target="../media/image323.wmf"/><Relationship Id="rId16" Type="http://schemas.openxmlformats.org/officeDocument/2006/relationships/image" Target="../media/image337.wmf"/><Relationship Id="rId1" Type="http://schemas.openxmlformats.org/officeDocument/2006/relationships/image" Target="../media/image322.wmf"/><Relationship Id="rId6" Type="http://schemas.openxmlformats.org/officeDocument/2006/relationships/image" Target="../media/image327.wmf"/><Relationship Id="rId11" Type="http://schemas.openxmlformats.org/officeDocument/2006/relationships/image" Target="../media/image332.wmf"/><Relationship Id="rId5" Type="http://schemas.openxmlformats.org/officeDocument/2006/relationships/image" Target="../media/image326.wmf"/><Relationship Id="rId15" Type="http://schemas.openxmlformats.org/officeDocument/2006/relationships/image" Target="../media/image336.wmf"/><Relationship Id="rId10" Type="http://schemas.openxmlformats.org/officeDocument/2006/relationships/image" Target="../media/image331.wmf"/><Relationship Id="rId4" Type="http://schemas.openxmlformats.org/officeDocument/2006/relationships/image" Target="../media/image325.wmf"/><Relationship Id="rId9" Type="http://schemas.openxmlformats.org/officeDocument/2006/relationships/image" Target="../media/image330.wmf"/><Relationship Id="rId14" Type="http://schemas.openxmlformats.org/officeDocument/2006/relationships/image" Target="../media/image335.wmf"/></Relationships>
</file>

<file path=ppt/drawings/_rels/vmlDrawing27.vml.rels><?xml version="1.0" encoding="UTF-8" standalone="yes"?>
<Relationships xmlns="http://schemas.openxmlformats.org/package/2006/relationships"><Relationship Id="rId8" Type="http://schemas.openxmlformats.org/officeDocument/2006/relationships/image" Target="../media/image345.wmf"/><Relationship Id="rId3" Type="http://schemas.openxmlformats.org/officeDocument/2006/relationships/image" Target="../media/image340.wmf"/><Relationship Id="rId7" Type="http://schemas.openxmlformats.org/officeDocument/2006/relationships/image" Target="../media/image344.wmf"/><Relationship Id="rId2" Type="http://schemas.openxmlformats.org/officeDocument/2006/relationships/image" Target="../media/image339.png"/><Relationship Id="rId1" Type="http://schemas.openxmlformats.org/officeDocument/2006/relationships/image" Target="../media/image338.wmf"/><Relationship Id="rId6" Type="http://schemas.openxmlformats.org/officeDocument/2006/relationships/image" Target="../media/image343.emf"/><Relationship Id="rId5" Type="http://schemas.openxmlformats.org/officeDocument/2006/relationships/image" Target="../media/image342.wmf"/><Relationship Id="rId4" Type="http://schemas.openxmlformats.org/officeDocument/2006/relationships/image" Target="../media/image341.wmf"/></Relationships>
</file>

<file path=ppt/drawings/_rels/vmlDrawing28.vml.rels><?xml version="1.0" encoding="UTF-8" standalone="yes"?>
<Relationships xmlns="http://schemas.openxmlformats.org/package/2006/relationships"><Relationship Id="rId8" Type="http://schemas.openxmlformats.org/officeDocument/2006/relationships/image" Target="../media/image349.wmf"/><Relationship Id="rId13" Type="http://schemas.openxmlformats.org/officeDocument/2006/relationships/image" Target="../media/image354.wmf"/><Relationship Id="rId18" Type="http://schemas.openxmlformats.org/officeDocument/2006/relationships/image" Target="../media/image359.wmf"/><Relationship Id="rId3" Type="http://schemas.openxmlformats.org/officeDocument/2006/relationships/image" Target="../media/image12.wmf"/><Relationship Id="rId21" Type="http://schemas.openxmlformats.org/officeDocument/2006/relationships/image" Target="../media/image362.wmf"/><Relationship Id="rId7" Type="http://schemas.openxmlformats.org/officeDocument/2006/relationships/image" Target="../media/image348.wmf"/><Relationship Id="rId12" Type="http://schemas.openxmlformats.org/officeDocument/2006/relationships/image" Target="../media/image353.wmf"/><Relationship Id="rId17" Type="http://schemas.openxmlformats.org/officeDocument/2006/relationships/image" Target="../media/image358.wmf"/><Relationship Id="rId2" Type="http://schemas.openxmlformats.org/officeDocument/2006/relationships/image" Target="../media/image347.wmf"/><Relationship Id="rId16" Type="http://schemas.openxmlformats.org/officeDocument/2006/relationships/image" Target="../media/image357.wmf"/><Relationship Id="rId20" Type="http://schemas.openxmlformats.org/officeDocument/2006/relationships/image" Target="../media/image361.wmf"/><Relationship Id="rId1" Type="http://schemas.openxmlformats.org/officeDocument/2006/relationships/image" Target="../media/image346.wmf"/><Relationship Id="rId6" Type="http://schemas.openxmlformats.org/officeDocument/2006/relationships/image" Target="../media/image184.wmf"/><Relationship Id="rId11" Type="http://schemas.openxmlformats.org/officeDocument/2006/relationships/image" Target="../media/image352.wmf"/><Relationship Id="rId5" Type="http://schemas.openxmlformats.org/officeDocument/2006/relationships/image" Target="../media/image250.wmf"/><Relationship Id="rId15" Type="http://schemas.openxmlformats.org/officeDocument/2006/relationships/image" Target="../media/image356.wmf"/><Relationship Id="rId23" Type="http://schemas.openxmlformats.org/officeDocument/2006/relationships/image" Target="../media/image364.wmf"/><Relationship Id="rId10" Type="http://schemas.openxmlformats.org/officeDocument/2006/relationships/image" Target="../media/image351.wmf"/><Relationship Id="rId19" Type="http://schemas.openxmlformats.org/officeDocument/2006/relationships/image" Target="../media/image360.wmf"/><Relationship Id="rId4" Type="http://schemas.openxmlformats.org/officeDocument/2006/relationships/image" Target="../media/image86.wmf"/><Relationship Id="rId9" Type="http://schemas.openxmlformats.org/officeDocument/2006/relationships/image" Target="../media/image350.wmf"/><Relationship Id="rId14" Type="http://schemas.openxmlformats.org/officeDocument/2006/relationships/image" Target="../media/image355.wmf"/><Relationship Id="rId22" Type="http://schemas.openxmlformats.org/officeDocument/2006/relationships/image" Target="../media/image363.wmf"/></Relationships>
</file>

<file path=ppt/drawings/_rels/vmlDrawing29.vml.rels><?xml version="1.0" encoding="UTF-8" standalone="yes"?>
<Relationships xmlns="http://schemas.openxmlformats.org/package/2006/relationships"><Relationship Id="rId8" Type="http://schemas.openxmlformats.org/officeDocument/2006/relationships/image" Target="../media/image372.wmf"/><Relationship Id="rId13" Type="http://schemas.openxmlformats.org/officeDocument/2006/relationships/image" Target="../media/image377.wmf"/><Relationship Id="rId18" Type="http://schemas.openxmlformats.org/officeDocument/2006/relationships/image" Target="../media/image379.wmf"/><Relationship Id="rId26" Type="http://schemas.openxmlformats.org/officeDocument/2006/relationships/image" Target="../media/image387.emf"/><Relationship Id="rId3" Type="http://schemas.openxmlformats.org/officeDocument/2006/relationships/image" Target="../media/image367.wmf"/><Relationship Id="rId21" Type="http://schemas.openxmlformats.org/officeDocument/2006/relationships/image" Target="../media/image382.wmf"/><Relationship Id="rId7" Type="http://schemas.openxmlformats.org/officeDocument/2006/relationships/image" Target="../media/image371.wmf"/><Relationship Id="rId12" Type="http://schemas.openxmlformats.org/officeDocument/2006/relationships/image" Target="../media/image376.wmf"/><Relationship Id="rId17" Type="http://schemas.openxmlformats.org/officeDocument/2006/relationships/image" Target="../media/image257.wmf"/><Relationship Id="rId25" Type="http://schemas.openxmlformats.org/officeDocument/2006/relationships/image" Target="../media/image386.wmf"/><Relationship Id="rId2" Type="http://schemas.openxmlformats.org/officeDocument/2006/relationships/image" Target="../media/image366.wmf"/><Relationship Id="rId16" Type="http://schemas.openxmlformats.org/officeDocument/2006/relationships/image" Target="../media/image255.wmf"/><Relationship Id="rId20" Type="http://schemas.openxmlformats.org/officeDocument/2006/relationships/image" Target="../media/image381.wmf"/><Relationship Id="rId1" Type="http://schemas.openxmlformats.org/officeDocument/2006/relationships/image" Target="../media/image365.wmf"/><Relationship Id="rId6" Type="http://schemas.openxmlformats.org/officeDocument/2006/relationships/image" Target="../media/image370.wmf"/><Relationship Id="rId11" Type="http://schemas.openxmlformats.org/officeDocument/2006/relationships/image" Target="../media/image375.wmf"/><Relationship Id="rId24" Type="http://schemas.openxmlformats.org/officeDocument/2006/relationships/image" Target="../media/image385.wmf"/><Relationship Id="rId5" Type="http://schemas.openxmlformats.org/officeDocument/2006/relationships/image" Target="../media/image369.wmf"/><Relationship Id="rId15" Type="http://schemas.openxmlformats.org/officeDocument/2006/relationships/image" Target="../media/image256.wmf"/><Relationship Id="rId23" Type="http://schemas.openxmlformats.org/officeDocument/2006/relationships/image" Target="../media/image384.wmf"/><Relationship Id="rId10" Type="http://schemas.openxmlformats.org/officeDocument/2006/relationships/image" Target="../media/image374.wmf"/><Relationship Id="rId19" Type="http://schemas.openxmlformats.org/officeDocument/2006/relationships/image" Target="../media/image380.wmf"/><Relationship Id="rId4" Type="http://schemas.openxmlformats.org/officeDocument/2006/relationships/image" Target="../media/image368.wmf"/><Relationship Id="rId9" Type="http://schemas.openxmlformats.org/officeDocument/2006/relationships/image" Target="../media/image373.wmf"/><Relationship Id="rId14" Type="http://schemas.openxmlformats.org/officeDocument/2006/relationships/image" Target="../media/image378.wmf"/><Relationship Id="rId22" Type="http://schemas.openxmlformats.org/officeDocument/2006/relationships/image" Target="../media/image383.wmf"/></Relationships>
</file>

<file path=ppt/drawings/_rels/vmlDrawing30.vml.rels><?xml version="1.0" encoding="UTF-8" standalone="yes"?>
<Relationships xmlns="http://schemas.openxmlformats.org/package/2006/relationships"><Relationship Id="rId8" Type="http://schemas.openxmlformats.org/officeDocument/2006/relationships/image" Target="../media/image395.wmf"/><Relationship Id="rId3" Type="http://schemas.openxmlformats.org/officeDocument/2006/relationships/image" Target="../media/image390.wmf"/><Relationship Id="rId7" Type="http://schemas.openxmlformats.org/officeDocument/2006/relationships/image" Target="../media/image394.wmf"/><Relationship Id="rId2" Type="http://schemas.openxmlformats.org/officeDocument/2006/relationships/image" Target="../media/image389.wmf"/><Relationship Id="rId1" Type="http://schemas.openxmlformats.org/officeDocument/2006/relationships/image" Target="../media/image388.wmf"/><Relationship Id="rId6" Type="http://schemas.openxmlformats.org/officeDocument/2006/relationships/image" Target="../media/image393.wmf"/><Relationship Id="rId11" Type="http://schemas.openxmlformats.org/officeDocument/2006/relationships/image" Target="../media/image398.wmf"/><Relationship Id="rId5" Type="http://schemas.openxmlformats.org/officeDocument/2006/relationships/image" Target="../media/image392.wmf"/><Relationship Id="rId10" Type="http://schemas.openxmlformats.org/officeDocument/2006/relationships/image" Target="../media/image397.wmf"/><Relationship Id="rId4" Type="http://schemas.openxmlformats.org/officeDocument/2006/relationships/image" Target="../media/image391.wmf"/><Relationship Id="rId9" Type="http://schemas.openxmlformats.org/officeDocument/2006/relationships/image" Target="../media/image396.wmf"/></Relationships>
</file>

<file path=ppt/drawings/_rels/vmlDrawing31.vml.rels><?xml version="1.0" encoding="UTF-8" standalone="yes"?>
<Relationships xmlns="http://schemas.openxmlformats.org/package/2006/relationships"><Relationship Id="rId8" Type="http://schemas.openxmlformats.org/officeDocument/2006/relationships/image" Target="../media/image406.wmf"/><Relationship Id="rId13" Type="http://schemas.openxmlformats.org/officeDocument/2006/relationships/image" Target="../media/image411.wmf"/><Relationship Id="rId3" Type="http://schemas.openxmlformats.org/officeDocument/2006/relationships/image" Target="../media/image401.wmf"/><Relationship Id="rId7" Type="http://schemas.openxmlformats.org/officeDocument/2006/relationships/image" Target="../media/image405.wmf"/><Relationship Id="rId12" Type="http://schemas.openxmlformats.org/officeDocument/2006/relationships/image" Target="../media/image410.wmf"/><Relationship Id="rId2" Type="http://schemas.openxmlformats.org/officeDocument/2006/relationships/image" Target="../media/image400.wmf"/><Relationship Id="rId1" Type="http://schemas.openxmlformats.org/officeDocument/2006/relationships/image" Target="../media/image399.wmf"/><Relationship Id="rId6" Type="http://schemas.openxmlformats.org/officeDocument/2006/relationships/image" Target="../media/image404.wmf"/><Relationship Id="rId11" Type="http://schemas.openxmlformats.org/officeDocument/2006/relationships/image" Target="../media/image409.wmf"/><Relationship Id="rId5" Type="http://schemas.openxmlformats.org/officeDocument/2006/relationships/image" Target="../media/image403.wmf"/><Relationship Id="rId10" Type="http://schemas.openxmlformats.org/officeDocument/2006/relationships/image" Target="../media/image408.wmf"/><Relationship Id="rId4" Type="http://schemas.openxmlformats.org/officeDocument/2006/relationships/image" Target="../media/image402.wmf"/><Relationship Id="rId9" Type="http://schemas.openxmlformats.org/officeDocument/2006/relationships/image" Target="../media/image407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B683A6-8465-4845-ACDB-75C41A312E9D}" type="datetimeFigureOut">
              <a:rPr lang="zh-CN" altLang="en-US" smtClean="0"/>
              <a:t>2022/8/14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16C074-9522-44C4-99D3-E94F971F7A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836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16C074-9522-44C4-99D3-E94F971F7A7C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57891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练习答案：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16C074-9522-44C4-99D3-E94F971F7A7C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33160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A18A0-D87E-47A1-9870-29A8FE23E92D}" type="datetime1">
              <a:rPr lang="zh-CN" altLang="en-US" smtClean="0"/>
              <a:t>2022/8/14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5F8BC-3C02-4E82-A6AD-68405BC1CF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7074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35B59-588F-45B0-9EEF-97A895781802}" type="datetime1">
              <a:rPr lang="zh-CN" altLang="en-US" smtClean="0"/>
              <a:t>2022/8/14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5F8BC-3C02-4E82-A6AD-68405BC1CF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15512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B6AC4-26AA-4636-B374-CC60846DEC61}" type="datetime1">
              <a:rPr lang="zh-CN" altLang="en-US" smtClean="0"/>
              <a:t>2022/8/14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5F8BC-3C02-4E82-A6AD-68405BC1CF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7512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34995-6FF3-4120-8CB3-86107F07E501}" type="datetime1">
              <a:rPr lang="zh-CN" altLang="en-US" smtClean="0"/>
              <a:t>2022/8/14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5F8BC-3C02-4E82-A6AD-68405BC1CF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43713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695BD-CB6E-4B61-A121-B83026DD0F35}" type="datetime1">
              <a:rPr lang="zh-CN" altLang="en-US" smtClean="0"/>
              <a:t>2022/8/14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5F8BC-3C02-4E82-A6AD-68405BC1CF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80930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2D7C2-44FB-4906-AB0B-B0CE43D2A96D}" type="datetime1">
              <a:rPr lang="zh-CN" altLang="en-US" smtClean="0"/>
              <a:t>2022/8/14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5F8BC-3C02-4E82-A6AD-68405BC1CF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91292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E6DFB-E4A8-4DF0-B73D-056A56FC65C4}" type="datetime1">
              <a:rPr lang="zh-CN" altLang="en-US" smtClean="0"/>
              <a:t>2022/8/14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5F8BC-3C02-4E82-A6AD-68405BC1CF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6509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AA87B-0B5A-4CEF-8E96-680C21003D22}" type="datetime1">
              <a:rPr lang="zh-CN" altLang="en-US" smtClean="0"/>
              <a:t>2022/8/14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5F8BC-3C02-4E82-A6AD-68405BC1CF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71048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6C8EA-1865-4B27-9424-7401F5E6B580}" type="datetime1">
              <a:rPr lang="zh-CN" altLang="en-US" smtClean="0"/>
              <a:t>2022/8/14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5F8BC-3C02-4E82-A6AD-68405BC1CF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56963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031F0-ABA0-4833-8FEB-8D97B9F7E91A}" type="datetime1">
              <a:rPr lang="zh-CN" altLang="en-US" smtClean="0"/>
              <a:t>2022/8/14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5F8BC-3C02-4E82-A6AD-68405BC1CF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52670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AD675-9FD6-408B-948C-588FDBA8CEB1}" type="datetime1">
              <a:rPr lang="zh-CN" altLang="en-US" smtClean="0"/>
              <a:t>2022/8/14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5F8BC-3C02-4E82-A6AD-68405BC1CF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83989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F3C160-1546-4E68-8169-6C7BC9AC00B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902630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5">
          <a:fgClr>
            <a:schemeClr val="bg1"/>
          </a:fgClr>
          <a:bgClr>
            <a:schemeClr val="accent2">
              <a:lumMod val="20000"/>
              <a:lumOff val="8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B3DA42-53E5-4390-8C60-D95230926680}" type="datetime1">
              <a:rPr lang="zh-CN" altLang="en-US" smtClean="0"/>
              <a:t>2022/8/14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75F8BC-3C02-4E82-A6AD-68405BC1CF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84488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.wmf"/><Relationship Id="rId18" Type="http://schemas.openxmlformats.org/officeDocument/2006/relationships/oleObject" Target="../embeddings/oleObject8.bin"/><Relationship Id="rId26" Type="http://schemas.openxmlformats.org/officeDocument/2006/relationships/oleObject" Target="../embeddings/oleObject12.bin"/><Relationship Id="rId39" Type="http://schemas.openxmlformats.org/officeDocument/2006/relationships/image" Target="../media/image16.wmf"/><Relationship Id="rId21" Type="http://schemas.openxmlformats.org/officeDocument/2006/relationships/image" Target="../media/image10.wmf"/><Relationship Id="rId34" Type="http://schemas.openxmlformats.org/officeDocument/2006/relationships/oleObject" Target="../embeddings/oleObject18.bin"/><Relationship Id="rId7" Type="http://schemas.openxmlformats.org/officeDocument/2006/relationships/image" Target="../media/image3.wmf"/><Relationship Id="rId12" Type="http://schemas.openxmlformats.org/officeDocument/2006/relationships/oleObject" Target="../embeddings/oleObject5.bin"/><Relationship Id="rId17" Type="http://schemas.openxmlformats.org/officeDocument/2006/relationships/image" Target="../media/image8.wmf"/><Relationship Id="rId25" Type="http://schemas.openxmlformats.org/officeDocument/2006/relationships/image" Target="../media/image12.wmf"/><Relationship Id="rId33" Type="http://schemas.openxmlformats.org/officeDocument/2006/relationships/oleObject" Target="../embeddings/oleObject17.bin"/><Relationship Id="rId38" Type="http://schemas.openxmlformats.org/officeDocument/2006/relationships/oleObject" Target="../embeddings/oleObject21.bin"/><Relationship Id="rId2" Type="http://schemas.openxmlformats.org/officeDocument/2006/relationships/slideLayout" Target="../slideLayouts/slideLayout6.xml"/><Relationship Id="rId16" Type="http://schemas.openxmlformats.org/officeDocument/2006/relationships/oleObject" Target="../embeddings/oleObject7.bin"/><Relationship Id="rId20" Type="http://schemas.openxmlformats.org/officeDocument/2006/relationships/oleObject" Target="../embeddings/oleObject9.bin"/><Relationship Id="rId29" Type="http://schemas.openxmlformats.org/officeDocument/2006/relationships/image" Target="../media/image14.wmf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5.wmf"/><Relationship Id="rId24" Type="http://schemas.openxmlformats.org/officeDocument/2006/relationships/oleObject" Target="../embeddings/oleObject11.bin"/><Relationship Id="rId32" Type="http://schemas.openxmlformats.org/officeDocument/2006/relationships/oleObject" Target="../embeddings/oleObject16.bin"/><Relationship Id="rId37" Type="http://schemas.openxmlformats.org/officeDocument/2006/relationships/image" Target="../media/image15.wmf"/><Relationship Id="rId5" Type="http://schemas.openxmlformats.org/officeDocument/2006/relationships/image" Target="../media/image2.wmf"/><Relationship Id="rId15" Type="http://schemas.openxmlformats.org/officeDocument/2006/relationships/image" Target="../media/image7.wmf"/><Relationship Id="rId23" Type="http://schemas.openxmlformats.org/officeDocument/2006/relationships/image" Target="../media/image11.wmf"/><Relationship Id="rId28" Type="http://schemas.openxmlformats.org/officeDocument/2006/relationships/oleObject" Target="../embeddings/oleObject13.bin"/><Relationship Id="rId36" Type="http://schemas.openxmlformats.org/officeDocument/2006/relationships/oleObject" Target="../embeddings/oleObject20.bin"/><Relationship Id="rId10" Type="http://schemas.openxmlformats.org/officeDocument/2006/relationships/oleObject" Target="../embeddings/oleObject4.bin"/><Relationship Id="rId19" Type="http://schemas.openxmlformats.org/officeDocument/2006/relationships/image" Target="../media/image9.wmf"/><Relationship Id="rId31" Type="http://schemas.openxmlformats.org/officeDocument/2006/relationships/oleObject" Target="../embeddings/oleObject15.bin"/><Relationship Id="rId4" Type="http://schemas.openxmlformats.org/officeDocument/2006/relationships/oleObject" Target="../embeddings/oleObject1.bin"/><Relationship Id="rId9" Type="http://schemas.openxmlformats.org/officeDocument/2006/relationships/image" Target="../media/image4.wmf"/><Relationship Id="rId14" Type="http://schemas.openxmlformats.org/officeDocument/2006/relationships/oleObject" Target="../embeddings/oleObject6.bin"/><Relationship Id="rId22" Type="http://schemas.openxmlformats.org/officeDocument/2006/relationships/oleObject" Target="../embeddings/oleObject10.bin"/><Relationship Id="rId27" Type="http://schemas.openxmlformats.org/officeDocument/2006/relationships/image" Target="../media/image13.wmf"/><Relationship Id="rId30" Type="http://schemas.openxmlformats.org/officeDocument/2006/relationships/oleObject" Target="../embeddings/oleObject14.bin"/><Relationship Id="rId35" Type="http://schemas.openxmlformats.org/officeDocument/2006/relationships/oleObject" Target="../embeddings/oleObject19.bin"/><Relationship Id="rId8" Type="http://schemas.openxmlformats.org/officeDocument/2006/relationships/oleObject" Target="../embeddings/oleObject3.bin"/><Relationship Id="rId3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1.wmf"/><Relationship Id="rId18" Type="http://schemas.openxmlformats.org/officeDocument/2006/relationships/oleObject" Target="../embeddings/oleObject29.bin"/><Relationship Id="rId26" Type="http://schemas.openxmlformats.org/officeDocument/2006/relationships/oleObject" Target="../embeddings/oleObject33.bin"/><Relationship Id="rId3" Type="http://schemas.openxmlformats.org/officeDocument/2006/relationships/oleObject" Target="../embeddings/oleObject22.bin"/><Relationship Id="rId21" Type="http://schemas.openxmlformats.org/officeDocument/2006/relationships/image" Target="../media/image25.wmf"/><Relationship Id="rId34" Type="http://schemas.openxmlformats.org/officeDocument/2006/relationships/oleObject" Target="../embeddings/oleObject37.bin"/><Relationship Id="rId7" Type="http://schemas.openxmlformats.org/officeDocument/2006/relationships/image" Target="../media/image18.wmf"/><Relationship Id="rId12" Type="http://schemas.openxmlformats.org/officeDocument/2006/relationships/oleObject" Target="../embeddings/oleObject26.bin"/><Relationship Id="rId17" Type="http://schemas.openxmlformats.org/officeDocument/2006/relationships/image" Target="../media/image23.wmf"/><Relationship Id="rId25" Type="http://schemas.openxmlformats.org/officeDocument/2006/relationships/image" Target="../media/image27.wmf"/><Relationship Id="rId33" Type="http://schemas.openxmlformats.org/officeDocument/2006/relationships/image" Target="../media/image31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8.bin"/><Relationship Id="rId20" Type="http://schemas.openxmlformats.org/officeDocument/2006/relationships/oleObject" Target="../embeddings/oleObject30.bin"/><Relationship Id="rId29" Type="http://schemas.openxmlformats.org/officeDocument/2006/relationships/image" Target="../media/image29.wmf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23.bin"/><Relationship Id="rId11" Type="http://schemas.openxmlformats.org/officeDocument/2006/relationships/image" Target="../media/image20.wmf"/><Relationship Id="rId24" Type="http://schemas.openxmlformats.org/officeDocument/2006/relationships/oleObject" Target="../embeddings/oleObject32.bin"/><Relationship Id="rId32" Type="http://schemas.openxmlformats.org/officeDocument/2006/relationships/oleObject" Target="../embeddings/oleObject36.bin"/><Relationship Id="rId5" Type="http://schemas.openxmlformats.org/officeDocument/2006/relationships/image" Target="../media/image1.png"/><Relationship Id="rId15" Type="http://schemas.openxmlformats.org/officeDocument/2006/relationships/image" Target="../media/image22.wmf"/><Relationship Id="rId23" Type="http://schemas.openxmlformats.org/officeDocument/2006/relationships/image" Target="../media/image26.wmf"/><Relationship Id="rId28" Type="http://schemas.openxmlformats.org/officeDocument/2006/relationships/oleObject" Target="../embeddings/oleObject34.bin"/><Relationship Id="rId10" Type="http://schemas.openxmlformats.org/officeDocument/2006/relationships/oleObject" Target="../embeddings/oleObject25.bin"/><Relationship Id="rId19" Type="http://schemas.openxmlformats.org/officeDocument/2006/relationships/image" Target="../media/image24.wmf"/><Relationship Id="rId31" Type="http://schemas.openxmlformats.org/officeDocument/2006/relationships/image" Target="../media/image30.wmf"/><Relationship Id="rId4" Type="http://schemas.openxmlformats.org/officeDocument/2006/relationships/image" Target="../media/image17.wmf"/><Relationship Id="rId9" Type="http://schemas.openxmlformats.org/officeDocument/2006/relationships/image" Target="../media/image19.wmf"/><Relationship Id="rId14" Type="http://schemas.openxmlformats.org/officeDocument/2006/relationships/oleObject" Target="../embeddings/oleObject27.bin"/><Relationship Id="rId22" Type="http://schemas.openxmlformats.org/officeDocument/2006/relationships/oleObject" Target="../embeddings/oleObject31.bin"/><Relationship Id="rId27" Type="http://schemas.openxmlformats.org/officeDocument/2006/relationships/image" Target="../media/image28.wmf"/><Relationship Id="rId30" Type="http://schemas.openxmlformats.org/officeDocument/2006/relationships/oleObject" Target="../embeddings/oleObject35.bin"/><Relationship Id="rId35" Type="http://schemas.openxmlformats.org/officeDocument/2006/relationships/image" Target="../media/image32.wmf"/><Relationship Id="rId8" Type="http://schemas.openxmlformats.org/officeDocument/2006/relationships/oleObject" Target="../embeddings/oleObject24.bin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5.wmf"/><Relationship Id="rId18" Type="http://schemas.openxmlformats.org/officeDocument/2006/relationships/oleObject" Target="../embeddings/oleObject45.bin"/><Relationship Id="rId26" Type="http://schemas.openxmlformats.org/officeDocument/2006/relationships/oleObject" Target="../embeddings/oleObject49.bin"/><Relationship Id="rId39" Type="http://schemas.openxmlformats.org/officeDocument/2006/relationships/image" Target="../media/image44.wmf"/><Relationship Id="rId21" Type="http://schemas.openxmlformats.org/officeDocument/2006/relationships/image" Target="../media/image39.wmf"/><Relationship Id="rId34" Type="http://schemas.openxmlformats.org/officeDocument/2006/relationships/oleObject" Target="../embeddings/oleObject53.bin"/><Relationship Id="rId42" Type="http://schemas.openxmlformats.org/officeDocument/2006/relationships/oleObject" Target="../embeddings/oleObject57.bin"/><Relationship Id="rId47" Type="http://schemas.openxmlformats.org/officeDocument/2006/relationships/image" Target="../media/image47.wmf"/><Relationship Id="rId50" Type="http://schemas.openxmlformats.org/officeDocument/2006/relationships/oleObject" Target="../embeddings/oleObject61.bin"/><Relationship Id="rId7" Type="http://schemas.openxmlformats.org/officeDocument/2006/relationships/image" Target="../media/image20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44.bin"/><Relationship Id="rId29" Type="http://schemas.openxmlformats.org/officeDocument/2006/relationships/image" Target="../media/image43.wmf"/><Relationship Id="rId11" Type="http://schemas.openxmlformats.org/officeDocument/2006/relationships/image" Target="../media/image34.wmf"/><Relationship Id="rId24" Type="http://schemas.openxmlformats.org/officeDocument/2006/relationships/oleObject" Target="../embeddings/oleObject48.bin"/><Relationship Id="rId32" Type="http://schemas.openxmlformats.org/officeDocument/2006/relationships/oleObject" Target="../embeddings/oleObject52.bin"/><Relationship Id="rId37" Type="http://schemas.openxmlformats.org/officeDocument/2006/relationships/image" Target="../media/image24.wmf"/><Relationship Id="rId40" Type="http://schemas.openxmlformats.org/officeDocument/2006/relationships/oleObject" Target="../embeddings/oleObject56.bin"/><Relationship Id="rId45" Type="http://schemas.openxmlformats.org/officeDocument/2006/relationships/image" Target="../media/image46.wmf"/><Relationship Id="rId53" Type="http://schemas.openxmlformats.org/officeDocument/2006/relationships/image" Target="../media/image50.wmf"/><Relationship Id="rId5" Type="http://schemas.openxmlformats.org/officeDocument/2006/relationships/image" Target="../media/image19.wmf"/><Relationship Id="rId10" Type="http://schemas.openxmlformats.org/officeDocument/2006/relationships/oleObject" Target="../embeddings/oleObject41.bin"/><Relationship Id="rId19" Type="http://schemas.openxmlformats.org/officeDocument/2006/relationships/image" Target="../media/image38.wmf"/><Relationship Id="rId31" Type="http://schemas.openxmlformats.org/officeDocument/2006/relationships/image" Target="../media/image21.wmf"/><Relationship Id="rId44" Type="http://schemas.openxmlformats.org/officeDocument/2006/relationships/oleObject" Target="../embeddings/oleObject58.bin"/><Relationship Id="rId52" Type="http://schemas.openxmlformats.org/officeDocument/2006/relationships/oleObject" Target="../embeddings/oleObject62.bin"/><Relationship Id="rId4" Type="http://schemas.openxmlformats.org/officeDocument/2006/relationships/oleObject" Target="../embeddings/oleObject38.bin"/><Relationship Id="rId9" Type="http://schemas.openxmlformats.org/officeDocument/2006/relationships/image" Target="../media/image33.wmf"/><Relationship Id="rId14" Type="http://schemas.openxmlformats.org/officeDocument/2006/relationships/oleObject" Target="../embeddings/oleObject43.bin"/><Relationship Id="rId22" Type="http://schemas.openxmlformats.org/officeDocument/2006/relationships/oleObject" Target="../embeddings/oleObject47.bin"/><Relationship Id="rId27" Type="http://schemas.openxmlformats.org/officeDocument/2006/relationships/image" Target="../media/image42.wmf"/><Relationship Id="rId30" Type="http://schemas.openxmlformats.org/officeDocument/2006/relationships/oleObject" Target="../embeddings/oleObject51.bin"/><Relationship Id="rId35" Type="http://schemas.openxmlformats.org/officeDocument/2006/relationships/image" Target="../media/image23.wmf"/><Relationship Id="rId43" Type="http://schemas.openxmlformats.org/officeDocument/2006/relationships/image" Target="../media/image45.wmf"/><Relationship Id="rId48" Type="http://schemas.openxmlformats.org/officeDocument/2006/relationships/oleObject" Target="../embeddings/oleObject60.bin"/><Relationship Id="rId8" Type="http://schemas.openxmlformats.org/officeDocument/2006/relationships/oleObject" Target="../embeddings/oleObject40.bin"/><Relationship Id="rId51" Type="http://schemas.openxmlformats.org/officeDocument/2006/relationships/image" Target="../media/image49.wmf"/><Relationship Id="rId3" Type="http://schemas.openxmlformats.org/officeDocument/2006/relationships/image" Target="../media/image1.png"/><Relationship Id="rId12" Type="http://schemas.openxmlformats.org/officeDocument/2006/relationships/oleObject" Target="../embeddings/oleObject42.bin"/><Relationship Id="rId17" Type="http://schemas.openxmlformats.org/officeDocument/2006/relationships/image" Target="../media/image37.wmf"/><Relationship Id="rId25" Type="http://schemas.openxmlformats.org/officeDocument/2006/relationships/image" Target="../media/image41.wmf"/><Relationship Id="rId33" Type="http://schemas.openxmlformats.org/officeDocument/2006/relationships/image" Target="../media/image22.wmf"/><Relationship Id="rId38" Type="http://schemas.openxmlformats.org/officeDocument/2006/relationships/oleObject" Target="../embeddings/oleObject55.bin"/><Relationship Id="rId46" Type="http://schemas.openxmlformats.org/officeDocument/2006/relationships/oleObject" Target="../embeddings/oleObject59.bin"/><Relationship Id="rId20" Type="http://schemas.openxmlformats.org/officeDocument/2006/relationships/oleObject" Target="../embeddings/oleObject46.bin"/><Relationship Id="rId41" Type="http://schemas.openxmlformats.org/officeDocument/2006/relationships/image" Target="../media/image26.wmf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39.bin"/><Relationship Id="rId15" Type="http://schemas.openxmlformats.org/officeDocument/2006/relationships/image" Target="../media/image36.wmf"/><Relationship Id="rId23" Type="http://schemas.openxmlformats.org/officeDocument/2006/relationships/image" Target="../media/image40.wmf"/><Relationship Id="rId28" Type="http://schemas.openxmlformats.org/officeDocument/2006/relationships/oleObject" Target="../embeddings/oleObject50.bin"/><Relationship Id="rId36" Type="http://schemas.openxmlformats.org/officeDocument/2006/relationships/oleObject" Target="../embeddings/oleObject54.bin"/><Relationship Id="rId49" Type="http://schemas.openxmlformats.org/officeDocument/2006/relationships/image" Target="../media/image48.wmf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4.wmf"/><Relationship Id="rId18" Type="http://schemas.openxmlformats.org/officeDocument/2006/relationships/oleObject" Target="../embeddings/oleObject70.bin"/><Relationship Id="rId26" Type="http://schemas.openxmlformats.org/officeDocument/2006/relationships/oleObject" Target="../embeddings/oleObject74.bin"/><Relationship Id="rId39" Type="http://schemas.openxmlformats.org/officeDocument/2006/relationships/oleObject" Target="../embeddings/oleObject82.bin"/><Relationship Id="rId21" Type="http://schemas.openxmlformats.org/officeDocument/2006/relationships/image" Target="../media/image58.wmf"/><Relationship Id="rId34" Type="http://schemas.openxmlformats.org/officeDocument/2006/relationships/oleObject" Target="../embeddings/oleObject78.bin"/><Relationship Id="rId42" Type="http://schemas.openxmlformats.org/officeDocument/2006/relationships/oleObject" Target="../embeddings/oleObject84.bin"/><Relationship Id="rId47" Type="http://schemas.openxmlformats.org/officeDocument/2006/relationships/image" Target="../media/image65.wmf"/><Relationship Id="rId50" Type="http://schemas.openxmlformats.org/officeDocument/2006/relationships/oleObject" Target="../embeddings/oleObject89.bin"/><Relationship Id="rId7" Type="http://schemas.openxmlformats.org/officeDocument/2006/relationships/image" Target="../media/image52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69.bin"/><Relationship Id="rId29" Type="http://schemas.openxmlformats.org/officeDocument/2006/relationships/image" Target="../media/image62.wmf"/><Relationship Id="rId11" Type="http://schemas.openxmlformats.org/officeDocument/2006/relationships/image" Target="../media/image53.wmf"/><Relationship Id="rId24" Type="http://schemas.openxmlformats.org/officeDocument/2006/relationships/oleObject" Target="../embeddings/oleObject73.bin"/><Relationship Id="rId32" Type="http://schemas.openxmlformats.org/officeDocument/2006/relationships/oleObject" Target="../embeddings/oleObject77.bin"/><Relationship Id="rId37" Type="http://schemas.openxmlformats.org/officeDocument/2006/relationships/oleObject" Target="../embeddings/oleObject80.bin"/><Relationship Id="rId40" Type="http://schemas.openxmlformats.org/officeDocument/2006/relationships/image" Target="../media/image63.wmf"/><Relationship Id="rId45" Type="http://schemas.openxmlformats.org/officeDocument/2006/relationships/image" Target="../media/image64.wmf"/><Relationship Id="rId53" Type="http://schemas.openxmlformats.org/officeDocument/2006/relationships/image" Target="../media/image68.wmf"/><Relationship Id="rId5" Type="http://schemas.openxmlformats.org/officeDocument/2006/relationships/image" Target="../media/image51.wmf"/><Relationship Id="rId10" Type="http://schemas.openxmlformats.org/officeDocument/2006/relationships/oleObject" Target="../embeddings/oleObject66.bin"/><Relationship Id="rId19" Type="http://schemas.openxmlformats.org/officeDocument/2006/relationships/image" Target="../media/image57.wmf"/><Relationship Id="rId31" Type="http://schemas.openxmlformats.org/officeDocument/2006/relationships/image" Target="../media/image12.wmf"/><Relationship Id="rId44" Type="http://schemas.openxmlformats.org/officeDocument/2006/relationships/oleObject" Target="../embeddings/oleObject86.bin"/><Relationship Id="rId52" Type="http://schemas.openxmlformats.org/officeDocument/2006/relationships/oleObject" Target="../embeddings/oleObject90.bin"/><Relationship Id="rId4" Type="http://schemas.openxmlformats.org/officeDocument/2006/relationships/oleObject" Target="../embeddings/oleObject63.bin"/><Relationship Id="rId9" Type="http://schemas.openxmlformats.org/officeDocument/2006/relationships/image" Target="../media/image26.wmf"/><Relationship Id="rId14" Type="http://schemas.openxmlformats.org/officeDocument/2006/relationships/oleObject" Target="../embeddings/oleObject68.bin"/><Relationship Id="rId22" Type="http://schemas.openxmlformats.org/officeDocument/2006/relationships/oleObject" Target="../embeddings/oleObject72.bin"/><Relationship Id="rId27" Type="http://schemas.openxmlformats.org/officeDocument/2006/relationships/image" Target="../media/image61.wmf"/><Relationship Id="rId30" Type="http://schemas.openxmlformats.org/officeDocument/2006/relationships/oleObject" Target="../embeddings/oleObject76.bin"/><Relationship Id="rId35" Type="http://schemas.openxmlformats.org/officeDocument/2006/relationships/image" Target="../media/image14.wmf"/><Relationship Id="rId43" Type="http://schemas.openxmlformats.org/officeDocument/2006/relationships/oleObject" Target="../embeddings/oleObject85.bin"/><Relationship Id="rId48" Type="http://schemas.openxmlformats.org/officeDocument/2006/relationships/oleObject" Target="../embeddings/oleObject88.bin"/><Relationship Id="rId8" Type="http://schemas.openxmlformats.org/officeDocument/2006/relationships/oleObject" Target="../embeddings/oleObject65.bin"/><Relationship Id="rId51" Type="http://schemas.openxmlformats.org/officeDocument/2006/relationships/image" Target="../media/image67.wmf"/><Relationship Id="rId3" Type="http://schemas.openxmlformats.org/officeDocument/2006/relationships/image" Target="../media/image1.png"/><Relationship Id="rId12" Type="http://schemas.openxmlformats.org/officeDocument/2006/relationships/oleObject" Target="../embeddings/oleObject67.bin"/><Relationship Id="rId17" Type="http://schemas.openxmlformats.org/officeDocument/2006/relationships/image" Target="../media/image56.wmf"/><Relationship Id="rId25" Type="http://schemas.openxmlformats.org/officeDocument/2006/relationships/image" Target="../media/image60.wmf"/><Relationship Id="rId33" Type="http://schemas.openxmlformats.org/officeDocument/2006/relationships/image" Target="../media/image13.wmf"/><Relationship Id="rId38" Type="http://schemas.openxmlformats.org/officeDocument/2006/relationships/oleObject" Target="../embeddings/oleObject81.bin"/><Relationship Id="rId46" Type="http://schemas.openxmlformats.org/officeDocument/2006/relationships/oleObject" Target="../embeddings/oleObject87.bin"/><Relationship Id="rId20" Type="http://schemas.openxmlformats.org/officeDocument/2006/relationships/oleObject" Target="../embeddings/oleObject71.bin"/><Relationship Id="rId41" Type="http://schemas.openxmlformats.org/officeDocument/2006/relationships/oleObject" Target="../embeddings/oleObject83.bin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64.bin"/><Relationship Id="rId15" Type="http://schemas.openxmlformats.org/officeDocument/2006/relationships/image" Target="../media/image55.wmf"/><Relationship Id="rId23" Type="http://schemas.openxmlformats.org/officeDocument/2006/relationships/image" Target="../media/image59.wmf"/><Relationship Id="rId28" Type="http://schemas.openxmlformats.org/officeDocument/2006/relationships/oleObject" Target="../embeddings/oleObject75.bin"/><Relationship Id="rId36" Type="http://schemas.openxmlformats.org/officeDocument/2006/relationships/oleObject" Target="../embeddings/oleObject79.bin"/><Relationship Id="rId49" Type="http://schemas.openxmlformats.org/officeDocument/2006/relationships/image" Target="../media/image66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3.bin"/><Relationship Id="rId13" Type="http://schemas.openxmlformats.org/officeDocument/2006/relationships/image" Target="../media/image73.wmf"/><Relationship Id="rId18" Type="http://schemas.openxmlformats.org/officeDocument/2006/relationships/oleObject" Target="../embeddings/oleObject98.bin"/><Relationship Id="rId26" Type="http://schemas.openxmlformats.org/officeDocument/2006/relationships/oleObject" Target="../embeddings/oleObject103.bin"/><Relationship Id="rId3" Type="http://schemas.openxmlformats.org/officeDocument/2006/relationships/image" Target="../media/image1.png"/><Relationship Id="rId21" Type="http://schemas.openxmlformats.org/officeDocument/2006/relationships/image" Target="../media/image77.wmf"/><Relationship Id="rId7" Type="http://schemas.openxmlformats.org/officeDocument/2006/relationships/image" Target="../media/image70.wmf"/><Relationship Id="rId12" Type="http://schemas.openxmlformats.org/officeDocument/2006/relationships/oleObject" Target="../embeddings/oleObject95.bin"/><Relationship Id="rId17" Type="http://schemas.openxmlformats.org/officeDocument/2006/relationships/image" Target="../media/image75.wmf"/><Relationship Id="rId25" Type="http://schemas.openxmlformats.org/officeDocument/2006/relationships/oleObject" Target="../embeddings/oleObject102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97.bin"/><Relationship Id="rId20" Type="http://schemas.openxmlformats.org/officeDocument/2006/relationships/oleObject" Target="../embeddings/oleObject99.bin"/><Relationship Id="rId29" Type="http://schemas.openxmlformats.org/officeDocument/2006/relationships/image" Target="../media/image80.wmf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92.bin"/><Relationship Id="rId11" Type="http://schemas.openxmlformats.org/officeDocument/2006/relationships/image" Target="../media/image72.wmf"/><Relationship Id="rId24" Type="http://schemas.openxmlformats.org/officeDocument/2006/relationships/oleObject" Target="../embeddings/oleObject101.bin"/><Relationship Id="rId5" Type="http://schemas.openxmlformats.org/officeDocument/2006/relationships/image" Target="../media/image69.wmf"/><Relationship Id="rId15" Type="http://schemas.openxmlformats.org/officeDocument/2006/relationships/image" Target="../media/image74.emf"/><Relationship Id="rId23" Type="http://schemas.openxmlformats.org/officeDocument/2006/relationships/image" Target="../media/image78.wmf"/><Relationship Id="rId28" Type="http://schemas.openxmlformats.org/officeDocument/2006/relationships/oleObject" Target="../embeddings/oleObject104.bin"/><Relationship Id="rId10" Type="http://schemas.openxmlformats.org/officeDocument/2006/relationships/oleObject" Target="../embeddings/oleObject94.bin"/><Relationship Id="rId19" Type="http://schemas.openxmlformats.org/officeDocument/2006/relationships/image" Target="../media/image76.wmf"/><Relationship Id="rId31" Type="http://schemas.openxmlformats.org/officeDocument/2006/relationships/image" Target="../media/image81.wmf"/><Relationship Id="rId4" Type="http://schemas.openxmlformats.org/officeDocument/2006/relationships/oleObject" Target="../embeddings/oleObject91.bin"/><Relationship Id="rId9" Type="http://schemas.openxmlformats.org/officeDocument/2006/relationships/image" Target="../media/image71.wmf"/><Relationship Id="rId14" Type="http://schemas.openxmlformats.org/officeDocument/2006/relationships/oleObject" Target="../embeddings/oleObject96.bin"/><Relationship Id="rId22" Type="http://schemas.openxmlformats.org/officeDocument/2006/relationships/oleObject" Target="../embeddings/oleObject100.bin"/><Relationship Id="rId27" Type="http://schemas.openxmlformats.org/officeDocument/2006/relationships/image" Target="../media/image79.wmf"/><Relationship Id="rId30" Type="http://schemas.openxmlformats.org/officeDocument/2006/relationships/oleObject" Target="../embeddings/oleObject105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8.bin"/><Relationship Id="rId13" Type="http://schemas.openxmlformats.org/officeDocument/2006/relationships/image" Target="../media/image12.wmf"/><Relationship Id="rId3" Type="http://schemas.openxmlformats.org/officeDocument/2006/relationships/image" Target="../media/image1.png"/><Relationship Id="rId7" Type="http://schemas.openxmlformats.org/officeDocument/2006/relationships/image" Target="../media/image83.wmf"/><Relationship Id="rId12" Type="http://schemas.openxmlformats.org/officeDocument/2006/relationships/oleObject" Target="../embeddings/oleObject110.bin"/><Relationship Id="rId17" Type="http://schemas.openxmlformats.org/officeDocument/2006/relationships/image" Target="../media/image13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12.bin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107.bin"/><Relationship Id="rId11" Type="http://schemas.openxmlformats.org/officeDocument/2006/relationships/image" Target="../media/image85.wmf"/><Relationship Id="rId5" Type="http://schemas.openxmlformats.org/officeDocument/2006/relationships/image" Target="../media/image82.wmf"/><Relationship Id="rId15" Type="http://schemas.openxmlformats.org/officeDocument/2006/relationships/image" Target="../media/image86.wmf"/><Relationship Id="rId10" Type="http://schemas.openxmlformats.org/officeDocument/2006/relationships/oleObject" Target="../embeddings/oleObject109.bin"/><Relationship Id="rId4" Type="http://schemas.openxmlformats.org/officeDocument/2006/relationships/oleObject" Target="../embeddings/oleObject106.bin"/><Relationship Id="rId9" Type="http://schemas.openxmlformats.org/officeDocument/2006/relationships/image" Target="../media/image84.wmf"/><Relationship Id="rId14" Type="http://schemas.openxmlformats.org/officeDocument/2006/relationships/oleObject" Target="../embeddings/oleObject111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5.bin"/><Relationship Id="rId13" Type="http://schemas.openxmlformats.org/officeDocument/2006/relationships/image" Target="../media/image24.wmf"/><Relationship Id="rId18" Type="http://schemas.openxmlformats.org/officeDocument/2006/relationships/oleObject" Target="../embeddings/oleObject120.bin"/><Relationship Id="rId3" Type="http://schemas.openxmlformats.org/officeDocument/2006/relationships/image" Target="../media/image1.png"/><Relationship Id="rId7" Type="http://schemas.openxmlformats.org/officeDocument/2006/relationships/image" Target="../media/image88.wmf"/><Relationship Id="rId12" Type="http://schemas.openxmlformats.org/officeDocument/2006/relationships/oleObject" Target="../embeddings/oleObject117.bin"/><Relationship Id="rId17" Type="http://schemas.openxmlformats.org/officeDocument/2006/relationships/image" Target="../media/image90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19.bin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114.bin"/><Relationship Id="rId11" Type="http://schemas.openxmlformats.org/officeDocument/2006/relationships/image" Target="../media/image22.wmf"/><Relationship Id="rId5" Type="http://schemas.openxmlformats.org/officeDocument/2006/relationships/image" Target="../media/image87.wmf"/><Relationship Id="rId15" Type="http://schemas.openxmlformats.org/officeDocument/2006/relationships/image" Target="../media/image89.wmf"/><Relationship Id="rId10" Type="http://schemas.openxmlformats.org/officeDocument/2006/relationships/oleObject" Target="../embeddings/oleObject116.bin"/><Relationship Id="rId19" Type="http://schemas.openxmlformats.org/officeDocument/2006/relationships/image" Target="../media/image91.wmf"/><Relationship Id="rId4" Type="http://schemas.openxmlformats.org/officeDocument/2006/relationships/oleObject" Target="../embeddings/oleObject113.bin"/><Relationship Id="rId9" Type="http://schemas.openxmlformats.org/officeDocument/2006/relationships/image" Target="../media/image21.wmf"/><Relationship Id="rId14" Type="http://schemas.openxmlformats.org/officeDocument/2006/relationships/oleObject" Target="../embeddings/oleObject118.bin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25.bin"/><Relationship Id="rId18" Type="http://schemas.openxmlformats.org/officeDocument/2006/relationships/image" Target="../media/image95.wmf"/><Relationship Id="rId26" Type="http://schemas.openxmlformats.org/officeDocument/2006/relationships/image" Target="../media/image99.wmf"/><Relationship Id="rId21" Type="http://schemas.openxmlformats.org/officeDocument/2006/relationships/oleObject" Target="../embeddings/oleObject129.bin"/><Relationship Id="rId34" Type="http://schemas.openxmlformats.org/officeDocument/2006/relationships/image" Target="../media/image103.wmf"/><Relationship Id="rId7" Type="http://schemas.openxmlformats.org/officeDocument/2006/relationships/image" Target="../media/image22.wmf"/><Relationship Id="rId12" Type="http://schemas.openxmlformats.org/officeDocument/2006/relationships/image" Target="../media/image92.wmf"/><Relationship Id="rId17" Type="http://schemas.openxmlformats.org/officeDocument/2006/relationships/oleObject" Target="../embeddings/oleObject127.bin"/><Relationship Id="rId25" Type="http://schemas.openxmlformats.org/officeDocument/2006/relationships/oleObject" Target="../embeddings/oleObject131.bin"/><Relationship Id="rId33" Type="http://schemas.openxmlformats.org/officeDocument/2006/relationships/oleObject" Target="../embeddings/oleObject135.bin"/><Relationship Id="rId38" Type="http://schemas.openxmlformats.org/officeDocument/2006/relationships/image" Target="../media/image105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94.wmf"/><Relationship Id="rId20" Type="http://schemas.openxmlformats.org/officeDocument/2006/relationships/image" Target="../media/image96.wmf"/><Relationship Id="rId29" Type="http://schemas.openxmlformats.org/officeDocument/2006/relationships/oleObject" Target="../embeddings/oleObject133.bin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122.bin"/><Relationship Id="rId11" Type="http://schemas.openxmlformats.org/officeDocument/2006/relationships/oleObject" Target="../embeddings/oleObject124.bin"/><Relationship Id="rId24" Type="http://schemas.openxmlformats.org/officeDocument/2006/relationships/image" Target="../media/image98.wmf"/><Relationship Id="rId32" Type="http://schemas.openxmlformats.org/officeDocument/2006/relationships/image" Target="../media/image102.wmf"/><Relationship Id="rId37" Type="http://schemas.openxmlformats.org/officeDocument/2006/relationships/oleObject" Target="../embeddings/oleObject137.bin"/><Relationship Id="rId5" Type="http://schemas.openxmlformats.org/officeDocument/2006/relationships/image" Target="../media/image21.wmf"/><Relationship Id="rId15" Type="http://schemas.openxmlformats.org/officeDocument/2006/relationships/oleObject" Target="../embeddings/oleObject126.bin"/><Relationship Id="rId23" Type="http://schemas.openxmlformats.org/officeDocument/2006/relationships/oleObject" Target="../embeddings/oleObject130.bin"/><Relationship Id="rId28" Type="http://schemas.openxmlformats.org/officeDocument/2006/relationships/image" Target="../media/image100.wmf"/><Relationship Id="rId36" Type="http://schemas.openxmlformats.org/officeDocument/2006/relationships/image" Target="../media/image104.wmf"/><Relationship Id="rId10" Type="http://schemas.openxmlformats.org/officeDocument/2006/relationships/image" Target="../media/image1.png"/><Relationship Id="rId19" Type="http://schemas.openxmlformats.org/officeDocument/2006/relationships/oleObject" Target="../embeddings/oleObject128.bin"/><Relationship Id="rId31" Type="http://schemas.openxmlformats.org/officeDocument/2006/relationships/oleObject" Target="../embeddings/oleObject134.bin"/><Relationship Id="rId4" Type="http://schemas.openxmlformats.org/officeDocument/2006/relationships/oleObject" Target="../embeddings/oleObject121.bin"/><Relationship Id="rId9" Type="http://schemas.openxmlformats.org/officeDocument/2006/relationships/image" Target="../media/image24.wmf"/><Relationship Id="rId14" Type="http://schemas.openxmlformats.org/officeDocument/2006/relationships/image" Target="../media/image93.wmf"/><Relationship Id="rId22" Type="http://schemas.openxmlformats.org/officeDocument/2006/relationships/image" Target="../media/image97.wmf"/><Relationship Id="rId27" Type="http://schemas.openxmlformats.org/officeDocument/2006/relationships/oleObject" Target="../embeddings/oleObject132.bin"/><Relationship Id="rId30" Type="http://schemas.openxmlformats.org/officeDocument/2006/relationships/image" Target="../media/image101.wmf"/><Relationship Id="rId35" Type="http://schemas.openxmlformats.org/officeDocument/2006/relationships/oleObject" Target="../embeddings/oleObject136.bin"/><Relationship Id="rId8" Type="http://schemas.openxmlformats.org/officeDocument/2006/relationships/oleObject" Target="../embeddings/oleObject123.bin"/><Relationship Id="rId3" Type="http://schemas.openxmlformats.org/officeDocument/2006/relationships/notesSlide" Target="../notesSlides/notesSlide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0.bin"/><Relationship Id="rId13" Type="http://schemas.openxmlformats.org/officeDocument/2006/relationships/image" Target="../media/image110.wmf"/><Relationship Id="rId18" Type="http://schemas.openxmlformats.org/officeDocument/2006/relationships/oleObject" Target="../embeddings/oleObject145.bin"/><Relationship Id="rId26" Type="http://schemas.openxmlformats.org/officeDocument/2006/relationships/oleObject" Target="../embeddings/oleObject149.bin"/><Relationship Id="rId3" Type="http://schemas.openxmlformats.org/officeDocument/2006/relationships/image" Target="../media/image1.png"/><Relationship Id="rId21" Type="http://schemas.openxmlformats.org/officeDocument/2006/relationships/image" Target="../media/image22.wmf"/><Relationship Id="rId7" Type="http://schemas.openxmlformats.org/officeDocument/2006/relationships/image" Target="../media/image107.wmf"/><Relationship Id="rId12" Type="http://schemas.openxmlformats.org/officeDocument/2006/relationships/oleObject" Target="../embeddings/oleObject142.bin"/><Relationship Id="rId17" Type="http://schemas.openxmlformats.org/officeDocument/2006/relationships/image" Target="../media/image112.wmf"/><Relationship Id="rId25" Type="http://schemas.openxmlformats.org/officeDocument/2006/relationships/image" Target="../media/image113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44.bin"/><Relationship Id="rId20" Type="http://schemas.openxmlformats.org/officeDocument/2006/relationships/oleObject" Target="../embeddings/oleObject146.bin"/><Relationship Id="rId29" Type="http://schemas.openxmlformats.org/officeDocument/2006/relationships/image" Target="../media/image115.wmf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139.bin"/><Relationship Id="rId11" Type="http://schemas.openxmlformats.org/officeDocument/2006/relationships/image" Target="../media/image109.wmf"/><Relationship Id="rId24" Type="http://schemas.openxmlformats.org/officeDocument/2006/relationships/oleObject" Target="../embeddings/oleObject148.bin"/><Relationship Id="rId5" Type="http://schemas.openxmlformats.org/officeDocument/2006/relationships/image" Target="../media/image106.wmf"/><Relationship Id="rId15" Type="http://schemas.openxmlformats.org/officeDocument/2006/relationships/image" Target="../media/image111.wmf"/><Relationship Id="rId23" Type="http://schemas.openxmlformats.org/officeDocument/2006/relationships/image" Target="../media/image24.wmf"/><Relationship Id="rId28" Type="http://schemas.openxmlformats.org/officeDocument/2006/relationships/oleObject" Target="../embeddings/oleObject150.bin"/><Relationship Id="rId10" Type="http://schemas.openxmlformats.org/officeDocument/2006/relationships/oleObject" Target="../embeddings/oleObject141.bin"/><Relationship Id="rId19" Type="http://schemas.openxmlformats.org/officeDocument/2006/relationships/image" Target="../media/image21.wmf"/><Relationship Id="rId4" Type="http://schemas.openxmlformats.org/officeDocument/2006/relationships/oleObject" Target="../embeddings/oleObject138.bin"/><Relationship Id="rId9" Type="http://schemas.openxmlformats.org/officeDocument/2006/relationships/image" Target="../media/image108.wmf"/><Relationship Id="rId14" Type="http://schemas.openxmlformats.org/officeDocument/2006/relationships/oleObject" Target="../embeddings/oleObject143.bin"/><Relationship Id="rId22" Type="http://schemas.openxmlformats.org/officeDocument/2006/relationships/oleObject" Target="../embeddings/oleObject147.bin"/><Relationship Id="rId27" Type="http://schemas.openxmlformats.org/officeDocument/2006/relationships/image" Target="../media/image114.wmf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0.wmf"/><Relationship Id="rId18" Type="http://schemas.openxmlformats.org/officeDocument/2006/relationships/oleObject" Target="../embeddings/oleObject158.bin"/><Relationship Id="rId26" Type="http://schemas.openxmlformats.org/officeDocument/2006/relationships/oleObject" Target="../embeddings/oleObject162.bin"/><Relationship Id="rId39" Type="http://schemas.openxmlformats.org/officeDocument/2006/relationships/image" Target="../media/image130.wmf"/><Relationship Id="rId21" Type="http://schemas.openxmlformats.org/officeDocument/2006/relationships/image" Target="../media/image24.wmf"/><Relationship Id="rId34" Type="http://schemas.openxmlformats.org/officeDocument/2006/relationships/oleObject" Target="../embeddings/oleObject166.bin"/><Relationship Id="rId7" Type="http://schemas.openxmlformats.org/officeDocument/2006/relationships/image" Target="../media/image117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57.bin"/><Relationship Id="rId20" Type="http://schemas.openxmlformats.org/officeDocument/2006/relationships/oleObject" Target="../embeddings/oleObject159.bin"/><Relationship Id="rId29" Type="http://schemas.openxmlformats.org/officeDocument/2006/relationships/image" Target="../media/image125.wmf"/><Relationship Id="rId41" Type="http://schemas.openxmlformats.org/officeDocument/2006/relationships/image" Target="../media/image131.wmf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152.bin"/><Relationship Id="rId11" Type="http://schemas.openxmlformats.org/officeDocument/2006/relationships/image" Target="../media/image119.wmf"/><Relationship Id="rId24" Type="http://schemas.openxmlformats.org/officeDocument/2006/relationships/oleObject" Target="../embeddings/oleObject161.bin"/><Relationship Id="rId32" Type="http://schemas.openxmlformats.org/officeDocument/2006/relationships/oleObject" Target="../embeddings/oleObject165.bin"/><Relationship Id="rId37" Type="http://schemas.openxmlformats.org/officeDocument/2006/relationships/image" Target="../media/image129.wmf"/><Relationship Id="rId40" Type="http://schemas.openxmlformats.org/officeDocument/2006/relationships/oleObject" Target="../embeddings/oleObject169.bin"/><Relationship Id="rId5" Type="http://schemas.openxmlformats.org/officeDocument/2006/relationships/image" Target="../media/image116.wmf"/><Relationship Id="rId15" Type="http://schemas.openxmlformats.org/officeDocument/2006/relationships/image" Target="../media/image121.wmf"/><Relationship Id="rId23" Type="http://schemas.openxmlformats.org/officeDocument/2006/relationships/image" Target="../media/image122.wmf"/><Relationship Id="rId28" Type="http://schemas.openxmlformats.org/officeDocument/2006/relationships/oleObject" Target="../embeddings/oleObject163.bin"/><Relationship Id="rId36" Type="http://schemas.openxmlformats.org/officeDocument/2006/relationships/oleObject" Target="../embeddings/oleObject167.bin"/><Relationship Id="rId10" Type="http://schemas.openxmlformats.org/officeDocument/2006/relationships/oleObject" Target="../embeddings/oleObject154.bin"/><Relationship Id="rId19" Type="http://schemas.openxmlformats.org/officeDocument/2006/relationships/image" Target="../media/image22.wmf"/><Relationship Id="rId31" Type="http://schemas.openxmlformats.org/officeDocument/2006/relationships/image" Target="../media/image126.wmf"/><Relationship Id="rId4" Type="http://schemas.openxmlformats.org/officeDocument/2006/relationships/oleObject" Target="../embeddings/oleObject151.bin"/><Relationship Id="rId9" Type="http://schemas.openxmlformats.org/officeDocument/2006/relationships/image" Target="../media/image118.wmf"/><Relationship Id="rId14" Type="http://schemas.openxmlformats.org/officeDocument/2006/relationships/oleObject" Target="../embeddings/oleObject156.bin"/><Relationship Id="rId22" Type="http://schemas.openxmlformats.org/officeDocument/2006/relationships/oleObject" Target="../embeddings/oleObject160.bin"/><Relationship Id="rId27" Type="http://schemas.openxmlformats.org/officeDocument/2006/relationships/image" Target="../media/image124.wmf"/><Relationship Id="rId30" Type="http://schemas.openxmlformats.org/officeDocument/2006/relationships/oleObject" Target="../embeddings/oleObject164.bin"/><Relationship Id="rId35" Type="http://schemas.openxmlformats.org/officeDocument/2006/relationships/image" Target="../media/image128.wmf"/><Relationship Id="rId8" Type="http://schemas.openxmlformats.org/officeDocument/2006/relationships/oleObject" Target="../embeddings/oleObject153.bin"/><Relationship Id="rId3" Type="http://schemas.openxmlformats.org/officeDocument/2006/relationships/image" Target="../media/image1.png"/><Relationship Id="rId12" Type="http://schemas.openxmlformats.org/officeDocument/2006/relationships/oleObject" Target="../embeddings/oleObject155.bin"/><Relationship Id="rId17" Type="http://schemas.openxmlformats.org/officeDocument/2006/relationships/image" Target="../media/image21.wmf"/><Relationship Id="rId25" Type="http://schemas.openxmlformats.org/officeDocument/2006/relationships/image" Target="../media/image123.wmf"/><Relationship Id="rId33" Type="http://schemas.openxmlformats.org/officeDocument/2006/relationships/image" Target="../media/image127.wmf"/><Relationship Id="rId38" Type="http://schemas.openxmlformats.org/officeDocument/2006/relationships/oleObject" Target="../embeddings/oleObject168.bin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75.bin"/><Relationship Id="rId18" Type="http://schemas.openxmlformats.org/officeDocument/2006/relationships/image" Target="../media/image136.wmf"/><Relationship Id="rId26" Type="http://schemas.openxmlformats.org/officeDocument/2006/relationships/image" Target="../media/image140.wmf"/><Relationship Id="rId39" Type="http://schemas.openxmlformats.org/officeDocument/2006/relationships/image" Target="../media/image126.wmf"/><Relationship Id="rId21" Type="http://schemas.openxmlformats.org/officeDocument/2006/relationships/oleObject" Target="../embeddings/oleObject179.bin"/><Relationship Id="rId34" Type="http://schemas.openxmlformats.org/officeDocument/2006/relationships/oleObject" Target="../embeddings/oleObject187.bin"/><Relationship Id="rId42" Type="http://schemas.openxmlformats.org/officeDocument/2006/relationships/oleObject" Target="../embeddings/oleObject191.bin"/><Relationship Id="rId47" Type="http://schemas.openxmlformats.org/officeDocument/2006/relationships/oleObject" Target="../embeddings/oleObject193.bin"/><Relationship Id="rId7" Type="http://schemas.openxmlformats.org/officeDocument/2006/relationships/oleObject" Target="../embeddings/oleObject17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35.wmf"/><Relationship Id="rId29" Type="http://schemas.openxmlformats.org/officeDocument/2006/relationships/oleObject" Target="../embeddings/oleObject183.bin"/><Relationship Id="rId11" Type="http://schemas.openxmlformats.org/officeDocument/2006/relationships/oleObject" Target="../embeddings/oleObject174.bin"/><Relationship Id="rId24" Type="http://schemas.openxmlformats.org/officeDocument/2006/relationships/image" Target="../media/image139.wmf"/><Relationship Id="rId32" Type="http://schemas.openxmlformats.org/officeDocument/2006/relationships/oleObject" Target="../embeddings/oleObject186.bin"/><Relationship Id="rId37" Type="http://schemas.openxmlformats.org/officeDocument/2006/relationships/image" Target="../media/image144.wmf"/><Relationship Id="rId40" Type="http://schemas.openxmlformats.org/officeDocument/2006/relationships/oleObject" Target="../embeddings/oleObject190.bin"/><Relationship Id="rId45" Type="http://schemas.openxmlformats.org/officeDocument/2006/relationships/oleObject" Target="../embeddings/oleObject192.bin"/><Relationship Id="rId5" Type="http://schemas.openxmlformats.org/officeDocument/2006/relationships/oleObject" Target="../embeddings/oleObject171.bin"/><Relationship Id="rId15" Type="http://schemas.openxmlformats.org/officeDocument/2006/relationships/oleObject" Target="../embeddings/oleObject176.bin"/><Relationship Id="rId23" Type="http://schemas.openxmlformats.org/officeDocument/2006/relationships/oleObject" Target="../embeddings/oleObject180.bin"/><Relationship Id="rId28" Type="http://schemas.openxmlformats.org/officeDocument/2006/relationships/image" Target="../media/image141.wmf"/><Relationship Id="rId36" Type="http://schemas.openxmlformats.org/officeDocument/2006/relationships/oleObject" Target="../embeddings/oleObject188.bin"/><Relationship Id="rId49" Type="http://schemas.openxmlformats.org/officeDocument/2006/relationships/oleObject" Target="../embeddings/oleObject194.bin"/><Relationship Id="rId10" Type="http://schemas.openxmlformats.org/officeDocument/2006/relationships/image" Target="../media/image22.wmf"/><Relationship Id="rId19" Type="http://schemas.openxmlformats.org/officeDocument/2006/relationships/oleObject" Target="../embeddings/oleObject178.bin"/><Relationship Id="rId31" Type="http://schemas.openxmlformats.org/officeDocument/2006/relationships/oleObject" Target="../embeddings/oleObject185.bin"/><Relationship Id="rId44" Type="http://schemas.openxmlformats.org/officeDocument/2006/relationships/image" Target="../media/image1.png"/><Relationship Id="rId4" Type="http://schemas.openxmlformats.org/officeDocument/2006/relationships/image" Target="../media/image132.wmf"/><Relationship Id="rId9" Type="http://schemas.openxmlformats.org/officeDocument/2006/relationships/oleObject" Target="../embeddings/oleObject173.bin"/><Relationship Id="rId14" Type="http://schemas.openxmlformats.org/officeDocument/2006/relationships/image" Target="../media/image134.wmf"/><Relationship Id="rId22" Type="http://schemas.openxmlformats.org/officeDocument/2006/relationships/image" Target="../media/image138.wmf"/><Relationship Id="rId27" Type="http://schemas.openxmlformats.org/officeDocument/2006/relationships/oleObject" Target="../embeddings/oleObject182.bin"/><Relationship Id="rId30" Type="http://schemas.openxmlformats.org/officeDocument/2006/relationships/oleObject" Target="../embeddings/oleObject184.bin"/><Relationship Id="rId35" Type="http://schemas.openxmlformats.org/officeDocument/2006/relationships/image" Target="../media/image143.wmf"/><Relationship Id="rId43" Type="http://schemas.openxmlformats.org/officeDocument/2006/relationships/image" Target="../media/image145.wmf"/><Relationship Id="rId48" Type="http://schemas.openxmlformats.org/officeDocument/2006/relationships/image" Target="../media/image147.wmf"/><Relationship Id="rId8" Type="http://schemas.openxmlformats.org/officeDocument/2006/relationships/image" Target="../media/image21.wmf"/><Relationship Id="rId3" Type="http://schemas.openxmlformats.org/officeDocument/2006/relationships/oleObject" Target="../embeddings/oleObject170.bin"/><Relationship Id="rId12" Type="http://schemas.openxmlformats.org/officeDocument/2006/relationships/image" Target="../media/image24.wmf"/><Relationship Id="rId17" Type="http://schemas.openxmlformats.org/officeDocument/2006/relationships/oleObject" Target="../embeddings/oleObject177.bin"/><Relationship Id="rId25" Type="http://schemas.openxmlformats.org/officeDocument/2006/relationships/oleObject" Target="../embeddings/oleObject181.bin"/><Relationship Id="rId33" Type="http://schemas.openxmlformats.org/officeDocument/2006/relationships/image" Target="../media/image142.wmf"/><Relationship Id="rId38" Type="http://schemas.openxmlformats.org/officeDocument/2006/relationships/oleObject" Target="../embeddings/oleObject189.bin"/><Relationship Id="rId46" Type="http://schemas.openxmlformats.org/officeDocument/2006/relationships/image" Target="../media/image146.wmf"/><Relationship Id="rId20" Type="http://schemas.openxmlformats.org/officeDocument/2006/relationships/image" Target="../media/image137.wmf"/><Relationship Id="rId41" Type="http://schemas.openxmlformats.org/officeDocument/2006/relationships/image" Target="../media/image127.wmf"/><Relationship Id="rId1" Type="http://schemas.openxmlformats.org/officeDocument/2006/relationships/vmlDrawing" Target="../drawings/vmlDrawing11.vml"/><Relationship Id="rId6" Type="http://schemas.openxmlformats.org/officeDocument/2006/relationships/image" Target="../media/image133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7.bin"/><Relationship Id="rId13" Type="http://schemas.openxmlformats.org/officeDocument/2006/relationships/image" Target="../media/image152.wmf"/><Relationship Id="rId3" Type="http://schemas.openxmlformats.org/officeDocument/2006/relationships/image" Target="../media/image1.png"/><Relationship Id="rId7" Type="http://schemas.openxmlformats.org/officeDocument/2006/relationships/image" Target="../media/image149.wmf"/><Relationship Id="rId12" Type="http://schemas.openxmlformats.org/officeDocument/2006/relationships/oleObject" Target="../embeddings/oleObject199.bin"/><Relationship Id="rId17" Type="http://schemas.openxmlformats.org/officeDocument/2006/relationships/image" Target="../media/image154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01.bin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196.bin"/><Relationship Id="rId11" Type="http://schemas.openxmlformats.org/officeDocument/2006/relationships/image" Target="../media/image151.wmf"/><Relationship Id="rId5" Type="http://schemas.openxmlformats.org/officeDocument/2006/relationships/image" Target="../media/image148.wmf"/><Relationship Id="rId15" Type="http://schemas.openxmlformats.org/officeDocument/2006/relationships/image" Target="../media/image153.wmf"/><Relationship Id="rId10" Type="http://schemas.openxmlformats.org/officeDocument/2006/relationships/oleObject" Target="../embeddings/oleObject198.bin"/><Relationship Id="rId4" Type="http://schemas.openxmlformats.org/officeDocument/2006/relationships/oleObject" Target="../embeddings/oleObject195.bin"/><Relationship Id="rId9" Type="http://schemas.openxmlformats.org/officeDocument/2006/relationships/image" Target="../media/image150.wmf"/><Relationship Id="rId14" Type="http://schemas.openxmlformats.org/officeDocument/2006/relationships/oleObject" Target="../embeddings/oleObject200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7.wmf"/><Relationship Id="rId13" Type="http://schemas.openxmlformats.org/officeDocument/2006/relationships/oleObject" Target="../embeddings/oleObject207.bin"/><Relationship Id="rId18" Type="http://schemas.openxmlformats.org/officeDocument/2006/relationships/image" Target="../media/image162.wmf"/><Relationship Id="rId26" Type="http://schemas.openxmlformats.org/officeDocument/2006/relationships/oleObject" Target="../embeddings/oleObject213.bin"/><Relationship Id="rId3" Type="http://schemas.openxmlformats.org/officeDocument/2006/relationships/oleObject" Target="../embeddings/oleObject202.bin"/><Relationship Id="rId21" Type="http://schemas.openxmlformats.org/officeDocument/2006/relationships/image" Target="../media/image163.wmf"/><Relationship Id="rId7" Type="http://schemas.openxmlformats.org/officeDocument/2006/relationships/oleObject" Target="../embeddings/oleObject204.bin"/><Relationship Id="rId12" Type="http://schemas.openxmlformats.org/officeDocument/2006/relationships/image" Target="../media/image159.wmf"/><Relationship Id="rId17" Type="http://schemas.openxmlformats.org/officeDocument/2006/relationships/oleObject" Target="../embeddings/oleObject209.bin"/><Relationship Id="rId25" Type="http://schemas.openxmlformats.org/officeDocument/2006/relationships/image" Target="../media/image164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61.wmf"/><Relationship Id="rId20" Type="http://schemas.openxmlformats.org/officeDocument/2006/relationships/oleObject" Target="../embeddings/oleObject210.bin"/><Relationship Id="rId1" Type="http://schemas.openxmlformats.org/officeDocument/2006/relationships/vmlDrawing" Target="../drawings/vmlDrawing13.vml"/><Relationship Id="rId6" Type="http://schemas.openxmlformats.org/officeDocument/2006/relationships/image" Target="../media/image156.wmf"/><Relationship Id="rId11" Type="http://schemas.openxmlformats.org/officeDocument/2006/relationships/oleObject" Target="../embeddings/oleObject206.bin"/><Relationship Id="rId24" Type="http://schemas.openxmlformats.org/officeDocument/2006/relationships/oleObject" Target="../embeddings/oleObject212.bin"/><Relationship Id="rId5" Type="http://schemas.openxmlformats.org/officeDocument/2006/relationships/oleObject" Target="../embeddings/oleObject203.bin"/><Relationship Id="rId15" Type="http://schemas.openxmlformats.org/officeDocument/2006/relationships/oleObject" Target="../embeddings/oleObject208.bin"/><Relationship Id="rId23" Type="http://schemas.openxmlformats.org/officeDocument/2006/relationships/image" Target="../media/image150.wmf"/><Relationship Id="rId10" Type="http://schemas.openxmlformats.org/officeDocument/2006/relationships/image" Target="../media/image158.wmf"/><Relationship Id="rId19" Type="http://schemas.openxmlformats.org/officeDocument/2006/relationships/image" Target="../media/image1.png"/><Relationship Id="rId4" Type="http://schemas.openxmlformats.org/officeDocument/2006/relationships/image" Target="../media/image155.wmf"/><Relationship Id="rId9" Type="http://schemas.openxmlformats.org/officeDocument/2006/relationships/oleObject" Target="../embeddings/oleObject205.bin"/><Relationship Id="rId14" Type="http://schemas.openxmlformats.org/officeDocument/2006/relationships/image" Target="../media/image160.wmf"/><Relationship Id="rId22" Type="http://schemas.openxmlformats.org/officeDocument/2006/relationships/oleObject" Target="../embeddings/oleObject211.bin"/><Relationship Id="rId27" Type="http://schemas.openxmlformats.org/officeDocument/2006/relationships/image" Target="../media/image165.w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66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6.bin"/><Relationship Id="rId13" Type="http://schemas.openxmlformats.org/officeDocument/2006/relationships/image" Target="../media/image171.wmf"/><Relationship Id="rId18" Type="http://schemas.openxmlformats.org/officeDocument/2006/relationships/oleObject" Target="../embeddings/oleObject221.bin"/><Relationship Id="rId3" Type="http://schemas.openxmlformats.org/officeDocument/2006/relationships/image" Target="../media/image1.png"/><Relationship Id="rId21" Type="http://schemas.openxmlformats.org/officeDocument/2006/relationships/image" Target="../media/image175.wmf"/><Relationship Id="rId7" Type="http://schemas.openxmlformats.org/officeDocument/2006/relationships/image" Target="../media/image168.wmf"/><Relationship Id="rId12" Type="http://schemas.openxmlformats.org/officeDocument/2006/relationships/oleObject" Target="../embeddings/oleObject218.bin"/><Relationship Id="rId17" Type="http://schemas.openxmlformats.org/officeDocument/2006/relationships/image" Target="../media/image173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20.bin"/><Relationship Id="rId20" Type="http://schemas.openxmlformats.org/officeDocument/2006/relationships/oleObject" Target="../embeddings/oleObject222.bin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215.bin"/><Relationship Id="rId11" Type="http://schemas.openxmlformats.org/officeDocument/2006/relationships/image" Target="../media/image170.wmf"/><Relationship Id="rId5" Type="http://schemas.openxmlformats.org/officeDocument/2006/relationships/image" Target="../media/image167.wmf"/><Relationship Id="rId15" Type="http://schemas.openxmlformats.org/officeDocument/2006/relationships/image" Target="../media/image172.wmf"/><Relationship Id="rId23" Type="http://schemas.openxmlformats.org/officeDocument/2006/relationships/image" Target="../media/image176.wmf"/><Relationship Id="rId10" Type="http://schemas.openxmlformats.org/officeDocument/2006/relationships/oleObject" Target="../embeddings/oleObject217.bin"/><Relationship Id="rId19" Type="http://schemas.openxmlformats.org/officeDocument/2006/relationships/image" Target="../media/image174.wmf"/><Relationship Id="rId4" Type="http://schemas.openxmlformats.org/officeDocument/2006/relationships/oleObject" Target="../embeddings/oleObject214.bin"/><Relationship Id="rId9" Type="http://schemas.openxmlformats.org/officeDocument/2006/relationships/image" Target="../media/image169.wmf"/><Relationship Id="rId14" Type="http://schemas.openxmlformats.org/officeDocument/2006/relationships/oleObject" Target="../embeddings/oleObject219.bin"/><Relationship Id="rId22" Type="http://schemas.openxmlformats.org/officeDocument/2006/relationships/oleObject" Target="../embeddings/oleObject223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6.bin"/><Relationship Id="rId13" Type="http://schemas.openxmlformats.org/officeDocument/2006/relationships/image" Target="../media/image181.wmf"/><Relationship Id="rId18" Type="http://schemas.openxmlformats.org/officeDocument/2006/relationships/oleObject" Target="../embeddings/oleObject231.bin"/><Relationship Id="rId26" Type="http://schemas.openxmlformats.org/officeDocument/2006/relationships/oleObject" Target="../embeddings/oleObject235.bin"/><Relationship Id="rId3" Type="http://schemas.openxmlformats.org/officeDocument/2006/relationships/image" Target="../media/image1.png"/><Relationship Id="rId21" Type="http://schemas.openxmlformats.org/officeDocument/2006/relationships/image" Target="../media/image86.wmf"/><Relationship Id="rId7" Type="http://schemas.openxmlformats.org/officeDocument/2006/relationships/image" Target="../media/image178.wmf"/><Relationship Id="rId12" Type="http://schemas.openxmlformats.org/officeDocument/2006/relationships/oleObject" Target="../embeddings/oleObject228.bin"/><Relationship Id="rId17" Type="http://schemas.openxmlformats.org/officeDocument/2006/relationships/image" Target="../media/image183.wmf"/><Relationship Id="rId25" Type="http://schemas.openxmlformats.org/officeDocument/2006/relationships/image" Target="../media/image184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30.bin"/><Relationship Id="rId20" Type="http://schemas.openxmlformats.org/officeDocument/2006/relationships/oleObject" Target="../embeddings/oleObject232.bin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225.bin"/><Relationship Id="rId11" Type="http://schemas.openxmlformats.org/officeDocument/2006/relationships/image" Target="../media/image180.wmf"/><Relationship Id="rId24" Type="http://schemas.openxmlformats.org/officeDocument/2006/relationships/oleObject" Target="../embeddings/oleObject234.bin"/><Relationship Id="rId5" Type="http://schemas.openxmlformats.org/officeDocument/2006/relationships/image" Target="../media/image177.wmf"/><Relationship Id="rId15" Type="http://schemas.openxmlformats.org/officeDocument/2006/relationships/image" Target="../media/image182.wmf"/><Relationship Id="rId23" Type="http://schemas.openxmlformats.org/officeDocument/2006/relationships/image" Target="../media/image13.wmf"/><Relationship Id="rId10" Type="http://schemas.openxmlformats.org/officeDocument/2006/relationships/oleObject" Target="../embeddings/oleObject227.bin"/><Relationship Id="rId19" Type="http://schemas.openxmlformats.org/officeDocument/2006/relationships/image" Target="../media/image12.wmf"/><Relationship Id="rId4" Type="http://schemas.openxmlformats.org/officeDocument/2006/relationships/oleObject" Target="../embeddings/oleObject224.bin"/><Relationship Id="rId9" Type="http://schemas.openxmlformats.org/officeDocument/2006/relationships/image" Target="../media/image179.wmf"/><Relationship Id="rId14" Type="http://schemas.openxmlformats.org/officeDocument/2006/relationships/oleObject" Target="../embeddings/oleObject229.bin"/><Relationship Id="rId22" Type="http://schemas.openxmlformats.org/officeDocument/2006/relationships/oleObject" Target="../embeddings/oleObject233.bin"/><Relationship Id="rId27" Type="http://schemas.openxmlformats.org/officeDocument/2006/relationships/image" Target="../media/image185.wmf"/></Relationships>
</file>

<file path=ppt/slides/_rels/slide19.xml.rels><?xml version="1.0" encoding="UTF-8" standalone="yes"?>
<Relationships xmlns="http://schemas.openxmlformats.org/package/2006/relationships"><Relationship Id="rId26" Type="http://schemas.openxmlformats.org/officeDocument/2006/relationships/oleObject" Target="../embeddings/oleObject247.bin"/><Relationship Id="rId21" Type="http://schemas.openxmlformats.org/officeDocument/2006/relationships/image" Target="../media/image194.wmf"/><Relationship Id="rId34" Type="http://schemas.openxmlformats.org/officeDocument/2006/relationships/oleObject" Target="../embeddings/oleObject251.bin"/><Relationship Id="rId42" Type="http://schemas.openxmlformats.org/officeDocument/2006/relationships/image" Target="../media/image204.wmf"/><Relationship Id="rId47" Type="http://schemas.openxmlformats.org/officeDocument/2006/relationships/oleObject" Target="../embeddings/oleObject258.bin"/><Relationship Id="rId50" Type="http://schemas.openxmlformats.org/officeDocument/2006/relationships/image" Target="../media/image208.wmf"/><Relationship Id="rId55" Type="http://schemas.openxmlformats.org/officeDocument/2006/relationships/oleObject" Target="../embeddings/oleObject262.bin"/><Relationship Id="rId63" Type="http://schemas.openxmlformats.org/officeDocument/2006/relationships/oleObject" Target="../embeddings/oleObject266.bin"/><Relationship Id="rId7" Type="http://schemas.openxmlformats.org/officeDocument/2006/relationships/image" Target="../media/image187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42.bin"/><Relationship Id="rId29" Type="http://schemas.openxmlformats.org/officeDocument/2006/relationships/image" Target="../media/image198.wmf"/><Relationship Id="rId11" Type="http://schemas.openxmlformats.org/officeDocument/2006/relationships/image" Target="../media/image189.wmf"/><Relationship Id="rId24" Type="http://schemas.openxmlformats.org/officeDocument/2006/relationships/oleObject" Target="../embeddings/oleObject246.bin"/><Relationship Id="rId32" Type="http://schemas.openxmlformats.org/officeDocument/2006/relationships/oleObject" Target="../embeddings/oleObject250.bin"/><Relationship Id="rId37" Type="http://schemas.openxmlformats.org/officeDocument/2006/relationships/image" Target="../media/image202.wmf"/><Relationship Id="rId40" Type="http://schemas.openxmlformats.org/officeDocument/2006/relationships/oleObject" Target="../embeddings/oleObject254.bin"/><Relationship Id="rId45" Type="http://schemas.openxmlformats.org/officeDocument/2006/relationships/oleObject" Target="../embeddings/oleObject257.bin"/><Relationship Id="rId53" Type="http://schemas.openxmlformats.org/officeDocument/2006/relationships/oleObject" Target="../embeddings/oleObject261.bin"/><Relationship Id="rId58" Type="http://schemas.openxmlformats.org/officeDocument/2006/relationships/image" Target="../media/image13.wmf"/><Relationship Id="rId66" Type="http://schemas.openxmlformats.org/officeDocument/2006/relationships/image" Target="../media/image212.wmf"/><Relationship Id="rId5" Type="http://schemas.openxmlformats.org/officeDocument/2006/relationships/image" Target="../media/image186.wmf"/><Relationship Id="rId61" Type="http://schemas.openxmlformats.org/officeDocument/2006/relationships/oleObject" Target="../embeddings/oleObject265.bin"/><Relationship Id="rId19" Type="http://schemas.openxmlformats.org/officeDocument/2006/relationships/image" Target="../media/image193.wmf"/><Relationship Id="rId14" Type="http://schemas.openxmlformats.org/officeDocument/2006/relationships/oleObject" Target="../embeddings/oleObject241.bin"/><Relationship Id="rId22" Type="http://schemas.openxmlformats.org/officeDocument/2006/relationships/oleObject" Target="../embeddings/oleObject245.bin"/><Relationship Id="rId27" Type="http://schemas.openxmlformats.org/officeDocument/2006/relationships/image" Target="../media/image197.wmf"/><Relationship Id="rId30" Type="http://schemas.openxmlformats.org/officeDocument/2006/relationships/oleObject" Target="../embeddings/oleObject249.bin"/><Relationship Id="rId35" Type="http://schemas.openxmlformats.org/officeDocument/2006/relationships/image" Target="../media/image201.wmf"/><Relationship Id="rId43" Type="http://schemas.openxmlformats.org/officeDocument/2006/relationships/oleObject" Target="../embeddings/oleObject256.bin"/><Relationship Id="rId48" Type="http://schemas.openxmlformats.org/officeDocument/2006/relationships/image" Target="../media/image207.wmf"/><Relationship Id="rId56" Type="http://schemas.openxmlformats.org/officeDocument/2006/relationships/image" Target="../media/image86.wmf"/><Relationship Id="rId64" Type="http://schemas.openxmlformats.org/officeDocument/2006/relationships/oleObject" Target="../embeddings/oleObject267.bin"/><Relationship Id="rId8" Type="http://schemas.openxmlformats.org/officeDocument/2006/relationships/oleObject" Target="../embeddings/oleObject238.bin"/><Relationship Id="rId51" Type="http://schemas.openxmlformats.org/officeDocument/2006/relationships/oleObject" Target="../embeddings/oleObject260.bin"/><Relationship Id="rId3" Type="http://schemas.openxmlformats.org/officeDocument/2006/relationships/image" Target="../media/image1.png"/><Relationship Id="rId12" Type="http://schemas.openxmlformats.org/officeDocument/2006/relationships/oleObject" Target="../embeddings/oleObject240.bin"/><Relationship Id="rId17" Type="http://schemas.openxmlformats.org/officeDocument/2006/relationships/image" Target="../media/image192.wmf"/><Relationship Id="rId25" Type="http://schemas.openxmlformats.org/officeDocument/2006/relationships/image" Target="../media/image196.wmf"/><Relationship Id="rId33" Type="http://schemas.openxmlformats.org/officeDocument/2006/relationships/image" Target="../media/image200.wmf"/><Relationship Id="rId38" Type="http://schemas.openxmlformats.org/officeDocument/2006/relationships/oleObject" Target="../embeddings/oleObject253.bin"/><Relationship Id="rId46" Type="http://schemas.openxmlformats.org/officeDocument/2006/relationships/image" Target="../media/image206.wmf"/><Relationship Id="rId59" Type="http://schemas.openxmlformats.org/officeDocument/2006/relationships/oleObject" Target="../embeddings/oleObject264.bin"/><Relationship Id="rId20" Type="http://schemas.openxmlformats.org/officeDocument/2006/relationships/oleObject" Target="../embeddings/oleObject244.bin"/><Relationship Id="rId41" Type="http://schemas.openxmlformats.org/officeDocument/2006/relationships/oleObject" Target="../embeddings/oleObject255.bin"/><Relationship Id="rId54" Type="http://schemas.openxmlformats.org/officeDocument/2006/relationships/image" Target="../media/image12.wmf"/><Relationship Id="rId62" Type="http://schemas.openxmlformats.org/officeDocument/2006/relationships/image" Target="../media/image211.wmf"/><Relationship Id="rId1" Type="http://schemas.openxmlformats.org/officeDocument/2006/relationships/vmlDrawing" Target="../drawings/vmlDrawing16.vml"/><Relationship Id="rId6" Type="http://schemas.openxmlformats.org/officeDocument/2006/relationships/oleObject" Target="../embeddings/oleObject237.bin"/><Relationship Id="rId15" Type="http://schemas.openxmlformats.org/officeDocument/2006/relationships/image" Target="../media/image191.wmf"/><Relationship Id="rId23" Type="http://schemas.openxmlformats.org/officeDocument/2006/relationships/image" Target="../media/image195.wmf"/><Relationship Id="rId28" Type="http://schemas.openxmlformats.org/officeDocument/2006/relationships/oleObject" Target="../embeddings/oleObject248.bin"/><Relationship Id="rId36" Type="http://schemas.openxmlformats.org/officeDocument/2006/relationships/oleObject" Target="../embeddings/oleObject252.bin"/><Relationship Id="rId49" Type="http://schemas.openxmlformats.org/officeDocument/2006/relationships/oleObject" Target="../embeddings/oleObject259.bin"/><Relationship Id="rId57" Type="http://schemas.openxmlformats.org/officeDocument/2006/relationships/oleObject" Target="../embeddings/oleObject263.bin"/><Relationship Id="rId10" Type="http://schemas.openxmlformats.org/officeDocument/2006/relationships/oleObject" Target="../embeddings/oleObject239.bin"/><Relationship Id="rId31" Type="http://schemas.openxmlformats.org/officeDocument/2006/relationships/image" Target="../media/image199.wmf"/><Relationship Id="rId44" Type="http://schemas.openxmlformats.org/officeDocument/2006/relationships/image" Target="../media/image205.wmf"/><Relationship Id="rId52" Type="http://schemas.openxmlformats.org/officeDocument/2006/relationships/image" Target="../media/image209.wmf"/><Relationship Id="rId60" Type="http://schemas.openxmlformats.org/officeDocument/2006/relationships/image" Target="../media/image210.wmf"/><Relationship Id="rId65" Type="http://schemas.openxmlformats.org/officeDocument/2006/relationships/oleObject" Target="../embeddings/oleObject268.bin"/><Relationship Id="rId4" Type="http://schemas.openxmlformats.org/officeDocument/2006/relationships/oleObject" Target="../embeddings/oleObject236.bin"/><Relationship Id="rId9" Type="http://schemas.openxmlformats.org/officeDocument/2006/relationships/image" Target="../media/image188.wmf"/><Relationship Id="rId13" Type="http://schemas.openxmlformats.org/officeDocument/2006/relationships/image" Target="../media/image190.wmf"/><Relationship Id="rId18" Type="http://schemas.openxmlformats.org/officeDocument/2006/relationships/oleObject" Target="../embeddings/oleObject243.bin"/><Relationship Id="rId39" Type="http://schemas.openxmlformats.org/officeDocument/2006/relationships/image" Target="../media/image203.wmf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71.bin"/><Relationship Id="rId13" Type="http://schemas.openxmlformats.org/officeDocument/2006/relationships/image" Target="../media/image217.wmf"/><Relationship Id="rId18" Type="http://schemas.openxmlformats.org/officeDocument/2006/relationships/oleObject" Target="../embeddings/oleObject276.bin"/><Relationship Id="rId26" Type="http://schemas.openxmlformats.org/officeDocument/2006/relationships/oleObject" Target="../embeddings/oleObject280.bin"/><Relationship Id="rId3" Type="http://schemas.openxmlformats.org/officeDocument/2006/relationships/image" Target="../media/image1.png"/><Relationship Id="rId21" Type="http://schemas.openxmlformats.org/officeDocument/2006/relationships/image" Target="../media/image221.wmf"/><Relationship Id="rId7" Type="http://schemas.openxmlformats.org/officeDocument/2006/relationships/image" Target="../media/image214.wmf"/><Relationship Id="rId12" Type="http://schemas.openxmlformats.org/officeDocument/2006/relationships/oleObject" Target="../embeddings/oleObject273.bin"/><Relationship Id="rId17" Type="http://schemas.openxmlformats.org/officeDocument/2006/relationships/image" Target="../media/image219.wmf"/><Relationship Id="rId25" Type="http://schemas.openxmlformats.org/officeDocument/2006/relationships/image" Target="../media/image223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75.bin"/><Relationship Id="rId20" Type="http://schemas.openxmlformats.org/officeDocument/2006/relationships/oleObject" Target="../embeddings/oleObject277.bin"/><Relationship Id="rId1" Type="http://schemas.openxmlformats.org/officeDocument/2006/relationships/vmlDrawing" Target="../drawings/vmlDrawing17.vml"/><Relationship Id="rId6" Type="http://schemas.openxmlformats.org/officeDocument/2006/relationships/oleObject" Target="../embeddings/oleObject270.bin"/><Relationship Id="rId11" Type="http://schemas.openxmlformats.org/officeDocument/2006/relationships/image" Target="../media/image216.wmf"/><Relationship Id="rId24" Type="http://schemas.openxmlformats.org/officeDocument/2006/relationships/oleObject" Target="../embeddings/oleObject279.bin"/><Relationship Id="rId5" Type="http://schemas.openxmlformats.org/officeDocument/2006/relationships/image" Target="../media/image213.wmf"/><Relationship Id="rId15" Type="http://schemas.openxmlformats.org/officeDocument/2006/relationships/image" Target="../media/image218.wmf"/><Relationship Id="rId23" Type="http://schemas.openxmlformats.org/officeDocument/2006/relationships/image" Target="../media/image222.wmf"/><Relationship Id="rId10" Type="http://schemas.openxmlformats.org/officeDocument/2006/relationships/oleObject" Target="../embeddings/oleObject272.bin"/><Relationship Id="rId19" Type="http://schemas.openxmlformats.org/officeDocument/2006/relationships/image" Target="../media/image220.wmf"/><Relationship Id="rId4" Type="http://schemas.openxmlformats.org/officeDocument/2006/relationships/oleObject" Target="../embeddings/oleObject269.bin"/><Relationship Id="rId9" Type="http://schemas.openxmlformats.org/officeDocument/2006/relationships/image" Target="../media/image215.wmf"/><Relationship Id="rId14" Type="http://schemas.openxmlformats.org/officeDocument/2006/relationships/oleObject" Target="../embeddings/oleObject274.bin"/><Relationship Id="rId22" Type="http://schemas.openxmlformats.org/officeDocument/2006/relationships/oleObject" Target="../embeddings/oleObject278.bin"/><Relationship Id="rId27" Type="http://schemas.openxmlformats.org/officeDocument/2006/relationships/image" Target="../media/image224.wmf"/></Relationships>
</file>

<file path=ppt/slides/_rels/slide2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27.wmf"/><Relationship Id="rId18" Type="http://schemas.openxmlformats.org/officeDocument/2006/relationships/oleObject" Target="../embeddings/oleObject288.bin"/><Relationship Id="rId26" Type="http://schemas.openxmlformats.org/officeDocument/2006/relationships/oleObject" Target="../embeddings/oleObject292.bin"/><Relationship Id="rId3" Type="http://schemas.openxmlformats.org/officeDocument/2006/relationships/image" Target="../media/image1.png"/><Relationship Id="rId21" Type="http://schemas.openxmlformats.org/officeDocument/2006/relationships/image" Target="../media/image231.wmf"/><Relationship Id="rId34" Type="http://schemas.openxmlformats.org/officeDocument/2006/relationships/oleObject" Target="../embeddings/oleObject296.bin"/><Relationship Id="rId7" Type="http://schemas.openxmlformats.org/officeDocument/2006/relationships/image" Target="../media/image218.wmf"/><Relationship Id="rId12" Type="http://schemas.openxmlformats.org/officeDocument/2006/relationships/oleObject" Target="../embeddings/oleObject285.bin"/><Relationship Id="rId17" Type="http://schemas.openxmlformats.org/officeDocument/2006/relationships/image" Target="../media/image229.wmf"/><Relationship Id="rId25" Type="http://schemas.openxmlformats.org/officeDocument/2006/relationships/image" Target="../media/image233.wmf"/><Relationship Id="rId33" Type="http://schemas.openxmlformats.org/officeDocument/2006/relationships/image" Target="../media/image236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87.bin"/><Relationship Id="rId20" Type="http://schemas.openxmlformats.org/officeDocument/2006/relationships/oleObject" Target="../embeddings/oleObject289.bin"/><Relationship Id="rId29" Type="http://schemas.openxmlformats.org/officeDocument/2006/relationships/image" Target="../media/image234.wmf"/><Relationship Id="rId1" Type="http://schemas.openxmlformats.org/officeDocument/2006/relationships/vmlDrawing" Target="../drawings/vmlDrawing18.vml"/><Relationship Id="rId6" Type="http://schemas.openxmlformats.org/officeDocument/2006/relationships/oleObject" Target="../embeddings/oleObject282.bin"/><Relationship Id="rId11" Type="http://schemas.openxmlformats.org/officeDocument/2006/relationships/image" Target="../media/image226.wmf"/><Relationship Id="rId24" Type="http://schemas.openxmlformats.org/officeDocument/2006/relationships/oleObject" Target="../embeddings/oleObject291.bin"/><Relationship Id="rId32" Type="http://schemas.openxmlformats.org/officeDocument/2006/relationships/oleObject" Target="../embeddings/oleObject295.bin"/><Relationship Id="rId5" Type="http://schemas.openxmlformats.org/officeDocument/2006/relationships/image" Target="../media/image213.wmf"/><Relationship Id="rId15" Type="http://schemas.openxmlformats.org/officeDocument/2006/relationships/image" Target="../media/image228.wmf"/><Relationship Id="rId23" Type="http://schemas.openxmlformats.org/officeDocument/2006/relationships/image" Target="../media/image232.wmf"/><Relationship Id="rId28" Type="http://schemas.openxmlformats.org/officeDocument/2006/relationships/oleObject" Target="../embeddings/oleObject293.bin"/><Relationship Id="rId36" Type="http://schemas.openxmlformats.org/officeDocument/2006/relationships/image" Target="../media/image166.jpeg"/><Relationship Id="rId10" Type="http://schemas.openxmlformats.org/officeDocument/2006/relationships/oleObject" Target="../embeddings/oleObject284.bin"/><Relationship Id="rId19" Type="http://schemas.openxmlformats.org/officeDocument/2006/relationships/image" Target="../media/image230.wmf"/><Relationship Id="rId31" Type="http://schemas.openxmlformats.org/officeDocument/2006/relationships/image" Target="../media/image235.wmf"/><Relationship Id="rId4" Type="http://schemas.openxmlformats.org/officeDocument/2006/relationships/oleObject" Target="../embeddings/oleObject281.bin"/><Relationship Id="rId9" Type="http://schemas.openxmlformats.org/officeDocument/2006/relationships/image" Target="../media/image225.wmf"/><Relationship Id="rId14" Type="http://schemas.openxmlformats.org/officeDocument/2006/relationships/oleObject" Target="../embeddings/oleObject286.bin"/><Relationship Id="rId22" Type="http://schemas.openxmlformats.org/officeDocument/2006/relationships/oleObject" Target="../embeddings/oleObject290.bin"/><Relationship Id="rId27" Type="http://schemas.openxmlformats.org/officeDocument/2006/relationships/image" Target="../media/image220.wmf"/><Relationship Id="rId30" Type="http://schemas.openxmlformats.org/officeDocument/2006/relationships/oleObject" Target="../embeddings/oleObject294.bin"/><Relationship Id="rId35" Type="http://schemas.openxmlformats.org/officeDocument/2006/relationships/image" Target="../media/image237.wmf"/><Relationship Id="rId8" Type="http://schemas.openxmlformats.org/officeDocument/2006/relationships/oleObject" Target="../embeddings/oleObject283.bin"/></Relationships>
</file>

<file path=ppt/slides/_rels/slide2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42.wmf"/><Relationship Id="rId18" Type="http://schemas.openxmlformats.org/officeDocument/2006/relationships/oleObject" Target="../embeddings/oleObject304.bin"/><Relationship Id="rId26" Type="http://schemas.openxmlformats.org/officeDocument/2006/relationships/oleObject" Target="../embeddings/oleObject308.bin"/><Relationship Id="rId21" Type="http://schemas.openxmlformats.org/officeDocument/2006/relationships/image" Target="../media/image246.wmf"/><Relationship Id="rId34" Type="http://schemas.openxmlformats.org/officeDocument/2006/relationships/oleObject" Target="../embeddings/oleObject312.bin"/><Relationship Id="rId7" Type="http://schemas.openxmlformats.org/officeDocument/2006/relationships/image" Target="../media/image239.wmf"/><Relationship Id="rId12" Type="http://schemas.openxmlformats.org/officeDocument/2006/relationships/oleObject" Target="../embeddings/oleObject301.bin"/><Relationship Id="rId17" Type="http://schemas.openxmlformats.org/officeDocument/2006/relationships/image" Target="../media/image244.wmf"/><Relationship Id="rId25" Type="http://schemas.openxmlformats.org/officeDocument/2006/relationships/image" Target="../media/image248.wmf"/><Relationship Id="rId33" Type="http://schemas.openxmlformats.org/officeDocument/2006/relationships/image" Target="../media/image86.wmf"/><Relationship Id="rId38" Type="http://schemas.openxmlformats.org/officeDocument/2006/relationships/image" Target="../media/image251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303.bin"/><Relationship Id="rId20" Type="http://schemas.openxmlformats.org/officeDocument/2006/relationships/oleObject" Target="../embeddings/oleObject305.bin"/><Relationship Id="rId29" Type="http://schemas.openxmlformats.org/officeDocument/2006/relationships/image" Target="../media/image16.wmf"/><Relationship Id="rId1" Type="http://schemas.openxmlformats.org/officeDocument/2006/relationships/vmlDrawing" Target="../drawings/vmlDrawing19.vml"/><Relationship Id="rId6" Type="http://schemas.openxmlformats.org/officeDocument/2006/relationships/oleObject" Target="../embeddings/oleObject298.bin"/><Relationship Id="rId11" Type="http://schemas.openxmlformats.org/officeDocument/2006/relationships/image" Target="../media/image241.wmf"/><Relationship Id="rId24" Type="http://schemas.openxmlformats.org/officeDocument/2006/relationships/oleObject" Target="../embeddings/oleObject307.bin"/><Relationship Id="rId32" Type="http://schemas.openxmlformats.org/officeDocument/2006/relationships/oleObject" Target="../embeddings/oleObject311.bin"/><Relationship Id="rId37" Type="http://schemas.openxmlformats.org/officeDocument/2006/relationships/oleObject" Target="../embeddings/oleObject314.bin"/><Relationship Id="rId5" Type="http://schemas.openxmlformats.org/officeDocument/2006/relationships/image" Target="../media/image238.wmf"/><Relationship Id="rId15" Type="http://schemas.openxmlformats.org/officeDocument/2006/relationships/image" Target="../media/image243.wmf"/><Relationship Id="rId23" Type="http://schemas.openxmlformats.org/officeDocument/2006/relationships/image" Target="../media/image247.wmf"/><Relationship Id="rId28" Type="http://schemas.openxmlformats.org/officeDocument/2006/relationships/oleObject" Target="../embeddings/oleObject309.bin"/><Relationship Id="rId36" Type="http://schemas.openxmlformats.org/officeDocument/2006/relationships/oleObject" Target="../embeddings/oleObject313.bin"/><Relationship Id="rId10" Type="http://schemas.openxmlformats.org/officeDocument/2006/relationships/oleObject" Target="../embeddings/oleObject300.bin"/><Relationship Id="rId19" Type="http://schemas.openxmlformats.org/officeDocument/2006/relationships/image" Target="../media/image245.wmf"/><Relationship Id="rId31" Type="http://schemas.openxmlformats.org/officeDocument/2006/relationships/image" Target="../media/image12.wmf"/><Relationship Id="rId4" Type="http://schemas.openxmlformats.org/officeDocument/2006/relationships/oleObject" Target="../embeddings/oleObject297.bin"/><Relationship Id="rId9" Type="http://schemas.openxmlformats.org/officeDocument/2006/relationships/image" Target="../media/image240.wmf"/><Relationship Id="rId14" Type="http://schemas.openxmlformats.org/officeDocument/2006/relationships/oleObject" Target="../embeddings/oleObject302.bin"/><Relationship Id="rId22" Type="http://schemas.openxmlformats.org/officeDocument/2006/relationships/oleObject" Target="../embeddings/oleObject306.bin"/><Relationship Id="rId27" Type="http://schemas.openxmlformats.org/officeDocument/2006/relationships/image" Target="../media/image249.wmf"/><Relationship Id="rId30" Type="http://schemas.openxmlformats.org/officeDocument/2006/relationships/oleObject" Target="../embeddings/oleObject310.bin"/><Relationship Id="rId35" Type="http://schemas.openxmlformats.org/officeDocument/2006/relationships/image" Target="../media/image250.wmf"/><Relationship Id="rId8" Type="http://schemas.openxmlformats.org/officeDocument/2006/relationships/oleObject" Target="../embeddings/oleObject299.bin"/><Relationship Id="rId3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17.bin"/><Relationship Id="rId13" Type="http://schemas.openxmlformats.org/officeDocument/2006/relationships/image" Target="../media/image256.wmf"/><Relationship Id="rId18" Type="http://schemas.openxmlformats.org/officeDocument/2006/relationships/oleObject" Target="../embeddings/oleObject322.bin"/><Relationship Id="rId26" Type="http://schemas.openxmlformats.org/officeDocument/2006/relationships/image" Target="../media/image262.wmf"/><Relationship Id="rId3" Type="http://schemas.openxmlformats.org/officeDocument/2006/relationships/image" Target="../media/image1.png"/><Relationship Id="rId21" Type="http://schemas.openxmlformats.org/officeDocument/2006/relationships/oleObject" Target="../embeddings/oleObject324.bin"/><Relationship Id="rId7" Type="http://schemas.openxmlformats.org/officeDocument/2006/relationships/image" Target="../media/image253.wmf"/><Relationship Id="rId12" Type="http://schemas.openxmlformats.org/officeDocument/2006/relationships/oleObject" Target="../embeddings/oleObject319.bin"/><Relationship Id="rId17" Type="http://schemas.openxmlformats.org/officeDocument/2006/relationships/image" Target="../media/image258.wmf"/><Relationship Id="rId25" Type="http://schemas.openxmlformats.org/officeDocument/2006/relationships/oleObject" Target="../embeddings/oleObject326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321.bin"/><Relationship Id="rId20" Type="http://schemas.openxmlformats.org/officeDocument/2006/relationships/image" Target="../media/image259.wmf"/><Relationship Id="rId29" Type="http://schemas.openxmlformats.org/officeDocument/2006/relationships/oleObject" Target="../embeddings/oleObject328.bin"/><Relationship Id="rId1" Type="http://schemas.openxmlformats.org/officeDocument/2006/relationships/vmlDrawing" Target="../drawings/vmlDrawing20.vml"/><Relationship Id="rId6" Type="http://schemas.openxmlformats.org/officeDocument/2006/relationships/oleObject" Target="../embeddings/oleObject316.bin"/><Relationship Id="rId11" Type="http://schemas.openxmlformats.org/officeDocument/2006/relationships/image" Target="../media/image255.wmf"/><Relationship Id="rId24" Type="http://schemas.openxmlformats.org/officeDocument/2006/relationships/image" Target="../media/image261.wmf"/><Relationship Id="rId5" Type="http://schemas.openxmlformats.org/officeDocument/2006/relationships/image" Target="../media/image252.wmf"/><Relationship Id="rId15" Type="http://schemas.openxmlformats.org/officeDocument/2006/relationships/image" Target="../media/image257.wmf"/><Relationship Id="rId23" Type="http://schemas.openxmlformats.org/officeDocument/2006/relationships/oleObject" Target="../embeddings/oleObject325.bin"/><Relationship Id="rId28" Type="http://schemas.openxmlformats.org/officeDocument/2006/relationships/image" Target="../media/image263.wmf"/><Relationship Id="rId10" Type="http://schemas.openxmlformats.org/officeDocument/2006/relationships/oleObject" Target="../embeddings/oleObject318.bin"/><Relationship Id="rId19" Type="http://schemas.openxmlformats.org/officeDocument/2006/relationships/oleObject" Target="../embeddings/oleObject323.bin"/><Relationship Id="rId4" Type="http://schemas.openxmlformats.org/officeDocument/2006/relationships/oleObject" Target="../embeddings/oleObject315.bin"/><Relationship Id="rId9" Type="http://schemas.openxmlformats.org/officeDocument/2006/relationships/image" Target="../media/image254.wmf"/><Relationship Id="rId14" Type="http://schemas.openxmlformats.org/officeDocument/2006/relationships/oleObject" Target="../embeddings/oleObject320.bin"/><Relationship Id="rId22" Type="http://schemas.openxmlformats.org/officeDocument/2006/relationships/image" Target="../media/image260.wmf"/><Relationship Id="rId27" Type="http://schemas.openxmlformats.org/officeDocument/2006/relationships/oleObject" Target="../embeddings/oleObject327.bin"/><Relationship Id="rId30" Type="http://schemas.openxmlformats.org/officeDocument/2006/relationships/image" Target="../media/image264.wmf"/></Relationships>
</file>

<file path=ppt/slides/_rels/slide2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69.wmf"/><Relationship Id="rId18" Type="http://schemas.openxmlformats.org/officeDocument/2006/relationships/oleObject" Target="../embeddings/oleObject336.bin"/><Relationship Id="rId26" Type="http://schemas.openxmlformats.org/officeDocument/2006/relationships/oleObject" Target="../embeddings/oleObject340.bin"/><Relationship Id="rId39" Type="http://schemas.openxmlformats.org/officeDocument/2006/relationships/oleObject" Target="../embeddings/oleObject347.bin"/><Relationship Id="rId21" Type="http://schemas.openxmlformats.org/officeDocument/2006/relationships/image" Target="../media/image273.wmf"/><Relationship Id="rId34" Type="http://schemas.openxmlformats.org/officeDocument/2006/relationships/image" Target="../media/image279.wmf"/><Relationship Id="rId42" Type="http://schemas.openxmlformats.org/officeDocument/2006/relationships/oleObject" Target="../embeddings/oleObject349.bin"/><Relationship Id="rId7" Type="http://schemas.openxmlformats.org/officeDocument/2006/relationships/image" Target="../media/image266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335.bin"/><Relationship Id="rId29" Type="http://schemas.openxmlformats.org/officeDocument/2006/relationships/image" Target="../media/image277.wmf"/><Relationship Id="rId1" Type="http://schemas.openxmlformats.org/officeDocument/2006/relationships/vmlDrawing" Target="../drawings/vmlDrawing21.vml"/><Relationship Id="rId6" Type="http://schemas.openxmlformats.org/officeDocument/2006/relationships/oleObject" Target="../embeddings/oleObject330.bin"/><Relationship Id="rId11" Type="http://schemas.openxmlformats.org/officeDocument/2006/relationships/image" Target="../media/image268.wmf"/><Relationship Id="rId24" Type="http://schemas.openxmlformats.org/officeDocument/2006/relationships/oleObject" Target="../embeddings/oleObject339.bin"/><Relationship Id="rId32" Type="http://schemas.openxmlformats.org/officeDocument/2006/relationships/image" Target="../media/image278.wmf"/><Relationship Id="rId37" Type="http://schemas.openxmlformats.org/officeDocument/2006/relationships/oleObject" Target="../embeddings/oleObject346.bin"/><Relationship Id="rId40" Type="http://schemas.openxmlformats.org/officeDocument/2006/relationships/oleObject" Target="../embeddings/oleObject348.bin"/><Relationship Id="rId45" Type="http://schemas.openxmlformats.org/officeDocument/2006/relationships/image" Target="../media/image284.wmf"/><Relationship Id="rId5" Type="http://schemas.openxmlformats.org/officeDocument/2006/relationships/image" Target="../media/image265.wmf"/><Relationship Id="rId15" Type="http://schemas.openxmlformats.org/officeDocument/2006/relationships/image" Target="../media/image270.wmf"/><Relationship Id="rId23" Type="http://schemas.openxmlformats.org/officeDocument/2006/relationships/image" Target="../media/image274.wmf"/><Relationship Id="rId28" Type="http://schemas.openxmlformats.org/officeDocument/2006/relationships/oleObject" Target="../embeddings/oleObject341.bin"/><Relationship Id="rId36" Type="http://schemas.openxmlformats.org/officeDocument/2006/relationships/image" Target="../media/image280.wmf"/><Relationship Id="rId10" Type="http://schemas.openxmlformats.org/officeDocument/2006/relationships/oleObject" Target="../embeddings/oleObject332.bin"/><Relationship Id="rId19" Type="http://schemas.openxmlformats.org/officeDocument/2006/relationships/image" Target="../media/image272.wmf"/><Relationship Id="rId31" Type="http://schemas.openxmlformats.org/officeDocument/2006/relationships/oleObject" Target="../embeddings/oleObject343.bin"/><Relationship Id="rId44" Type="http://schemas.openxmlformats.org/officeDocument/2006/relationships/oleObject" Target="../embeddings/oleObject350.bin"/><Relationship Id="rId4" Type="http://schemas.openxmlformats.org/officeDocument/2006/relationships/oleObject" Target="../embeddings/oleObject329.bin"/><Relationship Id="rId9" Type="http://schemas.openxmlformats.org/officeDocument/2006/relationships/image" Target="../media/image267.wmf"/><Relationship Id="rId14" Type="http://schemas.openxmlformats.org/officeDocument/2006/relationships/oleObject" Target="../embeddings/oleObject334.bin"/><Relationship Id="rId22" Type="http://schemas.openxmlformats.org/officeDocument/2006/relationships/oleObject" Target="../embeddings/oleObject338.bin"/><Relationship Id="rId27" Type="http://schemas.openxmlformats.org/officeDocument/2006/relationships/image" Target="../media/image276.wmf"/><Relationship Id="rId30" Type="http://schemas.openxmlformats.org/officeDocument/2006/relationships/oleObject" Target="../embeddings/oleObject342.bin"/><Relationship Id="rId35" Type="http://schemas.openxmlformats.org/officeDocument/2006/relationships/oleObject" Target="../embeddings/oleObject345.bin"/><Relationship Id="rId43" Type="http://schemas.openxmlformats.org/officeDocument/2006/relationships/image" Target="../media/image283.wmf"/><Relationship Id="rId8" Type="http://schemas.openxmlformats.org/officeDocument/2006/relationships/oleObject" Target="../embeddings/oleObject331.bin"/><Relationship Id="rId3" Type="http://schemas.openxmlformats.org/officeDocument/2006/relationships/image" Target="../media/image1.png"/><Relationship Id="rId12" Type="http://schemas.openxmlformats.org/officeDocument/2006/relationships/oleObject" Target="../embeddings/oleObject333.bin"/><Relationship Id="rId17" Type="http://schemas.openxmlformats.org/officeDocument/2006/relationships/image" Target="../media/image271.wmf"/><Relationship Id="rId25" Type="http://schemas.openxmlformats.org/officeDocument/2006/relationships/image" Target="../media/image275.wmf"/><Relationship Id="rId33" Type="http://schemas.openxmlformats.org/officeDocument/2006/relationships/oleObject" Target="../embeddings/oleObject344.bin"/><Relationship Id="rId38" Type="http://schemas.openxmlformats.org/officeDocument/2006/relationships/image" Target="../media/image281.wmf"/><Relationship Id="rId20" Type="http://schemas.openxmlformats.org/officeDocument/2006/relationships/oleObject" Target="../embeddings/oleObject337.bin"/><Relationship Id="rId41" Type="http://schemas.openxmlformats.org/officeDocument/2006/relationships/image" Target="../media/image282.w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53.bin"/><Relationship Id="rId3" Type="http://schemas.openxmlformats.org/officeDocument/2006/relationships/image" Target="../media/image1.png"/><Relationship Id="rId7" Type="http://schemas.openxmlformats.org/officeDocument/2006/relationships/image" Target="../media/image286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2.vml"/><Relationship Id="rId6" Type="http://schemas.openxmlformats.org/officeDocument/2006/relationships/oleObject" Target="../embeddings/oleObject352.bin"/><Relationship Id="rId5" Type="http://schemas.openxmlformats.org/officeDocument/2006/relationships/image" Target="../media/image285.wmf"/><Relationship Id="rId4" Type="http://schemas.openxmlformats.org/officeDocument/2006/relationships/oleObject" Target="../embeddings/oleObject351.bin"/><Relationship Id="rId9" Type="http://schemas.openxmlformats.org/officeDocument/2006/relationships/image" Target="../media/image287.w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56.bin"/><Relationship Id="rId13" Type="http://schemas.openxmlformats.org/officeDocument/2006/relationships/image" Target="../media/image292.wmf"/><Relationship Id="rId3" Type="http://schemas.openxmlformats.org/officeDocument/2006/relationships/image" Target="../media/image1.png"/><Relationship Id="rId7" Type="http://schemas.openxmlformats.org/officeDocument/2006/relationships/image" Target="../media/image289.wmf"/><Relationship Id="rId12" Type="http://schemas.openxmlformats.org/officeDocument/2006/relationships/oleObject" Target="../embeddings/oleObject35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3.vml"/><Relationship Id="rId6" Type="http://schemas.openxmlformats.org/officeDocument/2006/relationships/oleObject" Target="../embeddings/oleObject355.bin"/><Relationship Id="rId11" Type="http://schemas.openxmlformats.org/officeDocument/2006/relationships/image" Target="../media/image291.wmf"/><Relationship Id="rId5" Type="http://schemas.openxmlformats.org/officeDocument/2006/relationships/image" Target="../media/image288.wmf"/><Relationship Id="rId15" Type="http://schemas.openxmlformats.org/officeDocument/2006/relationships/image" Target="../media/image293.wmf"/><Relationship Id="rId10" Type="http://schemas.openxmlformats.org/officeDocument/2006/relationships/oleObject" Target="../embeddings/oleObject357.bin"/><Relationship Id="rId4" Type="http://schemas.openxmlformats.org/officeDocument/2006/relationships/oleObject" Target="../embeddings/oleObject354.bin"/><Relationship Id="rId9" Type="http://schemas.openxmlformats.org/officeDocument/2006/relationships/image" Target="../media/image290.wmf"/><Relationship Id="rId14" Type="http://schemas.openxmlformats.org/officeDocument/2006/relationships/oleObject" Target="../embeddings/oleObject359.bin"/></Relationships>
</file>

<file path=ppt/slides/_rels/slide28.xml.rels><?xml version="1.0" encoding="UTF-8" standalone="yes"?>
<Relationships xmlns="http://schemas.openxmlformats.org/package/2006/relationships"><Relationship Id="rId13" Type="http://schemas.openxmlformats.org/officeDocument/2006/relationships/tags" Target="../tags/tag12.xml"/><Relationship Id="rId18" Type="http://schemas.openxmlformats.org/officeDocument/2006/relationships/tags" Target="../tags/tag17.xml"/><Relationship Id="rId26" Type="http://schemas.openxmlformats.org/officeDocument/2006/relationships/image" Target="../media/image295.emf"/><Relationship Id="rId39" Type="http://schemas.openxmlformats.org/officeDocument/2006/relationships/oleObject" Target="../embeddings/oleObject368.bin"/><Relationship Id="rId21" Type="http://schemas.openxmlformats.org/officeDocument/2006/relationships/slideLayout" Target="../slideLayouts/slideLayout7.xml"/><Relationship Id="rId34" Type="http://schemas.openxmlformats.org/officeDocument/2006/relationships/image" Target="../media/image299.emf"/><Relationship Id="rId42" Type="http://schemas.openxmlformats.org/officeDocument/2006/relationships/image" Target="../media/image303.emf"/><Relationship Id="rId47" Type="http://schemas.openxmlformats.org/officeDocument/2006/relationships/oleObject" Target="../embeddings/oleObject372.bin"/><Relationship Id="rId50" Type="http://schemas.openxmlformats.org/officeDocument/2006/relationships/image" Target="../media/image307.emf"/><Relationship Id="rId55" Type="http://schemas.openxmlformats.org/officeDocument/2006/relationships/oleObject" Target="../embeddings/oleObject376.bin"/><Relationship Id="rId7" Type="http://schemas.openxmlformats.org/officeDocument/2006/relationships/tags" Target="../tags/tag6.xml"/><Relationship Id="rId2" Type="http://schemas.openxmlformats.org/officeDocument/2006/relationships/tags" Target="../tags/tag1.xml"/><Relationship Id="rId16" Type="http://schemas.openxmlformats.org/officeDocument/2006/relationships/tags" Target="../tags/tag15.xml"/><Relationship Id="rId29" Type="http://schemas.openxmlformats.org/officeDocument/2006/relationships/oleObject" Target="../embeddings/oleObject363.bin"/><Relationship Id="rId11" Type="http://schemas.openxmlformats.org/officeDocument/2006/relationships/tags" Target="../tags/tag10.xml"/><Relationship Id="rId24" Type="http://schemas.openxmlformats.org/officeDocument/2006/relationships/image" Target="../media/image294.emf"/><Relationship Id="rId32" Type="http://schemas.openxmlformats.org/officeDocument/2006/relationships/image" Target="../media/image298.emf"/><Relationship Id="rId37" Type="http://schemas.openxmlformats.org/officeDocument/2006/relationships/oleObject" Target="../embeddings/oleObject367.bin"/><Relationship Id="rId40" Type="http://schemas.openxmlformats.org/officeDocument/2006/relationships/image" Target="../media/image302.emf"/><Relationship Id="rId45" Type="http://schemas.openxmlformats.org/officeDocument/2006/relationships/oleObject" Target="../embeddings/oleObject371.bin"/><Relationship Id="rId53" Type="http://schemas.openxmlformats.org/officeDocument/2006/relationships/oleObject" Target="../embeddings/oleObject375.bin"/><Relationship Id="rId58" Type="http://schemas.openxmlformats.org/officeDocument/2006/relationships/image" Target="../media/image311.wmf"/><Relationship Id="rId5" Type="http://schemas.openxmlformats.org/officeDocument/2006/relationships/tags" Target="../tags/tag4.xml"/><Relationship Id="rId61" Type="http://schemas.openxmlformats.org/officeDocument/2006/relationships/image" Target="../media/image313.png"/><Relationship Id="rId19" Type="http://schemas.openxmlformats.org/officeDocument/2006/relationships/tags" Target="../tags/tag18.xml"/><Relationship Id="rId14" Type="http://schemas.openxmlformats.org/officeDocument/2006/relationships/tags" Target="../tags/tag13.xml"/><Relationship Id="rId22" Type="http://schemas.openxmlformats.org/officeDocument/2006/relationships/image" Target="../media/image1.png"/><Relationship Id="rId27" Type="http://schemas.openxmlformats.org/officeDocument/2006/relationships/oleObject" Target="../embeddings/oleObject362.bin"/><Relationship Id="rId30" Type="http://schemas.openxmlformats.org/officeDocument/2006/relationships/image" Target="../media/image297.emf"/><Relationship Id="rId35" Type="http://schemas.openxmlformats.org/officeDocument/2006/relationships/oleObject" Target="../embeddings/oleObject366.bin"/><Relationship Id="rId43" Type="http://schemas.openxmlformats.org/officeDocument/2006/relationships/oleObject" Target="../embeddings/oleObject370.bin"/><Relationship Id="rId48" Type="http://schemas.openxmlformats.org/officeDocument/2006/relationships/image" Target="../media/image306.emf"/><Relationship Id="rId56" Type="http://schemas.openxmlformats.org/officeDocument/2006/relationships/image" Target="../media/image310.wmf"/><Relationship Id="rId8" Type="http://schemas.openxmlformats.org/officeDocument/2006/relationships/tags" Target="../tags/tag7.xml"/><Relationship Id="rId51" Type="http://schemas.openxmlformats.org/officeDocument/2006/relationships/oleObject" Target="../embeddings/oleObject374.bin"/><Relationship Id="rId3" Type="http://schemas.openxmlformats.org/officeDocument/2006/relationships/tags" Target="../tags/tag2.xml"/><Relationship Id="rId12" Type="http://schemas.openxmlformats.org/officeDocument/2006/relationships/tags" Target="../tags/tag11.xml"/><Relationship Id="rId17" Type="http://schemas.openxmlformats.org/officeDocument/2006/relationships/tags" Target="../tags/tag16.xml"/><Relationship Id="rId25" Type="http://schemas.openxmlformats.org/officeDocument/2006/relationships/oleObject" Target="../embeddings/oleObject361.bin"/><Relationship Id="rId33" Type="http://schemas.openxmlformats.org/officeDocument/2006/relationships/oleObject" Target="../embeddings/oleObject365.bin"/><Relationship Id="rId38" Type="http://schemas.openxmlformats.org/officeDocument/2006/relationships/image" Target="../media/image301.emf"/><Relationship Id="rId46" Type="http://schemas.openxmlformats.org/officeDocument/2006/relationships/image" Target="../media/image305.emf"/><Relationship Id="rId59" Type="http://schemas.openxmlformats.org/officeDocument/2006/relationships/oleObject" Target="../embeddings/oleObject378.bin"/><Relationship Id="rId20" Type="http://schemas.openxmlformats.org/officeDocument/2006/relationships/tags" Target="../tags/tag19.xml"/><Relationship Id="rId41" Type="http://schemas.openxmlformats.org/officeDocument/2006/relationships/oleObject" Target="../embeddings/oleObject369.bin"/><Relationship Id="rId54" Type="http://schemas.openxmlformats.org/officeDocument/2006/relationships/image" Target="../media/image309.wmf"/><Relationship Id="rId1" Type="http://schemas.openxmlformats.org/officeDocument/2006/relationships/vmlDrawing" Target="../drawings/vmlDrawing24.vml"/><Relationship Id="rId6" Type="http://schemas.openxmlformats.org/officeDocument/2006/relationships/tags" Target="../tags/tag5.xml"/><Relationship Id="rId15" Type="http://schemas.openxmlformats.org/officeDocument/2006/relationships/tags" Target="../tags/tag14.xml"/><Relationship Id="rId23" Type="http://schemas.openxmlformats.org/officeDocument/2006/relationships/oleObject" Target="../embeddings/oleObject360.bin"/><Relationship Id="rId28" Type="http://schemas.openxmlformats.org/officeDocument/2006/relationships/image" Target="../media/image296.emf"/><Relationship Id="rId36" Type="http://schemas.openxmlformats.org/officeDocument/2006/relationships/image" Target="../media/image300.emf"/><Relationship Id="rId49" Type="http://schemas.openxmlformats.org/officeDocument/2006/relationships/oleObject" Target="../embeddings/oleObject373.bin"/><Relationship Id="rId57" Type="http://schemas.openxmlformats.org/officeDocument/2006/relationships/oleObject" Target="../embeddings/oleObject377.bin"/><Relationship Id="rId10" Type="http://schemas.openxmlformats.org/officeDocument/2006/relationships/tags" Target="../tags/tag9.xml"/><Relationship Id="rId31" Type="http://schemas.openxmlformats.org/officeDocument/2006/relationships/oleObject" Target="../embeddings/oleObject364.bin"/><Relationship Id="rId44" Type="http://schemas.openxmlformats.org/officeDocument/2006/relationships/image" Target="../media/image304.emf"/><Relationship Id="rId52" Type="http://schemas.openxmlformats.org/officeDocument/2006/relationships/image" Target="../media/image308.emf"/><Relationship Id="rId60" Type="http://schemas.openxmlformats.org/officeDocument/2006/relationships/image" Target="../media/image312.wmf"/><Relationship Id="rId4" Type="http://schemas.openxmlformats.org/officeDocument/2006/relationships/tags" Target="../tags/tag3.xml"/><Relationship Id="rId9" Type="http://schemas.openxmlformats.org/officeDocument/2006/relationships/tags" Target="../tags/tag8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5.wmf"/><Relationship Id="rId13" Type="http://schemas.openxmlformats.org/officeDocument/2006/relationships/oleObject" Target="../embeddings/oleObject383.bin"/><Relationship Id="rId18" Type="http://schemas.openxmlformats.org/officeDocument/2006/relationships/image" Target="../media/image320.wmf"/><Relationship Id="rId3" Type="http://schemas.openxmlformats.org/officeDocument/2006/relationships/image" Target="../media/image166.jpeg"/><Relationship Id="rId7" Type="http://schemas.openxmlformats.org/officeDocument/2006/relationships/oleObject" Target="../embeddings/oleObject380.bin"/><Relationship Id="rId12" Type="http://schemas.openxmlformats.org/officeDocument/2006/relationships/image" Target="../media/image317.wmf"/><Relationship Id="rId17" Type="http://schemas.openxmlformats.org/officeDocument/2006/relationships/oleObject" Target="../embeddings/oleObject38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19.wmf"/><Relationship Id="rId20" Type="http://schemas.openxmlformats.org/officeDocument/2006/relationships/image" Target="../media/image321.wmf"/><Relationship Id="rId1" Type="http://schemas.openxmlformats.org/officeDocument/2006/relationships/vmlDrawing" Target="../drawings/vmlDrawing25.vml"/><Relationship Id="rId6" Type="http://schemas.openxmlformats.org/officeDocument/2006/relationships/image" Target="../media/image314.wmf"/><Relationship Id="rId11" Type="http://schemas.openxmlformats.org/officeDocument/2006/relationships/oleObject" Target="../embeddings/oleObject382.bin"/><Relationship Id="rId5" Type="http://schemas.openxmlformats.org/officeDocument/2006/relationships/oleObject" Target="../embeddings/oleObject379.bin"/><Relationship Id="rId15" Type="http://schemas.openxmlformats.org/officeDocument/2006/relationships/oleObject" Target="../embeddings/oleObject384.bin"/><Relationship Id="rId10" Type="http://schemas.openxmlformats.org/officeDocument/2006/relationships/image" Target="../media/image316.wmf"/><Relationship Id="rId19" Type="http://schemas.openxmlformats.org/officeDocument/2006/relationships/oleObject" Target="../embeddings/oleObject386.bin"/><Relationship Id="rId4" Type="http://schemas.openxmlformats.org/officeDocument/2006/relationships/image" Target="../media/image1.png"/><Relationship Id="rId9" Type="http://schemas.openxmlformats.org/officeDocument/2006/relationships/oleObject" Target="../embeddings/oleObject381.bin"/><Relationship Id="rId14" Type="http://schemas.openxmlformats.org/officeDocument/2006/relationships/image" Target="../media/image318.wmf"/></Relationships>
</file>

<file path=ppt/slides/_rels/slide3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26.wmf"/><Relationship Id="rId18" Type="http://schemas.openxmlformats.org/officeDocument/2006/relationships/oleObject" Target="../embeddings/oleObject394.bin"/><Relationship Id="rId26" Type="http://schemas.openxmlformats.org/officeDocument/2006/relationships/oleObject" Target="../embeddings/oleObject398.bin"/><Relationship Id="rId3" Type="http://schemas.openxmlformats.org/officeDocument/2006/relationships/image" Target="../media/image1.png"/><Relationship Id="rId21" Type="http://schemas.openxmlformats.org/officeDocument/2006/relationships/image" Target="../media/image330.wmf"/><Relationship Id="rId34" Type="http://schemas.openxmlformats.org/officeDocument/2006/relationships/oleObject" Target="../embeddings/oleObject402.bin"/><Relationship Id="rId7" Type="http://schemas.openxmlformats.org/officeDocument/2006/relationships/image" Target="../media/image323.wmf"/><Relationship Id="rId12" Type="http://schemas.openxmlformats.org/officeDocument/2006/relationships/oleObject" Target="../embeddings/oleObject391.bin"/><Relationship Id="rId17" Type="http://schemas.openxmlformats.org/officeDocument/2006/relationships/image" Target="../media/image328.wmf"/><Relationship Id="rId25" Type="http://schemas.openxmlformats.org/officeDocument/2006/relationships/image" Target="../media/image332.wmf"/><Relationship Id="rId33" Type="http://schemas.openxmlformats.org/officeDocument/2006/relationships/image" Target="../media/image336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393.bin"/><Relationship Id="rId20" Type="http://schemas.openxmlformats.org/officeDocument/2006/relationships/oleObject" Target="../embeddings/oleObject395.bin"/><Relationship Id="rId29" Type="http://schemas.openxmlformats.org/officeDocument/2006/relationships/image" Target="../media/image334.wmf"/><Relationship Id="rId1" Type="http://schemas.openxmlformats.org/officeDocument/2006/relationships/vmlDrawing" Target="../drawings/vmlDrawing26.vml"/><Relationship Id="rId6" Type="http://schemas.openxmlformats.org/officeDocument/2006/relationships/oleObject" Target="../embeddings/oleObject388.bin"/><Relationship Id="rId11" Type="http://schemas.openxmlformats.org/officeDocument/2006/relationships/image" Target="../media/image325.wmf"/><Relationship Id="rId24" Type="http://schemas.openxmlformats.org/officeDocument/2006/relationships/oleObject" Target="../embeddings/oleObject397.bin"/><Relationship Id="rId32" Type="http://schemas.openxmlformats.org/officeDocument/2006/relationships/oleObject" Target="../embeddings/oleObject401.bin"/><Relationship Id="rId5" Type="http://schemas.openxmlformats.org/officeDocument/2006/relationships/image" Target="../media/image322.wmf"/><Relationship Id="rId15" Type="http://schemas.openxmlformats.org/officeDocument/2006/relationships/image" Target="../media/image327.wmf"/><Relationship Id="rId23" Type="http://schemas.openxmlformats.org/officeDocument/2006/relationships/image" Target="../media/image331.wmf"/><Relationship Id="rId28" Type="http://schemas.openxmlformats.org/officeDocument/2006/relationships/oleObject" Target="../embeddings/oleObject399.bin"/><Relationship Id="rId10" Type="http://schemas.openxmlformats.org/officeDocument/2006/relationships/oleObject" Target="../embeddings/oleObject390.bin"/><Relationship Id="rId19" Type="http://schemas.openxmlformats.org/officeDocument/2006/relationships/image" Target="../media/image329.wmf"/><Relationship Id="rId31" Type="http://schemas.openxmlformats.org/officeDocument/2006/relationships/image" Target="../media/image335.wmf"/><Relationship Id="rId4" Type="http://schemas.openxmlformats.org/officeDocument/2006/relationships/oleObject" Target="../embeddings/oleObject387.bin"/><Relationship Id="rId9" Type="http://schemas.openxmlformats.org/officeDocument/2006/relationships/image" Target="../media/image324.wmf"/><Relationship Id="rId14" Type="http://schemas.openxmlformats.org/officeDocument/2006/relationships/oleObject" Target="../embeddings/oleObject392.bin"/><Relationship Id="rId22" Type="http://schemas.openxmlformats.org/officeDocument/2006/relationships/oleObject" Target="../embeddings/oleObject396.bin"/><Relationship Id="rId27" Type="http://schemas.openxmlformats.org/officeDocument/2006/relationships/image" Target="../media/image333.wmf"/><Relationship Id="rId30" Type="http://schemas.openxmlformats.org/officeDocument/2006/relationships/oleObject" Target="../embeddings/oleObject400.bin"/><Relationship Id="rId35" Type="http://schemas.openxmlformats.org/officeDocument/2006/relationships/image" Target="../media/image337.wmf"/><Relationship Id="rId8" Type="http://schemas.openxmlformats.org/officeDocument/2006/relationships/oleObject" Target="../embeddings/oleObject389.bin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05.bin"/><Relationship Id="rId13" Type="http://schemas.openxmlformats.org/officeDocument/2006/relationships/image" Target="../media/image342.wmf"/><Relationship Id="rId18" Type="http://schemas.openxmlformats.org/officeDocument/2006/relationships/oleObject" Target="../embeddings/oleObject410.bin"/><Relationship Id="rId3" Type="http://schemas.openxmlformats.org/officeDocument/2006/relationships/image" Target="../media/image1.png"/><Relationship Id="rId7" Type="http://schemas.openxmlformats.org/officeDocument/2006/relationships/image" Target="../media/image339.png"/><Relationship Id="rId12" Type="http://schemas.openxmlformats.org/officeDocument/2006/relationships/oleObject" Target="../embeddings/oleObject407.bin"/><Relationship Id="rId17" Type="http://schemas.openxmlformats.org/officeDocument/2006/relationships/image" Target="../media/image344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409.bin"/><Relationship Id="rId1" Type="http://schemas.openxmlformats.org/officeDocument/2006/relationships/vmlDrawing" Target="../drawings/vmlDrawing27.vml"/><Relationship Id="rId6" Type="http://schemas.openxmlformats.org/officeDocument/2006/relationships/oleObject" Target="../embeddings/oleObject404.bin"/><Relationship Id="rId11" Type="http://schemas.openxmlformats.org/officeDocument/2006/relationships/image" Target="../media/image341.wmf"/><Relationship Id="rId5" Type="http://schemas.openxmlformats.org/officeDocument/2006/relationships/image" Target="../media/image338.wmf"/><Relationship Id="rId15" Type="http://schemas.openxmlformats.org/officeDocument/2006/relationships/image" Target="../media/image343.emf"/><Relationship Id="rId10" Type="http://schemas.openxmlformats.org/officeDocument/2006/relationships/oleObject" Target="../embeddings/oleObject406.bin"/><Relationship Id="rId19" Type="http://schemas.openxmlformats.org/officeDocument/2006/relationships/image" Target="../media/image345.wmf"/><Relationship Id="rId4" Type="http://schemas.openxmlformats.org/officeDocument/2006/relationships/oleObject" Target="../embeddings/oleObject403.bin"/><Relationship Id="rId9" Type="http://schemas.openxmlformats.org/officeDocument/2006/relationships/image" Target="../media/image340.wmf"/><Relationship Id="rId14" Type="http://schemas.openxmlformats.org/officeDocument/2006/relationships/oleObject" Target="../embeddings/oleObject408.bin"/></Relationships>
</file>

<file path=ppt/slides/_rels/slide32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415.bin"/><Relationship Id="rId18" Type="http://schemas.openxmlformats.org/officeDocument/2006/relationships/oleObject" Target="../embeddings/oleObject418.bin"/><Relationship Id="rId26" Type="http://schemas.openxmlformats.org/officeDocument/2006/relationships/oleObject" Target="../embeddings/oleObject422.bin"/><Relationship Id="rId39" Type="http://schemas.openxmlformats.org/officeDocument/2006/relationships/image" Target="../media/image358.wmf"/><Relationship Id="rId21" Type="http://schemas.openxmlformats.org/officeDocument/2006/relationships/image" Target="../media/image349.wmf"/><Relationship Id="rId34" Type="http://schemas.openxmlformats.org/officeDocument/2006/relationships/oleObject" Target="../embeddings/oleObject426.bin"/><Relationship Id="rId42" Type="http://schemas.openxmlformats.org/officeDocument/2006/relationships/oleObject" Target="../embeddings/oleObject430.bin"/><Relationship Id="rId47" Type="http://schemas.openxmlformats.org/officeDocument/2006/relationships/image" Target="../media/image362.wmf"/><Relationship Id="rId50" Type="http://schemas.openxmlformats.org/officeDocument/2006/relationships/oleObject" Target="../embeddings/oleObject434.bin"/><Relationship Id="rId7" Type="http://schemas.openxmlformats.org/officeDocument/2006/relationships/oleObject" Target="../embeddings/oleObject41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84.wmf"/><Relationship Id="rId29" Type="http://schemas.openxmlformats.org/officeDocument/2006/relationships/image" Target="../media/image353.wmf"/><Relationship Id="rId11" Type="http://schemas.openxmlformats.org/officeDocument/2006/relationships/oleObject" Target="../embeddings/oleObject414.bin"/><Relationship Id="rId24" Type="http://schemas.openxmlformats.org/officeDocument/2006/relationships/oleObject" Target="../embeddings/oleObject421.bin"/><Relationship Id="rId32" Type="http://schemas.openxmlformats.org/officeDocument/2006/relationships/oleObject" Target="../embeddings/oleObject425.bin"/><Relationship Id="rId37" Type="http://schemas.openxmlformats.org/officeDocument/2006/relationships/image" Target="../media/image357.wmf"/><Relationship Id="rId40" Type="http://schemas.openxmlformats.org/officeDocument/2006/relationships/oleObject" Target="../embeddings/oleObject429.bin"/><Relationship Id="rId45" Type="http://schemas.openxmlformats.org/officeDocument/2006/relationships/image" Target="../media/image361.wmf"/><Relationship Id="rId5" Type="http://schemas.openxmlformats.org/officeDocument/2006/relationships/oleObject" Target="../embeddings/oleObject411.bin"/><Relationship Id="rId15" Type="http://schemas.openxmlformats.org/officeDocument/2006/relationships/oleObject" Target="../embeddings/oleObject416.bin"/><Relationship Id="rId23" Type="http://schemas.openxmlformats.org/officeDocument/2006/relationships/image" Target="../media/image350.wmf"/><Relationship Id="rId28" Type="http://schemas.openxmlformats.org/officeDocument/2006/relationships/oleObject" Target="../embeddings/oleObject423.bin"/><Relationship Id="rId36" Type="http://schemas.openxmlformats.org/officeDocument/2006/relationships/oleObject" Target="../embeddings/oleObject427.bin"/><Relationship Id="rId49" Type="http://schemas.openxmlformats.org/officeDocument/2006/relationships/image" Target="../media/image363.wmf"/><Relationship Id="rId10" Type="http://schemas.openxmlformats.org/officeDocument/2006/relationships/image" Target="../media/image12.wmf"/><Relationship Id="rId19" Type="http://schemas.openxmlformats.org/officeDocument/2006/relationships/image" Target="../media/image348.wmf"/><Relationship Id="rId31" Type="http://schemas.openxmlformats.org/officeDocument/2006/relationships/image" Target="../media/image354.wmf"/><Relationship Id="rId44" Type="http://schemas.openxmlformats.org/officeDocument/2006/relationships/oleObject" Target="../embeddings/oleObject431.bin"/><Relationship Id="rId4" Type="http://schemas.openxmlformats.org/officeDocument/2006/relationships/image" Target="../media/image1.png"/><Relationship Id="rId9" Type="http://schemas.openxmlformats.org/officeDocument/2006/relationships/oleObject" Target="../embeddings/oleObject413.bin"/><Relationship Id="rId14" Type="http://schemas.openxmlformats.org/officeDocument/2006/relationships/image" Target="../media/image250.wmf"/><Relationship Id="rId22" Type="http://schemas.openxmlformats.org/officeDocument/2006/relationships/oleObject" Target="../embeddings/oleObject420.bin"/><Relationship Id="rId27" Type="http://schemas.openxmlformats.org/officeDocument/2006/relationships/image" Target="../media/image352.wmf"/><Relationship Id="rId30" Type="http://schemas.openxmlformats.org/officeDocument/2006/relationships/oleObject" Target="../embeddings/oleObject424.bin"/><Relationship Id="rId35" Type="http://schemas.openxmlformats.org/officeDocument/2006/relationships/image" Target="../media/image356.wmf"/><Relationship Id="rId43" Type="http://schemas.openxmlformats.org/officeDocument/2006/relationships/image" Target="../media/image360.wmf"/><Relationship Id="rId48" Type="http://schemas.openxmlformats.org/officeDocument/2006/relationships/oleObject" Target="../embeddings/oleObject433.bin"/><Relationship Id="rId8" Type="http://schemas.openxmlformats.org/officeDocument/2006/relationships/image" Target="../media/image347.wmf"/><Relationship Id="rId51" Type="http://schemas.openxmlformats.org/officeDocument/2006/relationships/image" Target="../media/image364.wmf"/><Relationship Id="rId3" Type="http://schemas.openxmlformats.org/officeDocument/2006/relationships/notesSlide" Target="../notesSlides/notesSlide2.xml"/><Relationship Id="rId12" Type="http://schemas.openxmlformats.org/officeDocument/2006/relationships/image" Target="../media/image86.wmf"/><Relationship Id="rId17" Type="http://schemas.openxmlformats.org/officeDocument/2006/relationships/oleObject" Target="../embeddings/oleObject417.bin"/><Relationship Id="rId25" Type="http://schemas.openxmlformats.org/officeDocument/2006/relationships/image" Target="../media/image351.wmf"/><Relationship Id="rId33" Type="http://schemas.openxmlformats.org/officeDocument/2006/relationships/image" Target="../media/image355.wmf"/><Relationship Id="rId38" Type="http://schemas.openxmlformats.org/officeDocument/2006/relationships/oleObject" Target="../embeddings/oleObject428.bin"/><Relationship Id="rId46" Type="http://schemas.openxmlformats.org/officeDocument/2006/relationships/oleObject" Target="../embeddings/oleObject432.bin"/><Relationship Id="rId20" Type="http://schemas.openxmlformats.org/officeDocument/2006/relationships/oleObject" Target="../embeddings/oleObject419.bin"/><Relationship Id="rId41" Type="http://schemas.openxmlformats.org/officeDocument/2006/relationships/image" Target="../media/image359.wmf"/><Relationship Id="rId1" Type="http://schemas.openxmlformats.org/officeDocument/2006/relationships/vmlDrawing" Target="../drawings/vmlDrawing28.vml"/><Relationship Id="rId6" Type="http://schemas.openxmlformats.org/officeDocument/2006/relationships/image" Target="../media/image346.wmf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69.wmf"/><Relationship Id="rId18" Type="http://schemas.openxmlformats.org/officeDocument/2006/relationships/oleObject" Target="../embeddings/oleObject442.bin"/><Relationship Id="rId26" Type="http://schemas.openxmlformats.org/officeDocument/2006/relationships/oleObject" Target="../embeddings/oleObject446.bin"/><Relationship Id="rId39" Type="http://schemas.openxmlformats.org/officeDocument/2006/relationships/image" Target="../media/image379.wmf"/><Relationship Id="rId21" Type="http://schemas.openxmlformats.org/officeDocument/2006/relationships/image" Target="../media/image373.wmf"/><Relationship Id="rId34" Type="http://schemas.openxmlformats.org/officeDocument/2006/relationships/oleObject" Target="../embeddings/oleObject450.bin"/><Relationship Id="rId42" Type="http://schemas.openxmlformats.org/officeDocument/2006/relationships/oleObject" Target="../embeddings/oleObject454.bin"/><Relationship Id="rId47" Type="http://schemas.openxmlformats.org/officeDocument/2006/relationships/image" Target="../media/image383.wmf"/><Relationship Id="rId50" Type="http://schemas.openxmlformats.org/officeDocument/2006/relationships/oleObject" Target="../embeddings/oleObject458.bin"/><Relationship Id="rId55" Type="http://schemas.openxmlformats.org/officeDocument/2006/relationships/image" Target="../media/image387.emf"/><Relationship Id="rId7" Type="http://schemas.openxmlformats.org/officeDocument/2006/relationships/image" Target="../media/image366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441.bin"/><Relationship Id="rId29" Type="http://schemas.openxmlformats.org/officeDocument/2006/relationships/image" Target="../media/image377.wmf"/><Relationship Id="rId11" Type="http://schemas.openxmlformats.org/officeDocument/2006/relationships/image" Target="../media/image368.wmf"/><Relationship Id="rId24" Type="http://schemas.openxmlformats.org/officeDocument/2006/relationships/oleObject" Target="../embeddings/oleObject445.bin"/><Relationship Id="rId32" Type="http://schemas.openxmlformats.org/officeDocument/2006/relationships/oleObject" Target="../embeddings/oleObject449.bin"/><Relationship Id="rId37" Type="http://schemas.openxmlformats.org/officeDocument/2006/relationships/image" Target="../media/image257.wmf"/><Relationship Id="rId40" Type="http://schemas.openxmlformats.org/officeDocument/2006/relationships/oleObject" Target="../embeddings/oleObject453.bin"/><Relationship Id="rId45" Type="http://schemas.openxmlformats.org/officeDocument/2006/relationships/image" Target="../media/image382.wmf"/><Relationship Id="rId53" Type="http://schemas.openxmlformats.org/officeDocument/2006/relationships/image" Target="../media/image386.wmf"/><Relationship Id="rId5" Type="http://schemas.openxmlformats.org/officeDocument/2006/relationships/image" Target="../media/image365.wmf"/><Relationship Id="rId10" Type="http://schemas.openxmlformats.org/officeDocument/2006/relationships/oleObject" Target="../embeddings/oleObject438.bin"/><Relationship Id="rId19" Type="http://schemas.openxmlformats.org/officeDocument/2006/relationships/image" Target="../media/image372.wmf"/><Relationship Id="rId31" Type="http://schemas.openxmlformats.org/officeDocument/2006/relationships/image" Target="../media/image378.wmf"/><Relationship Id="rId44" Type="http://schemas.openxmlformats.org/officeDocument/2006/relationships/oleObject" Target="../embeddings/oleObject455.bin"/><Relationship Id="rId52" Type="http://schemas.openxmlformats.org/officeDocument/2006/relationships/oleObject" Target="../embeddings/oleObject459.bin"/><Relationship Id="rId4" Type="http://schemas.openxmlformats.org/officeDocument/2006/relationships/oleObject" Target="../embeddings/oleObject435.bin"/><Relationship Id="rId9" Type="http://schemas.openxmlformats.org/officeDocument/2006/relationships/image" Target="../media/image367.wmf"/><Relationship Id="rId14" Type="http://schemas.openxmlformats.org/officeDocument/2006/relationships/oleObject" Target="../embeddings/oleObject440.bin"/><Relationship Id="rId22" Type="http://schemas.openxmlformats.org/officeDocument/2006/relationships/oleObject" Target="../embeddings/oleObject444.bin"/><Relationship Id="rId27" Type="http://schemas.openxmlformats.org/officeDocument/2006/relationships/image" Target="../media/image376.wmf"/><Relationship Id="rId30" Type="http://schemas.openxmlformats.org/officeDocument/2006/relationships/oleObject" Target="../embeddings/oleObject448.bin"/><Relationship Id="rId35" Type="http://schemas.openxmlformats.org/officeDocument/2006/relationships/image" Target="../media/image255.wmf"/><Relationship Id="rId43" Type="http://schemas.openxmlformats.org/officeDocument/2006/relationships/image" Target="../media/image381.wmf"/><Relationship Id="rId48" Type="http://schemas.openxmlformats.org/officeDocument/2006/relationships/oleObject" Target="../embeddings/oleObject457.bin"/><Relationship Id="rId8" Type="http://schemas.openxmlformats.org/officeDocument/2006/relationships/oleObject" Target="../embeddings/oleObject437.bin"/><Relationship Id="rId51" Type="http://schemas.openxmlformats.org/officeDocument/2006/relationships/image" Target="../media/image385.wmf"/><Relationship Id="rId3" Type="http://schemas.openxmlformats.org/officeDocument/2006/relationships/image" Target="../media/image1.png"/><Relationship Id="rId12" Type="http://schemas.openxmlformats.org/officeDocument/2006/relationships/oleObject" Target="../embeddings/oleObject439.bin"/><Relationship Id="rId17" Type="http://schemas.openxmlformats.org/officeDocument/2006/relationships/image" Target="../media/image371.wmf"/><Relationship Id="rId25" Type="http://schemas.openxmlformats.org/officeDocument/2006/relationships/image" Target="../media/image375.wmf"/><Relationship Id="rId33" Type="http://schemas.openxmlformats.org/officeDocument/2006/relationships/image" Target="../media/image256.wmf"/><Relationship Id="rId38" Type="http://schemas.openxmlformats.org/officeDocument/2006/relationships/oleObject" Target="../embeddings/oleObject452.bin"/><Relationship Id="rId46" Type="http://schemas.openxmlformats.org/officeDocument/2006/relationships/oleObject" Target="../embeddings/oleObject456.bin"/><Relationship Id="rId20" Type="http://schemas.openxmlformats.org/officeDocument/2006/relationships/oleObject" Target="../embeddings/oleObject443.bin"/><Relationship Id="rId41" Type="http://schemas.openxmlformats.org/officeDocument/2006/relationships/image" Target="../media/image380.wmf"/><Relationship Id="rId54" Type="http://schemas.openxmlformats.org/officeDocument/2006/relationships/oleObject" Target="../embeddings/oleObject460.bin"/><Relationship Id="rId1" Type="http://schemas.openxmlformats.org/officeDocument/2006/relationships/vmlDrawing" Target="../drawings/vmlDrawing29.vml"/><Relationship Id="rId6" Type="http://schemas.openxmlformats.org/officeDocument/2006/relationships/oleObject" Target="../embeddings/oleObject436.bin"/><Relationship Id="rId15" Type="http://schemas.openxmlformats.org/officeDocument/2006/relationships/image" Target="../media/image370.wmf"/><Relationship Id="rId23" Type="http://schemas.openxmlformats.org/officeDocument/2006/relationships/image" Target="../media/image374.wmf"/><Relationship Id="rId28" Type="http://schemas.openxmlformats.org/officeDocument/2006/relationships/oleObject" Target="../embeddings/oleObject447.bin"/><Relationship Id="rId36" Type="http://schemas.openxmlformats.org/officeDocument/2006/relationships/oleObject" Target="../embeddings/oleObject451.bin"/><Relationship Id="rId49" Type="http://schemas.openxmlformats.org/officeDocument/2006/relationships/image" Target="../media/image384.wmf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0.wmf"/><Relationship Id="rId13" Type="http://schemas.openxmlformats.org/officeDocument/2006/relationships/image" Target="../media/image392.wmf"/><Relationship Id="rId18" Type="http://schemas.openxmlformats.org/officeDocument/2006/relationships/oleObject" Target="../embeddings/oleObject468.bin"/><Relationship Id="rId3" Type="http://schemas.openxmlformats.org/officeDocument/2006/relationships/oleObject" Target="../embeddings/oleObject461.bin"/><Relationship Id="rId21" Type="http://schemas.openxmlformats.org/officeDocument/2006/relationships/image" Target="../media/image396.wmf"/><Relationship Id="rId7" Type="http://schemas.openxmlformats.org/officeDocument/2006/relationships/oleObject" Target="../embeddings/oleObject463.bin"/><Relationship Id="rId12" Type="http://schemas.openxmlformats.org/officeDocument/2006/relationships/oleObject" Target="../embeddings/oleObject465.bin"/><Relationship Id="rId17" Type="http://schemas.openxmlformats.org/officeDocument/2006/relationships/image" Target="../media/image394.wmf"/><Relationship Id="rId25" Type="http://schemas.openxmlformats.org/officeDocument/2006/relationships/image" Target="../media/image398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467.bin"/><Relationship Id="rId20" Type="http://schemas.openxmlformats.org/officeDocument/2006/relationships/oleObject" Target="../embeddings/oleObject469.bin"/><Relationship Id="rId1" Type="http://schemas.openxmlformats.org/officeDocument/2006/relationships/vmlDrawing" Target="../drawings/vmlDrawing30.vml"/><Relationship Id="rId6" Type="http://schemas.openxmlformats.org/officeDocument/2006/relationships/image" Target="../media/image389.wmf"/><Relationship Id="rId11" Type="http://schemas.openxmlformats.org/officeDocument/2006/relationships/image" Target="../media/image391.wmf"/><Relationship Id="rId24" Type="http://schemas.openxmlformats.org/officeDocument/2006/relationships/oleObject" Target="../embeddings/oleObject471.bin"/><Relationship Id="rId5" Type="http://schemas.openxmlformats.org/officeDocument/2006/relationships/oleObject" Target="../embeddings/oleObject462.bin"/><Relationship Id="rId15" Type="http://schemas.openxmlformats.org/officeDocument/2006/relationships/image" Target="../media/image393.wmf"/><Relationship Id="rId23" Type="http://schemas.openxmlformats.org/officeDocument/2006/relationships/image" Target="../media/image397.wmf"/><Relationship Id="rId10" Type="http://schemas.openxmlformats.org/officeDocument/2006/relationships/oleObject" Target="../embeddings/oleObject464.bin"/><Relationship Id="rId19" Type="http://schemas.openxmlformats.org/officeDocument/2006/relationships/image" Target="../media/image395.wmf"/><Relationship Id="rId4" Type="http://schemas.openxmlformats.org/officeDocument/2006/relationships/image" Target="../media/image388.wmf"/><Relationship Id="rId9" Type="http://schemas.openxmlformats.org/officeDocument/2006/relationships/image" Target="../media/image1.png"/><Relationship Id="rId14" Type="http://schemas.openxmlformats.org/officeDocument/2006/relationships/oleObject" Target="../embeddings/oleObject466.bin"/><Relationship Id="rId22" Type="http://schemas.openxmlformats.org/officeDocument/2006/relationships/oleObject" Target="../embeddings/oleObject470.bin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74.bin"/><Relationship Id="rId13" Type="http://schemas.openxmlformats.org/officeDocument/2006/relationships/image" Target="../media/image403.wmf"/><Relationship Id="rId18" Type="http://schemas.openxmlformats.org/officeDocument/2006/relationships/oleObject" Target="../embeddings/oleObject479.bin"/><Relationship Id="rId26" Type="http://schemas.openxmlformats.org/officeDocument/2006/relationships/oleObject" Target="../embeddings/oleObject483.bin"/><Relationship Id="rId3" Type="http://schemas.openxmlformats.org/officeDocument/2006/relationships/image" Target="../media/image1.png"/><Relationship Id="rId21" Type="http://schemas.openxmlformats.org/officeDocument/2006/relationships/image" Target="../media/image407.wmf"/><Relationship Id="rId7" Type="http://schemas.openxmlformats.org/officeDocument/2006/relationships/image" Target="../media/image400.wmf"/><Relationship Id="rId12" Type="http://schemas.openxmlformats.org/officeDocument/2006/relationships/oleObject" Target="../embeddings/oleObject476.bin"/><Relationship Id="rId17" Type="http://schemas.openxmlformats.org/officeDocument/2006/relationships/image" Target="../media/image405.wmf"/><Relationship Id="rId25" Type="http://schemas.openxmlformats.org/officeDocument/2006/relationships/image" Target="../media/image409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478.bin"/><Relationship Id="rId20" Type="http://schemas.openxmlformats.org/officeDocument/2006/relationships/oleObject" Target="../embeddings/oleObject480.bin"/><Relationship Id="rId29" Type="http://schemas.openxmlformats.org/officeDocument/2006/relationships/image" Target="../media/image411.wmf"/><Relationship Id="rId1" Type="http://schemas.openxmlformats.org/officeDocument/2006/relationships/vmlDrawing" Target="../drawings/vmlDrawing31.vml"/><Relationship Id="rId6" Type="http://schemas.openxmlformats.org/officeDocument/2006/relationships/oleObject" Target="../embeddings/oleObject473.bin"/><Relationship Id="rId11" Type="http://schemas.openxmlformats.org/officeDocument/2006/relationships/image" Target="../media/image402.wmf"/><Relationship Id="rId24" Type="http://schemas.openxmlformats.org/officeDocument/2006/relationships/oleObject" Target="../embeddings/oleObject482.bin"/><Relationship Id="rId5" Type="http://schemas.openxmlformats.org/officeDocument/2006/relationships/image" Target="../media/image399.wmf"/><Relationship Id="rId15" Type="http://schemas.openxmlformats.org/officeDocument/2006/relationships/image" Target="../media/image404.wmf"/><Relationship Id="rId23" Type="http://schemas.openxmlformats.org/officeDocument/2006/relationships/image" Target="../media/image408.wmf"/><Relationship Id="rId28" Type="http://schemas.openxmlformats.org/officeDocument/2006/relationships/oleObject" Target="../embeddings/oleObject484.bin"/><Relationship Id="rId10" Type="http://schemas.openxmlformats.org/officeDocument/2006/relationships/oleObject" Target="../embeddings/oleObject475.bin"/><Relationship Id="rId19" Type="http://schemas.openxmlformats.org/officeDocument/2006/relationships/image" Target="../media/image406.wmf"/><Relationship Id="rId4" Type="http://schemas.openxmlformats.org/officeDocument/2006/relationships/oleObject" Target="../embeddings/oleObject472.bin"/><Relationship Id="rId9" Type="http://schemas.openxmlformats.org/officeDocument/2006/relationships/image" Target="../media/image401.wmf"/><Relationship Id="rId14" Type="http://schemas.openxmlformats.org/officeDocument/2006/relationships/oleObject" Target="../embeddings/oleObject477.bin"/><Relationship Id="rId22" Type="http://schemas.openxmlformats.org/officeDocument/2006/relationships/oleObject" Target="../embeddings/oleObject481.bin"/><Relationship Id="rId27" Type="http://schemas.openxmlformats.org/officeDocument/2006/relationships/image" Target="../media/image410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5"/>
          <p:cNvSpPr txBox="1">
            <a:spLocks noChangeArrowheads="1"/>
          </p:cNvSpPr>
          <p:nvPr/>
        </p:nvSpPr>
        <p:spPr bwMode="auto">
          <a:xfrm>
            <a:off x="3908582" y="3357114"/>
            <a:ext cx="3993401" cy="6451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buFontTx/>
              <a:buNone/>
            </a:pPr>
            <a:r>
              <a:rPr lang="en-US" altLang="zh-CN" sz="3200" b="1" dirty="0">
                <a:solidFill>
                  <a:schemeClr val="tx1"/>
                </a:solidFill>
                <a:ea typeface="楷体_GB2312" pitchFamily="49" charset="-122"/>
              </a:rPr>
              <a:t>1.3</a:t>
            </a:r>
            <a:r>
              <a:rPr lang="zh-CN" altLang="en-US" sz="3200" b="1" dirty="0">
                <a:solidFill>
                  <a:schemeClr val="tx1"/>
                </a:solidFill>
                <a:latin typeface="+mn-ea"/>
                <a:ea typeface="+mn-ea"/>
              </a:rPr>
              <a:t>、二重积分的计算</a:t>
            </a:r>
          </a:p>
        </p:txBody>
      </p:sp>
      <p:sp>
        <p:nvSpPr>
          <p:cNvPr id="6147" name="Text Box 7"/>
          <p:cNvSpPr txBox="1">
            <a:spLocks noChangeArrowheads="1"/>
          </p:cNvSpPr>
          <p:nvPr/>
        </p:nvSpPr>
        <p:spPr bwMode="auto">
          <a:xfrm>
            <a:off x="4662300" y="1902369"/>
            <a:ext cx="2781531" cy="769441"/>
          </a:xfrm>
          <a:prstGeom prst="rect">
            <a:avLst/>
          </a:prstGeom>
          <a:noFill/>
          <a:ln w="57150" cmpd="thickThin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4400" dirty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1.</a:t>
            </a:r>
            <a:r>
              <a:rPr lang="zh-CN" altLang="en-US" sz="4400" dirty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二重积分</a:t>
            </a:r>
            <a:endParaRPr lang="zh-CN" altLang="en-US" sz="4800" dirty="0">
              <a:solidFill>
                <a:srgbClr val="FF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6148" name="AutoShape 9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4043363" y="5553075"/>
            <a:ext cx="3581400" cy="381000"/>
          </a:xfrm>
          <a:prstGeom prst="actionButtonBlank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6149" name="Text Box 10"/>
          <p:cNvSpPr txBox="1">
            <a:spLocks noChangeArrowheads="1"/>
          </p:cNvSpPr>
          <p:nvPr/>
        </p:nvSpPr>
        <p:spPr bwMode="auto">
          <a:xfrm>
            <a:off x="10575925" y="85504"/>
            <a:ext cx="1555750" cy="523875"/>
          </a:xfrm>
          <a:prstGeom prst="rect">
            <a:avLst/>
          </a:prstGeom>
          <a:noFill/>
          <a:ln w="1587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dirty="0">
                <a:solidFill>
                  <a:schemeClr val="accent2"/>
                </a:solidFill>
                <a:ea typeface="楷体_GB2312" pitchFamily="49" charset="-122"/>
              </a:rPr>
              <a:t> </a:t>
            </a:r>
            <a:r>
              <a:rPr kumimoji="0" lang="en-US" altLang="zh-CN" dirty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Chapter 9</a:t>
            </a:r>
            <a:r>
              <a:rPr kumimoji="0" lang="zh-CN" altLang="en-US" dirty="0">
                <a:solidFill>
                  <a:srgbClr val="FF0000"/>
                </a:solidFill>
                <a:ea typeface="楷体_GB2312" pitchFamily="49" charset="-122"/>
              </a:rPr>
              <a:t> 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6F3C160-1546-4E68-8169-6C7BC9AC00BF}" type="slidenum">
              <a:rPr lang="en-US" altLang="zh-CN" smtClean="0"/>
              <a:pPr>
                <a:defRPr/>
              </a:pPr>
              <a:t>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110630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2741613" y="2011364"/>
            <a:ext cx="7316788" cy="1235074"/>
            <a:chOff x="2741613" y="2011364"/>
            <a:chExt cx="7316788" cy="1235074"/>
          </a:xfrm>
        </p:grpSpPr>
        <p:sp>
          <p:nvSpPr>
            <p:cNvPr id="407555" name="Text Box 3"/>
            <p:cNvSpPr txBox="1">
              <a:spLocks noChangeArrowheads="1"/>
            </p:cNvSpPr>
            <p:nvPr/>
          </p:nvSpPr>
          <p:spPr bwMode="auto">
            <a:xfrm>
              <a:off x="2743200" y="2011364"/>
              <a:ext cx="5943600" cy="579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zh-CN" altLang="en-US" sz="3200" b="1" dirty="0">
                  <a:solidFill>
                    <a:srgbClr val="FF0000"/>
                  </a:solidFill>
                  <a:ea typeface="宋体" panose="02010600030101010101" pitchFamily="2" charset="-122"/>
                </a:rPr>
                <a:t>本节介绍计算二重积分的方法</a:t>
              </a:r>
              <a:r>
                <a:rPr lang="en-US" altLang="zh-CN" sz="3200" b="1" dirty="0">
                  <a:solidFill>
                    <a:srgbClr val="FF0000"/>
                  </a:solidFill>
                  <a:ea typeface="宋体" panose="02010600030101010101" pitchFamily="2" charset="-122"/>
                </a:rPr>
                <a:t>:</a:t>
              </a:r>
            </a:p>
          </p:txBody>
        </p:sp>
        <p:sp>
          <p:nvSpPr>
            <p:cNvPr id="407556" name="Text Box 4"/>
            <p:cNvSpPr txBox="1">
              <a:spLocks noChangeArrowheads="1"/>
            </p:cNvSpPr>
            <p:nvPr/>
          </p:nvSpPr>
          <p:spPr bwMode="auto">
            <a:xfrm>
              <a:off x="2741613" y="2667000"/>
              <a:ext cx="2819400" cy="579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zh-CN" altLang="en-US" sz="3200" b="1">
                  <a:solidFill>
                    <a:srgbClr val="FF0000"/>
                  </a:solidFill>
                  <a:ea typeface="宋体" panose="02010600030101010101" pitchFamily="2" charset="-122"/>
                </a:rPr>
                <a:t>二重积分化为</a:t>
              </a:r>
            </a:p>
          </p:txBody>
        </p:sp>
        <p:sp>
          <p:nvSpPr>
            <p:cNvPr id="407557" name="Rectangle 5"/>
            <p:cNvSpPr>
              <a:spLocks noChangeArrowheads="1"/>
            </p:cNvSpPr>
            <p:nvPr/>
          </p:nvSpPr>
          <p:spPr bwMode="auto">
            <a:xfrm>
              <a:off x="5180014" y="2667000"/>
              <a:ext cx="4878387" cy="5794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zh-CN" altLang="en-US" sz="32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累次积分</a:t>
              </a:r>
              <a:r>
                <a:rPr lang="en-US" altLang="zh-CN" sz="32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(</a:t>
              </a:r>
              <a:r>
                <a:rPr lang="zh-CN" altLang="en-US" sz="32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即两次定积分</a:t>
              </a:r>
              <a:r>
                <a:rPr lang="en-US" altLang="zh-CN" sz="32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).</a:t>
              </a:r>
            </a:p>
          </p:txBody>
        </p:sp>
      </p:grp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5F8BC-3C02-4E82-A6AD-68405BC1CFA0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047712"/>
      </p:ext>
    </p:extLst>
  </p:cSld>
  <p:clrMapOvr>
    <a:masterClrMapping/>
  </p:clrMapOvr>
  <p:transition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649" name="Freeform 73"/>
          <p:cNvSpPr>
            <a:spLocks/>
          </p:cNvSpPr>
          <p:nvPr/>
        </p:nvSpPr>
        <p:spPr bwMode="auto">
          <a:xfrm>
            <a:off x="3800475" y="3352800"/>
            <a:ext cx="1238250" cy="1176338"/>
          </a:xfrm>
          <a:custGeom>
            <a:avLst/>
            <a:gdLst>
              <a:gd name="T0" fmla="*/ 2147483646 w 780"/>
              <a:gd name="T1" fmla="*/ 2147483646 h 741"/>
              <a:gd name="T2" fmla="*/ 2147483646 w 780"/>
              <a:gd name="T3" fmla="*/ 2147483646 h 741"/>
              <a:gd name="T4" fmla="*/ 2147483646 w 780"/>
              <a:gd name="T5" fmla="*/ 2147483646 h 741"/>
              <a:gd name="T6" fmla="*/ 2147483646 w 780"/>
              <a:gd name="T7" fmla="*/ 2147483646 h 741"/>
              <a:gd name="T8" fmla="*/ 2147483646 w 780"/>
              <a:gd name="T9" fmla="*/ 2147483646 h 741"/>
              <a:gd name="T10" fmla="*/ 2147483646 w 780"/>
              <a:gd name="T11" fmla="*/ 2147483646 h 741"/>
              <a:gd name="T12" fmla="*/ 2147483646 w 780"/>
              <a:gd name="T13" fmla="*/ 2147483646 h 741"/>
              <a:gd name="T14" fmla="*/ 2147483646 w 780"/>
              <a:gd name="T15" fmla="*/ 2147483646 h 741"/>
              <a:gd name="T16" fmla="*/ 2147483646 w 780"/>
              <a:gd name="T17" fmla="*/ 2147483646 h 741"/>
              <a:gd name="T18" fmla="*/ 2147483646 w 780"/>
              <a:gd name="T19" fmla="*/ 2147483646 h 741"/>
              <a:gd name="T20" fmla="*/ 2147483646 w 780"/>
              <a:gd name="T21" fmla="*/ 2147483646 h 741"/>
              <a:gd name="T22" fmla="*/ 2147483646 w 780"/>
              <a:gd name="T23" fmla="*/ 2147483646 h 741"/>
              <a:gd name="T24" fmla="*/ 2147483646 w 780"/>
              <a:gd name="T25" fmla="*/ 2147483646 h 741"/>
              <a:gd name="T26" fmla="*/ 2147483646 w 780"/>
              <a:gd name="T27" fmla="*/ 2147483646 h 741"/>
              <a:gd name="T28" fmla="*/ 2147483646 w 780"/>
              <a:gd name="T29" fmla="*/ 2147483646 h 741"/>
              <a:gd name="T30" fmla="*/ 2147483646 w 780"/>
              <a:gd name="T31" fmla="*/ 0 h 741"/>
              <a:gd name="T32" fmla="*/ 2147483646 w 780"/>
              <a:gd name="T33" fmla="*/ 2147483646 h 741"/>
              <a:gd name="T34" fmla="*/ 2147483646 w 780"/>
              <a:gd name="T35" fmla="*/ 2147483646 h 741"/>
              <a:gd name="T36" fmla="*/ 2147483646 w 780"/>
              <a:gd name="T37" fmla="*/ 2147483646 h 741"/>
              <a:gd name="T38" fmla="*/ 2147483646 w 780"/>
              <a:gd name="T39" fmla="*/ 2147483646 h 741"/>
              <a:gd name="T40" fmla="*/ 2147483646 w 780"/>
              <a:gd name="T41" fmla="*/ 2147483646 h 741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</a:gdLst>
            <a:ahLst/>
            <a:cxnLst>
              <a:cxn ang="T42">
                <a:pos x="T0" y="T1"/>
              </a:cxn>
              <a:cxn ang="T43">
                <a:pos x="T2" y="T3"/>
              </a:cxn>
              <a:cxn ang="T44">
                <a:pos x="T4" y="T5"/>
              </a:cxn>
              <a:cxn ang="T45">
                <a:pos x="T6" y="T7"/>
              </a:cxn>
              <a:cxn ang="T46">
                <a:pos x="T8" y="T9"/>
              </a:cxn>
              <a:cxn ang="T47">
                <a:pos x="T10" y="T11"/>
              </a:cxn>
              <a:cxn ang="T48">
                <a:pos x="T12" y="T13"/>
              </a:cxn>
              <a:cxn ang="T49">
                <a:pos x="T14" y="T15"/>
              </a:cxn>
              <a:cxn ang="T50">
                <a:pos x="T16" y="T17"/>
              </a:cxn>
              <a:cxn ang="T51">
                <a:pos x="T18" y="T19"/>
              </a:cxn>
              <a:cxn ang="T52">
                <a:pos x="T20" y="T21"/>
              </a:cxn>
              <a:cxn ang="T53">
                <a:pos x="T22" y="T23"/>
              </a:cxn>
              <a:cxn ang="T54">
                <a:pos x="T24" y="T25"/>
              </a:cxn>
              <a:cxn ang="T55">
                <a:pos x="T26" y="T27"/>
              </a:cxn>
              <a:cxn ang="T56">
                <a:pos x="T28" y="T29"/>
              </a:cxn>
              <a:cxn ang="T57">
                <a:pos x="T30" y="T31"/>
              </a:cxn>
              <a:cxn ang="T58">
                <a:pos x="T32" y="T33"/>
              </a:cxn>
              <a:cxn ang="T59">
                <a:pos x="T34" y="T35"/>
              </a:cxn>
              <a:cxn ang="T60">
                <a:pos x="T36" y="T37"/>
              </a:cxn>
              <a:cxn ang="T61">
                <a:pos x="T38" y="T39"/>
              </a:cxn>
              <a:cxn ang="T62">
                <a:pos x="T40" y="T41"/>
              </a:cxn>
            </a:cxnLst>
            <a:rect l="0" t="0" r="r" b="b"/>
            <a:pathLst>
              <a:path w="780" h="741">
                <a:moveTo>
                  <a:pt x="11" y="603"/>
                </a:moveTo>
                <a:cubicBezTo>
                  <a:pt x="26" y="649"/>
                  <a:pt x="57" y="649"/>
                  <a:pt x="102" y="658"/>
                </a:cubicBezTo>
                <a:cubicBezTo>
                  <a:pt x="186" y="675"/>
                  <a:pt x="265" y="711"/>
                  <a:pt x="349" y="731"/>
                </a:cubicBezTo>
                <a:cubicBezTo>
                  <a:pt x="470" y="727"/>
                  <a:pt x="537" y="741"/>
                  <a:pt x="632" y="713"/>
                </a:cubicBezTo>
                <a:cubicBezTo>
                  <a:pt x="780" y="669"/>
                  <a:pt x="623" y="718"/>
                  <a:pt x="715" y="677"/>
                </a:cubicBezTo>
                <a:cubicBezTo>
                  <a:pt x="732" y="669"/>
                  <a:pt x="769" y="658"/>
                  <a:pt x="769" y="658"/>
                </a:cubicBezTo>
                <a:cubicBezTo>
                  <a:pt x="772" y="649"/>
                  <a:pt x="779" y="631"/>
                  <a:pt x="779" y="631"/>
                </a:cubicBezTo>
                <a:cubicBezTo>
                  <a:pt x="754" y="540"/>
                  <a:pt x="779" y="654"/>
                  <a:pt x="779" y="549"/>
                </a:cubicBezTo>
                <a:cubicBezTo>
                  <a:pt x="779" y="485"/>
                  <a:pt x="772" y="421"/>
                  <a:pt x="769" y="357"/>
                </a:cubicBezTo>
                <a:cubicBezTo>
                  <a:pt x="772" y="326"/>
                  <a:pt x="779" y="296"/>
                  <a:pt x="779" y="265"/>
                </a:cubicBezTo>
                <a:cubicBezTo>
                  <a:pt x="779" y="197"/>
                  <a:pt x="723" y="145"/>
                  <a:pt x="669" y="119"/>
                </a:cubicBezTo>
                <a:cubicBezTo>
                  <a:pt x="659" y="114"/>
                  <a:pt x="650" y="108"/>
                  <a:pt x="641" y="101"/>
                </a:cubicBezTo>
                <a:cubicBezTo>
                  <a:pt x="634" y="96"/>
                  <a:pt x="631" y="86"/>
                  <a:pt x="623" y="82"/>
                </a:cubicBezTo>
                <a:cubicBezTo>
                  <a:pt x="597" y="69"/>
                  <a:pt x="568" y="64"/>
                  <a:pt x="541" y="55"/>
                </a:cubicBezTo>
                <a:cubicBezTo>
                  <a:pt x="513" y="46"/>
                  <a:pt x="487" y="28"/>
                  <a:pt x="459" y="18"/>
                </a:cubicBezTo>
                <a:cubicBezTo>
                  <a:pt x="441" y="12"/>
                  <a:pt x="404" y="0"/>
                  <a:pt x="404" y="0"/>
                </a:cubicBezTo>
                <a:cubicBezTo>
                  <a:pt x="312" y="8"/>
                  <a:pt x="220" y="20"/>
                  <a:pt x="129" y="37"/>
                </a:cubicBezTo>
                <a:cubicBezTo>
                  <a:pt x="98" y="43"/>
                  <a:pt x="38" y="64"/>
                  <a:pt x="38" y="64"/>
                </a:cubicBezTo>
                <a:cubicBezTo>
                  <a:pt x="28" y="94"/>
                  <a:pt x="29" y="82"/>
                  <a:pt x="29" y="101"/>
                </a:cubicBezTo>
                <a:cubicBezTo>
                  <a:pt x="20" y="186"/>
                  <a:pt x="0" y="273"/>
                  <a:pt x="20" y="357"/>
                </a:cubicBezTo>
                <a:cubicBezTo>
                  <a:pt x="32" y="525"/>
                  <a:pt x="35" y="443"/>
                  <a:pt x="11" y="603"/>
                </a:cubicBezTo>
                <a:close/>
              </a:path>
            </a:pathLst>
          </a:custGeom>
          <a:gradFill rotWithShape="0">
            <a:gsLst>
              <a:gs pos="0">
                <a:srgbClr val="FFFFFF"/>
              </a:gs>
              <a:gs pos="50000">
                <a:srgbClr val="FF99FF"/>
              </a:gs>
              <a:gs pos="100000">
                <a:srgbClr val="FFFFFF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5715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8641" name="Oval 65"/>
          <p:cNvSpPr>
            <a:spLocks noChangeArrowheads="1"/>
          </p:cNvSpPr>
          <p:nvPr/>
        </p:nvSpPr>
        <p:spPr bwMode="auto">
          <a:xfrm rot="-975612">
            <a:off x="7161213" y="3805238"/>
            <a:ext cx="1230312" cy="679450"/>
          </a:xfrm>
          <a:prstGeom prst="ellipse">
            <a:avLst/>
          </a:prstGeom>
          <a:gradFill rotWithShape="0">
            <a:gsLst>
              <a:gs pos="0">
                <a:srgbClr val="FFFFFF"/>
              </a:gs>
              <a:gs pos="50000">
                <a:srgbClr val="FF99FF"/>
              </a:gs>
              <a:gs pos="100000">
                <a:srgbClr val="FFFFFF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CC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08578" name="Text Box 2"/>
          <p:cNvSpPr txBox="1">
            <a:spLocks noChangeArrowheads="1"/>
          </p:cNvSpPr>
          <p:nvPr/>
        </p:nvSpPr>
        <p:spPr bwMode="auto">
          <a:xfrm>
            <a:off x="2362200" y="1371601"/>
            <a:ext cx="2971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rgbClr val="0000FF"/>
                </a:solidFill>
                <a:ea typeface="宋体" panose="02010600030101010101" pitchFamily="2" charset="-122"/>
              </a:rPr>
              <a:t>(1)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  </a:t>
            </a:r>
            <a:r>
              <a:rPr lang="zh-CN" altLang="en-US" b="1" dirty="0">
                <a:solidFill>
                  <a:srgbClr val="0000FF"/>
                </a:solidFill>
                <a:ea typeface="宋体" panose="02010600030101010101" pitchFamily="2" charset="-122"/>
              </a:rPr>
              <a:t>积分区域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为</a:t>
            </a:r>
            <a:r>
              <a:rPr lang="zh-CN" altLang="en-US" dirty="0">
                <a:solidFill>
                  <a:schemeClr val="tx1"/>
                </a:solidFill>
                <a:ea typeface="宋体" panose="02010600030101010101" pitchFamily="2" charset="-122"/>
              </a:rPr>
              <a:t>：</a:t>
            </a:r>
          </a:p>
        </p:txBody>
      </p:sp>
      <p:graphicFrame>
        <p:nvGraphicFramePr>
          <p:cNvPr id="40857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6928017"/>
              </p:ext>
            </p:extLst>
          </p:nvPr>
        </p:nvGraphicFramePr>
        <p:xfrm>
          <a:off x="5178725" y="1458862"/>
          <a:ext cx="1527684" cy="506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82" name="Equation" r:id="rId4" imgW="647640" imgH="203040" progId="Equation.DSMT4">
                  <p:embed/>
                </p:oleObj>
              </mc:Choice>
              <mc:Fallback>
                <p:oleObj name="Equation" r:id="rId4" imgW="6476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78725" y="1458862"/>
                        <a:ext cx="1527684" cy="506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858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3252542"/>
              </p:ext>
            </p:extLst>
          </p:nvPr>
        </p:nvGraphicFramePr>
        <p:xfrm>
          <a:off x="6921500" y="1409701"/>
          <a:ext cx="2641601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83" name="Equation" r:id="rId6" imgW="1180800" imgH="228600" progId="Equation.DSMT4">
                  <p:embed/>
                </p:oleObj>
              </mc:Choice>
              <mc:Fallback>
                <p:oleObj name="Equation" r:id="rId6" imgW="11808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21500" y="1409701"/>
                        <a:ext cx="2641601" cy="552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8581" name="Text Box 5"/>
          <p:cNvSpPr txBox="1">
            <a:spLocks noChangeArrowheads="1"/>
          </p:cNvSpPr>
          <p:nvPr/>
        </p:nvSpPr>
        <p:spPr bwMode="auto">
          <a:xfrm>
            <a:off x="2779715" y="1998664"/>
            <a:ext cx="18415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其中函数</a:t>
            </a:r>
            <a:r>
              <a:rPr lang="zh-CN" altLang="en-US" dirty="0">
                <a:solidFill>
                  <a:schemeClr val="tx1"/>
                </a:solidFill>
                <a:ea typeface="宋体" panose="02010600030101010101" pitchFamily="2" charset="-122"/>
              </a:rPr>
              <a:t>          </a:t>
            </a:r>
          </a:p>
        </p:txBody>
      </p:sp>
      <p:graphicFrame>
        <p:nvGraphicFramePr>
          <p:cNvPr id="408582" name="Object 6"/>
          <p:cNvGraphicFramePr>
            <a:graphicFrameLocks noChangeAspect="1"/>
          </p:cNvGraphicFramePr>
          <p:nvPr/>
        </p:nvGraphicFramePr>
        <p:xfrm>
          <a:off x="4513264" y="2079626"/>
          <a:ext cx="896937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84" name="Equation" r:id="rId8" imgW="965200" imgH="419100" progId="Equation.3">
                  <p:embed/>
                </p:oleObj>
              </mc:Choice>
              <mc:Fallback>
                <p:oleObj name="Equation" r:id="rId8" imgW="965200" imgH="419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3264" y="2079626"/>
                        <a:ext cx="896937" cy="39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8583" name="Object 7"/>
          <p:cNvGraphicFramePr>
            <a:graphicFrameLocks noChangeAspect="1"/>
          </p:cNvGraphicFramePr>
          <p:nvPr/>
        </p:nvGraphicFramePr>
        <p:xfrm>
          <a:off x="5464176" y="2044700"/>
          <a:ext cx="860425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85" name="公式" r:id="rId10" imgW="927100" imgH="457200" progId="Equation.3">
                  <p:embed/>
                </p:oleObj>
              </mc:Choice>
              <mc:Fallback>
                <p:oleObj name="公式" r:id="rId10" imgW="9271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64176" y="2044700"/>
                        <a:ext cx="860425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08584" name="Group 8"/>
          <p:cNvGrpSpPr>
            <a:grpSpLocks/>
          </p:cNvGrpSpPr>
          <p:nvPr/>
        </p:nvGrpSpPr>
        <p:grpSpPr bwMode="auto">
          <a:xfrm>
            <a:off x="7010401" y="3290888"/>
            <a:ext cx="1497013" cy="2195512"/>
            <a:chOff x="3456" y="1785"/>
            <a:chExt cx="943" cy="1383"/>
          </a:xfrm>
        </p:grpSpPr>
        <p:graphicFrame>
          <p:nvGraphicFramePr>
            <p:cNvPr id="8242" name="Object 9"/>
            <p:cNvGraphicFramePr>
              <a:graphicFrameLocks noChangeAspect="1"/>
            </p:cNvGraphicFramePr>
            <p:nvPr/>
          </p:nvGraphicFramePr>
          <p:xfrm>
            <a:off x="4224" y="2925"/>
            <a:ext cx="175" cy="2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986" name="公式" r:id="rId12" imgW="126725" imgH="177415" progId="Equation.3">
                    <p:embed/>
                  </p:oleObj>
                </mc:Choice>
                <mc:Fallback>
                  <p:oleObj name="公式" r:id="rId12" imgW="126725" imgH="17741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24" y="2925"/>
                          <a:ext cx="175" cy="24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243" name="Line 10"/>
            <p:cNvSpPr>
              <a:spLocks noChangeShapeType="1"/>
            </p:cNvSpPr>
            <p:nvPr/>
          </p:nvSpPr>
          <p:spPr bwMode="auto">
            <a:xfrm flipH="1">
              <a:off x="3538" y="2356"/>
              <a:ext cx="8" cy="5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44" name="Line 11"/>
            <p:cNvSpPr>
              <a:spLocks noChangeShapeType="1"/>
            </p:cNvSpPr>
            <p:nvPr/>
          </p:nvSpPr>
          <p:spPr bwMode="auto">
            <a:xfrm>
              <a:off x="4301" y="2303"/>
              <a:ext cx="0" cy="6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8245" name="Object 12"/>
            <p:cNvGraphicFramePr>
              <a:graphicFrameLocks noChangeAspect="1"/>
            </p:cNvGraphicFramePr>
            <p:nvPr/>
          </p:nvGraphicFramePr>
          <p:xfrm>
            <a:off x="3504" y="1785"/>
            <a:ext cx="879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987" name="公式" r:id="rId14" imgW="660113" imgH="215806" progId="Equation.3">
                    <p:embed/>
                  </p:oleObj>
                </mc:Choice>
                <mc:Fallback>
                  <p:oleObj name="公式" r:id="rId14" imgW="660113" imgH="215806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04" y="1785"/>
                          <a:ext cx="879" cy="2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46" name="Object 13"/>
            <p:cNvGraphicFramePr>
              <a:graphicFrameLocks noChangeAspect="1"/>
            </p:cNvGraphicFramePr>
            <p:nvPr/>
          </p:nvGraphicFramePr>
          <p:xfrm>
            <a:off x="3504" y="2496"/>
            <a:ext cx="816" cy="2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988" name="公式" r:id="rId16" imgW="647419" imgH="215806" progId="Equation.3">
                    <p:embed/>
                  </p:oleObj>
                </mc:Choice>
                <mc:Fallback>
                  <p:oleObj name="公式" r:id="rId16" imgW="647419" imgH="215806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04" y="2496"/>
                          <a:ext cx="816" cy="26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47" name="Object 14"/>
            <p:cNvGraphicFramePr>
              <a:graphicFrameLocks noChangeAspect="1"/>
            </p:cNvGraphicFramePr>
            <p:nvPr/>
          </p:nvGraphicFramePr>
          <p:xfrm>
            <a:off x="3456" y="2994"/>
            <a:ext cx="160" cy="1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989" name="公式" r:id="rId18" imgW="126835" imgH="139518" progId="Equation.3">
                    <p:embed/>
                  </p:oleObj>
                </mc:Choice>
                <mc:Fallback>
                  <p:oleObj name="公式" r:id="rId18" imgW="126835" imgH="13951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56" y="2994"/>
                          <a:ext cx="160" cy="17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48" name="Object 15"/>
            <p:cNvGraphicFramePr>
              <a:graphicFrameLocks noChangeAspect="1"/>
            </p:cNvGraphicFramePr>
            <p:nvPr/>
          </p:nvGraphicFramePr>
          <p:xfrm>
            <a:off x="3936" y="2116"/>
            <a:ext cx="240" cy="2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990" name="公式" r:id="rId20" imgW="164885" imgH="164885" progId="Equation.3">
                    <p:embed/>
                  </p:oleObj>
                </mc:Choice>
                <mc:Fallback>
                  <p:oleObj name="公式" r:id="rId20" imgW="164885" imgH="16488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36" y="2116"/>
                          <a:ext cx="240" cy="2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249" name="Oval 16"/>
            <p:cNvSpPr>
              <a:spLocks noChangeArrowheads="1"/>
            </p:cNvSpPr>
            <p:nvPr/>
          </p:nvSpPr>
          <p:spPr bwMode="auto">
            <a:xfrm rot="-975612">
              <a:off x="3540" y="2098"/>
              <a:ext cx="768" cy="428"/>
            </a:xfrm>
            <a:prstGeom prst="ellipse">
              <a:avLst/>
            </a:prstGeom>
            <a:noFill/>
            <a:ln w="38100">
              <a:solidFill>
                <a:srgbClr val="00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</p:grpSp>
      <p:grpSp>
        <p:nvGrpSpPr>
          <p:cNvPr id="408593" name="Group 17"/>
          <p:cNvGrpSpPr>
            <a:grpSpLocks/>
          </p:cNvGrpSpPr>
          <p:nvPr/>
        </p:nvGrpSpPr>
        <p:grpSpPr bwMode="auto">
          <a:xfrm>
            <a:off x="7315200" y="2514600"/>
            <a:ext cx="2514600" cy="579438"/>
            <a:chOff x="3840" y="1428"/>
            <a:chExt cx="1584" cy="365"/>
          </a:xfrm>
        </p:grpSpPr>
        <p:sp>
          <p:nvSpPr>
            <p:cNvPr id="8240" name="Oval 18"/>
            <p:cNvSpPr>
              <a:spLocks noChangeArrowheads="1"/>
            </p:cNvSpPr>
            <p:nvPr/>
          </p:nvSpPr>
          <p:spPr bwMode="auto">
            <a:xfrm>
              <a:off x="3840" y="1440"/>
              <a:ext cx="1440" cy="336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50000">
                  <a:srgbClr val="00FFFF"/>
                </a:gs>
                <a:gs pos="100000">
                  <a:srgbClr val="FFFFFF"/>
                </a:gs>
              </a:gsLst>
              <a:lin ang="5400000" scaled="1"/>
            </a:gradFill>
            <a:ln w="28575">
              <a:solidFill>
                <a:srgbClr val="9900FF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241" name="Rectangle 19"/>
            <p:cNvSpPr>
              <a:spLocks noChangeArrowheads="1"/>
            </p:cNvSpPr>
            <p:nvPr/>
          </p:nvSpPr>
          <p:spPr bwMode="auto">
            <a:xfrm>
              <a:off x="4127" y="1428"/>
              <a:ext cx="1297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gradFill rotWithShape="0">
                    <a:gsLst>
                      <a:gs pos="0">
                        <a:srgbClr val="00FFFF"/>
                      </a:gs>
                      <a:gs pos="50000">
                        <a:srgbClr val="FFFFFF"/>
                      </a:gs>
                      <a:gs pos="100000">
                        <a:srgbClr val="00FFFF"/>
                      </a:gs>
                    </a:gsLst>
                    <a:lin ang="5400000" scaled="1"/>
                  </a:gra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3200">
                  <a:solidFill>
                    <a:srgbClr val="CC0000"/>
                  </a:solidFill>
                  <a:ea typeface="宋体" panose="02010600030101010101" pitchFamily="2" charset="-122"/>
                </a:rPr>
                <a:t>X</a:t>
              </a:r>
              <a:r>
                <a:rPr lang="zh-CN" altLang="en-US" sz="3200">
                  <a:solidFill>
                    <a:srgbClr val="CC0000"/>
                  </a:solidFill>
                  <a:ea typeface="宋体" panose="02010600030101010101" pitchFamily="2" charset="-122"/>
                </a:rPr>
                <a:t>－</a:t>
              </a:r>
              <a:r>
                <a:rPr lang="zh-CN" altLang="en-US" sz="3200" b="1">
                  <a:solidFill>
                    <a:srgbClr val="CC0000"/>
                  </a:solidFill>
                  <a:ea typeface="宋体" panose="02010600030101010101" pitchFamily="2" charset="-122"/>
                </a:rPr>
                <a:t>型</a:t>
              </a:r>
              <a:endParaRPr lang="zh-CN" altLang="en-US" sz="3200" b="1">
                <a:solidFill>
                  <a:schemeClr val="accent2"/>
                </a:solidFill>
                <a:ea typeface="宋体" panose="02010600030101010101" pitchFamily="2" charset="-122"/>
              </a:endParaRPr>
            </a:p>
          </p:txBody>
        </p:sp>
      </p:grpSp>
      <p:grpSp>
        <p:nvGrpSpPr>
          <p:cNvPr id="408596" name="Group 20"/>
          <p:cNvGrpSpPr>
            <a:grpSpLocks/>
          </p:cNvGrpSpPr>
          <p:nvPr/>
        </p:nvGrpSpPr>
        <p:grpSpPr bwMode="auto">
          <a:xfrm>
            <a:off x="6223000" y="2012951"/>
            <a:ext cx="3695700" cy="519113"/>
            <a:chOff x="2808" y="3120"/>
            <a:chExt cx="2328" cy="327"/>
          </a:xfrm>
        </p:grpSpPr>
        <p:graphicFrame>
          <p:nvGraphicFramePr>
            <p:cNvPr id="8238" name="Object 21"/>
            <p:cNvGraphicFramePr>
              <a:graphicFrameLocks noChangeAspect="1"/>
            </p:cNvGraphicFramePr>
            <p:nvPr/>
          </p:nvGraphicFramePr>
          <p:xfrm>
            <a:off x="3593" y="3168"/>
            <a:ext cx="487" cy="2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991" name="公式" r:id="rId22" imgW="774364" imgH="406224" progId="Equation.3">
                    <p:embed/>
                  </p:oleObj>
                </mc:Choice>
                <mc:Fallback>
                  <p:oleObj name="公式" r:id="rId22" imgW="774364" imgH="40622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93" y="3168"/>
                          <a:ext cx="487" cy="2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239" name="Rectangle 22"/>
            <p:cNvSpPr>
              <a:spLocks noChangeArrowheads="1"/>
            </p:cNvSpPr>
            <p:nvPr/>
          </p:nvSpPr>
          <p:spPr bwMode="auto">
            <a:xfrm>
              <a:off x="2808" y="3120"/>
              <a:ext cx="23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zh-CN" altLang="en-US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在区间          上连续</a:t>
              </a:r>
              <a:r>
                <a:rPr lang="en-US" altLang="zh-CN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.</a:t>
              </a:r>
            </a:p>
          </p:txBody>
        </p:sp>
      </p:grpSp>
      <p:sp>
        <p:nvSpPr>
          <p:cNvPr id="8207" name="Rectangle 28"/>
          <p:cNvSpPr>
            <a:spLocks noChangeArrowheads="1"/>
          </p:cNvSpPr>
          <p:nvPr/>
        </p:nvSpPr>
        <p:spPr bwMode="auto">
          <a:xfrm>
            <a:off x="2057400" y="533401"/>
            <a:ext cx="82296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3600" b="1" dirty="0">
                <a:solidFill>
                  <a:srgbClr val="FF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1.3    </a:t>
            </a:r>
            <a:r>
              <a:rPr lang="zh-CN" altLang="en-US" sz="3600" b="1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利用直角坐标系计算二重积分</a:t>
            </a:r>
          </a:p>
        </p:txBody>
      </p:sp>
      <p:grpSp>
        <p:nvGrpSpPr>
          <p:cNvPr id="408605" name="Group 29"/>
          <p:cNvGrpSpPr>
            <a:grpSpLocks/>
          </p:cNvGrpSpPr>
          <p:nvPr/>
        </p:nvGrpSpPr>
        <p:grpSpPr bwMode="auto">
          <a:xfrm>
            <a:off x="3149600" y="3170238"/>
            <a:ext cx="2717800" cy="2239962"/>
            <a:chOff x="1024" y="1709"/>
            <a:chExt cx="1712" cy="1411"/>
          </a:xfrm>
        </p:grpSpPr>
        <p:sp>
          <p:nvSpPr>
            <p:cNvPr id="8229" name="Line 30"/>
            <p:cNvSpPr>
              <a:spLocks noChangeShapeType="1"/>
            </p:cNvSpPr>
            <p:nvPr/>
          </p:nvSpPr>
          <p:spPr bwMode="auto">
            <a:xfrm flipV="1">
              <a:off x="1180" y="1709"/>
              <a:ext cx="0" cy="13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30" name="Line 31"/>
            <p:cNvSpPr>
              <a:spLocks noChangeShapeType="1"/>
            </p:cNvSpPr>
            <p:nvPr/>
          </p:nvSpPr>
          <p:spPr bwMode="auto">
            <a:xfrm>
              <a:off x="1110" y="2957"/>
              <a:ext cx="158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8231" name="Object 32"/>
            <p:cNvGraphicFramePr>
              <a:graphicFrameLocks noChangeAspect="1"/>
            </p:cNvGraphicFramePr>
            <p:nvPr/>
          </p:nvGraphicFramePr>
          <p:xfrm>
            <a:off x="2624" y="2976"/>
            <a:ext cx="112" cy="1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992" name="Equation" r:id="rId24" imgW="253890" imgH="241195" progId="Equation.3">
                    <p:embed/>
                  </p:oleObj>
                </mc:Choice>
                <mc:Fallback>
                  <p:oleObj name="Equation" r:id="rId24" imgW="253890" imgH="24119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24" y="2976"/>
                          <a:ext cx="112" cy="10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32" name="Object 33"/>
            <p:cNvGraphicFramePr>
              <a:graphicFrameLocks noChangeAspect="1"/>
            </p:cNvGraphicFramePr>
            <p:nvPr/>
          </p:nvGraphicFramePr>
          <p:xfrm>
            <a:off x="1056" y="2976"/>
            <a:ext cx="132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993" name="Equation" r:id="rId26" imgW="291847" imgH="317225" progId="Equation.3">
                    <p:embed/>
                  </p:oleObj>
                </mc:Choice>
                <mc:Fallback>
                  <p:oleObj name="Equation" r:id="rId26" imgW="291847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56" y="2976"/>
                          <a:ext cx="132" cy="1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33" name="Object 34"/>
            <p:cNvGraphicFramePr>
              <a:graphicFrameLocks noChangeAspect="1"/>
            </p:cNvGraphicFramePr>
            <p:nvPr/>
          </p:nvGraphicFramePr>
          <p:xfrm>
            <a:off x="1024" y="1713"/>
            <a:ext cx="128" cy="1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994" name="Equation" r:id="rId28" imgW="253780" imgH="317225" progId="Equation.3">
                    <p:embed/>
                  </p:oleObj>
                </mc:Choice>
                <mc:Fallback>
                  <p:oleObj name="Equation" r:id="rId28" imgW="253780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24" y="1713"/>
                          <a:ext cx="128" cy="1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08611" name="Group 35"/>
          <p:cNvGrpSpPr>
            <a:grpSpLocks/>
          </p:cNvGrpSpPr>
          <p:nvPr/>
        </p:nvGrpSpPr>
        <p:grpSpPr bwMode="auto">
          <a:xfrm>
            <a:off x="6350000" y="3170238"/>
            <a:ext cx="2717800" cy="2239962"/>
            <a:chOff x="1024" y="1709"/>
            <a:chExt cx="1712" cy="1411"/>
          </a:xfrm>
        </p:grpSpPr>
        <p:sp>
          <p:nvSpPr>
            <p:cNvPr id="8224" name="Line 36"/>
            <p:cNvSpPr>
              <a:spLocks noChangeShapeType="1"/>
            </p:cNvSpPr>
            <p:nvPr/>
          </p:nvSpPr>
          <p:spPr bwMode="auto">
            <a:xfrm flipV="1">
              <a:off x="1180" y="1709"/>
              <a:ext cx="0" cy="13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25" name="Line 37"/>
            <p:cNvSpPr>
              <a:spLocks noChangeShapeType="1"/>
            </p:cNvSpPr>
            <p:nvPr/>
          </p:nvSpPr>
          <p:spPr bwMode="auto">
            <a:xfrm>
              <a:off x="1110" y="2957"/>
              <a:ext cx="158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8226" name="Object 38"/>
            <p:cNvGraphicFramePr>
              <a:graphicFrameLocks noChangeAspect="1"/>
            </p:cNvGraphicFramePr>
            <p:nvPr/>
          </p:nvGraphicFramePr>
          <p:xfrm>
            <a:off x="2624" y="2976"/>
            <a:ext cx="112" cy="1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995" name="Equation" r:id="rId30" imgW="253890" imgH="241195" progId="Equation.3">
                    <p:embed/>
                  </p:oleObj>
                </mc:Choice>
                <mc:Fallback>
                  <p:oleObj name="Equation" r:id="rId30" imgW="253890" imgH="24119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24" y="2976"/>
                          <a:ext cx="112" cy="10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27" name="Object 39"/>
            <p:cNvGraphicFramePr>
              <a:graphicFrameLocks noChangeAspect="1"/>
            </p:cNvGraphicFramePr>
            <p:nvPr/>
          </p:nvGraphicFramePr>
          <p:xfrm>
            <a:off x="1056" y="2976"/>
            <a:ext cx="132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996" name="Equation" r:id="rId31" imgW="291847" imgH="317225" progId="Equation.3">
                    <p:embed/>
                  </p:oleObj>
                </mc:Choice>
                <mc:Fallback>
                  <p:oleObj name="Equation" r:id="rId31" imgW="291847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56" y="2976"/>
                          <a:ext cx="132" cy="1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28" name="Object 40"/>
            <p:cNvGraphicFramePr>
              <a:graphicFrameLocks noChangeAspect="1"/>
            </p:cNvGraphicFramePr>
            <p:nvPr/>
          </p:nvGraphicFramePr>
          <p:xfrm>
            <a:off x="1024" y="1713"/>
            <a:ext cx="128" cy="1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997" name="Equation" r:id="rId32" imgW="253780" imgH="317225" progId="Equation.3">
                    <p:embed/>
                  </p:oleObj>
                </mc:Choice>
                <mc:Fallback>
                  <p:oleObj name="Equation" r:id="rId32" imgW="253780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24" y="1713"/>
                          <a:ext cx="128" cy="1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08617" name="Group 41"/>
          <p:cNvGrpSpPr>
            <a:grpSpLocks/>
          </p:cNvGrpSpPr>
          <p:nvPr/>
        </p:nvGrpSpPr>
        <p:grpSpPr bwMode="auto">
          <a:xfrm>
            <a:off x="3733800" y="2927350"/>
            <a:ext cx="1447800" cy="2559050"/>
            <a:chOff x="1392" y="1553"/>
            <a:chExt cx="912" cy="1612"/>
          </a:xfrm>
        </p:grpSpPr>
        <p:sp>
          <p:nvSpPr>
            <p:cNvPr id="8211" name="Line 42"/>
            <p:cNvSpPr>
              <a:spLocks noChangeShapeType="1"/>
            </p:cNvSpPr>
            <p:nvPr/>
          </p:nvSpPr>
          <p:spPr bwMode="auto">
            <a:xfrm>
              <a:off x="1446" y="2448"/>
              <a:ext cx="0" cy="50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8212" name="Group 43"/>
            <p:cNvGrpSpPr>
              <a:grpSpLocks/>
            </p:cNvGrpSpPr>
            <p:nvPr/>
          </p:nvGrpSpPr>
          <p:grpSpPr bwMode="auto">
            <a:xfrm>
              <a:off x="1440" y="2484"/>
              <a:ext cx="768" cy="474"/>
              <a:chOff x="1440" y="2484"/>
              <a:chExt cx="768" cy="474"/>
            </a:xfrm>
          </p:grpSpPr>
          <p:sp>
            <p:nvSpPr>
              <p:cNvPr id="8222" name="Line 44"/>
              <p:cNvSpPr>
                <a:spLocks noChangeShapeType="1"/>
              </p:cNvSpPr>
              <p:nvPr/>
            </p:nvSpPr>
            <p:spPr bwMode="auto">
              <a:xfrm>
                <a:off x="2202" y="2484"/>
                <a:ext cx="0" cy="47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8223" name="Object 45"/>
              <p:cNvGraphicFramePr>
                <a:graphicFrameLocks noChangeAspect="1"/>
              </p:cNvGraphicFramePr>
              <p:nvPr/>
            </p:nvGraphicFramePr>
            <p:xfrm>
              <a:off x="1440" y="2580"/>
              <a:ext cx="768" cy="2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8998" name="公式" r:id="rId33" imgW="647419" imgH="215806" progId="Equation.3">
                      <p:embed/>
                    </p:oleObj>
                  </mc:Choice>
                  <mc:Fallback>
                    <p:oleObj name="公式" r:id="rId33" imgW="647419" imgH="215806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440" y="2580"/>
                            <a:ext cx="768" cy="25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8213" name="Object 46"/>
            <p:cNvGraphicFramePr>
              <a:graphicFrameLocks noChangeAspect="1"/>
            </p:cNvGraphicFramePr>
            <p:nvPr/>
          </p:nvGraphicFramePr>
          <p:xfrm>
            <a:off x="1440" y="1553"/>
            <a:ext cx="864" cy="2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999" name="公式" r:id="rId34" imgW="660113" imgH="215806" progId="Equation.3">
                    <p:embed/>
                  </p:oleObj>
                </mc:Choice>
                <mc:Fallback>
                  <p:oleObj name="公式" r:id="rId34" imgW="660113" imgH="215806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40" y="1553"/>
                          <a:ext cx="864" cy="2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14" name="Object 47"/>
            <p:cNvGraphicFramePr>
              <a:graphicFrameLocks noChangeAspect="1"/>
            </p:cNvGraphicFramePr>
            <p:nvPr/>
          </p:nvGraphicFramePr>
          <p:xfrm>
            <a:off x="1872" y="1963"/>
            <a:ext cx="218" cy="2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000" name="公式" r:id="rId35" imgW="164885" imgH="164885" progId="Equation.3">
                    <p:embed/>
                  </p:oleObj>
                </mc:Choice>
                <mc:Fallback>
                  <p:oleObj name="公式" r:id="rId35" imgW="164885" imgH="16488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72" y="1963"/>
                          <a:ext cx="218" cy="2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8215" name="Group 48"/>
            <p:cNvGrpSpPr>
              <a:grpSpLocks/>
            </p:cNvGrpSpPr>
            <p:nvPr/>
          </p:nvGrpSpPr>
          <p:grpSpPr bwMode="auto">
            <a:xfrm>
              <a:off x="1440" y="1841"/>
              <a:ext cx="768" cy="718"/>
              <a:chOff x="1728" y="1872"/>
              <a:chExt cx="804" cy="718"/>
            </a:xfrm>
          </p:grpSpPr>
          <p:sp>
            <p:nvSpPr>
              <p:cNvPr id="8218" name="Line 49" descr="宽上对角线"/>
              <p:cNvSpPr>
                <a:spLocks noChangeShapeType="1"/>
              </p:cNvSpPr>
              <p:nvPr/>
            </p:nvSpPr>
            <p:spPr bwMode="auto">
              <a:xfrm>
                <a:off x="1742" y="1940"/>
                <a:ext cx="0" cy="546"/>
              </a:xfrm>
              <a:prstGeom prst="line">
                <a:avLst/>
              </a:prstGeom>
              <a:noFill/>
              <a:ln w="38100">
                <a:solidFill>
                  <a:srgbClr val="00CC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219" name="Line 50" descr="宽上对角线"/>
              <p:cNvSpPr>
                <a:spLocks noChangeShapeType="1"/>
              </p:cNvSpPr>
              <p:nvPr/>
            </p:nvSpPr>
            <p:spPr bwMode="auto">
              <a:xfrm>
                <a:off x="2532" y="2043"/>
                <a:ext cx="0" cy="453"/>
              </a:xfrm>
              <a:prstGeom prst="line">
                <a:avLst/>
              </a:prstGeom>
              <a:noFill/>
              <a:ln w="38100">
                <a:solidFill>
                  <a:srgbClr val="00CC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220" name="Arc 51" descr="宽上对角线"/>
              <p:cNvSpPr>
                <a:spLocks/>
              </p:cNvSpPr>
              <p:nvPr/>
            </p:nvSpPr>
            <p:spPr bwMode="auto">
              <a:xfrm flipV="1">
                <a:off x="1742" y="1872"/>
                <a:ext cx="790" cy="478"/>
              </a:xfrm>
              <a:custGeom>
                <a:avLst/>
                <a:gdLst>
                  <a:gd name="T0" fmla="*/ 0 w 27169"/>
                  <a:gd name="T1" fmla="*/ 0 h 21600"/>
                  <a:gd name="T2" fmla="*/ 0 w 27169"/>
                  <a:gd name="T3" fmla="*/ 0 h 21600"/>
                  <a:gd name="T4" fmla="*/ 0 w 27169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7169" h="21600" fill="none" extrusionOk="0">
                    <a:moveTo>
                      <a:pt x="27168" y="14005"/>
                    </a:moveTo>
                    <a:cubicBezTo>
                      <a:pt x="23064" y="18824"/>
                      <a:pt x="17054" y="21599"/>
                      <a:pt x="10725" y="21600"/>
                    </a:cubicBezTo>
                    <a:cubicBezTo>
                      <a:pt x="6962" y="21600"/>
                      <a:pt x="3265" y="20617"/>
                      <a:pt x="0" y="18749"/>
                    </a:cubicBezTo>
                  </a:path>
                  <a:path w="27169" h="21600" stroke="0" extrusionOk="0">
                    <a:moveTo>
                      <a:pt x="27168" y="14005"/>
                    </a:moveTo>
                    <a:cubicBezTo>
                      <a:pt x="23064" y="18824"/>
                      <a:pt x="17054" y="21599"/>
                      <a:pt x="10725" y="21600"/>
                    </a:cubicBezTo>
                    <a:cubicBezTo>
                      <a:pt x="6962" y="21600"/>
                      <a:pt x="3265" y="20617"/>
                      <a:pt x="0" y="18749"/>
                    </a:cubicBezTo>
                    <a:lnTo>
                      <a:pt x="10725" y="0"/>
                    </a:lnTo>
                    <a:lnTo>
                      <a:pt x="27168" y="14005"/>
                    </a:lnTo>
                    <a:close/>
                  </a:path>
                </a:pathLst>
              </a:custGeom>
              <a:noFill/>
              <a:ln w="38100">
                <a:solidFill>
                  <a:srgbClr val="00CC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pattFill prst="wdUpDiag">
                      <a:fgClr>
                        <a:schemeClr val="accent1"/>
                      </a:fgClr>
                      <a:bgClr>
                        <a:srgbClr val="FFFFFF"/>
                      </a:bgClr>
                    </a:patt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221" name="Arc 52" descr="宽上对角线"/>
              <p:cNvSpPr>
                <a:spLocks/>
              </p:cNvSpPr>
              <p:nvPr/>
            </p:nvSpPr>
            <p:spPr bwMode="auto">
              <a:xfrm flipV="1">
                <a:off x="1728" y="2112"/>
                <a:ext cx="804" cy="478"/>
              </a:xfrm>
              <a:custGeom>
                <a:avLst/>
                <a:gdLst>
                  <a:gd name="T0" fmla="*/ 0 w 27734"/>
                  <a:gd name="T1" fmla="*/ 0 h 21600"/>
                  <a:gd name="T2" fmla="*/ 0 w 27734"/>
                  <a:gd name="T3" fmla="*/ 0 h 21600"/>
                  <a:gd name="T4" fmla="*/ 0 w 27734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7734" h="21600" fill="none" extrusionOk="0">
                    <a:moveTo>
                      <a:pt x="0" y="5568"/>
                    </a:moveTo>
                    <a:cubicBezTo>
                      <a:pt x="3969" y="1984"/>
                      <a:pt x="9127" y="-1"/>
                      <a:pt x="14476" y="0"/>
                    </a:cubicBezTo>
                    <a:cubicBezTo>
                      <a:pt x="19278" y="0"/>
                      <a:pt x="23943" y="1600"/>
                      <a:pt x="27734" y="4547"/>
                    </a:cubicBezTo>
                  </a:path>
                  <a:path w="27734" h="21600" stroke="0" extrusionOk="0">
                    <a:moveTo>
                      <a:pt x="0" y="5568"/>
                    </a:moveTo>
                    <a:cubicBezTo>
                      <a:pt x="3969" y="1984"/>
                      <a:pt x="9127" y="-1"/>
                      <a:pt x="14476" y="0"/>
                    </a:cubicBezTo>
                    <a:cubicBezTo>
                      <a:pt x="19278" y="0"/>
                      <a:pt x="23943" y="1600"/>
                      <a:pt x="27734" y="4547"/>
                    </a:cubicBezTo>
                    <a:lnTo>
                      <a:pt x="14476" y="21600"/>
                    </a:lnTo>
                    <a:lnTo>
                      <a:pt x="0" y="5568"/>
                    </a:lnTo>
                    <a:close/>
                  </a:path>
                </a:pathLst>
              </a:custGeom>
              <a:noFill/>
              <a:ln w="38100">
                <a:solidFill>
                  <a:srgbClr val="00CC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pattFill prst="wdUpDiag">
                      <a:fgClr>
                        <a:schemeClr val="accent1"/>
                      </a:fgClr>
                      <a:bgClr>
                        <a:srgbClr val="FFFFFF"/>
                      </a:bgClr>
                    </a:patt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aphicFrame>
          <p:nvGraphicFramePr>
            <p:cNvPr id="8216" name="Object 53"/>
            <p:cNvGraphicFramePr>
              <a:graphicFrameLocks noChangeAspect="1"/>
            </p:cNvGraphicFramePr>
            <p:nvPr/>
          </p:nvGraphicFramePr>
          <p:xfrm>
            <a:off x="2160" y="2976"/>
            <a:ext cx="129" cy="1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001" name="Equation" r:id="rId36" imgW="215619" imgH="317087" progId="Equation.3">
                    <p:embed/>
                  </p:oleObj>
                </mc:Choice>
                <mc:Fallback>
                  <p:oleObj name="Equation" r:id="rId36" imgW="215619" imgH="31708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60" y="2976"/>
                          <a:ext cx="129" cy="1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17" name="Object 54"/>
            <p:cNvGraphicFramePr>
              <a:graphicFrameLocks noChangeAspect="1"/>
            </p:cNvGraphicFramePr>
            <p:nvPr/>
          </p:nvGraphicFramePr>
          <p:xfrm>
            <a:off x="1392" y="2976"/>
            <a:ext cx="137" cy="1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002" name="Equation" r:id="rId38" imgW="228600" imgH="241300" progId="Equation.3">
                    <p:embed/>
                  </p:oleObj>
                </mc:Choice>
                <mc:Fallback>
                  <p:oleObj name="Equation" r:id="rId38" imgW="228600" imgH="2413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92" y="2976"/>
                          <a:ext cx="137" cy="14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5F8BC-3C02-4E82-A6AD-68405BC1CFA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0670448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8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08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08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08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08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08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08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408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408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408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408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408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408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4085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4085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8649" grpId="0" animBg="1"/>
      <p:bldP spid="408641" grpId="0" animBg="1"/>
      <p:bldP spid="408578" grpId="0" autoUpdateAnimBg="0"/>
      <p:bldP spid="408581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9603" name="Object 3"/>
          <p:cNvGraphicFramePr>
            <a:graphicFrameLocks noChangeAspect="1"/>
          </p:cNvGraphicFramePr>
          <p:nvPr/>
        </p:nvGraphicFramePr>
        <p:xfrm>
          <a:off x="2463800" y="925513"/>
          <a:ext cx="56134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6" name="Equation" r:id="rId3" imgW="5613400" imgH="812800" progId="Equation.3">
                  <p:embed/>
                </p:oleObj>
              </mc:Choice>
              <mc:Fallback>
                <p:oleObj name="Equation" r:id="rId3" imgW="5613400" imgH="812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3800" y="925513"/>
                        <a:ext cx="5613400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604" name="Text Box 4"/>
          <p:cNvSpPr txBox="1">
            <a:spLocks noChangeArrowheads="1"/>
          </p:cNvSpPr>
          <p:nvPr/>
        </p:nvSpPr>
        <p:spPr bwMode="auto">
          <a:xfrm>
            <a:off x="2819400" y="4724401"/>
            <a:ext cx="2514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2"/>
                </a:solidFill>
                <a:ea typeface="宋体" panose="02010600030101010101" pitchFamily="2" charset="-122"/>
              </a:rPr>
              <a:t>计算截面面积</a:t>
            </a:r>
          </a:p>
        </p:txBody>
      </p:sp>
      <p:graphicFrame>
        <p:nvGraphicFramePr>
          <p:cNvPr id="40960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9357202"/>
              </p:ext>
            </p:extLst>
          </p:nvPr>
        </p:nvGraphicFramePr>
        <p:xfrm>
          <a:off x="3713162" y="1581199"/>
          <a:ext cx="1463675" cy="5381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7" name="Equation" r:id="rId6" imgW="825480" imgH="203040" progId="Equation.DSMT4">
                  <p:embed/>
                </p:oleObj>
              </mc:Choice>
              <mc:Fallback>
                <p:oleObj name="Equation" r:id="rId6" imgW="8254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3162" y="1581199"/>
                        <a:ext cx="1463675" cy="53811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606" name="Rectangle 6"/>
          <p:cNvSpPr>
            <a:spLocks noChangeArrowheads="1"/>
          </p:cNvSpPr>
          <p:nvPr/>
        </p:nvSpPr>
        <p:spPr bwMode="auto">
          <a:xfrm>
            <a:off x="5029200" y="4724401"/>
            <a:ext cx="3581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( </a:t>
            </a: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红色部分即</a:t>
            </a:r>
            <a:r>
              <a:rPr lang="en-US" altLang="zh-CN" i="1" dirty="0">
                <a:solidFill>
                  <a:srgbClr val="0000FF"/>
                </a:solidFill>
                <a:ea typeface="宋体" panose="02010600030101010101" pitchFamily="2" charset="-122"/>
              </a:rPr>
              <a:t>A</a:t>
            </a:r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(</a:t>
            </a:r>
            <a:r>
              <a:rPr lang="en-US" altLang="zh-CN" i="1" dirty="0">
                <a:solidFill>
                  <a:srgbClr val="0000FF"/>
                </a:solidFill>
                <a:ea typeface="宋体" panose="02010600030101010101" pitchFamily="2" charset="-122"/>
              </a:rPr>
              <a:t>x</a:t>
            </a:r>
            <a:r>
              <a:rPr lang="en-US" altLang="zh-CN" baseline="-25000" dirty="0">
                <a:solidFill>
                  <a:srgbClr val="0000FF"/>
                </a:solidFill>
                <a:ea typeface="宋体" panose="02010600030101010101" pitchFamily="2" charset="-122"/>
              </a:rPr>
              <a:t>0</a:t>
            </a:r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)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 )</a:t>
            </a:r>
          </a:p>
        </p:txBody>
      </p:sp>
      <p:sp>
        <p:nvSpPr>
          <p:cNvPr id="409607" name="Rectangle 7"/>
          <p:cNvSpPr>
            <a:spLocks noChangeArrowheads="1"/>
          </p:cNvSpPr>
          <p:nvPr/>
        </p:nvSpPr>
        <p:spPr bwMode="auto">
          <a:xfrm>
            <a:off x="2438401" y="4724401"/>
            <a:ext cx="5429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>
                <a:solidFill>
                  <a:srgbClr val="D60093"/>
                </a:solidFill>
                <a:ea typeface="宋体" panose="02010600030101010101" pitchFamily="2" charset="-122"/>
                <a:sym typeface="Monotype Sorts" pitchFamily="2" charset="2"/>
              </a:rPr>
              <a:t>＊</a:t>
            </a:r>
          </a:p>
        </p:txBody>
      </p:sp>
      <p:sp>
        <p:nvSpPr>
          <p:cNvPr id="409613" name="Text Box 13"/>
          <p:cNvSpPr txBox="1">
            <a:spLocks noChangeArrowheads="1"/>
          </p:cNvSpPr>
          <p:nvPr/>
        </p:nvSpPr>
        <p:spPr bwMode="auto">
          <a:xfrm>
            <a:off x="8001000" y="914401"/>
            <a:ext cx="1981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dirty="0">
                <a:solidFill>
                  <a:srgbClr val="0000FF"/>
                </a:solidFill>
                <a:ea typeface="宋体" panose="02010600030101010101" pitchFamily="2" charset="-122"/>
              </a:rPr>
              <a:t>以</a:t>
            </a:r>
            <a:r>
              <a:rPr lang="en-US" altLang="zh-CN" i="1" dirty="0">
                <a:solidFill>
                  <a:srgbClr val="0000FF"/>
                </a:solidFill>
                <a:ea typeface="宋体" panose="02010600030101010101" pitchFamily="2" charset="-122"/>
              </a:rPr>
              <a:t>D</a:t>
            </a:r>
            <a:r>
              <a:rPr lang="zh-CN" altLang="en-US" dirty="0">
                <a:solidFill>
                  <a:srgbClr val="0000FF"/>
                </a:solidFill>
                <a:ea typeface="宋体" panose="02010600030101010101" pitchFamily="2" charset="-122"/>
              </a:rPr>
              <a:t>为底</a:t>
            </a:r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,</a:t>
            </a:r>
          </a:p>
        </p:txBody>
      </p:sp>
      <p:sp>
        <p:nvSpPr>
          <p:cNvPr id="409614" name="Text Box 14"/>
          <p:cNvSpPr txBox="1">
            <a:spLocks noChangeArrowheads="1"/>
          </p:cNvSpPr>
          <p:nvPr/>
        </p:nvSpPr>
        <p:spPr bwMode="auto">
          <a:xfrm>
            <a:off x="2438400" y="1600201"/>
            <a:ext cx="1981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rgbClr val="0000FF"/>
                </a:solidFill>
                <a:ea typeface="宋体" panose="02010600030101010101" pitchFamily="2" charset="-122"/>
              </a:rPr>
              <a:t>以曲面</a:t>
            </a:r>
          </a:p>
        </p:txBody>
      </p:sp>
      <p:sp>
        <p:nvSpPr>
          <p:cNvPr id="409615" name="Text Box 15"/>
          <p:cNvSpPr txBox="1">
            <a:spLocks noChangeArrowheads="1"/>
          </p:cNvSpPr>
          <p:nvPr/>
        </p:nvSpPr>
        <p:spPr bwMode="auto">
          <a:xfrm>
            <a:off x="5283200" y="1600201"/>
            <a:ext cx="441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0000FF"/>
                </a:solidFill>
                <a:ea typeface="宋体" panose="02010600030101010101" pitchFamily="2" charset="-122"/>
              </a:rPr>
              <a:t>为顶的曲顶柱体的体积</a:t>
            </a:r>
            <a:r>
              <a:rPr lang="en-US" altLang="zh-CN" b="1" dirty="0">
                <a:solidFill>
                  <a:srgbClr val="0000FF"/>
                </a:solidFill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409616" name="Rectangle 16"/>
          <p:cNvSpPr>
            <a:spLocks noChangeArrowheads="1"/>
          </p:cNvSpPr>
          <p:nvPr/>
        </p:nvSpPr>
        <p:spPr bwMode="auto">
          <a:xfrm>
            <a:off x="2667001" y="2257426"/>
            <a:ext cx="2670175" cy="2314575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00FF99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lnSpc>
                <a:spcPct val="130000"/>
              </a:lnSpc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应用计算“平行截面面积为已知的立体求体积”的方法</a:t>
            </a:r>
            <a:r>
              <a:rPr lang="en-US" altLang="zh-CN" b="1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</a:p>
        </p:txBody>
      </p:sp>
      <p:grpSp>
        <p:nvGrpSpPr>
          <p:cNvPr id="9229" name="Group 26"/>
          <p:cNvGrpSpPr>
            <a:grpSpLocks/>
          </p:cNvGrpSpPr>
          <p:nvPr/>
        </p:nvGrpSpPr>
        <p:grpSpPr bwMode="auto">
          <a:xfrm>
            <a:off x="2971800" y="381000"/>
            <a:ext cx="6629400" cy="533400"/>
            <a:chOff x="1440" y="192"/>
            <a:chExt cx="4176" cy="336"/>
          </a:xfrm>
        </p:grpSpPr>
        <p:sp>
          <p:nvSpPr>
            <p:cNvPr id="9289" name="Oval 27"/>
            <p:cNvSpPr>
              <a:spLocks noChangeArrowheads="1"/>
            </p:cNvSpPr>
            <p:nvPr/>
          </p:nvSpPr>
          <p:spPr bwMode="auto">
            <a:xfrm>
              <a:off x="1440" y="192"/>
              <a:ext cx="3888" cy="336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50000">
                  <a:srgbClr val="FF3300"/>
                </a:gs>
                <a:gs pos="100000">
                  <a:srgbClr val="0000FF"/>
                </a:gs>
              </a:gsLst>
              <a:lin ang="5400000" scaled="1"/>
            </a:gradFill>
            <a:ln w="3810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5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5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9290" name="Text Box 28"/>
            <p:cNvSpPr txBox="1">
              <a:spLocks noChangeArrowheads="1"/>
            </p:cNvSpPr>
            <p:nvPr/>
          </p:nvSpPr>
          <p:spPr bwMode="auto">
            <a:xfrm>
              <a:off x="1488" y="192"/>
              <a:ext cx="41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5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5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zh-CN" altLang="en-US">
                  <a:solidFill>
                    <a:srgbClr val="66FF33"/>
                  </a:solidFill>
                  <a:ea typeface="宋体" panose="02010600030101010101" pitchFamily="2" charset="-122"/>
                </a:rPr>
                <a:t>用二重积分的几何意义说明其计算法</a:t>
              </a:r>
            </a:p>
          </p:txBody>
        </p:sp>
      </p:grpSp>
      <p:sp>
        <p:nvSpPr>
          <p:cNvPr id="9230" name="Line 39"/>
          <p:cNvSpPr>
            <a:spLocks noChangeShapeType="1"/>
          </p:cNvSpPr>
          <p:nvPr/>
        </p:nvSpPr>
        <p:spPr bwMode="auto">
          <a:xfrm flipH="1">
            <a:off x="8097838" y="3733800"/>
            <a:ext cx="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9657" name="Text Box 57"/>
          <p:cNvSpPr txBox="1">
            <a:spLocks noChangeArrowheads="1"/>
          </p:cNvSpPr>
          <p:nvPr/>
        </p:nvSpPr>
        <p:spPr bwMode="auto">
          <a:xfrm>
            <a:off x="2438400" y="5273676"/>
            <a:ext cx="1447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是区间</a:t>
            </a:r>
          </a:p>
        </p:txBody>
      </p:sp>
      <p:graphicFrame>
        <p:nvGraphicFramePr>
          <p:cNvPr id="409658" name="Object 58"/>
          <p:cNvGraphicFramePr>
            <a:graphicFrameLocks noChangeAspect="1"/>
          </p:cNvGraphicFramePr>
          <p:nvPr/>
        </p:nvGraphicFramePr>
        <p:xfrm>
          <a:off x="3595688" y="5257800"/>
          <a:ext cx="2347912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8" name="公式" r:id="rId8" imgW="1016000" imgH="228600" progId="Equation.3">
                  <p:embed/>
                </p:oleObj>
              </mc:Choice>
              <mc:Fallback>
                <p:oleObj name="公式" r:id="rId8" imgW="10160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95688" y="5257800"/>
                        <a:ext cx="2347912" cy="527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659" name="Text Box 59"/>
          <p:cNvSpPr txBox="1">
            <a:spLocks noChangeArrowheads="1"/>
          </p:cNvSpPr>
          <p:nvPr/>
        </p:nvSpPr>
        <p:spPr bwMode="auto">
          <a:xfrm>
            <a:off x="2438400" y="5715000"/>
            <a:ext cx="4114800" cy="609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为曲边的曲边梯形</a:t>
            </a:r>
            <a:r>
              <a:rPr lang="en-US" altLang="zh-CN" b="1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</a:p>
        </p:txBody>
      </p:sp>
      <p:graphicFrame>
        <p:nvGraphicFramePr>
          <p:cNvPr id="409660" name="Object 60"/>
          <p:cNvGraphicFramePr>
            <a:graphicFrameLocks noChangeAspect="1"/>
          </p:cNvGraphicFramePr>
          <p:nvPr/>
        </p:nvGraphicFramePr>
        <p:xfrm>
          <a:off x="7445376" y="5259388"/>
          <a:ext cx="1851025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9" name="公式" r:id="rId10" imgW="800100" imgH="228600" progId="Equation.3">
                  <p:embed/>
                </p:oleObj>
              </mc:Choice>
              <mc:Fallback>
                <p:oleObj name="公式" r:id="rId10" imgW="8001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45376" y="5259388"/>
                        <a:ext cx="1851025" cy="531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661" name="Rectangle 61"/>
          <p:cNvSpPr>
            <a:spLocks noChangeArrowheads="1"/>
          </p:cNvSpPr>
          <p:nvPr/>
        </p:nvSpPr>
        <p:spPr bwMode="auto">
          <a:xfrm>
            <a:off x="5791201" y="5272088"/>
            <a:ext cx="9874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zh-CN" b="1">
                <a:solidFill>
                  <a:schemeClr val="tx1"/>
                </a:solidFill>
                <a:ea typeface="宋体" panose="02010600030101010101" pitchFamily="2" charset="-122"/>
              </a:rPr>
              <a:t>为底,</a:t>
            </a:r>
            <a:endParaRPr lang="en-US" altLang="zh-CN" b="1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09662" name="Text Box 62"/>
          <p:cNvSpPr txBox="1">
            <a:spLocks noChangeArrowheads="1"/>
          </p:cNvSpPr>
          <p:nvPr/>
        </p:nvSpPr>
        <p:spPr bwMode="auto">
          <a:xfrm>
            <a:off x="6619875" y="5248275"/>
            <a:ext cx="1371600" cy="609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曲线</a:t>
            </a:r>
            <a:r>
              <a:rPr lang="zh-CN" altLang="en-US">
                <a:solidFill>
                  <a:schemeClr val="tx1"/>
                </a:solidFill>
                <a:ea typeface="宋体" panose="02010600030101010101" pitchFamily="2" charset="-122"/>
              </a:rPr>
              <a:t>                      </a:t>
            </a:r>
          </a:p>
        </p:txBody>
      </p:sp>
      <p:grpSp>
        <p:nvGrpSpPr>
          <p:cNvPr id="409663" name="Group 63"/>
          <p:cNvGrpSpPr>
            <a:grpSpLocks/>
          </p:cNvGrpSpPr>
          <p:nvPr/>
        </p:nvGrpSpPr>
        <p:grpSpPr bwMode="auto">
          <a:xfrm>
            <a:off x="5400675" y="2311400"/>
            <a:ext cx="4267200" cy="2565400"/>
            <a:chOff x="2640" y="2592"/>
            <a:chExt cx="2688" cy="1616"/>
          </a:xfrm>
        </p:grpSpPr>
        <p:graphicFrame>
          <p:nvGraphicFramePr>
            <p:cNvPr id="9281" name="Object 64"/>
            <p:cNvGraphicFramePr>
              <a:graphicFrameLocks noChangeAspect="1"/>
            </p:cNvGraphicFramePr>
            <p:nvPr/>
          </p:nvGraphicFramePr>
          <p:xfrm>
            <a:off x="5154" y="4032"/>
            <a:ext cx="174" cy="1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70" name="Equation" r:id="rId12" imgW="139700" imgH="139700" progId="Equation.3">
                    <p:embed/>
                  </p:oleObj>
                </mc:Choice>
                <mc:Fallback>
                  <p:oleObj name="Equation" r:id="rId12" imgW="139700" imgH="1397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54" y="4032"/>
                          <a:ext cx="174" cy="1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9282" name="Group 65"/>
            <p:cNvGrpSpPr>
              <a:grpSpLocks/>
            </p:cNvGrpSpPr>
            <p:nvPr/>
          </p:nvGrpSpPr>
          <p:grpSpPr bwMode="auto">
            <a:xfrm>
              <a:off x="2640" y="2592"/>
              <a:ext cx="2640" cy="1594"/>
              <a:chOff x="2640" y="2592"/>
              <a:chExt cx="2640" cy="1594"/>
            </a:xfrm>
          </p:grpSpPr>
          <p:graphicFrame>
            <p:nvGraphicFramePr>
              <p:cNvPr id="9283" name="Object 66"/>
              <p:cNvGraphicFramePr>
                <a:graphicFrameLocks noChangeAspect="1"/>
              </p:cNvGraphicFramePr>
              <p:nvPr/>
            </p:nvGraphicFramePr>
            <p:xfrm>
              <a:off x="2640" y="3456"/>
              <a:ext cx="173" cy="20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871" name="Equation" r:id="rId14" imgW="139579" imgH="164957" progId="Equation.3">
                      <p:embed/>
                    </p:oleObj>
                  </mc:Choice>
                  <mc:Fallback>
                    <p:oleObj name="Equation" r:id="rId14" imgW="139579" imgH="164957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640" y="3456"/>
                            <a:ext cx="173" cy="20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284" name="Object 67"/>
              <p:cNvGraphicFramePr>
                <a:graphicFrameLocks noChangeAspect="1"/>
              </p:cNvGraphicFramePr>
              <p:nvPr/>
            </p:nvGraphicFramePr>
            <p:xfrm>
              <a:off x="3362" y="2592"/>
              <a:ext cx="142" cy="1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872" name="Equation" r:id="rId16" imgW="114201" imgH="139579" progId="Equation.3">
                      <p:embed/>
                    </p:oleObj>
                  </mc:Choice>
                  <mc:Fallback>
                    <p:oleObj name="Equation" r:id="rId16" imgW="114201" imgH="139579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362" y="2592"/>
                            <a:ext cx="142" cy="17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9285" name="Line 68"/>
              <p:cNvSpPr>
                <a:spLocks noChangeShapeType="1"/>
              </p:cNvSpPr>
              <p:nvPr/>
            </p:nvSpPr>
            <p:spPr bwMode="auto">
              <a:xfrm>
                <a:off x="3552" y="3984"/>
                <a:ext cx="172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86" name="Line 69"/>
              <p:cNvSpPr>
                <a:spLocks noChangeShapeType="1"/>
              </p:cNvSpPr>
              <p:nvPr/>
            </p:nvSpPr>
            <p:spPr bwMode="auto">
              <a:xfrm flipV="1">
                <a:off x="3552" y="2640"/>
                <a:ext cx="0" cy="134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9287" name="Object 70"/>
              <p:cNvGraphicFramePr>
                <a:graphicFrameLocks noChangeAspect="1"/>
              </p:cNvGraphicFramePr>
              <p:nvPr/>
            </p:nvGraphicFramePr>
            <p:xfrm>
              <a:off x="3408" y="3984"/>
              <a:ext cx="184" cy="20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873" name="Equation" r:id="rId18" imgW="164814" imgH="177492" progId="Equation.3">
                      <p:embed/>
                    </p:oleObj>
                  </mc:Choice>
                  <mc:Fallback>
                    <p:oleObj name="Equation" r:id="rId18" imgW="164814" imgH="177492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408" y="3984"/>
                            <a:ext cx="184" cy="20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9288" name="Line 71"/>
              <p:cNvSpPr>
                <a:spLocks noChangeShapeType="1"/>
              </p:cNvSpPr>
              <p:nvPr/>
            </p:nvSpPr>
            <p:spPr bwMode="auto">
              <a:xfrm flipH="1" flipV="1">
                <a:off x="2784" y="3408"/>
                <a:ext cx="768" cy="57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409672" name="Group 72"/>
          <p:cNvGrpSpPr>
            <a:grpSpLocks/>
          </p:cNvGrpSpPr>
          <p:nvPr/>
        </p:nvGrpSpPr>
        <p:grpSpPr bwMode="auto">
          <a:xfrm>
            <a:off x="7000875" y="2438400"/>
            <a:ext cx="1676400" cy="838200"/>
            <a:chOff x="4080" y="1872"/>
            <a:chExt cx="1056" cy="528"/>
          </a:xfrm>
        </p:grpSpPr>
        <p:sp>
          <p:nvSpPr>
            <p:cNvPr id="409673" name="Freeform 73"/>
            <p:cNvSpPr>
              <a:spLocks/>
            </p:cNvSpPr>
            <p:nvPr/>
          </p:nvSpPr>
          <p:spPr bwMode="auto">
            <a:xfrm>
              <a:off x="4080" y="1872"/>
              <a:ext cx="1056" cy="528"/>
            </a:xfrm>
            <a:custGeom>
              <a:avLst/>
              <a:gdLst>
                <a:gd name="T0" fmla="*/ 0 w 1056"/>
                <a:gd name="T1" fmla="*/ 240 h 528"/>
                <a:gd name="T2" fmla="*/ 107 w 1056"/>
                <a:gd name="T3" fmla="*/ 128 h 528"/>
                <a:gd name="T4" fmla="*/ 217 w 1056"/>
                <a:gd name="T5" fmla="*/ 55 h 528"/>
                <a:gd name="T6" fmla="*/ 345 w 1056"/>
                <a:gd name="T7" fmla="*/ 9 h 528"/>
                <a:gd name="T8" fmla="*/ 480 w 1056"/>
                <a:gd name="T9" fmla="*/ 0 h 528"/>
                <a:gd name="T10" fmla="*/ 638 w 1056"/>
                <a:gd name="T11" fmla="*/ 18 h 528"/>
                <a:gd name="T12" fmla="*/ 775 w 1056"/>
                <a:gd name="T13" fmla="*/ 64 h 528"/>
                <a:gd name="T14" fmla="*/ 903 w 1056"/>
                <a:gd name="T15" fmla="*/ 146 h 528"/>
                <a:gd name="T16" fmla="*/ 994 w 1056"/>
                <a:gd name="T17" fmla="*/ 256 h 528"/>
                <a:gd name="T18" fmla="*/ 1049 w 1056"/>
                <a:gd name="T19" fmla="*/ 384 h 528"/>
                <a:gd name="T20" fmla="*/ 1056 w 1056"/>
                <a:gd name="T21" fmla="*/ 480 h 528"/>
                <a:gd name="T22" fmla="*/ 994 w 1056"/>
                <a:gd name="T23" fmla="*/ 439 h 528"/>
                <a:gd name="T24" fmla="*/ 875 w 1056"/>
                <a:gd name="T25" fmla="*/ 402 h 528"/>
                <a:gd name="T26" fmla="*/ 768 w 1056"/>
                <a:gd name="T27" fmla="*/ 384 h 528"/>
                <a:gd name="T28" fmla="*/ 638 w 1056"/>
                <a:gd name="T29" fmla="*/ 375 h 528"/>
                <a:gd name="T30" fmla="*/ 491 w 1056"/>
                <a:gd name="T31" fmla="*/ 411 h 528"/>
                <a:gd name="T32" fmla="*/ 409 w 1056"/>
                <a:gd name="T33" fmla="*/ 457 h 528"/>
                <a:gd name="T34" fmla="*/ 336 w 1056"/>
                <a:gd name="T35" fmla="*/ 528 h 528"/>
                <a:gd name="T36" fmla="*/ 272 w 1056"/>
                <a:gd name="T37" fmla="*/ 402 h 528"/>
                <a:gd name="T38" fmla="*/ 190 w 1056"/>
                <a:gd name="T39" fmla="*/ 302 h 528"/>
                <a:gd name="T40" fmla="*/ 80 w 1056"/>
                <a:gd name="T41" fmla="*/ 247 h 528"/>
                <a:gd name="T42" fmla="*/ 0 w 1056"/>
                <a:gd name="T43" fmla="*/ 240 h 5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056" h="528">
                  <a:moveTo>
                    <a:pt x="0" y="240"/>
                  </a:moveTo>
                  <a:lnTo>
                    <a:pt x="107" y="128"/>
                  </a:lnTo>
                  <a:lnTo>
                    <a:pt x="217" y="55"/>
                  </a:lnTo>
                  <a:lnTo>
                    <a:pt x="345" y="9"/>
                  </a:lnTo>
                  <a:lnTo>
                    <a:pt x="480" y="0"/>
                  </a:lnTo>
                  <a:lnTo>
                    <a:pt x="638" y="18"/>
                  </a:lnTo>
                  <a:lnTo>
                    <a:pt x="775" y="64"/>
                  </a:lnTo>
                  <a:lnTo>
                    <a:pt x="903" y="146"/>
                  </a:lnTo>
                  <a:lnTo>
                    <a:pt x="994" y="256"/>
                  </a:lnTo>
                  <a:lnTo>
                    <a:pt x="1049" y="384"/>
                  </a:lnTo>
                  <a:lnTo>
                    <a:pt x="1056" y="480"/>
                  </a:lnTo>
                  <a:lnTo>
                    <a:pt x="994" y="439"/>
                  </a:lnTo>
                  <a:lnTo>
                    <a:pt x="875" y="402"/>
                  </a:lnTo>
                  <a:lnTo>
                    <a:pt x="768" y="384"/>
                  </a:lnTo>
                  <a:lnTo>
                    <a:pt x="638" y="375"/>
                  </a:lnTo>
                  <a:lnTo>
                    <a:pt x="491" y="411"/>
                  </a:lnTo>
                  <a:lnTo>
                    <a:pt x="409" y="457"/>
                  </a:lnTo>
                  <a:lnTo>
                    <a:pt x="336" y="528"/>
                  </a:lnTo>
                  <a:cubicBezTo>
                    <a:pt x="313" y="524"/>
                    <a:pt x="296" y="440"/>
                    <a:pt x="272" y="402"/>
                  </a:cubicBezTo>
                  <a:cubicBezTo>
                    <a:pt x="248" y="364"/>
                    <a:pt x="222" y="328"/>
                    <a:pt x="190" y="302"/>
                  </a:cubicBezTo>
                  <a:lnTo>
                    <a:pt x="80" y="247"/>
                  </a:lnTo>
                  <a:lnTo>
                    <a:pt x="0" y="240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rgbClr val="66FF33"/>
                </a:gs>
                <a:gs pos="100000">
                  <a:schemeClr val="bg1"/>
                </a:gs>
              </a:gsLst>
              <a:lin ang="18900000" scaled="1"/>
            </a:gradFill>
            <a:ln w="28575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grpSp>
          <p:nvGrpSpPr>
            <p:cNvPr id="9278" name="Group 74"/>
            <p:cNvGrpSpPr>
              <a:grpSpLocks/>
            </p:cNvGrpSpPr>
            <p:nvPr/>
          </p:nvGrpSpPr>
          <p:grpSpPr bwMode="auto">
            <a:xfrm>
              <a:off x="4080" y="1951"/>
              <a:ext cx="921" cy="161"/>
              <a:chOff x="4080" y="1999"/>
              <a:chExt cx="921" cy="161"/>
            </a:xfrm>
          </p:grpSpPr>
          <p:sp>
            <p:nvSpPr>
              <p:cNvPr id="409675" name="Freeform 75"/>
              <p:cNvSpPr>
                <a:spLocks/>
              </p:cNvSpPr>
              <p:nvPr/>
            </p:nvSpPr>
            <p:spPr bwMode="auto">
              <a:xfrm>
                <a:off x="4080" y="1999"/>
                <a:ext cx="766" cy="161"/>
              </a:xfrm>
              <a:custGeom>
                <a:avLst/>
                <a:gdLst>
                  <a:gd name="T0" fmla="*/ 0 w 766"/>
                  <a:gd name="T1" fmla="*/ 161 h 161"/>
                  <a:gd name="T2" fmla="*/ 144 w 766"/>
                  <a:gd name="T3" fmla="*/ 65 h 161"/>
                  <a:gd name="T4" fmla="*/ 299 w 766"/>
                  <a:gd name="T5" fmla="*/ 22 h 161"/>
                  <a:gd name="T6" fmla="*/ 427 w 766"/>
                  <a:gd name="T7" fmla="*/ 3 h 161"/>
                  <a:gd name="T8" fmla="*/ 528 w 766"/>
                  <a:gd name="T9" fmla="*/ 3 h 161"/>
                  <a:gd name="T10" fmla="*/ 629 w 766"/>
                  <a:gd name="T11" fmla="*/ 12 h 161"/>
                  <a:gd name="T12" fmla="*/ 693 w 766"/>
                  <a:gd name="T13" fmla="*/ 31 h 161"/>
                  <a:gd name="T14" fmla="*/ 766 w 766"/>
                  <a:gd name="T15" fmla="*/ 58 h 1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66" h="161">
                    <a:moveTo>
                      <a:pt x="0" y="161"/>
                    </a:moveTo>
                    <a:cubicBezTo>
                      <a:pt x="36" y="125"/>
                      <a:pt x="94" y="88"/>
                      <a:pt x="144" y="65"/>
                    </a:cubicBezTo>
                    <a:cubicBezTo>
                      <a:pt x="194" y="42"/>
                      <a:pt x="252" y="32"/>
                      <a:pt x="299" y="22"/>
                    </a:cubicBezTo>
                    <a:cubicBezTo>
                      <a:pt x="346" y="12"/>
                      <a:pt x="389" y="6"/>
                      <a:pt x="427" y="3"/>
                    </a:cubicBezTo>
                    <a:cubicBezTo>
                      <a:pt x="465" y="0"/>
                      <a:pt x="494" y="1"/>
                      <a:pt x="528" y="3"/>
                    </a:cubicBezTo>
                    <a:cubicBezTo>
                      <a:pt x="562" y="5"/>
                      <a:pt x="602" y="7"/>
                      <a:pt x="629" y="12"/>
                    </a:cubicBezTo>
                    <a:cubicBezTo>
                      <a:pt x="656" y="17"/>
                      <a:pt x="670" y="23"/>
                      <a:pt x="693" y="31"/>
                    </a:cubicBezTo>
                    <a:cubicBezTo>
                      <a:pt x="716" y="39"/>
                      <a:pt x="751" y="53"/>
                      <a:pt x="766" y="58"/>
                    </a:cubicBezTo>
                  </a:path>
                </a:pathLst>
              </a:custGeom>
              <a:noFill/>
              <a:ln w="28575" cap="flat" cmpd="sng">
                <a:solidFill>
                  <a:schemeClr val="tx2"/>
                </a:solidFill>
                <a:prstDash val="sysDot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gradFill rotWithShape="0">
                      <a:gsLst>
                        <a:gs pos="0">
                          <a:schemeClr val="bg1"/>
                        </a:gs>
                        <a:gs pos="50000">
                          <a:srgbClr val="66FF66"/>
                        </a:gs>
                        <a:gs pos="100000">
                          <a:schemeClr val="bg1"/>
                        </a:gs>
                      </a:gsLst>
                      <a:lin ang="18900000" scaled="1"/>
                    </a:gra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409676" name="Freeform 76"/>
              <p:cNvSpPr>
                <a:spLocks/>
              </p:cNvSpPr>
              <p:nvPr/>
            </p:nvSpPr>
            <p:spPr bwMode="auto">
              <a:xfrm>
                <a:off x="4846" y="2054"/>
                <a:ext cx="155" cy="31"/>
              </a:xfrm>
              <a:custGeom>
                <a:avLst/>
                <a:gdLst>
                  <a:gd name="T0" fmla="*/ 0 w 155"/>
                  <a:gd name="T1" fmla="*/ 12 h 31"/>
                  <a:gd name="T2" fmla="*/ 64 w 155"/>
                  <a:gd name="T3" fmla="*/ 3 h 31"/>
                  <a:gd name="T4" fmla="*/ 155 w 155"/>
                  <a:gd name="T5" fmla="*/ 31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55" h="31">
                    <a:moveTo>
                      <a:pt x="0" y="12"/>
                    </a:moveTo>
                    <a:cubicBezTo>
                      <a:pt x="11" y="10"/>
                      <a:pt x="38" y="0"/>
                      <a:pt x="64" y="3"/>
                    </a:cubicBezTo>
                    <a:cubicBezTo>
                      <a:pt x="90" y="6"/>
                      <a:pt x="136" y="25"/>
                      <a:pt x="155" y="31"/>
                    </a:cubicBez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ysDot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gradFill rotWithShape="0">
                      <a:gsLst>
                        <a:gs pos="0">
                          <a:schemeClr val="bg1"/>
                        </a:gs>
                        <a:gs pos="50000">
                          <a:srgbClr val="66FF66"/>
                        </a:gs>
                        <a:gs pos="100000">
                          <a:schemeClr val="bg1"/>
                        </a:gs>
                      </a:gsLst>
                      <a:lin ang="18900000" scaled="1"/>
                    </a:gra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</p:grpSp>
      </p:grpSp>
      <p:graphicFrame>
        <p:nvGraphicFramePr>
          <p:cNvPr id="409677" name="Object 7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3991343"/>
              </p:ext>
            </p:extLst>
          </p:nvPr>
        </p:nvGraphicFramePr>
        <p:xfrm>
          <a:off x="8162925" y="2160588"/>
          <a:ext cx="1051119" cy="3651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4" name="Equation" r:id="rId20" imgW="749160" imgH="203040" progId="Equation.DSMT4">
                  <p:embed/>
                </p:oleObj>
              </mc:Choice>
              <mc:Fallback>
                <p:oleObj name="Equation" r:id="rId20" imgW="7491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62925" y="2160588"/>
                        <a:ext cx="1051119" cy="3651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09716" name="Group 116"/>
          <p:cNvGrpSpPr>
            <a:grpSpLocks/>
          </p:cNvGrpSpPr>
          <p:nvPr/>
        </p:nvGrpSpPr>
        <p:grpSpPr bwMode="auto">
          <a:xfrm>
            <a:off x="7000876" y="3581400"/>
            <a:ext cx="1673225" cy="717550"/>
            <a:chOff x="3216" y="3600"/>
            <a:chExt cx="1054" cy="452"/>
          </a:xfrm>
        </p:grpSpPr>
        <p:grpSp>
          <p:nvGrpSpPr>
            <p:cNvPr id="9272" name="Group 114"/>
            <p:cNvGrpSpPr>
              <a:grpSpLocks/>
            </p:cNvGrpSpPr>
            <p:nvPr/>
          </p:nvGrpSpPr>
          <p:grpSpPr bwMode="auto">
            <a:xfrm>
              <a:off x="3216" y="3600"/>
              <a:ext cx="1054" cy="452"/>
              <a:chOff x="3216" y="3600"/>
              <a:chExt cx="1054" cy="452"/>
            </a:xfrm>
          </p:grpSpPr>
          <p:sp>
            <p:nvSpPr>
              <p:cNvPr id="9274" name="Freeform 113" descr="瓦形"/>
              <p:cNvSpPr>
                <a:spLocks/>
              </p:cNvSpPr>
              <p:nvPr/>
            </p:nvSpPr>
            <p:spPr bwMode="auto">
              <a:xfrm>
                <a:off x="3216" y="3600"/>
                <a:ext cx="1045" cy="450"/>
              </a:xfrm>
              <a:custGeom>
                <a:avLst/>
                <a:gdLst>
                  <a:gd name="T0" fmla="*/ 741 w 1045"/>
                  <a:gd name="T1" fmla="*/ 94 h 450"/>
                  <a:gd name="T2" fmla="*/ 1045 w 1045"/>
                  <a:gd name="T3" fmla="*/ 341 h 450"/>
                  <a:gd name="T4" fmla="*/ 878 w 1045"/>
                  <a:gd name="T5" fmla="*/ 423 h 450"/>
                  <a:gd name="T6" fmla="*/ 713 w 1045"/>
                  <a:gd name="T7" fmla="*/ 450 h 450"/>
                  <a:gd name="T8" fmla="*/ 622 w 1045"/>
                  <a:gd name="T9" fmla="*/ 450 h 450"/>
                  <a:gd name="T10" fmla="*/ 526 w 1045"/>
                  <a:gd name="T11" fmla="*/ 432 h 450"/>
                  <a:gd name="T12" fmla="*/ 423 w 1045"/>
                  <a:gd name="T13" fmla="*/ 405 h 450"/>
                  <a:gd name="T14" fmla="*/ 350 w 1045"/>
                  <a:gd name="T15" fmla="*/ 368 h 450"/>
                  <a:gd name="T16" fmla="*/ 0 w 1045"/>
                  <a:gd name="T17" fmla="*/ 103 h 450"/>
                  <a:gd name="T18" fmla="*/ 44 w 1045"/>
                  <a:gd name="T19" fmla="*/ 69 h 450"/>
                  <a:gd name="T20" fmla="*/ 144 w 1045"/>
                  <a:gd name="T21" fmla="*/ 41 h 450"/>
                  <a:gd name="T22" fmla="*/ 272 w 1045"/>
                  <a:gd name="T23" fmla="*/ 5 h 450"/>
                  <a:gd name="T24" fmla="*/ 382 w 1045"/>
                  <a:gd name="T25" fmla="*/ 0 h 450"/>
                  <a:gd name="T26" fmla="*/ 521 w 1045"/>
                  <a:gd name="T27" fmla="*/ 11 h 450"/>
                  <a:gd name="T28" fmla="*/ 604 w 1045"/>
                  <a:gd name="T29" fmla="*/ 30 h 450"/>
                  <a:gd name="T30" fmla="*/ 741 w 1045"/>
                  <a:gd name="T31" fmla="*/ 94 h 450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1045" h="450">
                    <a:moveTo>
                      <a:pt x="741" y="94"/>
                    </a:moveTo>
                    <a:lnTo>
                      <a:pt x="1045" y="341"/>
                    </a:lnTo>
                    <a:lnTo>
                      <a:pt x="878" y="423"/>
                    </a:lnTo>
                    <a:lnTo>
                      <a:pt x="713" y="450"/>
                    </a:lnTo>
                    <a:lnTo>
                      <a:pt x="622" y="450"/>
                    </a:lnTo>
                    <a:lnTo>
                      <a:pt x="526" y="432"/>
                    </a:lnTo>
                    <a:lnTo>
                      <a:pt x="423" y="405"/>
                    </a:lnTo>
                    <a:lnTo>
                      <a:pt x="350" y="368"/>
                    </a:lnTo>
                    <a:lnTo>
                      <a:pt x="0" y="103"/>
                    </a:lnTo>
                    <a:lnTo>
                      <a:pt x="44" y="69"/>
                    </a:lnTo>
                    <a:lnTo>
                      <a:pt x="144" y="41"/>
                    </a:lnTo>
                    <a:lnTo>
                      <a:pt x="272" y="5"/>
                    </a:lnTo>
                    <a:lnTo>
                      <a:pt x="382" y="0"/>
                    </a:lnTo>
                    <a:lnTo>
                      <a:pt x="521" y="11"/>
                    </a:lnTo>
                    <a:lnTo>
                      <a:pt x="604" y="30"/>
                    </a:lnTo>
                    <a:lnTo>
                      <a:pt x="741" y="94"/>
                    </a:lnTo>
                    <a:close/>
                  </a:path>
                </a:pathLst>
              </a:custGeom>
              <a:pattFill prst="shingle">
                <a:fgClr>
                  <a:srgbClr val="00FFFF"/>
                </a:fgClr>
                <a:bgClr>
                  <a:schemeClr val="bg1"/>
                </a:bgClr>
              </a:patt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9050" cap="flat" cmpd="sng">
                    <a:solidFill>
                      <a:srgbClr val="FF0000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75" name="Freeform 109"/>
              <p:cNvSpPr>
                <a:spLocks/>
              </p:cNvSpPr>
              <p:nvPr/>
            </p:nvSpPr>
            <p:spPr bwMode="auto">
              <a:xfrm>
                <a:off x="3216" y="3605"/>
                <a:ext cx="729" cy="91"/>
              </a:xfrm>
              <a:custGeom>
                <a:avLst/>
                <a:gdLst>
                  <a:gd name="T0" fmla="*/ 0 w 729"/>
                  <a:gd name="T1" fmla="*/ 91 h 91"/>
                  <a:gd name="T2" fmla="*/ 119 w 729"/>
                  <a:gd name="T3" fmla="*/ 36 h 91"/>
                  <a:gd name="T4" fmla="*/ 219 w 729"/>
                  <a:gd name="T5" fmla="*/ 18 h 91"/>
                  <a:gd name="T6" fmla="*/ 301 w 729"/>
                  <a:gd name="T7" fmla="*/ 9 h 91"/>
                  <a:gd name="T8" fmla="*/ 393 w 729"/>
                  <a:gd name="T9" fmla="*/ 0 h 91"/>
                  <a:gd name="T10" fmla="*/ 457 w 729"/>
                  <a:gd name="T11" fmla="*/ 9 h 91"/>
                  <a:gd name="T12" fmla="*/ 530 w 729"/>
                  <a:gd name="T13" fmla="*/ 9 h 91"/>
                  <a:gd name="T14" fmla="*/ 585 w 729"/>
                  <a:gd name="T15" fmla="*/ 27 h 91"/>
                  <a:gd name="T16" fmla="*/ 658 w 729"/>
                  <a:gd name="T17" fmla="*/ 45 h 91"/>
                  <a:gd name="T18" fmla="*/ 729 w 729"/>
                  <a:gd name="T19" fmla="*/ 75 h 91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729" h="91">
                    <a:moveTo>
                      <a:pt x="0" y="91"/>
                    </a:moveTo>
                    <a:cubicBezTo>
                      <a:pt x="20" y="82"/>
                      <a:pt x="83" y="48"/>
                      <a:pt x="119" y="36"/>
                    </a:cubicBezTo>
                    <a:cubicBezTo>
                      <a:pt x="155" y="24"/>
                      <a:pt x="189" y="23"/>
                      <a:pt x="219" y="18"/>
                    </a:cubicBezTo>
                    <a:cubicBezTo>
                      <a:pt x="249" y="13"/>
                      <a:pt x="272" y="12"/>
                      <a:pt x="301" y="9"/>
                    </a:cubicBezTo>
                    <a:cubicBezTo>
                      <a:pt x="330" y="6"/>
                      <a:pt x="367" y="0"/>
                      <a:pt x="393" y="0"/>
                    </a:cubicBezTo>
                    <a:cubicBezTo>
                      <a:pt x="419" y="0"/>
                      <a:pt x="434" y="8"/>
                      <a:pt x="457" y="9"/>
                    </a:cubicBezTo>
                    <a:cubicBezTo>
                      <a:pt x="480" y="10"/>
                      <a:pt x="509" y="6"/>
                      <a:pt x="530" y="9"/>
                    </a:cubicBezTo>
                    <a:cubicBezTo>
                      <a:pt x="551" y="12"/>
                      <a:pt x="564" y="21"/>
                      <a:pt x="585" y="27"/>
                    </a:cubicBezTo>
                    <a:cubicBezTo>
                      <a:pt x="606" y="33"/>
                      <a:pt x="634" y="37"/>
                      <a:pt x="658" y="45"/>
                    </a:cubicBezTo>
                    <a:cubicBezTo>
                      <a:pt x="682" y="53"/>
                      <a:pt x="714" y="69"/>
                      <a:pt x="729" y="75"/>
                    </a:cubicBezTo>
                  </a:path>
                </a:pathLst>
              </a:custGeom>
              <a:noFill/>
              <a:ln w="28575" cap="flat" cmpd="sng">
                <a:solidFill>
                  <a:srgbClr val="0000FF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76" name="Freeform 110"/>
              <p:cNvSpPr>
                <a:spLocks/>
              </p:cNvSpPr>
              <p:nvPr/>
            </p:nvSpPr>
            <p:spPr bwMode="auto">
              <a:xfrm>
                <a:off x="3571" y="3931"/>
                <a:ext cx="699" cy="121"/>
              </a:xfrm>
              <a:custGeom>
                <a:avLst/>
                <a:gdLst>
                  <a:gd name="T0" fmla="*/ 0 w 699"/>
                  <a:gd name="T1" fmla="*/ 51 h 121"/>
                  <a:gd name="T2" fmla="*/ 91 w 699"/>
                  <a:gd name="T3" fmla="*/ 88 h 121"/>
                  <a:gd name="T4" fmla="*/ 178 w 699"/>
                  <a:gd name="T5" fmla="*/ 110 h 121"/>
                  <a:gd name="T6" fmla="*/ 242 w 699"/>
                  <a:gd name="T7" fmla="*/ 119 h 121"/>
                  <a:gd name="T8" fmla="*/ 324 w 699"/>
                  <a:gd name="T9" fmla="*/ 119 h 121"/>
                  <a:gd name="T10" fmla="*/ 461 w 699"/>
                  <a:gd name="T11" fmla="*/ 110 h 121"/>
                  <a:gd name="T12" fmla="*/ 589 w 699"/>
                  <a:gd name="T13" fmla="*/ 64 h 121"/>
                  <a:gd name="T14" fmla="*/ 699 w 699"/>
                  <a:gd name="T15" fmla="*/ 0 h 121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699" h="121">
                    <a:moveTo>
                      <a:pt x="0" y="51"/>
                    </a:moveTo>
                    <a:cubicBezTo>
                      <a:pt x="15" y="57"/>
                      <a:pt x="61" y="78"/>
                      <a:pt x="91" y="88"/>
                    </a:cubicBezTo>
                    <a:cubicBezTo>
                      <a:pt x="121" y="98"/>
                      <a:pt x="153" y="105"/>
                      <a:pt x="178" y="110"/>
                    </a:cubicBezTo>
                    <a:cubicBezTo>
                      <a:pt x="203" y="115"/>
                      <a:pt x="218" y="117"/>
                      <a:pt x="242" y="119"/>
                    </a:cubicBezTo>
                    <a:cubicBezTo>
                      <a:pt x="266" y="121"/>
                      <a:pt x="288" y="120"/>
                      <a:pt x="324" y="119"/>
                    </a:cubicBezTo>
                    <a:cubicBezTo>
                      <a:pt x="360" y="118"/>
                      <a:pt x="417" y="119"/>
                      <a:pt x="461" y="110"/>
                    </a:cubicBezTo>
                    <a:cubicBezTo>
                      <a:pt x="505" y="101"/>
                      <a:pt x="549" y="82"/>
                      <a:pt x="589" y="64"/>
                    </a:cubicBezTo>
                    <a:cubicBezTo>
                      <a:pt x="629" y="46"/>
                      <a:pt x="676" y="13"/>
                      <a:pt x="699" y="0"/>
                    </a:cubicBezTo>
                  </a:path>
                </a:pathLst>
              </a:custGeom>
              <a:noFill/>
              <a:ln w="28575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aphicFrame>
          <p:nvGraphicFramePr>
            <p:cNvPr id="9273" name="Object 115"/>
            <p:cNvGraphicFramePr>
              <a:graphicFrameLocks noChangeAspect="1"/>
            </p:cNvGraphicFramePr>
            <p:nvPr/>
          </p:nvGraphicFramePr>
          <p:xfrm>
            <a:off x="3928" y="3796"/>
            <a:ext cx="152" cy="1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75" name="Equation" r:id="rId22" imgW="317225" imgH="291847" progId="Equation.3">
                    <p:embed/>
                  </p:oleObj>
                </mc:Choice>
                <mc:Fallback>
                  <p:oleObj name="Equation" r:id="rId22" imgW="317225" imgH="29184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28" y="3796"/>
                          <a:ext cx="152" cy="1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09678" name="Group 78"/>
          <p:cNvGrpSpPr>
            <a:grpSpLocks/>
          </p:cNvGrpSpPr>
          <p:nvPr/>
        </p:nvGrpSpPr>
        <p:grpSpPr bwMode="auto">
          <a:xfrm>
            <a:off x="6999289" y="2438401"/>
            <a:ext cx="2211387" cy="2062163"/>
            <a:chOff x="4078" y="1872"/>
            <a:chExt cx="1393" cy="1299"/>
          </a:xfrm>
        </p:grpSpPr>
        <p:grpSp>
          <p:nvGrpSpPr>
            <p:cNvPr id="9253" name="Group 79"/>
            <p:cNvGrpSpPr>
              <a:grpSpLocks/>
            </p:cNvGrpSpPr>
            <p:nvPr/>
          </p:nvGrpSpPr>
          <p:grpSpPr bwMode="auto">
            <a:xfrm>
              <a:off x="4080" y="1872"/>
              <a:ext cx="1056" cy="528"/>
              <a:chOff x="4080" y="1920"/>
              <a:chExt cx="1056" cy="528"/>
            </a:xfrm>
          </p:grpSpPr>
          <p:sp>
            <p:nvSpPr>
              <p:cNvPr id="9268" name="Freeform 80"/>
              <p:cNvSpPr>
                <a:spLocks/>
              </p:cNvSpPr>
              <p:nvPr/>
            </p:nvSpPr>
            <p:spPr bwMode="auto">
              <a:xfrm>
                <a:off x="4080" y="1920"/>
                <a:ext cx="1056" cy="528"/>
              </a:xfrm>
              <a:custGeom>
                <a:avLst/>
                <a:gdLst>
                  <a:gd name="T0" fmla="*/ 0 w 1056"/>
                  <a:gd name="T1" fmla="*/ 240 h 528"/>
                  <a:gd name="T2" fmla="*/ 107 w 1056"/>
                  <a:gd name="T3" fmla="*/ 128 h 528"/>
                  <a:gd name="T4" fmla="*/ 217 w 1056"/>
                  <a:gd name="T5" fmla="*/ 55 h 528"/>
                  <a:gd name="T6" fmla="*/ 345 w 1056"/>
                  <a:gd name="T7" fmla="*/ 9 h 528"/>
                  <a:gd name="T8" fmla="*/ 480 w 1056"/>
                  <a:gd name="T9" fmla="*/ 0 h 528"/>
                  <a:gd name="T10" fmla="*/ 638 w 1056"/>
                  <a:gd name="T11" fmla="*/ 18 h 528"/>
                  <a:gd name="T12" fmla="*/ 775 w 1056"/>
                  <a:gd name="T13" fmla="*/ 64 h 528"/>
                  <a:gd name="T14" fmla="*/ 903 w 1056"/>
                  <a:gd name="T15" fmla="*/ 146 h 528"/>
                  <a:gd name="T16" fmla="*/ 994 w 1056"/>
                  <a:gd name="T17" fmla="*/ 256 h 528"/>
                  <a:gd name="T18" fmla="*/ 1049 w 1056"/>
                  <a:gd name="T19" fmla="*/ 384 h 528"/>
                  <a:gd name="T20" fmla="*/ 1056 w 1056"/>
                  <a:gd name="T21" fmla="*/ 480 h 528"/>
                  <a:gd name="T22" fmla="*/ 994 w 1056"/>
                  <a:gd name="T23" fmla="*/ 439 h 528"/>
                  <a:gd name="T24" fmla="*/ 875 w 1056"/>
                  <a:gd name="T25" fmla="*/ 402 h 528"/>
                  <a:gd name="T26" fmla="*/ 768 w 1056"/>
                  <a:gd name="T27" fmla="*/ 384 h 528"/>
                  <a:gd name="T28" fmla="*/ 638 w 1056"/>
                  <a:gd name="T29" fmla="*/ 375 h 528"/>
                  <a:gd name="T30" fmla="*/ 491 w 1056"/>
                  <a:gd name="T31" fmla="*/ 411 h 528"/>
                  <a:gd name="T32" fmla="*/ 409 w 1056"/>
                  <a:gd name="T33" fmla="*/ 457 h 528"/>
                  <a:gd name="T34" fmla="*/ 336 w 1056"/>
                  <a:gd name="T35" fmla="*/ 528 h 528"/>
                  <a:gd name="T36" fmla="*/ 272 w 1056"/>
                  <a:gd name="T37" fmla="*/ 402 h 528"/>
                  <a:gd name="T38" fmla="*/ 190 w 1056"/>
                  <a:gd name="T39" fmla="*/ 302 h 528"/>
                  <a:gd name="T40" fmla="*/ 80 w 1056"/>
                  <a:gd name="T41" fmla="*/ 247 h 528"/>
                  <a:gd name="T42" fmla="*/ 0 w 1056"/>
                  <a:gd name="T43" fmla="*/ 240 h 528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0" t="0" r="r" b="b"/>
                <a:pathLst>
                  <a:path w="1056" h="528">
                    <a:moveTo>
                      <a:pt x="0" y="240"/>
                    </a:moveTo>
                    <a:lnTo>
                      <a:pt x="107" y="128"/>
                    </a:lnTo>
                    <a:lnTo>
                      <a:pt x="217" y="55"/>
                    </a:lnTo>
                    <a:lnTo>
                      <a:pt x="345" y="9"/>
                    </a:lnTo>
                    <a:lnTo>
                      <a:pt x="480" y="0"/>
                    </a:lnTo>
                    <a:lnTo>
                      <a:pt x="638" y="18"/>
                    </a:lnTo>
                    <a:lnTo>
                      <a:pt x="775" y="64"/>
                    </a:lnTo>
                    <a:lnTo>
                      <a:pt x="903" y="146"/>
                    </a:lnTo>
                    <a:lnTo>
                      <a:pt x="994" y="256"/>
                    </a:lnTo>
                    <a:lnTo>
                      <a:pt x="1049" y="384"/>
                    </a:lnTo>
                    <a:lnTo>
                      <a:pt x="1056" y="480"/>
                    </a:lnTo>
                    <a:lnTo>
                      <a:pt x="994" y="439"/>
                    </a:lnTo>
                    <a:lnTo>
                      <a:pt x="875" y="402"/>
                    </a:lnTo>
                    <a:lnTo>
                      <a:pt x="768" y="384"/>
                    </a:lnTo>
                    <a:lnTo>
                      <a:pt x="638" y="375"/>
                    </a:lnTo>
                    <a:lnTo>
                      <a:pt x="491" y="411"/>
                    </a:lnTo>
                    <a:lnTo>
                      <a:pt x="409" y="457"/>
                    </a:lnTo>
                    <a:lnTo>
                      <a:pt x="336" y="528"/>
                    </a:lnTo>
                    <a:cubicBezTo>
                      <a:pt x="313" y="524"/>
                      <a:pt x="296" y="440"/>
                      <a:pt x="272" y="402"/>
                    </a:cubicBezTo>
                    <a:cubicBezTo>
                      <a:pt x="248" y="364"/>
                      <a:pt x="222" y="328"/>
                      <a:pt x="190" y="302"/>
                    </a:cubicBezTo>
                    <a:lnTo>
                      <a:pt x="80" y="247"/>
                    </a:lnTo>
                    <a:lnTo>
                      <a:pt x="0" y="24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9269" name="Group 81"/>
              <p:cNvGrpSpPr>
                <a:grpSpLocks/>
              </p:cNvGrpSpPr>
              <p:nvPr/>
            </p:nvGrpSpPr>
            <p:grpSpPr bwMode="auto">
              <a:xfrm>
                <a:off x="4080" y="1999"/>
                <a:ext cx="921" cy="161"/>
                <a:chOff x="4080" y="1999"/>
                <a:chExt cx="921" cy="161"/>
              </a:xfrm>
            </p:grpSpPr>
            <p:sp>
              <p:nvSpPr>
                <p:cNvPr id="9270" name="Freeform 82"/>
                <p:cNvSpPr>
                  <a:spLocks/>
                </p:cNvSpPr>
                <p:nvPr/>
              </p:nvSpPr>
              <p:spPr bwMode="auto">
                <a:xfrm>
                  <a:off x="4080" y="1999"/>
                  <a:ext cx="766" cy="161"/>
                </a:xfrm>
                <a:custGeom>
                  <a:avLst/>
                  <a:gdLst>
                    <a:gd name="T0" fmla="*/ 0 w 766"/>
                    <a:gd name="T1" fmla="*/ 161 h 161"/>
                    <a:gd name="T2" fmla="*/ 144 w 766"/>
                    <a:gd name="T3" fmla="*/ 65 h 161"/>
                    <a:gd name="T4" fmla="*/ 299 w 766"/>
                    <a:gd name="T5" fmla="*/ 22 h 161"/>
                    <a:gd name="T6" fmla="*/ 427 w 766"/>
                    <a:gd name="T7" fmla="*/ 3 h 161"/>
                    <a:gd name="T8" fmla="*/ 528 w 766"/>
                    <a:gd name="T9" fmla="*/ 3 h 161"/>
                    <a:gd name="T10" fmla="*/ 629 w 766"/>
                    <a:gd name="T11" fmla="*/ 12 h 161"/>
                    <a:gd name="T12" fmla="*/ 693 w 766"/>
                    <a:gd name="T13" fmla="*/ 31 h 161"/>
                    <a:gd name="T14" fmla="*/ 766 w 766"/>
                    <a:gd name="T15" fmla="*/ 58 h 161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766" h="161">
                      <a:moveTo>
                        <a:pt x="0" y="161"/>
                      </a:moveTo>
                      <a:cubicBezTo>
                        <a:pt x="36" y="125"/>
                        <a:pt x="94" y="88"/>
                        <a:pt x="144" y="65"/>
                      </a:cubicBezTo>
                      <a:cubicBezTo>
                        <a:pt x="194" y="42"/>
                        <a:pt x="252" y="32"/>
                        <a:pt x="299" y="22"/>
                      </a:cubicBezTo>
                      <a:cubicBezTo>
                        <a:pt x="346" y="12"/>
                        <a:pt x="389" y="6"/>
                        <a:pt x="427" y="3"/>
                      </a:cubicBezTo>
                      <a:cubicBezTo>
                        <a:pt x="465" y="0"/>
                        <a:pt x="494" y="1"/>
                        <a:pt x="528" y="3"/>
                      </a:cubicBezTo>
                      <a:cubicBezTo>
                        <a:pt x="562" y="5"/>
                        <a:pt x="602" y="7"/>
                        <a:pt x="629" y="12"/>
                      </a:cubicBezTo>
                      <a:cubicBezTo>
                        <a:pt x="656" y="17"/>
                        <a:pt x="670" y="23"/>
                        <a:pt x="693" y="31"/>
                      </a:cubicBezTo>
                      <a:cubicBezTo>
                        <a:pt x="716" y="39"/>
                        <a:pt x="751" y="53"/>
                        <a:pt x="766" y="58"/>
                      </a:cubicBezTo>
                    </a:path>
                  </a:pathLst>
                </a:custGeom>
                <a:noFill/>
                <a:ln w="28575" cap="flat" cmpd="sng">
                  <a:solidFill>
                    <a:schemeClr val="tx2"/>
                  </a:solidFill>
                  <a:prstDash val="sysDot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271" name="Freeform 83"/>
                <p:cNvSpPr>
                  <a:spLocks/>
                </p:cNvSpPr>
                <p:nvPr/>
              </p:nvSpPr>
              <p:spPr bwMode="auto">
                <a:xfrm>
                  <a:off x="4846" y="2054"/>
                  <a:ext cx="155" cy="31"/>
                </a:xfrm>
                <a:custGeom>
                  <a:avLst/>
                  <a:gdLst>
                    <a:gd name="T0" fmla="*/ 0 w 155"/>
                    <a:gd name="T1" fmla="*/ 12 h 31"/>
                    <a:gd name="T2" fmla="*/ 64 w 155"/>
                    <a:gd name="T3" fmla="*/ 3 h 31"/>
                    <a:gd name="T4" fmla="*/ 155 w 155"/>
                    <a:gd name="T5" fmla="*/ 31 h 31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55" h="31">
                      <a:moveTo>
                        <a:pt x="0" y="12"/>
                      </a:moveTo>
                      <a:cubicBezTo>
                        <a:pt x="11" y="10"/>
                        <a:pt x="38" y="0"/>
                        <a:pt x="64" y="3"/>
                      </a:cubicBezTo>
                      <a:cubicBezTo>
                        <a:pt x="90" y="6"/>
                        <a:pt x="136" y="25"/>
                        <a:pt x="155" y="31"/>
                      </a:cubicBezTo>
                    </a:path>
                  </a:pathLst>
                </a:custGeom>
                <a:noFill/>
                <a:ln w="28575" cap="flat" cmpd="sng">
                  <a:solidFill>
                    <a:schemeClr val="tx1"/>
                  </a:solidFill>
                  <a:prstDash val="sysDot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9254" name="Group 84"/>
            <p:cNvGrpSpPr>
              <a:grpSpLocks/>
            </p:cNvGrpSpPr>
            <p:nvPr/>
          </p:nvGrpSpPr>
          <p:grpSpPr bwMode="auto">
            <a:xfrm>
              <a:off x="4078" y="2016"/>
              <a:ext cx="1393" cy="1155"/>
              <a:chOff x="4078" y="2016"/>
              <a:chExt cx="1393" cy="1155"/>
            </a:xfrm>
          </p:grpSpPr>
          <p:grpSp>
            <p:nvGrpSpPr>
              <p:cNvPr id="9255" name="Group 85"/>
              <p:cNvGrpSpPr>
                <a:grpSpLocks/>
              </p:cNvGrpSpPr>
              <p:nvPr/>
            </p:nvGrpSpPr>
            <p:grpSpPr bwMode="auto">
              <a:xfrm>
                <a:off x="4080" y="2016"/>
                <a:ext cx="1056" cy="960"/>
                <a:chOff x="4080" y="2016"/>
                <a:chExt cx="1056" cy="960"/>
              </a:xfrm>
            </p:grpSpPr>
            <p:sp>
              <p:nvSpPr>
                <p:cNvPr id="9264" name="Line 86"/>
                <p:cNvSpPr>
                  <a:spLocks noChangeShapeType="1"/>
                </p:cNvSpPr>
                <p:nvPr/>
              </p:nvSpPr>
              <p:spPr bwMode="auto">
                <a:xfrm>
                  <a:off x="4416" y="2400"/>
                  <a:ext cx="0" cy="57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265" name="Line 87"/>
                <p:cNvSpPr>
                  <a:spLocks noChangeShapeType="1"/>
                </p:cNvSpPr>
                <p:nvPr/>
              </p:nvSpPr>
              <p:spPr bwMode="auto">
                <a:xfrm>
                  <a:off x="5136" y="2352"/>
                  <a:ext cx="0" cy="57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266" name="Line 88"/>
                <p:cNvSpPr>
                  <a:spLocks noChangeShapeType="1"/>
                </p:cNvSpPr>
                <p:nvPr/>
              </p:nvSpPr>
              <p:spPr bwMode="auto">
                <a:xfrm>
                  <a:off x="4080" y="2112"/>
                  <a:ext cx="0" cy="601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267" name="Line 89"/>
                <p:cNvSpPr>
                  <a:spLocks noChangeShapeType="1"/>
                </p:cNvSpPr>
                <p:nvPr/>
              </p:nvSpPr>
              <p:spPr bwMode="auto">
                <a:xfrm>
                  <a:off x="4848" y="2016"/>
                  <a:ext cx="0" cy="6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256" name="Group 90"/>
              <p:cNvGrpSpPr>
                <a:grpSpLocks/>
              </p:cNvGrpSpPr>
              <p:nvPr/>
            </p:nvGrpSpPr>
            <p:grpSpPr bwMode="auto">
              <a:xfrm>
                <a:off x="4078" y="2597"/>
                <a:ext cx="1060" cy="449"/>
                <a:chOff x="4078" y="2597"/>
                <a:chExt cx="1060" cy="449"/>
              </a:xfrm>
            </p:grpSpPr>
            <p:sp>
              <p:nvSpPr>
                <p:cNvPr id="9262" name="Freeform 91"/>
                <p:cNvSpPr>
                  <a:spLocks/>
                </p:cNvSpPr>
                <p:nvPr/>
              </p:nvSpPr>
              <p:spPr bwMode="auto">
                <a:xfrm>
                  <a:off x="4416" y="2907"/>
                  <a:ext cx="722" cy="139"/>
                </a:xfrm>
                <a:custGeom>
                  <a:avLst/>
                  <a:gdLst>
                    <a:gd name="T0" fmla="*/ 0 w 722"/>
                    <a:gd name="T1" fmla="*/ 55 h 139"/>
                    <a:gd name="T2" fmla="*/ 91 w 722"/>
                    <a:gd name="T3" fmla="*/ 92 h 139"/>
                    <a:gd name="T4" fmla="*/ 174 w 722"/>
                    <a:gd name="T5" fmla="*/ 119 h 139"/>
                    <a:gd name="T6" fmla="*/ 247 w 722"/>
                    <a:gd name="T7" fmla="*/ 128 h 139"/>
                    <a:gd name="T8" fmla="*/ 366 w 722"/>
                    <a:gd name="T9" fmla="*/ 138 h 139"/>
                    <a:gd name="T10" fmla="*/ 494 w 722"/>
                    <a:gd name="T11" fmla="*/ 119 h 139"/>
                    <a:gd name="T12" fmla="*/ 603 w 722"/>
                    <a:gd name="T13" fmla="*/ 83 h 139"/>
                    <a:gd name="T14" fmla="*/ 722 w 722"/>
                    <a:gd name="T15" fmla="*/ 0 h 139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722" h="139">
                      <a:moveTo>
                        <a:pt x="0" y="55"/>
                      </a:moveTo>
                      <a:cubicBezTo>
                        <a:pt x="15" y="61"/>
                        <a:pt x="62" y="81"/>
                        <a:pt x="91" y="92"/>
                      </a:cubicBezTo>
                      <a:cubicBezTo>
                        <a:pt x="120" y="103"/>
                        <a:pt x="148" y="113"/>
                        <a:pt x="174" y="119"/>
                      </a:cubicBezTo>
                      <a:cubicBezTo>
                        <a:pt x="200" y="125"/>
                        <a:pt x="215" y="125"/>
                        <a:pt x="247" y="128"/>
                      </a:cubicBezTo>
                      <a:cubicBezTo>
                        <a:pt x="279" y="131"/>
                        <a:pt x="325" y="139"/>
                        <a:pt x="366" y="138"/>
                      </a:cubicBezTo>
                      <a:cubicBezTo>
                        <a:pt x="407" y="137"/>
                        <a:pt x="455" y="128"/>
                        <a:pt x="494" y="119"/>
                      </a:cubicBezTo>
                      <a:cubicBezTo>
                        <a:pt x="533" y="110"/>
                        <a:pt x="565" y="103"/>
                        <a:pt x="603" y="83"/>
                      </a:cubicBezTo>
                      <a:cubicBezTo>
                        <a:pt x="641" y="63"/>
                        <a:pt x="697" y="17"/>
                        <a:pt x="722" y="0"/>
                      </a:cubicBezTo>
                    </a:path>
                  </a:pathLst>
                </a:custGeom>
                <a:noFill/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263" name="Freeform 92"/>
                <p:cNvSpPr>
                  <a:spLocks/>
                </p:cNvSpPr>
                <p:nvPr/>
              </p:nvSpPr>
              <p:spPr bwMode="auto">
                <a:xfrm>
                  <a:off x="4078" y="2597"/>
                  <a:ext cx="770" cy="91"/>
                </a:xfrm>
                <a:custGeom>
                  <a:avLst/>
                  <a:gdLst>
                    <a:gd name="T0" fmla="*/ 0 w 770"/>
                    <a:gd name="T1" fmla="*/ 91 h 91"/>
                    <a:gd name="T2" fmla="*/ 119 w 770"/>
                    <a:gd name="T3" fmla="*/ 36 h 91"/>
                    <a:gd name="T4" fmla="*/ 219 w 770"/>
                    <a:gd name="T5" fmla="*/ 18 h 91"/>
                    <a:gd name="T6" fmla="*/ 301 w 770"/>
                    <a:gd name="T7" fmla="*/ 9 h 91"/>
                    <a:gd name="T8" fmla="*/ 393 w 770"/>
                    <a:gd name="T9" fmla="*/ 0 h 91"/>
                    <a:gd name="T10" fmla="*/ 457 w 770"/>
                    <a:gd name="T11" fmla="*/ 9 h 91"/>
                    <a:gd name="T12" fmla="*/ 530 w 770"/>
                    <a:gd name="T13" fmla="*/ 9 h 91"/>
                    <a:gd name="T14" fmla="*/ 585 w 770"/>
                    <a:gd name="T15" fmla="*/ 27 h 91"/>
                    <a:gd name="T16" fmla="*/ 658 w 770"/>
                    <a:gd name="T17" fmla="*/ 45 h 91"/>
                    <a:gd name="T18" fmla="*/ 770 w 770"/>
                    <a:gd name="T19" fmla="*/ 91 h 91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770" h="91">
                      <a:moveTo>
                        <a:pt x="0" y="91"/>
                      </a:moveTo>
                      <a:cubicBezTo>
                        <a:pt x="20" y="82"/>
                        <a:pt x="83" y="48"/>
                        <a:pt x="119" y="36"/>
                      </a:cubicBezTo>
                      <a:cubicBezTo>
                        <a:pt x="155" y="24"/>
                        <a:pt x="189" y="23"/>
                        <a:pt x="219" y="18"/>
                      </a:cubicBezTo>
                      <a:cubicBezTo>
                        <a:pt x="249" y="13"/>
                        <a:pt x="272" y="12"/>
                        <a:pt x="301" y="9"/>
                      </a:cubicBezTo>
                      <a:cubicBezTo>
                        <a:pt x="330" y="6"/>
                        <a:pt x="367" y="0"/>
                        <a:pt x="393" y="0"/>
                      </a:cubicBezTo>
                      <a:cubicBezTo>
                        <a:pt x="419" y="0"/>
                        <a:pt x="434" y="8"/>
                        <a:pt x="457" y="9"/>
                      </a:cubicBezTo>
                      <a:cubicBezTo>
                        <a:pt x="480" y="10"/>
                        <a:pt x="509" y="6"/>
                        <a:pt x="530" y="9"/>
                      </a:cubicBezTo>
                      <a:cubicBezTo>
                        <a:pt x="551" y="12"/>
                        <a:pt x="564" y="21"/>
                        <a:pt x="585" y="27"/>
                      </a:cubicBezTo>
                      <a:cubicBezTo>
                        <a:pt x="606" y="33"/>
                        <a:pt x="627" y="34"/>
                        <a:pt x="658" y="45"/>
                      </a:cubicBezTo>
                      <a:cubicBezTo>
                        <a:pt x="689" y="56"/>
                        <a:pt x="747" y="81"/>
                        <a:pt x="770" y="91"/>
                      </a:cubicBezTo>
                    </a:path>
                  </a:pathLst>
                </a:custGeom>
                <a:noFill/>
                <a:ln w="19050" cap="flat" cmpd="sng">
                  <a:solidFill>
                    <a:schemeClr val="tx1"/>
                  </a:solidFill>
                  <a:prstDash val="dash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257" name="Group 93"/>
              <p:cNvGrpSpPr>
                <a:grpSpLocks/>
              </p:cNvGrpSpPr>
              <p:nvPr/>
            </p:nvGrpSpPr>
            <p:grpSpPr bwMode="auto">
              <a:xfrm>
                <a:off x="4079" y="2671"/>
                <a:ext cx="1392" cy="500"/>
                <a:chOff x="4079" y="2671"/>
                <a:chExt cx="1392" cy="500"/>
              </a:xfrm>
            </p:grpSpPr>
            <p:sp>
              <p:nvSpPr>
                <p:cNvPr id="9258" name="Line 94"/>
                <p:cNvSpPr>
                  <a:spLocks noChangeShapeType="1"/>
                </p:cNvSpPr>
                <p:nvPr/>
              </p:nvSpPr>
              <p:spPr bwMode="auto">
                <a:xfrm rot="60000" flipH="1" flipV="1">
                  <a:off x="4079" y="2708"/>
                  <a:ext cx="337" cy="248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259" name="Line 95"/>
                <p:cNvSpPr>
                  <a:spLocks noChangeShapeType="1"/>
                </p:cNvSpPr>
                <p:nvPr/>
              </p:nvSpPr>
              <p:spPr bwMode="auto">
                <a:xfrm rot="60000" flipH="1" flipV="1">
                  <a:off x="4800" y="2671"/>
                  <a:ext cx="290" cy="21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260" name="Line 96"/>
                <p:cNvSpPr>
                  <a:spLocks noChangeShapeType="1"/>
                </p:cNvSpPr>
                <p:nvPr/>
              </p:nvSpPr>
              <p:spPr bwMode="auto">
                <a:xfrm rot="60000" flipH="1" flipV="1">
                  <a:off x="4416" y="2976"/>
                  <a:ext cx="238" cy="17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261" name="Line 97"/>
                <p:cNvSpPr>
                  <a:spLocks noChangeShapeType="1"/>
                </p:cNvSpPr>
                <p:nvPr/>
              </p:nvSpPr>
              <p:spPr bwMode="auto">
                <a:xfrm rot="60000" flipH="1" flipV="1">
                  <a:off x="5137" y="2925"/>
                  <a:ext cx="334" cy="24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</p:grpSp>
      <p:graphicFrame>
        <p:nvGraphicFramePr>
          <p:cNvPr id="409721" name="Object 1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251039"/>
              </p:ext>
            </p:extLst>
          </p:nvPr>
        </p:nvGraphicFramePr>
        <p:xfrm>
          <a:off x="6626225" y="3109913"/>
          <a:ext cx="842963" cy="417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6" name="Equation" r:id="rId24" imgW="647640" imgH="228600" progId="Equation.DSMT4">
                  <p:embed/>
                </p:oleObj>
              </mc:Choice>
              <mc:Fallback>
                <p:oleObj name="Equation" r:id="rId24" imgW="6476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6225" y="3109913"/>
                        <a:ext cx="842963" cy="417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723" name="Freeform 123"/>
          <p:cNvSpPr>
            <a:spLocks/>
          </p:cNvSpPr>
          <p:nvPr/>
        </p:nvSpPr>
        <p:spPr bwMode="auto">
          <a:xfrm>
            <a:off x="7610475" y="2438400"/>
            <a:ext cx="812800" cy="1811338"/>
          </a:xfrm>
          <a:custGeom>
            <a:avLst/>
            <a:gdLst>
              <a:gd name="T0" fmla="*/ 2147483646 w 512"/>
              <a:gd name="T1" fmla="*/ 2147483646 h 1141"/>
              <a:gd name="T2" fmla="*/ 2147483646 w 512"/>
              <a:gd name="T3" fmla="*/ 2147483646 h 1141"/>
              <a:gd name="T4" fmla="*/ 0 w 512"/>
              <a:gd name="T5" fmla="*/ 2147483646 h 1141"/>
              <a:gd name="T6" fmla="*/ 0 w 512"/>
              <a:gd name="T7" fmla="*/ 2147483646 h 1141"/>
              <a:gd name="T8" fmla="*/ 2147483646 w 512"/>
              <a:gd name="T9" fmla="*/ 2147483646 h 1141"/>
              <a:gd name="T10" fmla="*/ 2147483646 w 512"/>
              <a:gd name="T11" fmla="*/ 0 h 1141"/>
              <a:gd name="T12" fmla="*/ 2147483646 w 512"/>
              <a:gd name="T13" fmla="*/ 2147483646 h 1141"/>
              <a:gd name="T14" fmla="*/ 2147483646 w 512"/>
              <a:gd name="T15" fmla="*/ 2147483646 h 1141"/>
              <a:gd name="T16" fmla="*/ 2147483646 w 512"/>
              <a:gd name="T17" fmla="*/ 2147483646 h 1141"/>
              <a:gd name="T18" fmla="*/ 2147483646 w 512"/>
              <a:gd name="T19" fmla="*/ 2147483646 h 1141"/>
              <a:gd name="T20" fmla="*/ 2147483646 w 512"/>
              <a:gd name="T21" fmla="*/ 2147483646 h 1141"/>
              <a:gd name="T22" fmla="*/ 2147483646 w 512"/>
              <a:gd name="T23" fmla="*/ 2147483646 h 1141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512" h="1141">
                <a:moveTo>
                  <a:pt x="512" y="394"/>
                </a:moveTo>
                <a:lnTo>
                  <a:pt x="510" y="1141"/>
                </a:lnTo>
                <a:lnTo>
                  <a:pt x="0" y="723"/>
                </a:lnTo>
                <a:lnTo>
                  <a:pt x="0" y="74"/>
                </a:lnTo>
                <a:lnTo>
                  <a:pt x="30" y="37"/>
                </a:lnTo>
                <a:lnTo>
                  <a:pt x="101" y="0"/>
                </a:lnTo>
                <a:lnTo>
                  <a:pt x="174" y="19"/>
                </a:lnTo>
                <a:lnTo>
                  <a:pt x="222" y="37"/>
                </a:lnTo>
                <a:cubicBezTo>
                  <a:pt x="270" y="69"/>
                  <a:pt x="306" y="79"/>
                  <a:pt x="348" y="119"/>
                </a:cubicBezTo>
                <a:cubicBezTo>
                  <a:pt x="381" y="148"/>
                  <a:pt x="400" y="181"/>
                  <a:pt x="421" y="211"/>
                </a:cubicBezTo>
                <a:lnTo>
                  <a:pt x="476" y="311"/>
                </a:lnTo>
                <a:lnTo>
                  <a:pt x="512" y="394"/>
                </a:lnTo>
                <a:close/>
              </a:path>
            </a:pathLst>
          </a:custGeom>
          <a:solidFill>
            <a:srgbClr val="FF0000">
              <a:alpha val="50195"/>
            </a:srgbClr>
          </a:solidFill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409729" name="Group 129"/>
          <p:cNvGrpSpPr>
            <a:grpSpLocks/>
          </p:cNvGrpSpPr>
          <p:nvPr/>
        </p:nvGrpSpPr>
        <p:grpSpPr bwMode="auto">
          <a:xfrm>
            <a:off x="8448678" y="3516314"/>
            <a:ext cx="1958976" cy="422275"/>
            <a:chOff x="4032" y="2245"/>
            <a:chExt cx="1234" cy="266"/>
          </a:xfrm>
        </p:grpSpPr>
        <p:graphicFrame>
          <p:nvGraphicFramePr>
            <p:cNvPr id="9251" name="Object 13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87361249"/>
                </p:ext>
              </p:extLst>
            </p:nvPr>
          </p:nvGraphicFramePr>
          <p:xfrm>
            <a:off x="4792" y="2245"/>
            <a:ext cx="474" cy="2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77" name="Equation" r:id="rId26" imgW="419040" imgH="228600" progId="Equation.DSMT4">
                    <p:embed/>
                  </p:oleObj>
                </mc:Choice>
                <mc:Fallback>
                  <p:oleObj name="Equation" r:id="rId26" imgW="41904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92" y="2245"/>
                          <a:ext cx="474" cy="266"/>
                        </a:xfrm>
                        <a:prstGeom prst="rect">
                          <a:avLst/>
                        </a:prstGeom>
                        <a:solidFill>
                          <a:srgbClr val="FF00FF">
                            <a:alpha val="50195"/>
                          </a:srgbClr>
                        </a:solidFill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252" name="Line 131"/>
            <p:cNvSpPr>
              <a:spLocks noChangeShapeType="1"/>
            </p:cNvSpPr>
            <p:nvPr/>
          </p:nvSpPr>
          <p:spPr bwMode="auto">
            <a:xfrm flipH="1">
              <a:off x="4032" y="2352"/>
              <a:ext cx="672" cy="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7766050" y="4505325"/>
          <a:ext cx="273050" cy="300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8" name="Equation" r:id="rId28" imgW="126835" imgH="139518" progId="Equation.DSMT4">
                  <p:embed/>
                </p:oleObj>
              </mc:Choice>
              <mc:Fallback>
                <p:oleObj name="Equation" r:id="rId28" imgW="126835" imgH="139518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66050" y="4505325"/>
                        <a:ext cx="273050" cy="300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9118600" y="4471988"/>
          <a:ext cx="27305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9" name="Equation" r:id="rId30" imgW="126725" imgH="177415" progId="Equation.DSMT4">
                  <p:embed/>
                </p:oleObj>
              </mc:Choice>
              <mc:Fallback>
                <p:oleObj name="Equation" r:id="rId30" imgW="126725" imgH="177415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18600" y="4471988"/>
                        <a:ext cx="27305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8656638" y="3941764"/>
          <a:ext cx="1376362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0" name="Equation" r:id="rId32" imgW="647700" imgH="228600" progId="Equation.DSMT4">
                  <p:embed/>
                </p:oleObj>
              </mc:Choice>
              <mc:Fallback>
                <p:oleObj name="Equation" r:id="rId32" imgW="6477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56638" y="3941764"/>
                        <a:ext cx="1376362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组合 5"/>
          <p:cNvGrpSpPr>
            <a:grpSpLocks/>
          </p:cNvGrpSpPr>
          <p:nvPr/>
        </p:nvGrpSpPr>
        <p:grpSpPr bwMode="auto">
          <a:xfrm>
            <a:off x="8447089" y="4291013"/>
            <a:ext cx="515937" cy="639762"/>
            <a:chOff x="6922542" y="4291097"/>
            <a:chExt cx="515809" cy="638910"/>
          </a:xfrm>
        </p:grpSpPr>
        <p:sp>
          <p:nvSpPr>
            <p:cNvPr id="9249" name="Line 128"/>
            <p:cNvSpPr>
              <a:spLocks noChangeShapeType="1"/>
            </p:cNvSpPr>
            <p:nvPr/>
          </p:nvSpPr>
          <p:spPr bwMode="auto">
            <a:xfrm rot="120000">
              <a:off x="6922542" y="4291097"/>
              <a:ext cx="314325" cy="22860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9250" name="对象 4"/>
            <p:cNvGraphicFramePr>
              <a:graphicFrameLocks noChangeAspect="1"/>
            </p:cNvGraphicFramePr>
            <p:nvPr/>
          </p:nvGraphicFramePr>
          <p:xfrm>
            <a:off x="7098446" y="4492986"/>
            <a:ext cx="339905" cy="4370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81" name="Equation" r:id="rId34" imgW="177646" imgH="228402" progId="Equation.DSMT4">
                    <p:embed/>
                  </p:oleObj>
                </mc:Choice>
                <mc:Fallback>
                  <p:oleObj name="Equation" r:id="rId34" imgW="177646" imgH="228402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98446" y="4492986"/>
                          <a:ext cx="339905" cy="43702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5F8BC-3C02-4E82-A6AD-68405BC1CFA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394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9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09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09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09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09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409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409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09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409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409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409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409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409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2" dur="500"/>
                                        <p:tgtEl>
                                          <p:spTgt spid="409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/>
                                        <p:tgtEl>
                                          <p:spTgt spid="4096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98" dur="500"/>
                                        <p:tgtEl>
                                          <p:spTgt spid="409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409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409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409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409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409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 nodeType="clickPar">
                      <p:stCondLst>
                        <p:cond delay="indefinite"/>
                      </p:stCondLst>
                      <p:childTnLst>
                        <p:par>
                          <p:cTn id="1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409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 nodeType="clickPar">
                      <p:stCondLst>
                        <p:cond delay="indefinite"/>
                      </p:stCondLst>
                      <p:childTnLst>
                        <p:par>
                          <p:cTn id="1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409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 nodeType="clickPar">
                      <p:stCondLst>
                        <p:cond delay="indefinite"/>
                      </p:stCondLst>
                      <p:childTnLst>
                        <p:par>
                          <p:cTn id="1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409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04" grpId="0" autoUpdateAnimBg="0"/>
      <p:bldP spid="409606" grpId="0" autoUpdateAnimBg="0"/>
      <p:bldP spid="409607" grpId="0" autoUpdateAnimBg="0"/>
      <p:bldP spid="409613" grpId="0" autoUpdateAnimBg="0"/>
      <p:bldP spid="409614" grpId="0" autoUpdateAnimBg="0"/>
      <p:bldP spid="409615" grpId="0" autoUpdateAnimBg="0"/>
      <p:bldP spid="409616" grpId="0" animBg="1" autoUpdateAnimBg="0"/>
      <p:bldP spid="409657" grpId="0" autoUpdateAnimBg="0"/>
      <p:bldP spid="409659" grpId="0" autoUpdateAnimBg="0"/>
      <p:bldP spid="409661" grpId="0" autoUpdateAnimBg="0"/>
      <p:bldP spid="409662" grpId="0" autoUpdateAnimBg="0"/>
      <p:bldP spid="40972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626" name="AutoShape 2"/>
          <p:cNvSpPr>
            <a:spLocks noChangeArrowheads="1"/>
          </p:cNvSpPr>
          <p:nvPr/>
        </p:nvSpPr>
        <p:spPr bwMode="auto">
          <a:xfrm>
            <a:off x="4267200" y="3232150"/>
            <a:ext cx="3886200" cy="762000"/>
          </a:xfrm>
          <a:prstGeom prst="parallelogram">
            <a:avLst>
              <a:gd name="adj" fmla="val 25453"/>
            </a:avLst>
          </a:prstGeom>
          <a:gradFill rotWithShape="0">
            <a:gsLst>
              <a:gs pos="0">
                <a:srgbClr val="66FF33"/>
              </a:gs>
              <a:gs pos="50000">
                <a:srgbClr val="FFFFFF"/>
              </a:gs>
              <a:gs pos="100000">
                <a:srgbClr val="66FF33"/>
              </a:gs>
            </a:gsLst>
            <a:lin ang="5400000" scaled="1"/>
          </a:gradFill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pSp>
        <p:nvGrpSpPr>
          <p:cNvPr id="10244" name="Group 3"/>
          <p:cNvGrpSpPr>
            <a:grpSpLocks/>
          </p:cNvGrpSpPr>
          <p:nvPr/>
        </p:nvGrpSpPr>
        <p:grpSpPr bwMode="auto">
          <a:xfrm>
            <a:off x="2209800" y="381000"/>
            <a:ext cx="4648200" cy="534988"/>
            <a:chOff x="624" y="518"/>
            <a:chExt cx="2928" cy="337"/>
          </a:xfrm>
        </p:grpSpPr>
        <p:sp>
          <p:nvSpPr>
            <p:cNvPr id="10327" name="Text Box 4"/>
            <p:cNvSpPr txBox="1">
              <a:spLocks noChangeArrowheads="1"/>
            </p:cNvSpPr>
            <p:nvPr/>
          </p:nvSpPr>
          <p:spPr bwMode="auto">
            <a:xfrm>
              <a:off x="624" y="528"/>
              <a:ext cx="29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zh-CN" altLang="en-US" b="1">
                  <a:solidFill>
                    <a:schemeClr val="tx1"/>
                  </a:solidFill>
                  <a:ea typeface="宋体" panose="02010600030101010101" pitchFamily="2" charset="-122"/>
                </a:rPr>
                <a:t>是区间                          </a:t>
              </a:r>
              <a:r>
                <a:rPr lang="zh-CN" altLang="zh-CN" b="1">
                  <a:solidFill>
                    <a:schemeClr val="tx1"/>
                  </a:solidFill>
                  <a:ea typeface="宋体" panose="02010600030101010101" pitchFamily="2" charset="-122"/>
                </a:rPr>
                <a:t>为底</a:t>
              </a:r>
              <a:r>
                <a:rPr lang="zh-CN" altLang="zh-CN">
                  <a:solidFill>
                    <a:schemeClr val="tx1"/>
                  </a:solidFill>
                  <a:ea typeface="宋体" panose="02010600030101010101" pitchFamily="2" charset="-122"/>
                </a:rPr>
                <a:t>,</a:t>
              </a:r>
              <a:endParaRPr lang="en-US" altLang="zh-CN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graphicFrame>
          <p:nvGraphicFramePr>
            <p:cNvPr id="10328" name="Object 5"/>
            <p:cNvGraphicFramePr>
              <a:graphicFrameLocks noChangeAspect="1"/>
            </p:cNvGraphicFramePr>
            <p:nvPr/>
          </p:nvGraphicFramePr>
          <p:xfrm>
            <a:off x="1353" y="518"/>
            <a:ext cx="1479" cy="3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094" name="公式" r:id="rId4" imgW="1016000" imgH="228600" progId="Equation.3">
                    <p:embed/>
                  </p:oleObj>
                </mc:Choice>
                <mc:Fallback>
                  <p:oleObj name="公式" r:id="rId4" imgW="101600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53" y="518"/>
                          <a:ext cx="1479" cy="3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245" name="Group 6"/>
          <p:cNvGrpSpPr>
            <a:grpSpLocks/>
          </p:cNvGrpSpPr>
          <p:nvPr/>
        </p:nvGrpSpPr>
        <p:grpSpPr bwMode="auto">
          <a:xfrm>
            <a:off x="2209800" y="838200"/>
            <a:ext cx="4114800" cy="1117600"/>
            <a:chOff x="624" y="988"/>
            <a:chExt cx="2592" cy="704"/>
          </a:xfrm>
        </p:grpSpPr>
        <p:sp>
          <p:nvSpPr>
            <p:cNvPr id="10325" name="Text Box 7"/>
            <p:cNvSpPr txBox="1">
              <a:spLocks noChangeArrowheads="1"/>
            </p:cNvSpPr>
            <p:nvPr/>
          </p:nvSpPr>
          <p:spPr bwMode="auto">
            <a:xfrm>
              <a:off x="624" y="988"/>
              <a:ext cx="2592" cy="7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lnSpc>
                  <a:spcPct val="120000"/>
                </a:lnSpc>
                <a:spcBef>
                  <a:spcPct val="50000"/>
                </a:spcBef>
                <a:buFontTx/>
                <a:buNone/>
              </a:pPr>
              <a:r>
                <a:rPr lang="zh-CN" altLang="en-US" b="1">
                  <a:solidFill>
                    <a:schemeClr val="tx1"/>
                  </a:solidFill>
                  <a:ea typeface="宋体" panose="02010600030101010101" pitchFamily="2" charset="-122"/>
                </a:rPr>
                <a:t>曲线</a:t>
              </a:r>
              <a:r>
                <a:rPr lang="zh-CN" altLang="en-US">
                  <a:solidFill>
                    <a:schemeClr val="tx1"/>
                  </a:solidFill>
                  <a:ea typeface="宋体" panose="02010600030101010101" pitchFamily="2" charset="-122"/>
                </a:rPr>
                <a:t>                      </a:t>
              </a:r>
              <a:r>
                <a:rPr lang="zh-CN" altLang="en-US" b="1">
                  <a:solidFill>
                    <a:schemeClr val="tx1"/>
                  </a:solidFill>
                  <a:ea typeface="宋体" panose="02010600030101010101" pitchFamily="2" charset="-122"/>
                </a:rPr>
                <a:t>为曲边</a:t>
              </a:r>
              <a:r>
                <a:rPr lang="zh-CN" altLang="en-US">
                  <a:solidFill>
                    <a:schemeClr val="tx1"/>
                  </a:solidFill>
                  <a:ea typeface="宋体" panose="02010600030101010101" pitchFamily="2" charset="-122"/>
                </a:rPr>
                <a:t>  </a:t>
              </a:r>
              <a:r>
                <a:rPr lang="zh-CN" altLang="en-US" b="1">
                  <a:solidFill>
                    <a:schemeClr val="tx1"/>
                  </a:solidFill>
                  <a:ea typeface="宋体" panose="02010600030101010101" pitchFamily="2" charset="-122"/>
                </a:rPr>
                <a:t>的曲边梯形</a:t>
              </a:r>
              <a:r>
                <a:rPr lang="en-US" altLang="zh-CN" b="1">
                  <a:solidFill>
                    <a:schemeClr val="tx1"/>
                  </a:solidFill>
                  <a:ea typeface="宋体" panose="02010600030101010101" pitchFamily="2" charset="-122"/>
                </a:rPr>
                <a:t>.</a:t>
              </a:r>
            </a:p>
          </p:txBody>
        </p:sp>
        <p:graphicFrame>
          <p:nvGraphicFramePr>
            <p:cNvPr id="10326" name="Object 8"/>
            <p:cNvGraphicFramePr>
              <a:graphicFrameLocks noChangeAspect="1"/>
            </p:cNvGraphicFramePr>
            <p:nvPr/>
          </p:nvGraphicFramePr>
          <p:xfrm>
            <a:off x="1200" y="1008"/>
            <a:ext cx="1166" cy="3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095" name="公式" r:id="rId6" imgW="800100" imgH="228600" progId="Equation.3">
                    <p:embed/>
                  </p:oleObj>
                </mc:Choice>
                <mc:Fallback>
                  <p:oleObj name="公式" r:id="rId6" imgW="80010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00" y="1008"/>
                          <a:ext cx="1166" cy="3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1063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1672693"/>
              </p:ext>
            </p:extLst>
          </p:nvPr>
        </p:nvGraphicFramePr>
        <p:xfrm>
          <a:off x="3987873" y="2349885"/>
          <a:ext cx="631679" cy="421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096" name="Equation" r:id="rId8" imgW="444240" imgH="228600" progId="Equation.DSMT4">
                  <p:embed/>
                </p:oleObj>
              </mc:Choice>
              <mc:Fallback>
                <p:oleObj name="Equation" r:id="rId8" imgW="4442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87873" y="2349885"/>
                        <a:ext cx="631679" cy="4211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634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3553326"/>
              </p:ext>
            </p:extLst>
          </p:nvPr>
        </p:nvGraphicFramePr>
        <p:xfrm>
          <a:off x="2440470" y="2872600"/>
          <a:ext cx="1449995" cy="5130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097" name="Equation" r:id="rId10" imgW="685800" imgH="203040" progId="Equation.DSMT4">
                  <p:embed/>
                </p:oleObj>
              </mc:Choice>
              <mc:Fallback>
                <p:oleObj name="Equation" r:id="rId10" imgW="6858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0470" y="2872600"/>
                        <a:ext cx="1449995" cy="51304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635" name="Object 11"/>
          <p:cNvGraphicFramePr>
            <a:graphicFrameLocks noChangeAspect="1"/>
          </p:cNvGraphicFramePr>
          <p:nvPr/>
        </p:nvGraphicFramePr>
        <p:xfrm>
          <a:off x="4435476" y="3200400"/>
          <a:ext cx="3565525" cy="793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098" name="Equation" r:id="rId12" imgW="3352800" imgH="749300" progId="Equation.3">
                  <p:embed/>
                </p:oleObj>
              </mc:Choice>
              <mc:Fallback>
                <p:oleObj name="Equation" r:id="rId12" imgW="3352800" imgH="749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35476" y="3200400"/>
                        <a:ext cx="3565525" cy="793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636" name="Text Box 12"/>
          <p:cNvSpPr txBox="1">
            <a:spLocks noChangeArrowheads="1"/>
          </p:cNvSpPr>
          <p:nvPr/>
        </p:nvSpPr>
        <p:spPr bwMode="auto">
          <a:xfrm>
            <a:off x="3963988" y="2792413"/>
            <a:ext cx="1295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有</a:t>
            </a:r>
            <a:r>
              <a:rPr lang="en-US" altLang="zh-CN" b="1">
                <a:solidFill>
                  <a:schemeClr val="tx1"/>
                </a:solidFill>
                <a:ea typeface="宋体" panose="02010600030101010101" pitchFamily="2" charset="-122"/>
              </a:rPr>
              <a:t>:</a:t>
            </a:r>
          </a:p>
        </p:txBody>
      </p:sp>
      <p:graphicFrame>
        <p:nvGraphicFramePr>
          <p:cNvPr id="410637" name="Object 13"/>
          <p:cNvGraphicFramePr>
            <a:graphicFrameLocks noChangeAspect="1"/>
          </p:cNvGraphicFramePr>
          <p:nvPr/>
        </p:nvGraphicFramePr>
        <p:xfrm>
          <a:off x="2743200" y="4054476"/>
          <a:ext cx="2973388" cy="898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099" name="Equation" r:id="rId14" imgW="2578100" imgH="812800" progId="Equation.3">
                  <p:embed/>
                </p:oleObj>
              </mc:Choice>
              <mc:Fallback>
                <p:oleObj name="Equation" r:id="rId14" imgW="2578100" imgH="812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4054476"/>
                        <a:ext cx="2973388" cy="898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638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1405837"/>
              </p:ext>
            </p:extLst>
          </p:nvPr>
        </p:nvGraphicFramePr>
        <p:xfrm>
          <a:off x="5663725" y="3925738"/>
          <a:ext cx="1865778" cy="8504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100" name="Equation" r:id="rId16" imgW="812520" imgH="330120" progId="Equation.DSMT4">
                  <p:embed/>
                </p:oleObj>
              </mc:Choice>
              <mc:Fallback>
                <p:oleObj name="Equation" r:id="rId16" imgW="81252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63725" y="3925738"/>
                        <a:ext cx="1865778" cy="85044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639" name="Rectangle 15"/>
          <p:cNvSpPr>
            <a:spLocks noChangeArrowheads="1"/>
          </p:cNvSpPr>
          <p:nvPr/>
        </p:nvSpPr>
        <p:spPr bwMode="auto">
          <a:xfrm>
            <a:off x="2286001" y="4038601"/>
            <a:ext cx="7715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>
                <a:solidFill>
                  <a:srgbClr val="D60093"/>
                </a:solidFill>
                <a:ea typeface="宋体" panose="02010600030101010101" pitchFamily="2" charset="-122"/>
                <a:sym typeface="Monotype Sorts" pitchFamily="2" charset="2"/>
              </a:rPr>
              <a:t>＊</a:t>
            </a:r>
          </a:p>
        </p:txBody>
      </p:sp>
      <p:graphicFrame>
        <p:nvGraphicFramePr>
          <p:cNvPr id="410640" name="Object 16"/>
          <p:cNvGraphicFramePr>
            <a:graphicFrameLocks noChangeAspect="1"/>
          </p:cNvGraphicFramePr>
          <p:nvPr/>
        </p:nvGraphicFramePr>
        <p:xfrm>
          <a:off x="2743201" y="4953000"/>
          <a:ext cx="3833813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101" name="Equation" r:id="rId18" imgW="3543300" imgH="698500" progId="Equation.3">
                  <p:embed/>
                </p:oleObj>
              </mc:Choice>
              <mc:Fallback>
                <p:oleObj name="Equation" r:id="rId18" imgW="3543300" imgH="698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1" y="4953000"/>
                        <a:ext cx="3833813" cy="755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10646" name="Group 22"/>
          <p:cNvGrpSpPr>
            <a:grpSpLocks/>
          </p:cNvGrpSpPr>
          <p:nvPr/>
        </p:nvGrpSpPr>
        <p:grpSpPr bwMode="auto">
          <a:xfrm>
            <a:off x="3352800" y="4954589"/>
            <a:ext cx="2819400" cy="809625"/>
            <a:chOff x="1488" y="3330"/>
            <a:chExt cx="1776" cy="510"/>
          </a:xfrm>
        </p:grpSpPr>
        <p:sp>
          <p:nvSpPr>
            <p:cNvPr id="10319" name="AutoShape 23"/>
            <p:cNvSpPr>
              <a:spLocks noChangeArrowheads="1"/>
            </p:cNvSpPr>
            <p:nvPr/>
          </p:nvSpPr>
          <p:spPr bwMode="auto">
            <a:xfrm>
              <a:off x="1488" y="3360"/>
              <a:ext cx="1776" cy="480"/>
            </a:xfrm>
            <a:prstGeom prst="parallelogram">
              <a:avLst>
                <a:gd name="adj" fmla="val 18466"/>
              </a:avLst>
            </a:prstGeom>
            <a:gradFill rotWithShape="0">
              <a:gsLst>
                <a:gs pos="0">
                  <a:srgbClr val="66FF33"/>
                </a:gs>
                <a:gs pos="50000">
                  <a:srgbClr val="FFFFFF"/>
                </a:gs>
                <a:gs pos="100000">
                  <a:srgbClr val="66FF33"/>
                </a:gs>
              </a:gsLst>
              <a:lin ang="5400000" scaled="1"/>
            </a:gradFill>
            <a:ln w="19050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graphicFrame>
          <p:nvGraphicFramePr>
            <p:cNvPr id="10320" name="Object 24"/>
            <p:cNvGraphicFramePr>
              <a:graphicFrameLocks noChangeAspect="1"/>
            </p:cNvGraphicFramePr>
            <p:nvPr/>
          </p:nvGraphicFramePr>
          <p:xfrm>
            <a:off x="1536" y="3330"/>
            <a:ext cx="1705" cy="5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102" name="Equation" r:id="rId20" imgW="2501900" imgH="749300" progId="Equation.3">
                    <p:embed/>
                  </p:oleObj>
                </mc:Choice>
                <mc:Fallback>
                  <p:oleObj name="Equation" r:id="rId20" imgW="2501900" imgH="7493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36" y="3330"/>
                          <a:ext cx="1705" cy="5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10649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016162"/>
              </p:ext>
            </p:extLst>
          </p:nvPr>
        </p:nvGraphicFramePr>
        <p:xfrm>
          <a:off x="4032594" y="1885314"/>
          <a:ext cx="632925" cy="4153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103" name="Equation" r:id="rId22" imgW="457200" imgH="228600" progId="Equation.DSMT4">
                  <p:embed/>
                </p:oleObj>
              </mc:Choice>
              <mc:Fallback>
                <p:oleObj name="Equation" r:id="rId22" imgW="4572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2594" y="1885314"/>
                        <a:ext cx="632925" cy="41535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650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4587028"/>
              </p:ext>
            </p:extLst>
          </p:nvPr>
        </p:nvGraphicFramePr>
        <p:xfrm>
          <a:off x="2472618" y="1943596"/>
          <a:ext cx="3916362" cy="81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104" name="Equation" r:id="rId24" imgW="3517900" imgH="736600" progId="Equation.DSMT4">
                  <p:embed/>
                </p:oleObj>
              </mc:Choice>
              <mc:Fallback>
                <p:oleObj name="Equation" r:id="rId24" imgW="3517900" imgH="736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2618" y="1943596"/>
                        <a:ext cx="3916362" cy="815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651" name="Text Box 27"/>
          <p:cNvSpPr txBox="1">
            <a:spLocks noChangeArrowheads="1"/>
          </p:cNvSpPr>
          <p:nvPr/>
        </p:nvSpPr>
        <p:spPr bwMode="auto">
          <a:xfrm>
            <a:off x="5715000" y="5703889"/>
            <a:ext cx="39624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zh-CN" b="1" dirty="0">
                <a:solidFill>
                  <a:srgbClr val="0000FF"/>
                </a:solidFill>
                <a:ea typeface="宋体" panose="02010600030101010101" pitchFamily="2" charset="-122"/>
              </a:rPr>
              <a:t>先对</a:t>
            </a:r>
            <a:r>
              <a:rPr lang="en-US" altLang="zh-CN" b="1" i="1" dirty="0">
                <a:solidFill>
                  <a:srgbClr val="0000FF"/>
                </a:solidFill>
                <a:ea typeface="宋体" panose="02010600030101010101" pitchFamily="2" charset="-122"/>
              </a:rPr>
              <a:t>y</a:t>
            </a:r>
            <a:r>
              <a:rPr lang="zh-CN" altLang="zh-CN" b="1" dirty="0">
                <a:solidFill>
                  <a:srgbClr val="0000FF"/>
                </a:solidFill>
                <a:ea typeface="宋体" panose="02010600030101010101" pitchFamily="2" charset="-122"/>
              </a:rPr>
              <a:t>后对</a:t>
            </a:r>
            <a:r>
              <a:rPr lang="en-US" altLang="zh-CN" b="1" i="1" dirty="0">
                <a:solidFill>
                  <a:srgbClr val="0000FF"/>
                </a:solidFill>
                <a:ea typeface="宋体" panose="02010600030101010101" pitchFamily="2" charset="-122"/>
              </a:rPr>
              <a:t>x</a:t>
            </a:r>
            <a:r>
              <a:rPr lang="zh-CN" altLang="zh-CN" b="1" dirty="0">
                <a:solidFill>
                  <a:srgbClr val="0000FF"/>
                </a:solidFill>
                <a:ea typeface="宋体" panose="02010600030101010101" pitchFamily="2" charset="-122"/>
              </a:rPr>
              <a:t>的二次积分</a:t>
            </a:r>
            <a:endParaRPr lang="zh-CN" altLang="en-US" b="1" dirty="0">
              <a:solidFill>
                <a:srgbClr val="0000FF"/>
              </a:solidFill>
              <a:ea typeface="宋体" panose="02010600030101010101" pitchFamily="2" charset="-122"/>
            </a:endParaRPr>
          </a:p>
        </p:txBody>
      </p:sp>
      <p:sp>
        <p:nvSpPr>
          <p:cNvPr id="410652" name="Text Box 28"/>
          <p:cNvSpPr txBox="1">
            <a:spLocks noChangeArrowheads="1"/>
          </p:cNvSpPr>
          <p:nvPr/>
        </p:nvSpPr>
        <p:spPr bwMode="auto">
          <a:xfrm>
            <a:off x="2362200" y="5791201"/>
            <a:ext cx="1143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称为</a:t>
            </a:r>
            <a:endParaRPr lang="zh-CN" altLang="en-US" b="1">
              <a:solidFill>
                <a:srgbClr val="0000FF"/>
              </a:solidFill>
              <a:ea typeface="宋体" panose="02010600030101010101" pitchFamily="2" charset="-122"/>
            </a:endParaRPr>
          </a:p>
        </p:txBody>
      </p:sp>
      <p:sp>
        <p:nvSpPr>
          <p:cNvPr id="410653" name="Rectangle 29"/>
          <p:cNvSpPr>
            <a:spLocks noChangeArrowheads="1"/>
          </p:cNvSpPr>
          <p:nvPr/>
        </p:nvSpPr>
        <p:spPr bwMode="auto">
          <a:xfrm>
            <a:off x="3124200" y="5791201"/>
            <a:ext cx="1981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累次积分</a:t>
            </a:r>
            <a:r>
              <a:rPr lang="en-US" altLang="zh-CN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</a:p>
        </p:txBody>
      </p:sp>
      <p:grpSp>
        <p:nvGrpSpPr>
          <p:cNvPr id="410654" name="Group 30"/>
          <p:cNvGrpSpPr>
            <a:grpSpLocks/>
          </p:cNvGrpSpPr>
          <p:nvPr/>
        </p:nvGrpSpPr>
        <p:grpSpPr bwMode="auto">
          <a:xfrm>
            <a:off x="2362200" y="3987993"/>
            <a:ext cx="5715000" cy="1047750"/>
            <a:chOff x="1968" y="3874"/>
            <a:chExt cx="3600" cy="660"/>
          </a:xfrm>
        </p:grpSpPr>
        <p:sp>
          <p:nvSpPr>
            <p:cNvPr id="10316" name="AutoShape 31"/>
            <p:cNvSpPr>
              <a:spLocks noChangeArrowheads="1"/>
            </p:cNvSpPr>
            <p:nvPr/>
          </p:nvSpPr>
          <p:spPr bwMode="auto">
            <a:xfrm>
              <a:off x="1968" y="3888"/>
              <a:ext cx="3600" cy="624"/>
            </a:xfrm>
            <a:prstGeom prst="roundRect">
              <a:avLst>
                <a:gd name="adj" fmla="val 16667"/>
              </a:avLst>
            </a:prstGeom>
            <a:gradFill rotWithShape="0">
              <a:gsLst>
                <a:gs pos="0">
                  <a:srgbClr val="FFFFFF"/>
                </a:gs>
                <a:gs pos="100000">
                  <a:srgbClr val="00FF00"/>
                </a:gs>
              </a:gsLst>
              <a:lin ang="5400000" scaled="1"/>
            </a:gradFill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graphicFrame>
          <p:nvGraphicFramePr>
            <p:cNvPr id="10317" name="Object 3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42500174"/>
                </p:ext>
              </p:extLst>
            </p:nvPr>
          </p:nvGraphicFramePr>
          <p:xfrm>
            <a:off x="2051" y="3910"/>
            <a:ext cx="1487" cy="6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105" name="Equation" r:id="rId26" imgW="1002960" imgH="380880" progId="Equation.DSMT4">
                    <p:embed/>
                  </p:oleObj>
                </mc:Choice>
                <mc:Fallback>
                  <p:oleObj name="Equation" r:id="rId26" imgW="1002960" imgH="380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51" y="3910"/>
                          <a:ext cx="1487" cy="6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318" name="Object 3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80186226"/>
                </p:ext>
              </p:extLst>
            </p:nvPr>
          </p:nvGraphicFramePr>
          <p:xfrm>
            <a:off x="3480" y="3874"/>
            <a:ext cx="1929" cy="5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106" name="Equation" r:id="rId28" imgW="1320480" imgH="355320" progId="Equation.DSMT4">
                    <p:embed/>
                  </p:oleObj>
                </mc:Choice>
                <mc:Fallback>
                  <p:oleObj name="Equation" r:id="rId28" imgW="1320480" imgH="35532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80" y="3874"/>
                          <a:ext cx="1929" cy="5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262" name="组合 87"/>
          <p:cNvGrpSpPr>
            <a:grpSpLocks/>
          </p:cNvGrpSpPr>
          <p:nvPr/>
        </p:nvGrpSpPr>
        <p:grpSpPr bwMode="auto">
          <a:xfrm>
            <a:off x="5954713" y="285165"/>
            <a:ext cx="4620143" cy="2819395"/>
            <a:chOff x="1691681" y="287636"/>
            <a:chExt cx="4619626" cy="2818937"/>
          </a:xfrm>
        </p:grpSpPr>
        <p:grpSp>
          <p:nvGrpSpPr>
            <p:cNvPr id="10263" name="Group 226"/>
            <p:cNvGrpSpPr>
              <a:grpSpLocks/>
            </p:cNvGrpSpPr>
            <p:nvPr/>
          </p:nvGrpSpPr>
          <p:grpSpPr bwMode="auto">
            <a:xfrm>
              <a:off x="1691681" y="287636"/>
              <a:ext cx="4619626" cy="2716213"/>
              <a:chOff x="2730" y="161"/>
              <a:chExt cx="2910" cy="1711"/>
            </a:xfrm>
          </p:grpSpPr>
          <p:grpSp>
            <p:nvGrpSpPr>
              <p:cNvPr id="10269" name="Group 225"/>
              <p:cNvGrpSpPr>
                <a:grpSpLocks/>
              </p:cNvGrpSpPr>
              <p:nvPr/>
            </p:nvGrpSpPr>
            <p:grpSpPr bwMode="auto">
              <a:xfrm>
                <a:off x="2730" y="161"/>
                <a:ext cx="2688" cy="1711"/>
                <a:chOff x="2730" y="161"/>
                <a:chExt cx="2688" cy="1711"/>
              </a:xfrm>
            </p:grpSpPr>
            <p:grpSp>
              <p:nvGrpSpPr>
                <p:cNvPr id="10272" name="Group 173"/>
                <p:cNvGrpSpPr>
                  <a:grpSpLocks/>
                </p:cNvGrpSpPr>
                <p:nvPr/>
              </p:nvGrpSpPr>
              <p:grpSpPr bwMode="auto">
                <a:xfrm>
                  <a:off x="2730" y="256"/>
                  <a:ext cx="2688" cy="1616"/>
                  <a:chOff x="2640" y="2592"/>
                  <a:chExt cx="2688" cy="1616"/>
                </a:xfrm>
              </p:grpSpPr>
              <p:graphicFrame>
                <p:nvGraphicFramePr>
                  <p:cNvPr id="10308" name="Object 174"/>
                  <p:cNvGraphicFramePr>
                    <a:graphicFrameLocks noChangeAspect="1"/>
                  </p:cNvGraphicFramePr>
                  <p:nvPr/>
                </p:nvGraphicFramePr>
                <p:xfrm>
                  <a:off x="5154" y="4032"/>
                  <a:ext cx="174" cy="176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35107" name="Equation" r:id="rId30" imgW="139700" imgH="139700" progId="Equation.3">
                          <p:embed/>
                        </p:oleObj>
                      </mc:Choice>
                      <mc:Fallback>
                        <p:oleObj name="Equation" r:id="rId30" imgW="139700" imgH="139700" progId="Equation.3">
                          <p:embed/>
                          <p:pic>
                            <p:nvPicPr>
                              <p:cNvPr id="0" name="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31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5154" y="4032"/>
                                <a:ext cx="174" cy="176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grpSp>
                <p:nvGrpSpPr>
                  <p:cNvPr id="10309" name="Group 175"/>
                  <p:cNvGrpSpPr>
                    <a:grpSpLocks/>
                  </p:cNvGrpSpPr>
                  <p:nvPr/>
                </p:nvGrpSpPr>
                <p:grpSpPr bwMode="auto">
                  <a:xfrm>
                    <a:off x="2640" y="2592"/>
                    <a:ext cx="2640" cy="1594"/>
                    <a:chOff x="2640" y="2592"/>
                    <a:chExt cx="2640" cy="1594"/>
                  </a:xfrm>
                </p:grpSpPr>
                <p:graphicFrame>
                  <p:nvGraphicFramePr>
                    <p:cNvPr id="10310" name="Object 176"/>
                    <p:cNvGraphicFramePr>
                      <a:graphicFrameLocks noChangeAspect="1"/>
                    </p:cNvGraphicFramePr>
                    <p:nvPr/>
                  </p:nvGraphicFramePr>
                  <p:xfrm>
                    <a:off x="2640" y="3456"/>
                    <a:ext cx="173" cy="208"/>
                  </p:xfrm>
                  <a:graphic>
                    <a:graphicData uri="http://schemas.openxmlformats.org/presentationml/2006/ole">
                      <mc:AlternateContent xmlns:mc="http://schemas.openxmlformats.org/markup-compatibility/2006">
                        <mc:Choice xmlns:v="urn:schemas-microsoft-com:vml" Requires="v">
                          <p:oleObj spid="_x0000_s35108" name="Equation" r:id="rId32" imgW="139579" imgH="164957" progId="Equation.3">
                            <p:embed/>
                          </p:oleObj>
                        </mc:Choice>
                        <mc:Fallback>
                          <p:oleObj name="Equation" r:id="rId32" imgW="139579" imgH="164957" progId="Equation.3">
                            <p:embed/>
                            <p:pic>
                              <p:nvPicPr>
                                <p:cNvPr id="0" name=""/>
                                <p:cNvPicPr>
                                  <a:picLocks noChangeAspect="1" noChangeArrowheads="1"/>
                                </p:cNvPicPr>
                                <p:nvPr/>
                              </p:nvPicPr>
                              <p:blipFill>
                                <a:blip r:embed="rId33">
                                  <a:extLst>
                                    <a:ext uri="{28A0092B-C50C-407E-A947-70E740481C1C}">
                                      <a14:useLocalDpi xmlns:a14="http://schemas.microsoft.com/office/drawing/2010/main" val="0"/>
                                    </a:ext>
                                  </a:extLst>
                                </a:blip>
                                <a:srcRect/>
                                <a:stretch>
                                  <a:fillRect/>
                                </a:stretch>
                              </p:blipFill>
                              <p:spPr bwMode="auto">
                                <a:xfrm>
                                  <a:off x="2640" y="3456"/>
                                  <a:ext cx="173" cy="208"/>
                                </a:xfrm>
                                <a:prstGeom prst="rect">
                                  <a:avLst/>
                                </a:prstGeom>
                                <a:noFill/>
                                <a:ln>
                                  <a:noFill/>
                                </a:ln>
                                <a:effectLst/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solidFill>
                                        <a:srgbClr val="FFFFFF"/>
                                      </a:solidFill>
                                    </a14:hiddenFill>
                                  </a:ext>
                                  <a:ext uri="{91240B29-F687-4F45-9708-019B960494DF}">
                                    <a14:hiddenLine xmlns:a14="http://schemas.microsoft.com/office/drawing/2010/main" w="9525">
                                      <a:solidFill>
                                        <a:srgbClr val="000000"/>
                                      </a:solidFill>
                                      <a:miter lim="800000"/>
                                      <a:headEnd/>
                                      <a:tailEnd/>
                                    </a14:hiddenLine>
                                  </a:ext>
                                  <a:ext uri="{AF507438-7753-43E0-B8FC-AC1667EBCBE1}">
                                    <a14:hiddenEffects xmlns:a14="http://schemas.microsoft.com/office/drawing/2010/main">
                                      <a:effectLst>
                                        <a:outerShdw dist="35921" dir="2700000" algn="ctr" rotWithShape="0">
                                          <a:srgbClr val="808080"/>
                                        </a:outerShdw>
                                      </a:effectLst>
                                    </a14:hiddenEffects>
                                  </a:ext>
                                </a:extLst>
                              </p:spPr>
                            </p:pic>
                          </p:oleObj>
                        </mc:Fallback>
                      </mc:AlternateContent>
                    </a:graphicData>
                  </a:graphic>
                </p:graphicFrame>
                <p:graphicFrame>
                  <p:nvGraphicFramePr>
                    <p:cNvPr id="10311" name="Object 177"/>
                    <p:cNvGraphicFramePr>
                      <a:graphicFrameLocks noChangeAspect="1"/>
                    </p:cNvGraphicFramePr>
                    <p:nvPr/>
                  </p:nvGraphicFramePr>
                  <p:xfrm>
                    <a:off x="3362" y="2592"/>
                    <a:ext cx="142" cy="176"/>
                  </p:xfrm>
                  <a:graphic>
                    <a:graphicData uri="http://schemas.openxmlformats.org/presentationml/2006/ole">
                      <mc:AlternateContent xmlns:mc="http://schemas.openxmlformats.org/markup-compatibility/2006">
                        <mc:Choice xmlns:v="urn:schemas-microsoft-com:vml" Requires="v">
                          <p:oleObj spid="_x0000_s35109" name="Equation" r:id="rId34" imgW="114201" imgH="139579" progId="Equation.3">
                            <p:embed/>
                          </p:oleObj>
                        </mc:Choice>
                        <mc:Fallback>
                          <p:oleObj name="Equation" r:id="rId34" imgW="114201" imgH="139579" progId="Equation.3">
                            <p:embed/>
                            <p:pic>
                              <p:nvPicPr>
                                <p:cNvPr id="0" name=""/>
                                <p:cNvPicPr>
                                  <a:picLocks noChangeAspect="1" noChangeArrowheads="1"/>
                                </p:cNvPicPr>
                                <p:nvPr/>
                              </p:nvPicPr>
                              <p:blipFill>
                                <a:blip r:embed="rId35">
                                  <a:extLst>
                                    <a:ext uri="{28A0092B-C50C-407E-A947-70E740481C1C}">
                                      <a14:useLocalDpi xmlns:a14="http://schemas.microsoft.com/office/drawing/2010/main" val="0"/>
                                    </a:ext>
                                  </a:extLst>
                                </a:blip>
                                <a:srcRect/>
                                <a:stretch>
                                  <a:fillRect/>
                                </a:stretch>
                              </p:blipFill>
                              <p:spPr bwMode="auto">
                                <a:xfrm>
                                  <a:off x="3362" y="2592"/>
                                  <a:ext cx="142" cy="176"/>
                                </a:xfrm>
                                <a:prstGeom prst="rect">
                                  <a:avLst/>
                                </a:prstGeom>
                                <a:noFill/>
                                <a:ln>
                                  <a:noFill/>
                                </a:ln>
                                <a:effectLst/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solidFill>
                                        <a:srgbClr val="FFFFFF"/>
                                      </a:solidFill>
                                    </a14:hiddenFill>
                                  </a:ext>
                                  <a:ext uri="{91240B29-F687-4F45-9708-019B960494DF}">
                                    <a14:hiddenLine xmlns:a14="http://schemas.microsoft.com/office/drawing/2010/main" w="9525">
                                      <a:solidFill>
                                        <a:srgbClr val="000000"/>
                                      </a:solidFill>
                                      <a:miter lim="800000"/>
                                      <a:headEnd/>
                                      <a:tailEnd/>
                                    </a14:hiddenLine>
                                  </a:ext>
                                  <a:ext uri="{AF507438-7753-43E0-B8FC-AC1667EBCBE1}">
                                    <a14:hiddenEffects xmlns:a14="http://schemas.microsoft.com/office/drawing/2010/main">
                                      <a:effectLst>
                                        <a:outerShdw dist="35921" dir="2700000" algn="ctr" rotWithShape="0">
                                          <a:srgbClr val="808080"/>
                                        </a:outerShdw>
                                      </a:effectLst>
                                    </a14:hiddenEffects>
                                  </a:ext>
                                </a:extLst>
                              </p:spPr>
                            </p:pic>
                          </p:oleObj>
                        </mc:Fallback>
                      </mc:AlternateContent>
                    </a:graphicData>
                  </a:graphic>
                </p:graphicFrame>
                <p:sp>
                  <p:nvSpPr>
                    <p:cNvPr id="10312" name="Line 17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552" y="3984"/>
                      <a:ext cx="1728" cy="0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 type="triangle" w="med" len="med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0313" name="Line 179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3552" y="2640"/>
                      <a:ext cx="0" cy="1344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 type="triangle" w="med" len="med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graphicFrame>
                  <p:nvGraphicFramePr>
                    <p:cNvPr id="10314" name="Object 180"/>
                    <p:cNvGraphicFramePr>
                      <a:graphicFrameLocks noChangeAspect="1"/>
                    </p:cNvGraphicFramePr>
                    <p:nvPr/>
                  </p:nvGraphicFramePr>
                  <p:xfrm>
                    <a:off x="3408" y="3984"/>
                    <a:ext cx="184" cy="202"/>
                  </p:xfrm>
                  <a:graphic>
                    <a:graphicData uri="http://schemas.openxmlformats.org/presentationml/2006/ole">
                      <mc:AlternateContent xmlns:mc="http://schemas.openxmlformats.org/markup-compatibility/2006">
                        <mc:Choice xmlns:v="urn:schemas-microsoft-com:vml" Requires="v">
                          <p:oleObj spid="_x0000_s35110" name="Equation" r:id="rId36" imgW="164814" imgH="177492" progId="Equation.3">
                            <p:embed/>
                          </p:oleObj>
                        </mc:Choice>
                        <mc:Fallback>
                          <p:oleObj name="Equation" r:id="rId36" imgW="164814" imgH="177492" progId="Equation.3">
                            <p:embed/>
                            <p:pic>
                              <p:nvPicPr>
                                <p:cNvPr id="0" name=""/>
                                <p:cNvPicPr>
                                  <a:picLocks noChangeAspect="1" noChangeArrowheads="1"/>
                                </p:cNvPicPr>
                                <p:nvPr/>
                              </p:nvPicPr>
                              <p:blipFill>
                                <a:blip r:embed="rId37">
                                  <a:extLst>
                                    <a:ext uri="{28A0092B-C50C-407E-A947-70E740481C1C}">
                                      <a14:useLocalDpi xmlns:a14="http://schemas.microsoft.com/office/drawing/2010/main" val="0"/>
                                    </a:ext>
                                  </a:extLst>
                                </a:blip>
                                <a:srcRect/>
                                <a:stretch>
                                  <a:fillRect/>
                                </a:stretch>
                              </p:blipFill>
                              <p:spPr bwMode="auto">
                                <a:xfrm>
                                  <a:off x="3408" y="3984"/>
                                  <a:ext cx="184" cy="202"/>
                                </a:xfrm>
                                <a:prstGeom prst="rect">
                                  <a:avLst/>
                                </a:prstGeom>
                                <a:noFill/>
                                <a:ln>
                                  <a:noFill/>
                                </a:ln>
                                <a:effectLst/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solidFill>
                                        <a:srgbClr val="FFFFFF"/>
                                      </a:solidFill>
                                    </a14:hiddenFill>
                                  </a:ext>
                                  <a:ext uri="{91240B29-F687-4F45-9708-019B960494DF}">
                                    <a14:hiddenLine xmlns:a14="http://schemas.microsoft.com/office/drawing/2010/main" w="9525">
                                      <a:solidFill>
                                        <a:srgbClr val="000000"/>
                                      </a:solidFill>
                                      <a:miter lim="800000"/>
                                      <a:headEnd/>
                                      <a:tailEnd/>
                                    </a14:hiddenLine>
                                  </a:ext>
                                  <a:ext uri="{AF507438-7753-43E0-B8FC-AC1667EBCBE1}">
                                    <a14:hiddenEffects xmlns:a14="http://schemas.microsoft.com/office/drawing/2010/main">
                                      <a:effectLst>
                                        <a:outerShdw dist="35921" dir="2700000" algn="ctr" rotWithShape="0">
                                          <a:srgbClr val="808080"/>
                                        </a:outerShdw>
                                      </a:effectLst>
                                    </a14:hiddenEffects>
                                  </a:ext>
                                </a:extLst>
                              </p:spPr>
                            </p:pic>
                          </p:oleObj>
                        </mc:Fallback>
                      </mc:AlternateContent>
                    </a:graphicData>
                  </a:graphic>
                </p:graphicFrame>
                <p:sp>
                  <p:nvSpPr>
                    <p:cNvPr id="10315" name="Line 181"/>
                    <p:cNvSpPr>
                      <a:spLocks noChangeShapeType="1"/>
                    </p:cNvSpPr>
                    <p:nvPr/>
                  </p:nvSpPr>
                  <p:spPr bwMode="auto">
                    <a:xfrm flipH="1" flipV="1">
                      <a:off x="2784" y="3408"/>
                      <a:ext cx="768" cy="57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 type="triangle" w="med" len="med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</p:grpSp>
            <p:grpSp>
              <p:nvGrpSpPr>
                <p:cNvPr id="10273" name="Group 182"/>
                <p:cNvGrpSpPr>
                  <a:grpSpLocks/>
                </p:cNvGrpSpPr>
                <p:nvPr/>
              </p:nvGrpSpPr>
              <p:grpSpPr bwMode="auto">
                <a:xfrm>
                  <a:off x="3738" y="336"/>
                  <a:ext cx="1056" cy="528"/>
                  <a:chOff x="4080" y="1872"/>
                  <a:chExt cx="1056" cy="528"/>
                </a:xfrm>
              </p:grpSpPr>
              <p:sp>
                <p:nvSpPr>
                  <p:cNvPr id="130" name="Freeform 183"/>
                  <p:cNvSpPr>
                    <a:spLocks/>
                  </p:cNvSpPr>
                  <p:nvPr/>
                </p:nvSpPr>
                <p:spPr bwMode="auto">
                  <a:xfrm>
                    <a:off x="4080" y="1872"/>
                    <a:ext cx="1056" cy="528"/>
                  </a:xfrm>
                  <a:custGeom>
                    <a:avLst/>
                    <a:gdLst>
                      <a:gd name="T0" fmla="*/ 0 w 1056"/>
                      <a:gd name="T1" fmla="*/ 240 h 528"/>
                      <a:gd name="T2" fmla="*/ 107 w 1056"/>
                      <a:gd name="T3" fmla="*/ 128 h 528"/>
                      <a:gd name="T4" fmla="*/ 217 w 1056"/>
                      <a:gd name="T5" fmla="*/ 55 h 528"/>
                      <a:gd name="T6" fmla="*/ 345 w 1056"/>
                      <a:gd name="T7" fmla="*/ 9 h 528"/>
                      <a:gd name="T8" fmla="*/ 480 w 1056"/>
                      <a:gd name="T9" fmla="*/ 0 h 528"/>
                      <a:gd name="T10" fmla="*/ 638 w 1056"/>
                      <a:gd name="T11" fmla="*/ 18 h 528"/>
                      <a:gd name="T12" fmla="*/ 775 w 1056"/>
                      <a:gd name="T13" fmla="*/ 64 h 528"/>
                      <a:gd name="T14" fmla="*/ 903 w 1056"/>
                      <a:gd name="T15" fmla="*/ 146 h 528"/>
                      <a:gd name="T16" fmla="*/ 994 w 1056"/>
                      <a:gd name="T17" fmla="*/ 256 h 528"/>
                      <a:gd name="T18" fmla="*/ 1049 w 1056"/>
                      <a:gd name="T19" fmla="*/ 384 h 528"/>
                      <a:gd name="T20" fmla="*/ 1056 w 1056"/>
                      <a:gd name="T21" fmla="*/ 480 h 528"/>
                      <a:gd name="T22" fmla="*/ 994 w 1056"/>
                      <a:gd name="T23" fmla="*/ 439 h 528"/>
                      <a:gd name="T24" fmla="*/ 875 w 1056"/>
                      <a:gd name="T25" fmla="*/ 402 h 528"/>
                      <a:gd name="T26" fmla="*/ 768 w 1056"/>
                      <a:gd name="T27" fmla="*/ 384 h 528"/>
                      <a:gd name="T28" fmla="*/ 638 w 1056"/>
                      <a:gd name="T29" fmla="*/ 375 h 528"/>
                      <a:gd name="T30" fmla="*/ 491 w 1056"/>
                      <a:gd name="T31" fmla="*/ 411 h 528"/>
                      <a:gd name="T32" fmla="*/ 409 w 1056"/>
                      <a:gd name="T33" fmla="*/ 457 h 528"/>
                      <a:gd name="T34" fmla="*/ 336 w 1056"/>
                      <a:gd name="T35" fmla="*/ 528 h 528"/>
                      <a:gd name="T36" fmla="*/ 272 w 1056"/>
                      <a:gd name="T37" fmla="*/ 402 h 528"/>
                      <a:gd name="T38" fmla="*/ 190 w 1056"/>
                      <a:gd name="T39" fmla="*/ 302 h 528"/>
                      <a:gd name="T40" fmla="*/ 80 w 1056"/>
                      <a:gd name="T41" fmla="*/ 247 h 528"/>
                      <a:gd name="T42" fmla="*/ 0 w 1056"/>
                      <a:gd name="T43" fmla="*/ 240 h 52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</a:cxnLst>
                    <a:rect l="0" t="0" r="r" b="b"/>
                    <a:pathLst>
                      <a:path w="1056" h="528">
                        <a:moveTo>
                          <a:pt x="0" y="240"/>
                        </a:moveTo>
                        <a:lnTo>
                          <a:pt x="107" y="128"/>
                        </a:lnTo>
                        <a:lnTo>
                          <a:pt x="217" y="55"/>
                        </a:lnTo>
                        <a:lnTo>
                          <a:pt x="345" y="9"/>
                        </a:lnTo>
                        <a:lnTo>
                          <a:pt x="480" y="0"/>
                        </a:lnTo>
                        <a:lnTo>
                          <a:pt x="638" y="18"/>
                        </a:lnTo>
                        <a:lnTo>
                          <a:pt x="775" y="64"/>
                        </a:lnTo>
                        <a:lnTo>
                          <a:pt x="903" y="146"/>
                        </a:lnTo>
                        <a:lnTo>
                          <a:pt x="994" y="256"/>
                        </a:lnTo>
                        <a:lnTo>
                          <a:pt x="1049" y="384"/>
                        </a:lnTo>
                        <a:lnTo>
                          <a:pt x="1056" y="480"/>
                        </a:lnTo>
                        <a:lnTo>
                          <a:pt x="994" y="439"/>
                        </a:lnTo>
                        <a:lnTo>
                          <a:pt x="875" y="402"/>
                        </a:lnTo>
                        <a:lnTo>
                          <a:pt x="768" y="384"/>
                        </a:lnTo>
                        <a:lnTo>
                          <a:pt x="638" y="375"/>
                        </a:lnTo>
                        <a:lnTo>
                          <a:pt x="491" y="411"/>
                        </a:lnTo>
                        <a:lnTo>
                          <a:pt x="409" y="457"/>
                        </a:lnTo>
                        <a:lnTo>
                          <a:pt x="336" y="528"/>
                        </a:lnTo>
                        <a:cubicBezTo>
                          <a:pt x="313" y="524"/>
                          <a:pt x="296" y="440"/>
                          <a:pt x="272" y="402"/>
                        </a:cubicBezTo>
                        <a:cubicBezTo>
                          <a:pt x="248" y="364"/>
                          <a:pt x="222" y="328"/>
                          <a:pt x="190" y="302"/>
                        </a:cubicBezTo>
                        <a:lnTo>
                          <a:pt x="80" y="247"/>
                        </a:lnTo>
                        <a:lnTo>
                          <a:pt x="0" y="240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bg1"/>
                      </a:gs>
                      <a:gs pos="50000">
                        <a:srgbClr val="66FF33"/>
                      </a:gs>
                      <a:gs pos="100000">
                        <a:schemeClr val="bg1"/>
                      </a:gs>
                    </a:gsLst>
                    <a:lin ang="18900000" scaled="1"/>
                  </a:gradFill>
                  <a:ln w="28575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/>
                  </a:p>
                </p:txBody>
              </p:sp>
              <p:grpSp>
                <p:nvGrpSpPr>
                  <p:cNvPr id="10305" name="Group 184"/>
                  <p:cNvGrpSpPr>
                    <a:grpSpLocks/>
                  </p:cNvGrpSpPr>
                  <p:nvPr/>
                </p:nvGrpSpPr>
                <p:grpSpPr bwMode="auto">
                  <a:xfrm>
                    <a:off x="4080" y="1951"/>
                    <a:ext cx="921" cy="161"/>
                    <a:chOff x="4080" y="1999"/>
                    <a:chExt cx="921" cy="161"/>
                  </a:xfrm>
                </p:grpSpPr>
                <p:sp>
                  <p:nvSpPr>
                    <p:cNvPr id="132" name="Freeform 185"/>
                    <p:cNvSpPr>
                      <a:spLocks/>
                    </p:cNvSpPr>
                    <p:nvPr/>
                  </p:nvSpPr>
                  <p:spPr bwMode="auto">
                    <a:xfrm>
                      <a:off x="4080" y="1999"/>
                      <a:ext cx="766" cy="161"/>
                    </a:xfrm>
                    <a:custGeom>
                      <a:avLst/>
                      <a:gdLst>
                        <a:gd name="T0" fmla="*/ 0 w 766"/>
                        <a:gd name="T1" fmla="*/ 161 h 161"/>
                        <a:gd name="T2" fmla="*/ 144 w 766"/>
                        <a:gd name="T3" fmla="*/ 65 h 161"/>
                        <a:gd name="T4" fmla="*/ 299 w 766"/>
                        <a:gd name="T5" fmla="*/ 22 h 161"/>
                        <a:gd name="T6" fmla="*/ 427 w 766"/>
                        <a:gd name="T7" fmla="*/ 3 h 161"/>
                        <a:gd name="T8" fmla="*/ 528 w 766"/>
                        <a:gd name="T9" fmla="*/ 3 h 161"/>
                        <a:gd name="T10" fmla="*/ 629 w 766"/>
                        <a:gd name="T11" fmla="*/ 12 h 161"/>
                        <a:gd name="T12" fmla="*/ 693 w 766"/>
                        <a:gd name="T13" fmla="*/ 31 h 161"/>
                        <a:gd name="T14" fmla="*/ 766 w 766"/>
                        <a:gd name="T15" fmla="*/ 58 h 161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</a:cxnLst>
                      <a:rect l="0" t="0" r="r" b="b"/>
                      <a:pathLst>
                        <a:path w="766" h="161">
                          <a:moveTo>
                            <a:pt x="0" y="161"/>
                          </a:moveTo>
                          <a:cubicBezTo>
                            <a:pt x="36" y="125"/>
                            <a:pt x="94" y="88"/>
                            <a:pt x="144" y="65"/>
                          </a:cubicBezTo>
                          <a:cubicBezTo>
                            <a:pt x="194" y="42"/>
                            <a:pt x="252" y="32"/>
                            <a:pt x="299" y="22"/>
                          </a:cubicBezTo>
                          <a:cubicBezTo>
                            <a:pt x="346" y="12"/>
                            <a:pt x="389" y="6"/>
                            <a:pt x="427" y="3"/>
                          </a:cubicBezTo>
                          <a:cubicBezTo>
                            <a:pt x="465" y="0"/>
                            <a:pt x="494" y="1"/>
                            <a:pt x="528" y="3"/>
                          </a:cubicBezTo>
                          <a:cubicBezTo>
                            <a:pt x="562" y="5"/>
                            <a:pt x="602" y="7"/>
                            <a:pt x="629" y="12"/>
                          </a:cubicBezTo>
                          <a:cubicBezTo>
                            <a:pt x="656" y="17"/>
                            <a:pt x="670" y="23"/>
                            <a:pt x="693" y="31"/>
                          </a:cubicBezTo>
                          <a:cubicBezTo>
                            <a:pt x="716" y="39"/>
                            <a:pt x="751" y="53"/>
                            <a:pt x="766" y="58"/>
                          </a:cubicBezTo>
                        </a:path>
                      </a:pathLst>
                    </a:custGeom>
                    <a:noFill/>
                    <a:ln w="28575" cap="flat" cmpd="sng">
                      <a:solidFill>
                        <a:schemeClr val="tx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gradFill rotWithShape="0">
                            <a:gsLst>
                              <a:gs pos="0">
                                <a:schemeClr val="bg1"/>
                              </a:gs>
                              <a:gs pos="50000">
                                <a:srgbClr val="66FF66"/>
                              </a:gs>
                              <a:gs pos="100000">
                                <a:schemeClr val="bg1"/>
                              </a:gs>
                            </a:gsLst>
                            <a:lin ang="18900000" scaled="1"/>
                          </a:gra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pPr>
                        <a:defRPr/>
                      </a:pPr>
                      <a:endParaRPr lang="zh-CN" altLang="en-US"/>
                    </a:p>
                  </p:txBody>
                </p:sp>
                <p:sp>
                  <p:nvSpPr>
                    <p:cNvPr id="133" name="Freeform 186"/>
                    <p:cNvSpPr>
                      <a:spLocks/>
                    </p:cNvSpPr>
                    <p:nvPr/>
                  </p:nvSpPr>
                  <p:spPr bwMode="auto">
                    <a:xfrm>
                      <a:off x="4846" y="2054"/>
                      <a:ext cx="155" cy="31"/>
                    </a:xfrm>
                    <a:custGeom>
                      <a:avLst/>
                      <a:gdLst>
                        <a:gd name="T0" fmla="*/ 0 w 155"/>
                        <a:gd name="T1" fmla="*/ 12 h 31"/>
                        <a:gd name="T2" fmla="*/ 64 w 155"/>
                        <a:gd name="T3" fmla="*/ 3 h 31"/>
                        <a:gd name="T4" fmla="*/ 155 w 155"/>
                        <a:gd name="T5" fmla="*/ 31 h 31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</a:cxnLst>
                      <a:rect l="0" t="0" r="r" b="b"/>
                      <a:pathLst>
                        <a:path w="155" h="31">
                          <a:moveTo>
                            <a:pt x="0" y="12"/>
                          </a:moveTo>
                          <a:cubicBezTo>
                            <a:pt x="11" y="10"/>
                            <a:pt x="38" y="0"/>
                            <a:pt x="64" y="3"/>
                          </a:cubicBezTo>
                          <a:cubicBezTo>
                            <a:pt x="90" y="6"/>
                            <a:pt x="136" y="25"/>
                            <a:pt x="155" y="31"/>
                          </a:cubicBezTo>
                        </a:path>
                      </a:pathLst>
                    </a:custGeom>
                    <a:noFill/>
                    <a:ln w="28575" cap="flat" cmpd="sng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gradFill rotWithShape="0">
                            <a:gsLst>
                              <a:gs pos="0">
                                <a:schemeClr val="bg1"/>
                              </a:gs>
                              <a:gs pos="50000">
                                <a:srgbClr val="66FF66"/>
                              </a:gs>
                              <a:gs pos="100000">
                                <a:schemeClr val="bg1"/>
                              </a:gs>
                            </a:gsLst>
                            <a:lin ang="18900000" scaled="1"/>
                          </a:gra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pPr>
                        <a:defRPr/>
                      </a:pPr>
                      <a:endParaRPr lang="zh-CN" altLang="en-US"/>
                    </a:p>
                  </p:txBody>
                </p:sp>
              </p:grpSp>
            </p:grpSp>
            <p:graphicFrame>
              <p:nvGraphicFramePr>
                <p:cNvPr id="10274" name="Object 187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975418122"/>
                    </p:ext>
                  </p:extLst>
                </p:nvPr>
              </p:nvGraphicFramePr>
              <p:xfrm>
                <a:off x="4470" y="161"/>
                <a:ext cx="819" cy="25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5111" name="Equation" r:id="rId38" imgW="749160" imgH="203040" progId="Equation.DSMT4">
                        <p:embed/>
                      </p:oleObj>
                    </mc:Choice>
                    <mc:Fallback>
                      <p:oleObj name="Equation" r:id="rId38" imgW="749160" imgH="203040" progId="Equation.DSMT4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39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470" y="161"/>
                              <a:ext cx="819" cy="250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pSp>
              <p:nvGrpSpPr>
                <p:cNvPr id="10275" name="Group 188"/>
                <p:cNvGrpSpPr>
                  <a:grpSpLocks/>
                </p:cNvGrpSpPr>
                <p:nvPr/>
              </p:nvGrpSpPr>
              <p:grpSpPr bwMode="auto">
                <a:xfrm>
                  <a:off x="3738" y="1056"/>
                  <a:ext cx="1054" cy="452"/>
                  <a:chOff x="3216" y="3600"/>
                  <a:chExt cx="1054" cy="452"/>
                </a:xfrm>
              </p:grpSpPr>
              <p:grpSp>
                <p:nvGrpSpPr>
                  <p:cNvPr id="10299" name="Group 189"/>
                  <p:cNvGrpSpPr>
                    <a:grpSpLocks/>
                  </p:cNvGrpSpPr>
                  <p:nvPr/>
                </p:nvGrpSpPr>
                <p:grpSpPr bwMode="auto">
                  <a:xfrm>
                    <a:off x="3216" y="3600"/>
                    <a:ext cx="1054" cy="452"/>
                    <a:chOff x="3216" y="3600"/>
                    <a:chExt cx="1054" cy="452"/>
                  </a:xfrm>
                </p:grpSpPr>
                <p:sp>
                  <p:nvSpPr>
                    <p:cNvPr id="10301" name="Freeform 190" descr="瓦形"/>
                    <p:cNvSpPr>
                      <a:spLocks/>
                    </p:cNvSpPr>
                    <p:nvPr/>
                  </p:nvSpPr>
                  <p:spPr bwMode="auto">
                    <a:xfrm>
                      <a:off x="3216" y="3600"/>
                      <a:ext cx="1045" cy="450"/>
                    </a:xfrm>
                    <a:custGeom>
                      <a:avLst/>
                      <a:gdLst>
                        <a:gd name="T0" fmla="*/ 741 w 1045"/>
                        <a:gd name="T1" fmla="*/ 94 h 450"/>
                        <a:gd name="T2" fmla="*/ 1045 w 1045"/>
                        <a:gd name="T3" fmla="*/ 341 h 450"/>
                        <a:gd name="T4" fmla="*/ 878 w 1045"/>
                        <a:gd name="T5" fmla="*/ 423 h 450"/>
                        <a:gd name="T6" fmla="*/ 713 w 1045"/>
                        <a:gd name="T7" fmla="*/ 450 h 450"/>
                        <a:gd name="T8" fmla="*/ 622 w 1045"/>
                        <a:gd name="T9" fmla="*/ 450 h 450"/>
                        <a:gd name="T10" fmla="*/ 526 w 1045"/>
                        <a:gd name="T11" fmla="*/ 432 h 450"/>
                        <a:gd name="T12" fmla="*/ 423 w 1045"/>
                        <a:gd name="T13" fmla="*/ 405 h 450"/>
                        <a:gd name="T14" fmla="*/ 350 w 1045"/>
                        <a:gd name="T15" fmla="*/ 368 h 450"/>
                        <a:gd name="T16" fmla="*/ 0 w 1045"/>
                        <a:gd name="T17" fmla="*/ 103 h 450"/>
                        <a:gd name="T18" fmla="*/ 44 w 1045"/>
                        <a:gd name="T19" fmla="*/ 69 h 450"/>
                        <a:gd name="T20" fmla="*/ 144 w 1045"/>
                        <a:gd name="T21" fmla="*/ 41 h 450"/>
                        <a:gd name="T22" fmla="*/ 272 w 1045"/>
                        <a:gd name="T23" fmla="*/ 5 h 450"/>
                        <a:gd name="T24" fmla="*/ 382 w 1045"/>
                        <a:gd name="T25" fmla="*/ 0 h 450"/>
                        <a:gd name="T26" fmla="*/ 521 w 1045"/>
                        <a:gd name="T27" fmla="*/ 11 h 450"/>
                        <a:gd name="T28" fmla="*/ 604 w 1045"/>
                        <a:gd name="T29" fmla="*/ 30 h 450"/>
                        <a:gd name="T30" fmla="*/ 741 w 1045"/>
                        <a:gd name="T31" fmla="*/ 94 h 450"/>
                        <a:gd name="T32" fmla="*/ 0 60000 65536"/>
                        <a:gd name="T33" fmla="*/ 0 60000 65536"/>
                        <a:gd name="T34" fmla="*/ 0 60000 65536"/>
                        <a:gd name="T35" fmla="*/ 0 60000 65536"/>
                        <a:gd name="T36" fmla="*/ 0 60000 65536"/>
                        <a:gd name="T37" fmla="*/ 0 60000 65536"/>
                        <a:gd name="T38" fmla="*/ 0 60000 65536"/>
                        <a:gd name="T39" fmla="*/ 0 60000 65536"/>
                        <a:gd name="T40" fmla="*/ 0 60000 65536"/>
                        <a:gd name="T41" fmla="*/ 0 60000 65536"/>
                        <a:gd name="T42" fmla="*/ 0 60000 65536"/>
                        <a:gd name="T43" fmla="*/ 0 60000 65536"/>
                        <a:gd name="T44" fmla="*/ 0 60000 65536"/>
                        <a:gd name="T45" fmla="*/ 0 60000 65536"/>
                        <a:gd name="T46" fmla="*/ 0 60000 65536"/>
                        <a:gd name="T47" fmla="*/ 0 60000 65536"/>
                      </a:gdLst>
                      <a:ahLst/>
                      <a:cxnLst>
                        <a:cxn ang="T32">
                          <a:pos x="T0" y="T1"/>
                        </a:cxn>
                        <a:cxn ang="T33">
                          <a:pos x="T2" y="T3"/>
                        </a:cxn>
                        <a:cxn ang="T34">
                          <a:pos x="T4" y="T5"/>
                        </a:cxn>
                        <a:cxn ang="T35">
                          <a:pos x="T6" y="T7"/>
                        </a:cxn>
                        <a:cxn ang="T36">
                          <a:pos x="T8" y="T9"/>
                        </a:cxn>
                        <a:cxn ang="T37">
                          <a:pos x="T10" y="T11"/>
                        </a:cxn>
                        <a:cxn ang="T38">
                          <a:pos x="T12" y="T13"/>
                        </a:cxn>
                        <a:cxn ang="T39">
                          <a:pos x="T14" y="T15"/>
                        </a:cxn>
                        <a:cxn ang="T40">
                          <a:pos x="T16" y="T17"/>
                        </a:cxn>
                        <a:cxn ang="T41">
                          <a:pos x="T18" y="T19"/>
                        </a:cxn>
                        <a:cxn ang="T42">
                          <a:pos x="T20" y="T21"/>
                        </a:cxn>
                        <a:cxn ang="T43">
                          <a:pos x="T22" y="T23"/>
                        </a:cxn>
                        <a:cxn ang="T44">
                          <a:pos x="T24" y="T25"/>
                        </a:cxn>
                        <a:cxn ang="T45">
                          <a:pos x="T26" y="T27"/>
                        </a:cxn>
                        <a:cxn ang="T46">
                          <a:pos x="T28" y="T29"/>
                        </a:cxn>
                        <a:cxn ang="T47">
                          <a:pos x="T30" y="T31"/>
                        </a:cxn>
                      </a:cxnLst>
                      <a:rect l="0" t="0" r="r" b="b"/>
                      <a:pathLst>
                        <a:path w="1045" h="450">
                          <a:moveTo>
                            <a:pt x="741" y="94"/>
                          </a:moveTo>
                          <a:lnTo>
                            <a:pt x="1045" y="341"/>
                          </a:lnTo>
                          <a:lnTo>
                            <a:pt x="878" y="423"/>
                          </a:lnTo>
                          <a:lnTo>
                            <a:pt x="713" y="450"/>
                          </a:lnTo>
                          <a:lnTo>
                            <a:pt x="622" y="450"/>
                          </a:lnTo>
                          <a:lnTo>
                            <a:pt x="526" y="432"/>
                          </a:lnTo>
                          <a:lnTo>
                            <a:pt x="423" y="405"/>
                          </a:lnTo>
                          <a:lnTo>
                            <a:pt x="350" y="368"/>
                          </a:lnTo>
                          <a:lnTo>
                            <a:pt x="0" y="103"/>
                          </a:lnTo>
                          <a:lnTo>
                            <a:pt x="44" y="69"/>
                          </a:lnTo>
                          <a:lnTo>
                            <a:pt x="144" y="41"/>
                          </a:lnTo>
                          <a:lnTo>
                            <a:pt x="272" y="5"/>
                          </a:lnTo>
                          <a:lnTo>
                            <a:pt x="382" y="0"/>
                          </a:lnTo>
                          <a:lnTo>
                            <a:pt x="521" y="11"/>
                          </a:lnTo>
                          <a:lnTo>
                            <a:pt x="604" y="30"/>
                          </a:lnTo>
                          <a:lnTo>
                            <a:pt x="741" y="94"/>
                          </a:lnTo>
                          <a:close/>
                        </a:path>
                      </a:pathLst>
                    </a:custGeom>
                    <a:pattFill prst="shingle">
                      <a:fgClr>
                        <a:srgbClr val="00FFFF"/>
                      </a:fgClr>
                      <a:bgClr>
                        <a:schemeClr val="bg1"/>
                      </a:bgClr>
                    </a:patt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w="19050" cap="flat" cmpd="sng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0302" name="Freeform 191"/>
                    <p:cNvSpPr>
                      <a:spLocks/>
                    </p:cNvSpPr>
                    <p:nvPr/>
                  </p:nvSpPr>
                  <p:spPr bwMode="auto">
                    <a:xfrm>
                      <a:off x="3216" y="3605"/>
                      <a:ext cx="729" cy="91"/>
                    </a:xfrm>
                    <a:custGeom>
                      <a:avLst/>
                      <a:gdLst>
                        <a:gd name="T0" fmla="*/ 0 w 729"/>
                        <a:gd name="T1" fmla="*/ 91 h 91"/>
                        <a:gd name="T2" fmla="*/ 119 w 729"/>
                        <a:gd name="T3" fmla="*/ 36 h 91"/>
                        <a:gd name="T4" fmla="*/ 219 w 729"/>
                        <a:gd name="T5" fmla="*/ 18 h 91"/>
                        <a:gd name="T6" fmla="*/ 301 w 729"/>
                        <a:gd name="T7" fmla="*/ 9 h 91"/>
                        <a:gd name="T8" fmla="*/ 393 w 729"/>
                        <a:gd name="T9" fmla="*/ 0 h 91"/>
                        <a:gd name="T10" fmla="*/ 457 w 729"/>
                        <a:gd name="T11" fmla="*/ 9 h 91"/>
                        <a:gd name="T12" fmla="*/ 530 w 729"/>
                        <a:gd name="T13" fmla="*/ 9 h 91"/>
                        <a:gd name="T14" fmla="*/ 585 w 729"/>
                        <a:gd name="T15" fmla="*/ 27 h 91"/>
                        <a:gd name="T16" fmla="*/ 658 w 729"/>
                        <a:gd name="T17" fmla="*/ 45 h 91"/>
                        <a:gd name="T18" fmla="*/ 729 w 729"/>
                        <a:gd name="T19" fmla="*/ 75 h 91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  <a:gd name="T24" fmla="*/ 0 60000 65536"/>
                        <a:gd name="T25" fmla="*/ 0 60000 65536"/>
                        <a:gd name="T26" fmla="*/ 0 60000 65536"/>
                        <a:gd name="T27" fmla="*/ 0 60000 65536"/>
                        <a:gd name="T28" fmla="*/ 0 60000 65536"/>
                        <a:gd name="T29" fmla="*/ 0 60000 65536"/>
                      </a:gdLst>
                      <a:ahLst/>
                      <a:cxnLst>
                        <a:cxn ang="T20">
                          <a:pos x="T0" y="T1"/>
                        </a:cxn>
                        <a:cxn ang="T21">
                          <a:pos x="T2" y="T3"/>
                        </a:cxn>
                        <a:cxn ang="T22">
                          <a:pos x="T4" y="T5"/>
                        </a:cxn>
                        <a:cxn ang="T23">
                          <a:pos x="T6" y="T7"/>
                        </a:cxn>
                        <a:cxn ang="T24">
                          <a:pos x="T8" y="T9"/>
                        </a:cxn>
                        <a:cxn ang="T25">
                          <a:pos x="T10" y="T11"/>
                        </a:cxn>
                        <a:cxn ang="T26">
                          <a:pos x="T12" y="T13"/>
                        </a:cxn>
                        <a:cxn ang="T27">
                          <a:pos x="T14" y="T15"/>
                        </a:cxn>
                        <a:cxn ang="T28">
                          <a:pos x="T16" y="T17"/>
                        </a:cxn>
                        <a:cxn ang="T29">
                          <a:pos x="T18" y="T19"/>
                        </a:cxn>
                      </a:cxnLst>
                      <a:rect l="0" t="0" r="r" b="b"/>
                      <a:pathLst>
                        <a:path w="729" h="91">
                          <a:moveTo>
                            <a:pt x="0" y="91"/>
                          </a:moveTo>
                          <a:cubicBezTo>
                            <a:pt x="20" y="82"/>
                            <a:pt x="83" y="48"/>
                            <a:pt x="119" y="36"/>
                          </a:cubicBezTo>
                          <a:cubicBezTo>
                            <a:pt x="155" y="24"/>
                            <a:pt x="189" y="23"/>
                            <a:pt x="219" y="18"/>
                          </a:cubicBezTo>
                          <a:cubicBezTo>
                            <a:pt x="249" y="13"/>
                            <a:pt x="272" y="12"/>
                            <a:pt x="301" y="9"/>
                          </a:cubicBezTo>
                          <a:cubicBezTo>
                            <a:pt x="330" y="6"/>
                            <a:pt x="367" y="0"/>
                            <a:pt x="393" y="0"/>
                          </a:cubicBezTo>
                          <a:cubicBezTo>
                            <a:pt x="419" y="0"/>
                            <a:pt x="434" y="8"/>
                            <a:pt x="457" y="9"/>
                          </a:cubicBezTo>
                          <a:cubicBezTo>
                            <a:pt x="480" y="10"/>
                            <a:pt x="509" y="6"/>
                            <a:pt x="530" y="9"/>
                          </a:cubicBezTo>
                          <a:cubicBezTo>
                            <a:pt x="551" y="12"/>
                            <a:pt x="564" y="21"/>
                            <a:pt x="585" y="27"/>
                          </a:cubicBezTo>
                          <a:cubicBezTo>
                            <a:pt x="606" y="33"/>
                            <a:pt x="634" y="37"/>
                            <a:pt x="658" y="45"/>
                          </a:cubicBezTo>
                          <a:cubicBezTo>
                            <a:pt x="682" y="53"/>
                            <a:pt x="714" y="69"/>
                            <a:pt x="729" y="75"/>
                          </a:cubicBezTo>
                        </a:path>
                      </a:pathLst>
                    </a:custGeom>
                    <a:noFill/>
                    <a:ln w="28575" cap="flat" cmpd="sng">
                      <a:solidFill>
                        <a:srgbClr val="0000FF"/>
                      </a:solidFill>
                      <a:prstDash val="dash"/>
                      <a:round/>
                      <a:headEnd type="none" w="med" len="med"/>
                      <a:tailEnd type="none" w="med" len="med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0303" name="Freeform 192"/>
                    <p:cNvSpPr>
                      <a:spLocks/>
                    </p:cNvSpPr>
                    <p:nvPr/>
                  </p:nvSpPr>
                  <p:spPr bwMode="auto">
                    <a:xfrm>
                      <a:off x="3571" y="3931"/>
                      <a:ext cx="699" cy="121"/>
                    </a:xfrm>
                    <a:custGeom>
                      <a:avLst/>
                      <a:gdLst>
                        <a:gd name="T0" fmla="*/ 0 w 699"/>
                        <a:gd name="T1" fmla="*/ 51 h 121"/>
                        <a:gd name="T2" fmla="*/ 91 w 699"/>
                        <a:gd name="T3" fmla="*/ 88 h 121"/>
                        <a:gd name="T4" fmla="*/ 178 w 699"/>
                        <a:gd name="T5" fmla="*/ 110 h 121"/>
                        <a:gd name="T6" fmla="*/ 242 w 699"/>
                        <a:gd name="T7" fmla="*/ 119 h 121"/>
                        <a:gd name="T8" fmla="*/ 324 w 699"/>
                        <a:gd name="T9" fmla="*/ 119 h 121"/>
                        <a:gd name="T10" fmla="*/ 461 w 699"/>
                        <a:gd name="T11" fmla="*/ 110 h 121"/>
                        <a:gd name="T12" fmla="*/ 589 w 699"/>
                        <a:gd name="T13" fmla="*/ 64 h 121"/>
                        <a:gd name="T14" fmla="*/ 699 w 699"/>
                        <a:gd name="T15" fmla="*/ 0 h 12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699" h="121">
                          <a:moveTo>
                            <a:pt x="0" y="51"/>
                          </a:moveTo>
                          <a:cubicBezTo>
                            <a:pt x="15" y="57"/>
                            <a:pt x="61" y="78"/>
                            <a:pt x="91" y="88"/>
                          </a:cubicBezTo>
                          <a:cubicBezTo>
                            <a:pt x="121" y="98"/>
                            <a:pt x="153" y="105"/>
                            <a:pt x="178" y="110"/>
                          </a:cubicBezTo>
                          <a:cubicBezTo>
                            <a:pt x="203" y="115"/>
                            <a:pt x="218" y="117"/>
                            <a:pt x="242" y="119"/>
                          </a:cubicBezTo>
                          <a:cubicBezTo>
                            <a:pt x="266" y="121"/>
                            <a:pt x="288" y="120"/>
                            <a:pt x="324" y="119"/>
                          </a:cubicBezTo>
                          <a:cubicBezTo>
                            <a:pt x="360" y="118"/>
                            <a:pt x="417" y="119"/>
                            <a:pt x="461" y="110"/>
                          </a:cubicBezTo>
                          <a:cubicBezTo>
                            <a:pt x="505" y="101"/>
                            <a:pt x="549" y="82"/>
                            <a:pt x="589" y="64"/>
                          </a:cubicBezTo>
                          <a:cubicBezTo>
                            <a:pt x="629" y="46"/>
                            <a:pt x="676" y="13"/>
                            <a:pt x="699" y="0"/>
                          </a:cubicBezTo>
                        </a:path>
                      </a:pathLst>
                    </a:custGeom>
                    <a:noFill/>
                    <a:ln w="28575" cap="flat" cmpd="sng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  <p:graphicFrame>
                <p:nvGraphicFramePr>
                  <p:cNvPr id="10300" name="Object 193"/>
                  <p:cNvGraphicFramePr>
                    <a:graphicFrameLocks noChangeAspect="1"/>
                  </p:cNvGraphicFramePr>
                  <p:nvPr/>
                </p:nvGraphicFramePr>
                <p:xfrm>
                  <a:off x="3928" y="3796"/>
                  <a:ext cx="152" cy="140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35112" name="Equation" r:id="rId40" imgW="317225" imgH="291847" progId="Equation.3">
                          <p:embed/>
                        </p:oleObj>
                      </mc:Choice>
                      <mc:Fallback>
                        <p:oleObj name="Equation" r:id="rId40" imgW="317225" imgH="291847" progId="Equation.3">
                          <p:embed/>
                          <p:pic>
                            <p:nvPicPr>
                              <p:cNvPr id="0" name="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41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3928" y="3796"/>
                                <a:ext cx="152" cy="140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p:grpSp>
            <p:grpSp>
              <p:nvGrpSpPr>
                <p:cNvPr id="10276" name="Group 194"/>
                <p:cNvGrpSpPr>
                  <a:grpSpLocks/>
                </p:cNvGrpSpPr>
                <p:nvPr/>
              </p:nvGrpSpPr>
              <p:grpSpPr bwMode="auto">
                <a:xfrm>
                  <a:off x="3737" y="336"/>
                  <a:ext cx="1393" cy="1299"/>
                  <a:chOff x="4078" y="1872"/>
                  <a:chExt cx="1393" cy="1299"/>
                </a:xfrm>
              </p:grpSpPr>
              <p:grpSp>
                <p:nvGrpSpPr>
                  <p:cNvPr id="10280" name="Group 195"/>
                  <p:cNvGrpSpPr>
                    <a:grpSpLocks/>
                  </p:cNvGrpSpPr>
                  <p:nvPr/>
                </p:nvGrpSpPr>
                <p:grpSpPr bwMode="auto">
                  <a:xfrm>
                    <a:off x="4080" y="1872"/>
                    <a:ext cx="1056" cy="528"/>
                    <a:chOff x="4080" y="1920"/>
                    <a:chExt cx="1056" cy="528"/>
                  </a:xfrm>
                </p:grpSpPr>
                <p:sp>
                  <p:nvSpPr>
                    <p:cNvPr id="10295" name="Freeform 196"/>
                    <p:cNvSpPr>
                      <a:spLocks/>
                    </p:cNvSpPr>
                    <p:nvPr/>
                  </p:nvSpPr>
                  <p:spPr bwMode="auto">
                    <a:xfrm>
                      <a:off x="4080" y="1920"/>
                      <a:ext cx="1056" cy="528"/>
                    </a:xfrm>
                    <a:custGeom>
                      <a:avLst/>
                      <a:gdLst>
                        <a:gd name="T0" fmla="*/ 0 w 1056"/>
                        <a:gd name="T1" fmla="*/ 240 h 528"/>
                        <a:gd name="T2" fmla="*/ 107 w 1056"/>
                        <a:gd name="T3" fmla="*/ 128 h 528"/>
                        <a:gd name="T4" fmla="*/ 217 w 1056"/>
                        <a:gd name="T5" fmla="*/ 55 h 528"/>
                        <a:gd name="T6" fmla="*/ 345 w 1056"/>
                        <a:gd name="T7" fmla="*/ 9 h 528"/>
                        <a:gd name="T8" fmla="*/ 480 w 1056"/>
                        <a:gd name="T9" fmla="*/ 0 h 528"/>
                        <a:gd name="T10" fmla="*/ 638 w 1056"/>
                        <a:gd name="T11" fmla="*/ 18 h 528"/>
                        <a:gd name="T12" fmla="*/ 775 w 1056"/>
                        <a:gd name="T13" fmla="*/ 64 h 528"/>
                        <a:gd name="T14" fmla="*/ 903 w 1056"/>
                        <a:gd name="T15" fmla="*/ 146 h 528"/>
                        <a:gd name="T16" fmla="*/ 994 w 1056"/>
                        <a:gd name="T17" fmla="*/ 256 h 528"/>
                        <a:gd name="T18" fmla="*/ 1049 w 1056"/>
                        <a:gd name="T19" fmla="*/ 384 h 528"/>
                        <a:gd name="T20" fmla="*/ 1056 w 1056"/>
                        <a:gd name="T21" fmla="*/ 480 h 528"/>
                        <a:gd name="T22" fmla="*/ 994 w 1056"/>
                        <a:gd name="T23" fmla="*/ 439 h 528"/>
                        <a:gd name="T24" fmla="*/ 875 w 1056"/>
                        <a:gd name="T25" fmla="*/ 402 h 528"/>
                        <a:gd name="T26" fmla="*/ 768 w 1056"/>
                        <a:gd name="T27" fmla="*/ 384 h 528"/>
                        <a:gd name="T28" fmla="*/ 638 w 1056"/>
                        <a:gd name="T29" fmla="*/ 375 h 528"/>
                        <a:gd name="T30" fmla="*/ 491 w 1056"/>
                        <a:gd name="T31" fmla="*/ 411 h 528"/>
                        <a:gd name="T32" fmla="*/ 409 w 1056"/>
                        <a:gd name="T33" fmla="*/ 457 h 528"/>
                        <a:gd name="T34" fmla="*/ 336 w 1056"/>
                        <a:gd name="T35" fmla="*/ 528 h 528"/>
                        <a:gd name="T36" fmla="*/ 272 w 1056"/>
                        <a:gd name="T37" fmla="*/ 402 h 528"/>
                        <a:gd name="T38" fmla="*/ 190 w 1056"/>
                        <a:gd name="T39" fmla="*/ 302 h 528"/>
                        <a:gd name="T40" fmla="*/ 80 w 1056"/>
                        <a:gd name="T41" fmla="*/ 247 h 528"/>
                        <a:gd name="T42" fmla="*/ 0 w 1056"/>
                        <a:gd name="T43" fmla="*/ 240 h 528"/>
                        <a:gd name="T44" fmla="*/ 0 60000 65536"/>
                        <a:gd name="T45" fmla="*/ 0 60000 65536"/>
                        <a:gd name="T46" fmla="*/ 0 60000 65536"/>
                        <a:gd name="T47" fmla="*/ 0 60000 65536"/>
                        <a:gd name="T48" fmla="*/ 0 60000 65536"/>
                        <a:gd name="T49" fmla="*/ 0 60000 65536"/>
                        <a:gd name="T50" fmla="*/ 0 60000 65536"/>
                        <a:gd name="T51" fmla="*/ 0 60000 65536"/>
                        <a:gd name="T52" fmla="*/ 0 60000 65536"/>
                        <a:gd name="T53" fmla="*/ 0 60000 65536"/>
                        <a:gd name="T54" fmla="*/ 0 60000 65536"/>
                        <a:gd name="T55" fmla="*/ 0 60000 65536"/>
                        <a:gd name="T56" fmla="*/ 0 60000 65536"/>
                        <a:gd name="T57" fmla="*/ 0 60000 65536"/>
                        <a:gd name="T58" fmla="*/ 0 60000 65536"/>
                        <a:gd name="T59" fmla="*/ 0 60000 65536"/>
                        <a:gd name="T60" fmla="*/ 0 60000 65536"/>
                        <a:gd name="T61" fmla="*/ 0 60000 65536"/>
                        <a:gd name="T62" fmla="*/ 0 60000 65536"/>
                        <a:gd name="T63" fmla="*/ 0 60000 65536"/>
                        <a:gd name="T64" fmla="*/ 0 60000 65536"/>
                        <a:gd name="T65" fmla="*/ 0 60000 65536"/>
                      </a:gdLst>
                      <a:ahLst/>
                      <a:cxnLst>
                        <a:cxn ang="T44">
                          <a:pos x="T0" y="T1"/>
                        </a:cxn>
                        <a:cxn ang="T45">
                          <a:pos x="T2" y="T3"/>
                        </a:cxn>
                        <a:cxn ang="T46">
                          <a:pos x="T4" y="T5"/>
                        </a:cxn>
                        <a:cxn ang="T47">
                          <a:pos x="T6" y="T7"/>
                        </a:cxn>
                        <a:cxn ang="T48">
                          <a:pos x="T8" y="T9"/>
                        </a:cxn>
                        <a:cxn ang="T49">
                          <a:pos x="T10" y="T11"/>
                        </a:cxn>
                        <a:cxn ang="T50">
                          <a:pos x="T12" y="T13"/>
                        </a:cxn>
                        <a:cxn ang="T51">
                          <a:pos x="T14" y="T15"/>
                        </a:cxn>
                        <a:cxn ang="T52">
                          <a:pos x="T16" y="T17"/>
                        </a:cxn>
                        <a:cxn ang="T53">
                          <a:pos x="T18" y="T19"/>
                        </a:cxn>
                        <a:cxn ang="T54">
                          <a:pos x="T20" y="T21"/>
                        </a:cxn>
                        <a:cxn ang="T55">
                          <a:pos x="T22" y="T23"/>
                        </a:cxn>
                        <a:cxn ang="T56">
                          <a:pos x="T24" y="T25"/>
                        </a:cxn>
                        <a:cxn ang="T57">
                          <a:pos x="T26" y="T27"/>
                        </a:cxn>
                        <a:cxn ang="T58">
                          <a:pos x="T28" y="T29"/>
                        </a:cxn>
                        <a:cxn ang="T59">
                          <a:pos x="T30" y="T31"/>
                        </a:cxn>
                        <a:cxn ang="T60">
                          <a:pos x="T32" y="T33"/>
                        </a:cxn>
                        <a:cxn ang="T61">
                          <a:pos x="T34" y="T35"/>
                        </a:cxn>
                        <a:cxn ang="T62">
                          <a:pos x="T36" y="T37"/>
                        </a:cxn>
                        <a:cxn ang="T63">
                          <a:pos x="T38" y="T39"/>
                        </a:cxn>
                        <a:cxn ang="T64">
                          <a:pos x="T40" y="T41"/>
                        </a:cxn>
                        <a:cxn ang="T65">
                          <a:pos x="T42" y="T43"/>
                        </a:cxn>
                      </a:cxnLst>
                      <a:rect l="0" t="0" r="r" b="b"/>
                      <a:pathLst>
                        <a:path w="1056" h="528">
                          <a:moveTo>
                            <a:pt x="0" y="240"/>
                          </a:moveTo>
                          <a:lnTo>
                            <a:pt x="107" y="128"/>
                          </a:lnTo>
                          <a:lnTo>
                            <a:pt x="217" y="55"/>
                          </a:lnTo>
                          <a:lnTo>
                            <a:pt x="345" y="9"/>
                          </a:lnTo>
                          <a:lnTo>
                            <a:pt x="480" y="0"/>
                          </a:lnTo>
                          <a:lnTo>
                            <a:pt x="638" y="18"/>
                          </a:lnTo>
                          <a:lnTo>
                            <a:pt x="775" y="64"/>
                          </a:lnTo>
                          <a:lnTo>
                            <a:pt x="903" y="146"/>
                          </a:lnTo>
                          <a:lnTo>
                            <a:pt x="994" y="256"/>
                          </a:lnTo>
                          <a:lnTo>
                            <a:pt x="1049" y="384"/>
                          </a:lnTo>
                          <a:lnTo>
                            <a:pt x="1056" y="480"/>
                          </a:lnTo>
                          <a:lnTo>
                            <a:pt x="994" y="439"/>
                          </a:lnTo>
                          <a:lnTo>
                            <a:pt x="875" y="402"/>
                          </a:lnTo>
                          <a:lnTo>
                            <a:pt x="768" y="384"/>
                          </a:lnTo>
                          <a:lnTo>
                            <a:pt x="638" y="375"/>
                          </a:lnTo>
                          <a:lnTo>
                            <a:pt x="491" y="411"/>
                          </a:lnTo>
                          <a:lnTo>
                            <a:pt x="409" y="457"/>
                          </a:lnTo>
                          <a:lnTo>
                            <a:pt x="336" y="528"/>
                          </a:lnTo>
                          <a:cubicBezTo>
                            <a:pt x="313" y="524"/>
                            <a:pt x="296" y="440"/>
                            <a:pt x="272" y="402"/>
                          </a:cubicBezTo>
                          <a:cubicBezTo>
                            <a:pt x="248" y="364"/>
                            <a:pt x="222" y="328"/>
                            <a:pt x="190" y="302"/>
                          </a:cubicBezTo>
                          <a:lnTo>
                            <a:pt x="80" y="247"/>
                          </a:lnTo>
                          <a:lnTo>
                            <a:pt x="0" y="240"/>
                          </a:lnTo>
                          <a:close/>
                        </a:path>
                      </a:pathLst>
                    </a:custGeom>
                    <a:noFill/>
                    <a:ln w="28575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grpSp>
                  <p:nvGrpSpPr>
                    <p:cNvPr id="10296" name="Group 197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080" y="1999"/>
                      <a:ext cx="921" cy="161"/>
                      <a:chOff x="4080" y="1999"/>
                      <a:chExt cx="921" cy="161"/>
                    </a:xfrm>
                  </p:grpSpPr>
                  <p:sp>
                    <p:nvSpPr>
                      <p:cNvPr id="10297" name="Freeform 198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4080" y="1999"/>
                        <a:ext cx="766" cy="161"/>
                      </a:xfrm>
                      <a:custGeom>
                        <a:avLst/>
                        <a:gdLst>
                          <a:gd name="T0" fmla="*/ 0 w 766"/>
                          <a:gd name="T1" fmla="*/ 161 h 161"/>
                          <a:gd name="T2" fmla="*/ 144 w 766"/>
                          <a:gd name="T3" fmla="*/ 65 h 161"/>
                          <a:gd name="T4" fmla="*/ 299 w 766"/>
                          <a:gd name="T5" fmla="*/ 22 h 161"/>
                          <a:gd name="T6" fmla="*/ 427 w 766"/>
                          <a:gd name="T7" fmla="*/ 3 h 161"/>
                          <a:gd name="T8" fmla="*/ 528 w 766"/>
                          <a:gd name="T9" fmla="*/ 3 h 161"/>
                          <a:gd name="T10" fmla="*/ 629 w 766"/>
                          <a:gd name="T11" fmla="*/ 12 h 161"/>
                          <a:gd name="T12" fmla="*/ 693 w 766"/>
                          <a:gd name="T13" fmla="*/ 31 h 161"/>
                          <a:gd name="T14" fmla="*/ 766 w 766"/>
                          <a:gd name="T15" fmla="*/ 58 h 161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766" h="161">
                            <a:moveTo>
                              <a:pt x="0" y="161"/>
                            </a:moveTo>
                            <a:cubicBezTo>
                              <a:pt x="36" y="125"/>
                              <a:pt x="94" y="88"/>
                              <a:pt x="144" y="65"/>
                            </a:cubicBezTo>
                            <a:cubicBezTo>
                              <a:pt x="194" y="42"/>
                              <a:pt x="252" y="32"/>
                              <a:pt x="299" y="22"/>
                            </a:cubicBezTo>
                            <a:cubicBezTo>
                              <a:pt x="346" y="12"/>
                              <a:pt x="389" y="6"/>
                              <a:pt x="427" y="3"/>
                            </a:cubicBezTo>
                            <a:cubicBezTo>
                              <a:pt x="465" y="0"/>
                              <a:pt x="494" y="1"/>
                              <a:pt x="528" y="3"/>
                            </a:cubicBezTo>
                            <a:cubicBezTo>
                              <a:pt x="562" y="5"/>
                              <a:pt x="602" y="7"/>
                              <a:pt x="629" y="12"/>
                            </a:cubicBezTo>
                            <a:cubicBezTo>
                              <a:pt x="656" y="17"/>
                              <a:pt x="670" y="23"/>
                              <a:pt x="693" y="31"/>
                            </a:cubicBezTo>
                            <a:cubicBezTo>
                              <a:pt x="716" y="39"/>
                              <a:pt x="751" y="53"/>
                              <a:pt x="766" y="58"/>
                            </a:cubicBezTo>
                          </a:path>
                        </a:pathLst>
                      </a:custGeom>
                      <a:noFill/>
                      <a:ln w="28575" cap="flat" cmpd="sng">
                        <a:solidFill>
                          <a:schemeClr val="tx2"/>
                        </a:solidFill>
                        <a:prstDash val="sysDot"/>
                        <a:round/>
                        <a:headEnd type="none" w="med" len="med"/>
                        <a:tailEnd type="none" w="med" len="med"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10298" name="Freeform 199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4846" y="2054"/>
                        <a:ext cx="155" cy="31"/>
                      </a:xfrm>
                      <a:custGeom>
                        <a:avLst/>
                        <a:gdLst>
                          <a:gd name="T0" fmla="*/ 0 w 155"/>
                          <a:gd name="T1" fmla="*/ 12 h 31"/>
                          <a:gd name="T2" fmla="*/ 64 w 155"/>
                          <a:gd name="T3" fmla="*/ 3 h 31"/>
                          <a:gd name="T4" fmla="*/ 155 w 155"/>
                          <a:gd name="T5" fmla="*/ 31 h 31"/>
                          <a:gd name="T6" fmla="*/ 0 60000 65536"/>
                          <a:gd name="T7" fmla="*/ 0 60000 65536"/>
                          <a:gd name="T8" fmla="*/ 0 60000 65536"/>
                        </a:gdLst>
                        <a:ahLst/>
                        <a:cxnLst>
                          <a:cxn ang="T6">
                            <a:pos x="T0" y="T1"/>
                          </a:cxn>
                          <a:cxn ang="T7">
                            <a:pos x="T2" y="T3"/>
                          </a:cxn>
                          <a:cxn ang="T8">
                            <a:pos x="T4" y="T5"/>
                          </a:cxn>
                        </a:cxnLst>
                        <a:rect l="0" t="0" r="r" b="b"/>
                        <a:pathLst>
                          <a:path w="155" h="31">
                            <a:moveTo>
                              <a:pt x="0" y="12"/>
                            </a:moveTo>
                            <a:cubicBezTo>
                              <a:pt x="11" y="10"/>
                              <a:pt x="38" y="0"/>
                              <a:pt x="64" y="3"/>
                            </a:cubicBezTo>
                            <a:cubicBezTo>
                              <a:pt x="90" y="6"/>
                              <a:pt x="136" y="25"/>
                              <a:pt x="155" y="31"/>
                            </a:cubicBezTo>
                          </a:path>
                        </a:pathLst>
                      </a:custGeom>
                      <a:noFill/>
                      <a:ln w="28575" cap="flat" cmpd="sng">
                        <a:solidFill>
                          <a:schemeClr val="tx1"/>
                        </a:solidFill>
                        <a:prstDash val="sysDot"/>
                        <a:round/>
                        <a:headEnd type="none" w="med" len="med"/>
                        <a:tailEnd type="none" w="med" len="med"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</p:grpSp>
              </p:grpSp>
              <p:grpSp>
                <p:nvGrpSpPr>
                  <p:cNvPr id="10281" name="Group 200"/>
                  <p:cNvGrpSpPr>
                    <a:grpSpLocks/>
                  </p:cNvGrpSpPr>
                  <p:nvPr/>
                </p:nvGrpSpPr>
                <p:grpSpPr bwMode="auto">
                  <a:xfrm>
                    <a:off x="4078" y="2016"/>
                    <a:ext cx="1393" cy="1155"/>
                    <a:chOff x="4078" y="2016"/>
                    <a:chExt cx="1393" cy="1155"/>
                  </a:xfrm>
                </p:grpSpPr>
                <p:grpSp>
                  <p:nvGrpSpPr>
                    <p:cNvPr id="10282" name="Group 201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080" y="2016"/>
                      <a:ext cx="1056" cy="960"/>
                      <a:chOff x="4080" y="2016"/>
                      <a:chExt cx="1056" cy="960"/>
                    </a:xfrm>
                  </p:grpSpPr>
                  <p:sp>
                    <p:nvSpPr>
                      <p:cNvPr id="10291" name="Line 202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4416" y="2400"/>
                        <a:ext cx="0" cy="576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10292" name="Line 203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5136" y="2352"/>
                        <a:ext cx="0" cy="576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10293" name="Line 204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4080" y="2112"/>
                        <a:ext cx="0" cy="601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10294" name="Line 205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4848" y="2016"/>
                        <a:ext cx="0" cy="672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chemeClr val="tx1"/>
                        </a:solidFill>
                        <a:prstDash val="dash"/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</p:grpSp>
                <p:grpSp>
                  <p:nvGrpSpPr>
                    <p:cNvPr id="10283" name="Group 206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078" y="2597"/>
                      <a:ext cx="1060" cy="449"/>
                      <a:chOff x="4078" y="2597"/>
                      <a:chExt cx="1060" cy="449"/>
                    </a:xfrm>
                  </p:grpSpPr>
                  <p:sp>
                    <p:nvSpPr>
                      <p:cNvPr id="10289" name="Freeform 207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4416" y="2907"/>
                        <a:ext cx="722" cy="139"/>
                      </a:xfrm>
                      <a:custGeom>
                        <a:avLst/>
                        <a:gdLst>
                          <a:gd name="T0" fmla="*/ 0 w 722"/>
                          <a:gd name="T1" fmla="*/ 55 h 139"/>
                          <a:gd name="T2" fmla="*/ 91 w 722"/>
                          <a:gd name="T3" fmla="*/ 92 h 139"/>
                          <a:gd name="T4" fmla="*/ 174 w 722"/>
                          <a:gd name="T5" fmla="*/ 119 h 139"/>
                          <a:gd name="T6" fmla="*/ 247 w 722"/>
                          <a:gd name="T7" fmla="*/ 128 h 139"/>
                          <a:gd name="T8" fmla="*/ 366 w 722"/>
                          <a:gd name="T9" fmla="*/ 138 h 139"/>
                          <a:gd name="T10" fmla="*/ 494 w 722"/>
                          <a:gd name="T11" fmla="*/ 119 h 139"/>
                          <a:gd name="T12" fmla="*/ 603 w 722"/>
                          <a:gd name="T13" fmla="*/ 83 h 139"/>
                          <a:gd name="T14" fmla="*/ 722 w 722"/>
                          <a:gd name="T15" fmla="*/ 0 h 139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722" h="139">
                            <a:moveTo>
                              <a:pt x="0" y="55"/>
                            </a:moveTo>
                            <a:cubicBezTo>
                              <a:pt x="15" y="61"/>
                              <a:pt x="62" y="81"/>
                              <a:pt x="91" y="92"/>
                            </a:cubicBezTo>
                            <a:cubicBezTo>
                              <a:pt x="120" y="103"/>
                              <a:pt x="148" y="113"/>
                              <a:pt x="174" y="119"/>
                            </a:cubicBezTo>
                            <a:cubicBezTo>
                              <a:pt x="200" y="125"/>
                              <a:pt x="215" y="125"/>
                              <a:pt x="247" y="128"/>
                            </a:cubicBezTo>
                            <a:cubicBezTo>
                              <a:pt x="279" y="131"/>
                              <a:pt x="325" y="139"/>
                              <a:pt x="366" y="138"/>
                            </a:cubicBezTo>
                            <a:cubicBezTo>
                              <a:pt x="407" y="137"/>
                              <a:pt x="455" y="128"/>
                              <a:pt x="494" y="119"/>
                            </a:cubicBezTo>
                            <a:cubicBezTo>
                              <a:pt x="533" y="110"/>
                              <a:pt x="565" y="103"/>
                              <a:pt x="603" y="83"/>
                            </a:cubicBezTo>
                            <a:cubicBezTo>
                              <a:pt x="641" y="63"/>
                              <a:pt x="697" y="17"/>
                              <a:pt x="722" y="0"/>
                            </a:cubicBezTo>
                          </a:path>
                        </a:pathLst>
                      </a:custGeom>
                      <a:noFill/>
                      <a:ln w="19050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10290" name="Freeform 208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4078" y="2597"/>
                        <a:ext cx="770" cy="91"/>
                      </a:xfrm>
                      <a:custGeom>
                        <a:avLst/>
                        <a:gdLst>
                          <a:gd name="T0" fmla="*/ 0 w 770"/>
                          <a:gd name="T1" fmla="*/ 91 h 91"/>
                          <a:gd name="T2" fmla="*/ 119 w 770"/>
                          <a:gd name="T3" fmla="*/ 36 h 91"/>
                          <a:gd name="T4" fmla="*/ 219 w 770"/>
                          <a:gd name="T5" fmla="*/ 18 h 91"/>
                          <a:gd name="T6" fmla="*/ 301 w 770"/>
                          <a:gd name="T7" fmla="*/ 9 h 91"/>
                          <a:gd name="T8" fmla="*/ 393 w 770"/>
                          <a:gd name="T9" fmla="*/ 0 h 91"/>
                          <a:gd name="T10" fmla="*/ 457 w 770"/>
                          <a:gd name="T11" fmla="*/ 9 h 91"/>
                          <a:gd name="T12" fmla="*/ 530 w 770"/>
                          <a:gd name="T13" fmla="*/ 9 h 91"/>
                          <a:gd name="T14" fmla="*/ 585 w 770"/>
                          <a:gd name="T15" fmla="*/ 27 h 91"/>
                          <a:gd name="T16" fmla="*/ 658 w 770"/>
                          <a:gd name="T17" fmla="*/ 45 h 91"/>
                          <a:gd name="T18" fmla="*/ 770 w 770"/>
                          <a:gd name="T19" fmla="*/ 91 h 91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  <a:gd name="T24" fmla="*/ 0 60000 65536"/>
                          <a:gd name="T25" fmla="*/ 0 60000 65536"/>
                          <a:gd name="T26" fmla="*/ 0 60000 65536"/>
                          <a:gd name="T27" fmla="*/ 0 60000 65536"/>
                          <a:gd name="T28" fmla="*/ 0 60000 65536"/>
                          <a:gd name="T29" fmla="*/ 0 60000 65536"/>
                        </a:gdLst>
                        <a:ahLst/>
                        <a:cxnLst>
                          <a:cxn ang="T20">
                            <a:pos x="T0" y="T1"/>
                          </a:cxn>
                          <a:cxn ang="T21">
                            <a:pos x="T2" y="T3"/>
                          </a:cxn>
                          <a:cxn ang="T22">
                            <a:pos x="T4" y="T5"/>
                          </a:cxn>
                          <a:cxn ang="T23">
                            <a:pos x="T6" y="T7"/>
                          </a:cxn>
                          <a:cxn ang="T24">
                            <a:pos x="T8" y="T9"/>
                          </a:cxn>
                          <a:cxn ang="T25">
                            <a:pos x="T10" y="T11"/>
                          </a:cxn>
                          <a:cxn ang="T26">
                            <a:pos x="T12" y="T13"/>
                          </a:cxn>
                          <a:cxn ang="T27">
                            <a:pos x="T14" y="T15"/>
                          </a:cxn>
                          <a:cxn ang="T28">
                            <a:pos x="T16" y="T17"/>
                          </a:cxn>
                          <a:cxn ang="T29">
                            <a:pos x="T18" y="T19"/>
                          </a:cxn>
                        </a:cxnLst>
                        <a:rect l="0" t="0" r="r" b="b"/>
                        <a:pathLst>
                          <a:path w="770" h="91">
                            <a:moveTo>
                              <a:pt x="0" y="91"/>
                            </a:moveTo>
                            <a:cubicBezTo>
                              <a:pt x="20" y="82"/>
                              <a:pt x="83" y="48"/>
                              <a:pt x="119" y="36"/>
                            </a:cubicBezTo>
                            <a:cubicBezTo>
                              <a:pt x="155" y="24"/>
                              <a:pt x="189" y="23"/>
                              <a:pt x="219" y="18"/>
                            </a:cubicBezTo>
                            <a:cubicBezTo>
                              <a:pt x="249" y="13"/>
                              <a:pt x="272" y="12"/>
                              <a:pt x="301" y="9"/>
                            </a:cubicBezTo>
                            <a:cubicBezTo>
                              <a:pt x="330" y="6"/>
                              <a:pt x="367" y="0"/>
                              <a:pt x="393" y="0"/>
                            </a:cubicBezTo>
                            <a:cubicBezTo>
                              <a:pt x="419" y="0"/>
                              <a:pt x="434" y="8"/>
                              <a:pt x="457" y="9"/>
                            </a:cubicBezTo>
                            <a:cubicBezTo>
                              <a:pt x="480" y="10"/>
                              <a:pt x="509" y="6"/>
                              <a:pt x="530" y="9"/>
                            </a:cubicBezTo>
                            <a:cubicBezTo>
                              <a:pt x="551" y="12"/>
                              <a:pt x="564" y="21"/>
                              <a:pt x="585" y="27"/>
                            </a:cubicBezTo>
                            <a:cubicBezTo>
                              <a:pt x="606" y="33"/>
                              <a:pt x="627" y="34"/>
                              <a:pt x="658" y="45"/>
                            </a:cubicBezTo>
                            <a:cubicBezTo>
                              <a:pt x="689" y="56"/>
                              <a:pt x="747" y="81"/>
                              <a:pt x="770" y="91"/>
                            </a:cubicBezTo>
                          </a:path>
                        </a:pathLst>
                      </a:custGeom>
                      <a:noFill/>
                      <a:ln w="19050" cap="flat" cmpd="sng">
                        <a:solidFill>
                          <a:schemeClr val="tx1"/>
                        </a:solidFill>
                        <a:prstDash val="dash"/>
                        <a:round/>
                        <a:headEnd type="none" w="med" len="med"/>
                        <a:tailEnd type="none" w="med" len="med"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</p:grpSp>
                <p:grpSp>
                  <p:nvGrpSpPr>
                    <p:cNvPr id="10284" name="Group 209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079" y="2671"/>
                      <a:ext cx="1392" cy="500"/>
                      <a:chOff x="4079" y="2671"/>
                      <a:chExt cx="1392" cy="500"/>
                    </a:xfrm>
                  </p:grpSpPr>
                  <p:sp>
                    <p:nvSpPr>
                      <p:cNvPr id="10285" name="Line 210"/>
                      <p:cNvSpPr>
                        <a:spLocks noChangeShapeType="1"/>
                      </p:cNvSpPr>
                      <p:nvPr/>
                    </p:nvSpPr>
                    <p:spPr bwMode="auto">
                      <a:xfrm rot="60000" flipH="1" flipV="1">
                        <a:off x="4079" y="2708"/>
                        <a:ext cx="337" cy="248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10286" name="Line 211"/>
                      <p:cNvSpPr>
                        <a:spLocks noChangeShapeType="1"/>
                      </p:cNvSpPr>
                      <p:nvPr/>
                    </p:nvSpPr>
                    <p:spPr bwMode="auto">
                      <a:xfrm rot="60000" flipH="1" flipV="1">
                        <a:off x="4800" y="2671"/>
                        <a:ext cx="290" cy="214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chemeClr val="tx1"/>
                        </a:solidFill>
                        <a:prstDash val="dash"/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10287" name="Line 212"/>
                      <p:cNvSpPr>
                        <a:spLocks noChangeShapeType="1"/>
                      </p:cNvSpPr>
                      <p:nvPr/>
                    </p:nvSpPr>
                    <p:spPr bwMode="auto">
                      <a:xfrm rot="60000" flipH="1" flipV="1">
                        <a:off x="4416" y="2976"/>
                        <a:ext cx="238" cy="175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chemeClr val="tx1"/>
                        </a:solidFill>
                        <a:prstDash val="dash"/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10288" name="Line 213"/>
                      <p:cNvSpPr>
                        <a:spLocks noChangeShapeType="1"/>
                      </p:cNvSpPr>
                      <p:nvPr/>
                    </p:nvSpPr>
                    <p:spPr bwMode="auto">
                      <a:xfrm rot="60000" flipH="1" flipV="1">
                        <a:off x="5137" y="2925"/>
                        <a:ext cx="334" cy="246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chemeClr val="tx1"/>
                        </a:solidFill>
                        <a:prstDash val="dash"/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</p:grpSp>
              </p:grpSp>
            </p:grpSp>
            <p:graphicFrame>
              <p:nvGraphicFramePr>
                <p:cNvPr id="10277" name="Object 215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4019565900"/>
                    </p:ext>
                  </p:extLst>
                </p:nvPr>
              </p:nvGraphicFramePr>
              <p:xfrm>
                <a:off x="3192" y="741"/>
                <a:ext cx="759" cy="331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5113" name="Equation" r:id="rId42" imgW="647640" imgH="228600" progId="Equation.DSMT4">
                        <p:embed/>
                      </p:oleObj>
                    </mc:Choice>
                    <mc:Fallback>
                      <p:oleObj name="Equation" r:id="rId42" imgW="647640" imgH="228600" progId="Equation.DSMT4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43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192" y="741"/>
                              <a:ext cx="759" cy="331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10278" name="Freeform 216"/>
                <p:cNvSpPr>
                  <a:spLocks/>
                </p:cNvSpPr>
                <p:nvPr/>
              </p:nvSpPr>
              <p:spPr bwMode="auto">
                <a:xfrm>
                  <a:off x="4122" y="336"/>
                  <a:ext cx="512" cy="1141"/>
                </a:xfrm>
                <a:custGeom>
                  <a:avLst/>
                  <a:gdLst>
                    <a:gd name="T0" fmla="*/ 512 w 512"/>
                    <a:gd name="T1" fmla="*/ 394 h 1141"/>
                    <a:gd name="T2" fmla="*/ 510 w 512"/>
                    <a:gd name="T3" fmla="*/ 1141 h 1141"/>
                    <a:gd name="T4" fmla="*/ 0 w 512"/>
                    <a:gd name="T5" fmla="*/ 723 h 1141"/>
                    <a:gd name="T6" fmla="*/ 0 w 512"/>
                    <a:gd name="T7" fmla="*/ 74 h 1141"/>
                    <a:gd name="T8" fmla="*/ 30 w 512"/>
                    <a:gd name="T9" fmla="*/ 37 h 1141"/>
                    <a:gd name="T10" fmla="*/ 101 w 512"/>
                    <a:gd name="T11" fmla="*/ 0 h 1141"/>
                    <a:gd name="T12" fmla="*/ 174 w 512"/>
                    <a:gd name="T13" fmla="*/ 19 h 1141"/>
                    <a:gd name="T14" fmla="*/ 222 w 512"/>
                    <a:gd name="T15" fmla="*/ 37 h 1141"/>
                    <a:gd name="T16" fmla="*/ 348 w 512"/>
                    <a:gd name="T17" fmla="*/ 119 h 1141"/>
                    <a:gd name="T18" fmla="*/ 421 w 512"/>
                    <a:gd name="T19" fmla="*/ 211 h 1141"/>
                    <a:gd name="T20" fmla="*/ 476 w 512"/>
                    <a:gd name="T21" fmla="*/ 311 h 1141"/>
                    <a:gd name="T22" fmla="*/ 512 w 512"/>
                    <a:gd name="T23" fmla="*/ 394 h 1141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512" h="1141">
                      <a:moveTo>
                        <a:pt x="512" y="394"/>
                      </a:moveTo>
                      <a:lnTo>
                        <a:pt x="510" y="1141"/>
                      </a:lnTo>
                      <a:lnTo>
                        <a:pt x="0" y="723"/>
                      </a:lnTo>
                      <a:lnTo>
                        <a:pt x="0" y="74"/>
                      </a:lnTo>
                      <a:lnTo>
                        <a:pt x="30" y="37"/>
                      </a:lnTo>
                      <a:lnTo>
                        <a:pt x="101" y="0"/>
                      </a:lnTo>
                      <a:lnTo>
                        <a:pt x="174" y="19"/>
                      </a:lnTo>
                      <a:lnTo>
                        <a:pt x="222" y="37"/>
                      </a:lnTo>
                      <a:cubicBezTo>
                        <a:pt x="270" y="69"/>
                        <a:pt x="306" y="79"/>
                        <a:pt x="348" y="119"/>
                      </a:cubicBezTo>
                      <a:cubicBezTo>
                        <a:pt x="381" y="148"/>
                        <a:pt x="400" y="181"/>
                        <a:pt x="421" y="211"/>
                      </a:cubicBezTo>
                      <a:lnTo>
                        <a:pt x="476" y="311"/>
                      </a:lnTo>
                      <a:lnTo>
                        <a:pt x="512" y="394"/>
                      </a:lnTo>
                      <a:close/>
                    </a:path>
                  </a:pathLst>
                </a:custGeom>
                <a:solidFill>
                  <a:srgbClr val="FF0000">
                    <a:alpha val="50195"/>
                  </a:srgbClr>
                </a:solidFill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279" name="Line 221"/>
                <p:cNvSpPr>
                  <a:spLocks noChangeShapeType="1"/>
                </p:cNvSpPr>
                <p:nvPr/>
              </p:nvSpPr>
              <p:spPr bwMode="auto">
                <a:xfrm rot="120000">
                  <a:off x="4650" y="1488"/>
                  <a:ext cx="198" cy="144"/>
                </a:xfrm>
                <a:prstGeom prst="line">
                  <a:avLst/>
                </a:prstGeom>
                <a:noFill/>
                <a:ln w="19050">
                  <a:solidFill>
                    <a:schemeClr val="tx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aphicFrame>
            <p:nvGraphicFramePr>
              <p:cNvPr id="10270" name="Object 223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942240411"/>
                  </p:ext>
                </p:extLst>
              </p:nvPr>
            </p:nvGraphicFramePr>
            <p:xfrm>
              <a:off x="5214" y="919"/>
              <a:ext cx="426" cy="23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5114" name="Equation" r:id="rId44" imgW="419040" imgH="228600" progId="Equation.DSMT4">
                      <p:embed/>
                    </p:oleObj>
                  </mc:Choice>
                  <mc:Fallback>
                    <p:oleObj name="Equation" r:id="rId44" imgW="419040" imgH="22860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5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214" y="919"/>
                            <a:ext cx="426" cy="237"/>
                          </a:xfrm>
                          <a:prstGeom prst="rect">
                            <a:avLst/>
                          </a:prstGeom>
                          <a:solidFill>
                            <a:srgbClr val="FF00FF">
                              <a:alpha val="50195"/>
                            </a:srgbClr>
                          </a:solidFill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0271" name="Line 224"/>
              <p:cNvSpPr>
                <a:spLocks noChangeShapeType="1"/>
              </p:cNvSpPr>
              <p:nvPr/>
            </p:nvSpPr>
            <p:spPr bwMode="auto">
              <a:xfrm flipH="1">
                <a:off x="4650" y="1056"/>
                <a:ext cx="438" cy="0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0264" name="组合 89"/>
            <p:cNvGrpSpPr>
              <a:grpSpLocks/>
            </p:cNvGrpSpPr>
            <p:nvPr/>
          </p:nvGrpSpPr>
          <p:grpSpPr bwMode="auto">
            <a:xfrm>
              <a:off x="3982621" y="2055007"/>
              <a:ext cx="2327967" cy="1051566"/>
              <a:chOff x="3982621" y="2055007"/>
              <a:chExt cx="2327967" cy="1051566"/>
            </a:xfrm>
          </p:grpSpPr>
          <p:graphicFrame>
            <p:nvGraphicFramePr>
              <p:cNvPr id="10265" name="对象 90"/>
              <p:cNvGraphicFramePr>
                <a:graphicFrameLocks noChangeAspect="1"/>
              </p:cNvGraphicFramePr>
              <p:nvPr/>
            </p:nvGraphicFramePr>
            <p:xfrm>
              <a:off x="3982621" y="2663057"/>
              <a:ext cx="293935" cy="32332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5115" name="Equation" r:id="rId46" imgW="126835" imgH="139518" progId="Equation.DSMT4">
                      <p:embed/>
                    </p:oleObj>
                  </mc:Choice>
                  <mc:Fallback>
                    <p:oleObj name="Equation" r:id="rId46" imgW="126835" imgH="139518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982621" y="2663057"/>
                            <a:ext cx="293935" cy="32332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0266" name="对象 91"/>
              <p:cNvGraphicFramePr>
                <a:graphicFrameLocks noChangeAspect="1"/>
              </p:cNvGraphicFramePr>
              <p:nvPr/>
            </p:nvGraphicFramePr>
            <p:xfrm>
              <a:off x="5388617" y="2661798"/>
              <a:ext cx="263748" cy="36924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5116" name="Equation" r:id="rId48" imgW="126725" imgH="177415" progId="Equation.DSMT4">
                      <p:embed/>
                    </p:oleObj>
                  </mc:Choice>
                  <mc:Fallback>
                    <p:oleObj name="Equation" r:id="rId48" imgW="126725" imgH="177415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388617" y="2661798"/>
                            <a:ext cx="263748" cy="36924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0267" name="对象 92"/>
              <p:cNvGraphicFramePr>
                <a:graphicFrameLocks noChangeAspect="1"/>
              </p:cNvGraphicFramePr>
              <p:nvPr/>
            </p:nvGraphicFramePr>
            <p:xfrm>
              <a:off x="4809669" y="2621722"/>
              <a:ext cx="377106" cy="48485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5117" name="Equation" r:id="rId50" imgW="177646" imgH="228402" progId="Equation.DSMT4">
                      <p:embed/>
                    </p:oleObj>
                  </mc:Choice>
                  <mc:Fallback>
                    <p:oleObj name="Equation" r:id="rId50" imgW="177646" imgH="228402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809669" y="2621722"/>
                            <a:ext cx="377106" cy="48485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0268" name="对象 93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865443018"/>
                  </p:ext>
                </p:extLst>
              </p:nvPr>
            </p:nvGraphicFramePr>
            <p:xfrm>
              <a:off x="5136022" y="2055007"/>
              <a:ext cx="1174566" cy="4980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5118" name="Equation" r:id="rId52" imgW="647700" imgH="228600" progId="Equation.DSMT4">
                      <p:embed/>
                    </p:oleObj>
                  </mc:Choice>
                  <mc:Fallback>
                    <p:oleObj name="Equation" r:id="rId52" imgW="647700" imgH="22860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136022" y="2055007"/>
                            <a:ext cx="1174566" cy="49803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5F8BC-3C02-4E82-A6AD-68405BC1CFA0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9985612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0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106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106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106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106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106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106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106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106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4106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9" dur="500"/>
                                        <p:tgtEl>
                                          <p:spTgt spid="410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10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10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4106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5" dur="500"/>
                                        <p:tgtEl>
                                          <p:spTgt spid="410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410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4106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4106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4106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4106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410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4106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4106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10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4" dur="500"/>
                                        <p:tgtEl>
                                          <p:spTgt spid="410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410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410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4106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4106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95" dur="500"/>
                                        <p:tgtEl>
                                          <p:spTgt spid="410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0626" grpId="0" animBg="1"/>
      <p:bldP spid="410636" grpId="0" autoUpdateAnimBg="0"/>
      <p:bldP spid="410639" grpId="0" autoUpdateAnimBg="0"/>
      <p:bldP spid="410651" grpId="0" autoUpdateAnimBg="0"/>
      <p:bldP spid="410652" grpId="0" autoUpdateAnimBg="0"/>
      <p:bldP spid="410653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736" name="Freeform 88"/>
          <p:cNvSpPr>
            <a:spLocks/>
          </p:cNvSpPr>
          <p:nvPr/>
        </p:nvSpPr>
        <p:spPr bwMode="auto">
          <a:xfrm>
            <a:off x="3657600" y="1752601"/>
            <a:ext cx="914400" cy="1387475"/>
          </a:xfrm>
          <a:custGeom>
            <a:avLst/>
            <a:gdLst>
              <a:gd name="T0" fmla="*/ 2147483646 w 576"/>
              <a:gd name="T1" fmla="*/ 2147483646 h 892"/>
              <a:gd name="T2" fmla="*/ 2147483646 w 576"/>
              <a:gd name="T3" fmla="*/ 2147483646 h 892"/>
              <a:gd name="T4" fmla="*/ 2147483646 w 576"/>
              <a:gd name="T5" fmla="*/ 2147483646 h 892"/>
              <a:gd name="T6" fmla="*/ 2147483646 w 576"/>
              <a:gd name="T7" fmla="*/ 2147483646 h 892"/>
              <a:gd name="T8" fmla="*/ 2147483646 w 576"/>
              <a:gd name="T9" fmla="*/ 2147483646 h 892"/>
              <a:gd name="T10" fmla="*/ 2147483646 w 576"/>
              <a:gd name="T11" fmla="*/ 2147483646 h 892"/>
              <a:gd name="T12" fmla="*/ 2147483646 w 576"/>
              <a:gd name="T13" fmla="*/ 2147483646 h 892"/>
              <a:gd name="T14" fmla="*/ 2147483646 w 576"/>
              <a:gd name="T15" fmla="*/ 2147483646 h 892"/>
              <a:gd name="T16" fmla="*/ 2147483646 w 576"/>
              <a:gd name="T17" fmla="*/ 2147483646 h 892"/>
              <a:gd name="T18" fmla="*/ 2147483646 w 576"/>
              <a:gd name="T19" fmla="*/ 2147483646 h 892"/>
              <a:gd name="T20" fmla="*/ 0 w 576"/>
              <a:gd name="T21" fmla="*/ 2147483646 h 892"/>
              <a:gd name="T22" fmla="*/ 2147483646 w 576"/>
              <a:gd name="T23" fmla="*/ 2147483646 h 892"/>
              <a:gd name="T24" fmla="*/ 2147483646 w 576"/>
              <a:gd name="T25" fmla="*/ 2147483646 h 892"/>
              <a:gd name="T26" fmla="*/ 2147483646 w 576"/>
              <a:gd name="T27" fmla="*/ 2147483646 h 892"/>
              <a:gd name="T28" fmla="*/ 2147483646 w 576"/>
              <a:gd name="T29" fmla="*/ 2147483646 h 892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0" t="0" r="r" b="b"/>
            <a:pathLst>
              <a:path w="576" h="892">
                <a:moveTo>
                  <a:pt x="82" y="880"/>
                </a:moveTo>
                <a:cubicBezTo>
                  <a:pt x="206" y="860"/>
                  <a:pt x="337" y="892"/>
                  <a:pt x="457" y="852"/>
                </a:cubicBezTo>
                <a:cubicBezTo>
                  <a:pt x="483" y="773"/>
                  <a:pt x="446" y="871"/>
                  <a:pt x="485" y="807"/>
                </a:cubicBezTo>
                <a:cubicBezTo>
                  <a:pt x="490" y="799"/>
                  <a:pt x="489" y="788"/>
                  <a:pt x="494" y="779"/>
                </a:cubicBezTo>
                <a:cubicBezTo>
                  <a:pt x="504" y="760"/>
                  <a:pt x="530" y="724"/>
                  <a:pt x="530" y="724"/>
                </a:cubicBezTo>
                <a:cubicBezTo>
                  <a:pt x="551" y="623"/>
                  <a:pt x="540" y="663"/>
                  <a:pt x="558" y="605"/>
                </a:cubicBezTo>
                <a:cubicBezTo>
                  <a:pt x="562" y="576"/>
                  <a:pt x="576" y="464"/>
                  <a:pt x="576" y="441"/>
                </a:cubicBezTo>
                <a:cubicBezTo>
                  <a:pt x="576" y="340"/>
                  <a:pt x="521" y="240"/>
                  <a:pt x="521" y="139"/>
                </a:cubicBezTo>
                <a:cubicBezTo>
                  <a:pt x="502" y="138"/>
                  <a:pt x="116" y="0"/>
                  <a:pt x="64" y="157"/>
                </a:cubicBezTo>
                <a:cubicBezTo>
                  <a:pt x="79" y="203"/>
                  <a:pt x="76" y="176"/>
                  <a:pt x="55" y="240"/>
                </a:cubicBezTo>
                <a:cubicBezTo>
                  <a:pt x="36" y="298"/>
                  <a:pt x="15" y="354"/>
                  <a:pt x="0" y="413"/>
                </a:cubicBezTo>
                <a:cubicBezTo>
                  <a:pt x="11" y="500"/>
                  <a:pt x="20" y="581"/>
                  <a:pt x="9" y="669"/>
                </a:cubicBezTo>
                <a:cubicBezTo>
                  <a:pt x="16" y="716"/>
                  <a:pt x="25" y="752"/>
                  <a:pt x="37" y="797"/>
                </a:cubicBezTo>
                <a:cubicBezTo>
                  <a:pt x="38" y="800"/>
                  <a:pt x="50" y="854"/>
                  <a:pt x="55" y="861"/>
                </a:cubicBezTo>
                <a:cubicBezTo>
                  <a:pt x="62" y="870"/>
                  <a:pt x="73" y="874"/>
                  <a:pt x="82" y="880"/>
                </a:cubicBezTo>
                <a:close/>
              </a:path>
            </a:pathLst>
          </a:custGeom>
          <a:gradFill rotWithShape="0">
            <a:gsLst>
              <a:gs pos="0">
                <a:srgbClr val="FFFFFF"/>
              </a:gs>
              <a:gs pos="50000">
                <a:srgbClr val="00FF00"/>
              </a:gs>
              <a:gs pos="100000">
                <a:srgbClr val="FFFFFF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5715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1716" name="Oval 68"/>
          <p:cNvSpPr>
            <a:spLocks noChangeArrowheads="1"/>
          </p:cNvSpPr>
          <p:nvPr/>
        </p:nvSpPr>
        <p:spPr bwMode="auto">
          <a:xfrm rot="6376049">
            <a:off x="7146925" y="1997075"/>
            <a:ext cx="1250950" cy="914400"/>
          </a:xfrm>
          <a:prstGeom prst="ellipse">
            <a:avLst/>
          </a:prstGeom>
          <a:gradFill rotWithShape="0">
            <a:gsLst>
              <a:gs pos="0">
                <a:srgbClr val="FFFFFF"/>
              </a:gs>
              <a:gs pos="50000">
                <a:srgbClr val="00FF00"/>
              </a:gs>
              <a:gs pos="100000">
                <a:srgbClr val="FFFFFF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28575">
                <a:solidFill>
                  <a:schemeClr val="accent2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1269" name="Text Box 2"/>
          <p:cNvSpPr txBox="1">
            <a:spLocks noChangeArrowheads="1"/>
          </p:cNvSpPr>
          <p:nvPr/>
        </p:nvSpPr>
        <p:spPr bwMode="auto">
          <a:xfrm>
            <a:off x="2438400" y="381001"/>
            <a:ext cx="2971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b="1">
                <a:solidFill>
                  <a:srgbClr val="0000FF"/>
                </a:solidFill>
                <a:ea typeface="宋体" panose="02010600030101010101" pitchFamily="2" charset="-122"/>
              </a:rPr>
              <a:t>(2)</a:t>
            </a:r>
            <a:r>
              <a:rPr lang="en-US" altLang="zh-CN" b="1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zh-CN" altLang="en-US" b="1">
                <a:solidFill>
                  <a:srgbClr val="0000FF"/>
                </a:solidFill>
                <a:ea typeface="宋体" panose="02010600030101010101" pitchFamily="2" charset="-122"/>
              </a:rPr>
              <a:t>积分区域</a:t>
            </a: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为</a:t>
            </a:r>
            <a:r>
              <a:rPr lang="zh-CN" altLang="en-US">
                <a:solidFill>
                  <a:schemeClr val="tx1"/>
                </a:solidFill>
                <a:ea typeface="宋体" panose="02010600030101010101" pitchFamily="2" charset="-122"/>
              </a:rPr>
              <a:t>：</a:t>
            </a:r>
          </a:p>
        </p:txBody>
      </p:sp>
      <p:graphicFrame>
        <p:nvGraphicFramePr>
          <p:cNvPr id="41165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5103919"/>
              </p:ext>
            </p:extLst>
          </p:nvPr>
        </p:nvGraphicFramePr>
        <p:xfrm>
          <a:off x="5267484" y="353686"/>
          <a:ext cx="1395412" cy="5607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254" name="Equation" r:id="rId4" imgW="647640" imgH="203040" progId="Equation.DSMT4">
                  <p:embed/>
                </p:oleObj>
              </mc:Choice>
              <mc:Fallback>
                <p:oleObj name="Equation" r:id="rId4" imgW="6476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67484" y="353686"/>
                        <a:ext cx="1395412" cy="56071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165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6955400"/>
              </p:ext>
            </p:extLst>
          </p:nvPr>
        </p:nvGraphicFramePr>
        <p:xfrm>
          <a:off x="6819900" y="301242"/>
          <a:ext cx="2125118" cy="5609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255" name="Equation" r:id="rId6" imgW="1143000" imgH="228600" progId="Equation.DSMT4">
                  <p:embed/>
                </p:oleObj>
              </mc:Choice>
              <mc:Fallback>
                <p:oleObj name="Equation" r:id="rId6" imgW="11430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19900" y="301242"/>
                        <a:ext cx="2125118" cy="5609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11653" name="Group 5"/>
          <p:cNvGrpSpPr>
            <a:grpSpLocks/>
          </p:cNvGrpSpPr>
          <p:nvPr/>
        </p:nvGrpSpPr>
        <p:grpSpPr bwMode="auto">
          <a:xfrm>
            <a:off x="2424113" y="1752600"/>
            <a:ext cx="3446462" cy="1447800"/>
            <a:chOff x="567" y="1104"/>
            <a:chExt cx="2171" cy="912"/>
          </a:xfrm>
        </p:grpSpPr>
        <p:graphicFrame>
          <p:nvGraphicFramePr>
            <p:cNvPr id="11320" name="Object 6"/>
            <p:cNvGraphicFramePr>
              <a:graphicFrameLocks noChangeAspect="1"/>
            </p:cNvGraphicFramePr>
            <p:nvPr/>
          </p:nvGraphicFramePr>
          <p:xfrm>
            <a:off x="1488" y="1392"/>
            <a:ext cx="196" cy="1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256" name="Equation" r:id="rId8" imgW="317225" imgH="291847" progId="Equation.3">
                    <p:embed/>
                  </p:oleObj>
                </mc:Choice>
                <mc:Fallback>
                  <p:oleObj name="Equation" r:id="rId8" imgW="317225" imgH="29184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88" y="1392"/>
                          <a:ext cx="196" cy="1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1321" name="Group 7"/>
            <p:cNvGrpSpPr>
              <a:grpSpLocks/>
            </p:cNvGrpSpPr>
            <p:nvPr/>
          </p:nvGrpSpPr>
          <p:grpSpPr bwMode="auto">
            <a:xfrm>
              <a:off x="567" y="1104"/>
              <a:ext cx="2171" cy="912"/>
              <a:chOff x="567" y="1104"/>
              <a:chExt cx="2171" cy="912"/>
            </a:xfrm>
          </p:grpSpPr>
          <p:sp>
            <p:nvSpPr>
              <p:cNvPr id="11322" name="Line 8"/>
              <p:cNvSpPr>
                <a:spLocks noChangeShapeType="1"/>
              </p:cNvSpPr>
              <p:nvPr/>
            </p:nvSpPr>
            <p:spPr bwMode="auto">
              <a:xfrm rot="5435764">
                <a:off x="1150" y="961"/>
                <a:ext cx="1" cy="4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323" name="Line 9"/>
              <p:cNvSpPr>
                <a:spLocks noChangeShapeType="1"/>
              </p:cNvSpPr>
              <p:nvPr/>
            </p:nvSpPr>
            <p:spPr bwMode="auto">
              <a:xfrm>
                <a:off x="912" y="1968"/>
                <a:ext cx="53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11324" name="Object 10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311485184"/>
                  </p:ext>
                </p:extLst>
              </p:nvPr>
            </p:nvGraphicFramePr>
            <p:xfrm>
              <a:off x="1928" y="1310"/>
              <a:ext cx="810" cy="23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4257" name="Equation" r:id="rId10" imgW="1447800" imgH="419100" progId="Equation.3">
                      <p:embed/>
                    </p:oleObj>
                  </mc:Choice>
                  <mc:Fallback>
                    <p:oleObj name="Equation" r:id="rId10" imgW="1447800" imgH="41910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928" y="1310"/>
                            <a:ext cx="810" cy="23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1325" name="Object 11"/>
              <p:cNvGraphicFramePr>
                <a:graphicFrameLocks noChangeAspect="1"/>
              </p:cNvGraphicFramePr>
              <p:nvPr/>
            </p:nvGraphicFramePr>
            <p:xfrm>
              <a:off x="785" y="1872"/>
              <a:ext cx="127" cy="14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4258" name="Equation" r:id="rId12" imgW="203112" imgH="241195" progId="Equation.3">
                      <p:embed/>
                    </p:oleObj>
                  </mc:Choice>
                  <mc:Fallback>
                    <p:oleObj name="Equation" r:id="rId12" imgW="203112" imgH="241195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85" y="1872"/>
                            <a:ext cx="127" cy="14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1326" name="Object 12"/>
              <p:cNvGraphicFramePr>
                <a:graphicFrameLocks noChangeAspect="1"/>
              </p:cNvGraphicFramePr>
              <p:nvPr/>
            </p:nvGraphicFramePr>
            <p:xfrm>
              <a:off x="760" y="1104"/>
              <a:ext cx="152" cy="18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4259" name="Equation" r:id="rId14" imgW="241091" imgH="317225" progId="Equation.3">
                      <p:embed/>
                    </p:oleObj>
                  </mc:Choice>
                  <mc:Fallback>
                    <p:oleObj name="Equation" r:id="rId14" imgW="241091" imgH="317225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60" y="1104"/>
                            <a:ext cx="152" cy="18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1327" name="Object 13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433865313"/>
                  </p:ext>
                </p:extLst>
              </p:nvPr>
            </p:nvGraphicFramePr>
            <p:xfrm>
              <a:off x="567" y="1562"/>
              <a:ext cx="777" cy="21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4260" name="Equation" r:id="rId16" imgW="1422400" imgH="419100" progId="Equation.3">
                      <p:embed/>
                    </p:oleObj>
                  </mc:Choice>
                  <mc:Fallback>
                    <p:oleObj name="Equation" r:id="rId16" imgW="1422400" imgH="41910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67" y="1562"/>
                            <a:ext cx="777" cy="21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11328" name="Group 14"/>
              <p:cNvGrpSpPr>
                <a:grpSpLocks/>
              </p:cNvGrpSpPr>
              <p:nvPr/>
            </p:nvGrpSpPr>
            <p:grpSpPr bwMode="auto">
              <a:xfrm rot="5417713">
                <a:off x="1248" y="1296"/>
                <a:ext cx="768" cy="576"/>
                <a:chOff x="1728" y="1872"/>
                <a:chExt cx="804" cy="718"/>
              </a:xfrm>
            </p:grpSpPr>
            <p:sp>
              <p:nvSpPr>
                <p:cNvPr id="11329" name="Line 15" descr="宽上对角线"/>
                <p:cNvSpPr>
                  <a:spLocks noChangeShapeType="1"/>
                </p:cNvSpPr>
                <p:nvPr/>
              </p:nvSpPr>
              <p:spPr bwMode="auto">
                <a:xfrm>
                  <a:off x="1742" y="1940"/>
                  <a:ext cx="0" cy="54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330" name="Line 16" descr="宽上对角线"/>
                <p:cNvSpPr>
                  <a:spLocks noChangeShapeType="1"/>
                </p:cNvSpPr>
                <p:nvPr/>
              </p:nvSpPr>
              <p:spPr bwMode="auto">
                <a:xfrm>
                  <a:off x="2532" y="2043"/>
                  <a:ext cx="0" cy="453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331" name="Arc 17" descr="宽上对角线"/>
                <p:cNvSpPr>
                  <a:spLocks/>
                </p:cNvSpPr>
                <p:nvPr/>
              </p:nvSpPr>
              <p:spPr bwMode="auto">
                <a:xfrm flipV="1">
                  <a:off x="1742" y="1872"/>
                  <a:ext cx="790" cy="478"/>
                </a:xfrm>
                <a:custGeom>
                  <a:avLst/>
                  <a:gdLst>
                    <a:gd name="T0" fmla="*/ 0 w 27169"/>
                    <a:gd name="T1" fmla="*/ 0 h 21600"/>
                    <a:gd name="T2" fmla="*/ 0 w 27169"/>
                    <a:gd name="T3" fmla="*/ 0 h 21600"/>
                    <a:gd name="T4" fmla="*/ 0 w 27169"/>
                    <a:gd name="T5" fmla="*/ 0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7169" h="21600" fill="none" extrusionOk="0">
                      <a:moveTo>
                        <a:pt x="27168" y="14005"/>
                      </a:moveTo>
                      <a:cubicBezTo>
                        <a:pt x="23064" y="18824"/>
                        <a:pt x="17054" y="21599"/>
                        <a:pt x="10725" y="21600"/>
                      </a:cubicBezTo>
                      <a:cubicBezTo>
                        <a:pt x="6962" y="21600"/>
                        <a:pt x="3265" y="20617"/>
                        <a:pt x="0" y="18749"/>
                      </a:cubicBezTo>
                    </a:path>
                    <a:path w="27169" h="21600" stroke="0" extrusionOk="0">
                      <a:moveTo>
                        <a:pt x="27168" y="14005"/>
                      </a:moveTo>
                      <a:cubicBezTo>
                        <a:pt x="23064" y="18824"/>
                        <a:pt x="17054" y="21599"/>
                        <a:pt x="10725" y="21600"/>
                      </a:cubicBezTo>
                      <a:cubicBezTo>
                        <a:pt x="6962" y="21600"/>
                        <a:pt x="3265" y="20617"/>
                        <a:pt x="0" y="18749"/>
                      </a:cubicBezTo>
                      <a:lnTo>
                        <a:pt x="10725" y="0"/>
                      </a:lnTo>
                      <a:lnTo>
                        <a:pt x="27168" y="14005"/>
                      </a:lnTo>
                      <a:close/>
                    </a:path>
                  </a:pathLst>
                </a:cu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pattFill prst="wdUpDiag">
                        <a:fgClr>
                          <a:schemeClr val="accent1"/>
                        </a:fgClr>
                        <a:bgClr>
                          <a:srgbClr val="FFFFFF"/>
                        </a:bgClr>
                      </a:patt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332" name="Arc 18" descr="宽上对角线"/>
                <p:cNvSpPr>
                  <a:spLocks/>
                </p:cNvSpPr>
                <p:nvPr/>
              </p:nvSpPr>
              <p:spPr bwMode="auto">
                <a:xfrm flipV="1">
                  <a:off x="1728" y="2112"/>
                  <a:ext cx="804" cy="478"/>
                </a:xfrm>
                <a:custGeom>
                  <a:avLst/>
                  <a:gdLst>
                    <a:gd name="T0" fmla="*/ 0 w 27734"/>
                    <a:gd name="T1" fmla="*/ 0 h 21600"/>
                    <a:gd name="T2" fmla="*/ 0 w 27734"/>
                    <a:gd name="T3" fmla="*/ 0 h 21600"/>
                    <a:gd name="T4" fmla="*/ 0 w 27734"/>
                    <a:gd name="T5" fmla="*/ 0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7734" h="21600" fill="none" extrusionOk="0">
                      <a:moveTo>
                        <a:pt x="0" y="5568"/>
                      </a:moveTo>
                      <a:cubicBezTo>
                        <a:pt x="3969" y="1984"/>
                        <a:pt x="9127" y="-1"/>
                        <a:pt x="14476" y="0"/>
                      </a:cubicBezTo>
                      <a:cubicBezTo>
                        <a:pt x="19278" y="0"/>
                        <a:pt x="23943" y="1600"/>
                        <a:pt x="27734" y="4547"/>
                      </a:cubicBezTo>
                    </a:path>
                    <a:path w="27734" h="21600" stroke="0" extrusionOk="0">
                      <a:moveTo>
                        <a:pt x="0" y="5568"/>
                      </a:moveTo>
                      <a:cubicBezTo>
                        <a:pt x="3969" y="1984"/>
                        <a:pt x="9127" y="-1"/>
                        <a:pt x="14476" y="0"/>
                      </a:cubicBezTo>
                      <a:cubicBezTo>
                        <a:pt x="19278" y="0"/>
                        <a:pt x="23943" y="1600"/>
                        <a:pt x="27734" y="4547"/>
                      </a:cubicBezTo>
                      <a:lnTo>
                        <a:pt x="14476" y="21600"/>
                      </a:lnTo>
                      <a:lnTo>
                        <a:pt x="0" y="5568"/>
                      </a:lnTo>
                      <a:close/>
                    </a:path>
                  </a:pathLst>
                </a:cu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pattFill prst="wdUpDiag">
                        <a:fgClr>
                          <a:schemeClr val="accent1"/>
                        </a:fgClr>
                        <a:bgClr>
                          <a:srgbClr val="FFFFFF"/>
                        </a:bgClr>
                      </a:patt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</p:grpSp>
      <p:grpSp>
        <p:nvGrpSpPr>
          <p:cNvPr id="411667" name="Group 19"/>
          <p:cNvGrpSpPr>
            <a:grpSpLocks/>
          </p:cNvGrpSpPr>
          <p:nvPr/>
        </p:nvGrpSpPr>
        <p:grpSpPr bwMode="auto">
          <a:xfrm>
            <a:off x="7924800" y="1371600"/>
            <a:ext cx="2438400" cy="762000"/>
            <a:chOff x="3840" y="672"/>
            <a:chExt cx="1536" cy="480"/>
          </a:xfrm>
        </p:grpSpPr>
        <p:sp>
          <p:nvSpPr>
            <p:cNvPr id="11318" name="AutoShape 20"/>
            <p:cNvSpPr>
              <a:spLocks noChangeArrowheads="1"/>
            </p:cNvSpPr>
            <p:nvPr/>
          </p:nvSpPr>
          <p:spPr bwMode="auto">
            <a:xfrm>
              <a:off x="3840" y="672"/>
              <a:ext cx="1536" cy="480"/>
            </a:xfrm>
            <a:prstGeom prst="flowChartDecision">
              <a:avLst/>
            </a:prstGeom>
            <a:gradFill rotWithShape="0">
              <a:gsLst>
                <a:gs pos="0">
                  <a:srgbClr val="FFFFFF"/>
                </a:gs>
                <a:gs pos="50000">
                  <a:srgbClr val="99FF66"/>
                </a:gs>
                <a:gs pos="100000">
                  <a:srgbClr val="FFFFFF"/>
                </a:gs>
              </a:gsLst>
              <a:lin ang="5400000" scaled="1"/>
            </a:gradFill>
            <a:ln w="38100">
              <a:solidFill>
                <a:srgbClr val="FF33CC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1319" name="Rectangle 21"/>
            <p:cNvSpPr>
              <a:spLocks noChangeArrowheads="1"/>
            </p:cNvSpPr>
            <p:nvPr/>
          </p:nvSpPr>
          <p:spPr bwMode="auto">
            <a:xfrm>
              <a:off x="4175" y="739"/>
              <a:ext cx="815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gradFill rotWithShape="0">
                    <a:gsLst>
                      <a:gs pos="0">
                        <a:srgbClr val="FF00FF"/>
                      </a:gs>
                      <a:gs pos="50000">
                        <a:srgbClr val="FFFFFF"/>
                      </a:gs>
                      <a:gs pos="100000">
                        <a:srgbClr val="FF00FF"/>
                      </a:gs>
                    </a:gsLst>
                    <a:lin ang="5400000" scaled="1"/>
                  </a:gra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3200" dirty="0">
                  <a:solidFill>
                    <a:srgbClr val="3333CC"/>
                  </a:solidFill>
                  <a:ea typeface="宋体" panose="02010600030101010101" pitchFamily="2" charset="-122"/>
                </a:rPr>
                <a:t>Y</a:t>
              </a:r>
              <a:r>
                <a:rPr lang="zh-CN" altLang="en-US" sz="3200" dirty="0">
                  <a:solidFill>
                    <a:srgbClr val="3333CC"/>
                  </a:solidFill>
                  <a:ea typeface="宋体" panose="02010600030101010101" pitchFamily="2" charset="-122"/>
                </a:rPr>
                <a:t>－型</a:t>
              </a:r>
              <a:endParaRPr lang="zh-CN" altLang="en-US" sz="3200" dirty="0">
                <a:solidFill>
                  <a:schemeClr val="accent2"/>
                </a:solidFill>
                <a:ea typeface="宋体" panose="02010600030101010101" pitchFamily="2" charset="-122"/>
              </a:endParaRPr>
            </a:p>
          </p:txBody>
        </p:sp>
      </p:grpSp>
      <p:sp>
        <p:nvSpPr>
          <p:cNvPr id="411670" name="Line 22"/>
          <p:cNvSpPr>
            <a:spLocks noChangeShapeType="1"/>
          </p:cNvSpPr>
          <p:nvPr/>
        </p:nvSpPr>
        <p:spPr bwMode="auto">
          <a:xfrm>
            <a:off x="2971800" y="2895600"/>
            <a:ext cx="17526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1671" name="Line 23"/>
          <p:cNvSpPr>
            <a:spLocks noChangeShapeType="1"/>
          </p:cNvSpPr>
          <p:nvPr/>
        </p:nvSpPr>
        <p:spPr bwMode="auto">
          <a:xfrm>
            <a:off x="6477000" y="2895600"/>
            <a:ext cx="1905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411672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034251"/>
              </p:ext>
            </p:extLst>
          </p:nvPr>
        </p:nvGraphicFramePr>
        <p:xfrm>
          <a:off x="3799519" y="5103744"/>
          <a:ext cx="2050385" cy="8568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261" name="Equation" r:id="rId18" imgW="1002960" imgH="380880" progId="Equation.DSMT4">
                  <p:embed/>
                </p:oleObj>
              </mc:Choice>
              <mc:Fallback>
                <p:oleObj name="Equation" r:id="rId18" imgW="100296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99519" y="5103744"/>
                        <a:ext cx="2050385" cy="8568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1673" name="Text Box 25"/>
          <p:cNvSpPr txBox="1">
            <a:spLocks noChangeArrowheads="1"/>
          </p:cNvSpPr>
          <p:nvPr/>
        </p:nvSpPr>
        <p:spPr bwMode="auto">
          <a:xfrm>
            <a:off x="5797550" y="4495801"/>
            <a:ext cx="40322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zh-CN" b="1">
                <a:solidFill>
                  <a:srgbClr val="0000FF"/>
                </a:solidFill>
                <a:ea typeface="宋体" panose="02010600030101010101" pitchFamily="2" charset="-122"/>
              </a:rPr>
              <a:t>先对</a:t>
            </a:r>
            <a:r>
              <a:rPr lang="en-US" altLang="zh-CN" b="1" i="1">
                <a:solidFill>
                  <a:srgbClr val="0000FF"/>
                </a:solidFill>
                <a:ea typeface="宋体" panose="02010600030101010101" pitchFamily="2" charset="-122"/>
              </a:rPr>
              <a:t>x</a:t>
            </a:r>
            <a:r>
              <a:rPr lang="zh-CN" altLang="zh-CN" b="1">
                <a:solidFill>
                  <a:srgbClr val="0000FF"/>
                </a:solidFill>
                <a:ea typeface="宋体" panose="02010600030101010101" pitchFamily="2" charset="-122"/>
              </a:rPr>
              <a:t>后对</a:t>
            </a:r>
            <a:r>
              <a:rPr lang="en-US" altLang="zh-CN" b="1" i="1">
                <a:solidFill>
                  <a:srgbClr val="0000FF"/>
                </a:solidFill>
                <a:ea typeface="宋体" panose="02010600030101010101" pitchFamily="2" charset="-122"/>
              </a:rPr>
              <a:t>y</a:t>
            </a:r>
            <a:r>
              <a:rPr lang="zh-CN" altLang="zh-CN" b="1">
                <a:solidFill>
                  <a:srgbClr val="0000FF"/>
                </a:solidFill>
                <a:ea typeface="宋体" panose="02010600030101010101" pitchFamily="2" charset="-122"/>
              </a:rPr>
              <a:t>的二次积分</a:t>
            </a:r>
            <a:endParaRPr lang="zh-CN" altLang="en-US" b="1">
              <a:solidFill>
                <a:srgbClr val="0000FF"/>
              </a:solidFill>
              <a:ea typeface="宋体" panose="02010600030101010101" pitchFamily="2" charset="-122"/>
            </a:endParaRPr>
          </a:p>
        </p:txBody>
      </p:sp>
      <p:sp>
        <p:nvSpPr>
          <p:cNvPr id="411674" name="Text Box 26"/>
          <p:cNvSpPr txBox="1">
            <a:spLocks noChangeArrowheads="1"/>
          </p:cNvSpPr>
          <p:nvPr/>
        </p:nvSpPr>
        <p:spPr bwMode="auto">
          <a:xfrm>
            <a:off x="2438400" y="5057776"/>
            <a:ext cx="1600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也即</a:t>
            </a:r>
          </a:p>
        </p:txBody>
      </p:sp>
      <p:graphicFrame>
        <p:nvGraphicFramePr>
          <p:cNvPr id="411675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1621"/>
              </p:ext>
            </p:extLst>
          </p:nvPr>
        </p:nvGraphicFramePr>
        <p:xfrm>
          <a:off x="5856435" y="5034757"/>
          <a:ext cx="2649856" cy="7985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262" name="Equation" r:id="rId20" imgW="1333440" imgH="355320" progId="Equation.DSMT4">
                  <p:embed/>
                </p:oleObj>
              </mc:Choice>
              <mc:Fallback>
                <p:oleObj name="Equation" r:id="rId20" imgW="1333440" imgH="3553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56435" y="5034757"/>
                        <a:ext cx="2649856" cy="79851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1676" name="Object 28"/>
          <p:cNvGraphicFramePr>
            <a:graphicFrameLocks noChangeAspect="1"/>
          </p:cNvGraphicFramePr>
          <p:nvPr/>
        </p:nvGraphicFramePr>
        <p:xfrm>
          <a:off x="2514600" y="3898900"/>
          <a:ext cx="2268538" cy="788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263" name="Equation" r:id="rId22" imgW="2235200" imgH="812800" progId="Equation.3">
                  <p:embed/>
                </p:oleObj>
              </mc:Choice>
              <mc:Fallback>
                <p:oleObj name="Equation" r:id="rId22" imgW="2235200" imgH="812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3898900"/>
                        <a:ext cx="2268538" cy="788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1682" name="Text Box 34"/>
          <p:cNvSpPr txBox="1">
            <a:spLocks noChangeArrowheads="1"/>
          </p:cNvSpPr>
          <p:nvPr/>
        </p:nvSpPr>
        <p:spPr bwMode="auto">
          <a:xfrm>
            <a:off x="2882900" y="838201"/>
            <a:ext cx="18415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其中函数          </a:t>
            </a:r>
          </a:p>
        </p:txBody>
      </p:sp>
      <p:graphicFrame>
        <p:nvGraphicFramePr>
          <p:cNvPr id="411683" name="Object 35"/>
          <p:cNvGraphicFramePr>
            <a:graphicFrameLocks noChangeAspect="1"/>
          </p:cNvGraphicFramePr>
          <p:nvPr/>
        </p:nvGraphicFramePr>
        <p:xfrm>
          <a:off x="4429126" y="936626"/>
          <a:ext cx="885825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264" name="Equation" r:id="rId24" imgW="952087" imgH="418918" progId="Equation.3">
                  <p:embed/>
                </p:oleObj>
              </mc:Choice>
              <mc:Fallback>
                <p:oleObj name="Equation" r:id="rId24" imgW="952087" imgH="41891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9126" y="936626"/>
                        <a:ext cx="885825" cy="39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1684" name="Object 36"/>
          <p:cNvGraphicFramePr>
            <a:graphicFrameLocks noChangeAspect="1"/>
          </p:cNvGraphicFramePr>
          <p:nvPr/>
        </p:nvGraphicFramePr>
        <p:xfrm>
          <a:off x="5410200" y="919164"/>
          <a:ext cx="788988" cy="388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265" name="Equation" r:id="rId26" imgW="850531" imgH="418918" progId="Equation.3">
                  <p:embed/>
                </p:oleObj>
              </mc:Choice>
              <mc:Fallback>
                <p:oleObj name="Equation" r:id="rId26" imgW="850531" imgH="41891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919164"/>
                        <a:ext cx="788988" cy="388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1685" name="Object 37"/>
          <p:cNvGraphicFramePr>
            <a:graphicFrameLocks noChangeAspect="1"/>
          </p:cNvGraphicFramePr>
          <p:nvPr/>
        </p:nvGraphicFramePr>
        <p:xfrm>
          <a:off x="7342188" y="914401"/>
          <a:ext cx="735012" cy="37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266" name="Equation" r:id="rId28" imgW="736600" imgH="381000" progId="Equation.3">
                  <p:embed/>
                </p:oleObj>
              </mc:Choice>
              <mc:Fallback>
                <p:oleObj name="Equation" r:id="rId28" imgW="736600" imgH="381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42188" y="914401"/>
                        <a:ext cx="735012" cy="379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1686" name="Rectangle 38"/>
          <p:cNvSpPr>
            <a:spLocks noChangeArrowheads="1"/>
          </p:cNvSpPr>
          <p:nvPr/>
        </p:nvSpPr>
        <p:spPr bwMode="auto">
          <a:xfrm>
            <a:off x="6134100" y="852488"/>
            <a:ext cx="15621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在区间          </a:t>
            </a:r>
          </a:p>
        </p:txBody>
      </p:sp>
      <p:sp>
        <p:nvSpPr>
          <p:cNvPr id="411687" name="Rectangle 39"/>
          <p:cNvSpPr>
            <a:spLocks noChangeArrowheads="1"/>
          </p:cNvSpPr>
          <p:nvPr/>
        </p:nvSpPr>
        <p:spPr bwMode="auto">
          <a:xfrm>
            <a:off x="8001000" y="838201"/>
            <a:ext cx="14859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上连续</a:t>
            </a:r>
            <a:r>
              <a:rPr lang="en-US" altLang="zh-CN" b="1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</a:p>
        </p:txBody>
      </p:sp>
      <p:grpSp>
        <p:nvGrpSpPr>
          <p:cNvPr id="411688" name="Group 40"/>
          <p:cNvGrpSpPr>
            <a:grpSpLocks/>
          </p:cNvGrpSpPr>
          <p:nvPr/>
        </p:nvGrpSpPr>
        <p:grpSpPr bwMode="auto">
          <a:xfrm>
            <a:off x="2743200" y="1447801"/>
            <a:ext cx="2717800" cy="2239963"/>
            <a:chOff x="1024" y="1709"/>
            <a:chExt cx="1712" cy="1411"/>
          </a:xfrm>
        </p:grpSpPr>
        <p:sp>
          <p:nvSpPr>
            <p:cNvPr id="11309" name="Line 41"/>
            <p:cNvSpPr>
              <a:spLocks noChangeShapeType="1"/>
            </p:cNvSpPr>
            <p:nvPr/>
          </p:nvSpPr>
          <p:spPr bwMode="auto">
            <a:xfrm flipV="1">
              <a:off x="1180" y="1709"/>
              <a:ext cx="0" cy="13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10" name="Line 42"/>
            <p:cNvSpPr>
              <a:spLocks noChangeShapeType="1"/>
            </p:cNvSpPr>
            <p:nvPr/>
          </p:nvSpPr>
          <p:spPr bwMode="auto">
            <a:xfrm>
              <a:off x="1110" y="2957"/>
              <a:ext cx="158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1311" name="Object 43"/>
            <p:cNvGraphicFramePr>
              <a:graphicFrameLocks noChangeAspect="1"/>
            </p:cNvGraphicFramePr>
            <p:nvPr/>
          </p:nvGraphicFramePr>
          <p:xfrm>
            <a:off x="2624" y="2976"/>
            <a:ext cx="112" cy="1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267" name="Equation" r:id="rId30" imgW="253890" imgH="241195" progId="Equation.3">
                    <p:embed/>
                  </p:oleObj>
                </mc:Choice>
                <mc:Fallback>
                  <p:oleObj name="Equation" r:id="rId30" imgW="253890" imgH="24119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24" y="2976"/>
                          <a:ext cx="112" cy="10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312" name="Object 44"/>
            <p:cNvGraphicFramePr>
              <a:graphicFrameLocks noChangeAspect="1"/>
            </p:cNvGraphicFramePr>
            <p:nvPr/>
          </p:nvGraphicFramePr>
          <p:xfrm>
            <a:off x="1056" y="2976"/>
            <a:ext cx="132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268" name="Equation" r:id="rId32" imgW="291847" imgH="317225" progId="Equation.3">
                    <p:embed/>
                  </p:oleObj>
                </mc:Choice>
                <mc:Fallback>
                  <p:oleObj name="Equation" r:id="rId32" imgW="291847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56" y="2976"/>
                          <a:ext cx="132" cy="1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313" name="Object 45"/>
            <p:cNvGraphicFramePr>
              <a:graphicFrameLocks noChangeAspect="1"/>
            </p:cNvGraphicFramePr>
            <p:nvPr/>
          </p:nvGraphicFramePr>
          <p:xfrm>
            <a:off x="1024" y="1713"/>
            <a:ext cx="128" cy="1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269" name="Equation" r:id="rId34" imgW="253780" imgH="317225" progId="Equation.3">
                    <p:embed/>
                  </p:oleObj>
                </mc:Choice>
                <mc:Fallback>
                  <p:oleObj name="Equation" r:id="rId34" imgW="253780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24" y="1713"/>
                          <a:ext cx="128" cy="1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11694" name="Group 46"/>
          <p:cNvGrpSpPr>
            <a:grpSpLocks/>
          </p:cNvGrpSpPr>
          <p:nvPr/>
        </p:nvGrpSpPr>
        <p:grpSpPr bwMode="auto">
          <a:xfrm>
            <a:off x="6273800" y="1447801"/>
            <a:ext cx="2717800" cy="2239963"/>
            <a:chOff x="1024" y="1709"/>
            <a:chExt cx="1712" cy="1411"/>
          </a:xfrm>
        </p:grpSpPr>
        <p:sp>
          <p:nvSpPr>
            <p:cNvPr id="11304" name="Line 47"/>
            <p:cNvSpPr>
              <a:spLocks noChangeShapeType="1"/>
            </p:cNvSpPr>
            <p:nvPr/>
          </p:nvSpPr>
          <p:spPr bwMode="auto">
            <a:xfrm flipV="1">
              <a:off x="1180" y="1709"/>
              <a:ext cx="0" cy="13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05" name="Line 48"/>
            <p:cNvSpPr>
              <a:spLocks noChangeShapeType="1"/>
            </p:cNvSpPr>
            <p:nvPr/>
          </p:nvSpPr>
          <p:spPr bwMode="auto">
            <a:xfrm>
              <a:off x="1110" y="2957"/>
              <a:ext cx="158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1306" name="Object 49"/>
            <p:cNvGraphicFramePr>
              <a:graphicFrameLocks noChangeAspect="1"/>
            </p:cNvGraphicFramePr>
            <p:nvPr/>
          </p:nvGraphicFramePr>
          <p:xfrm>
            <a:off x="2624" y="2976"/>
            <a:ext cx="112" cy="1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270" name="Equation" r:id="rId36" imgW="253890" imgH="241195" progId="Equation.3">
                    <p:embed/>
                  </p:oleObj>
                </mc:Choice>
                <mc:Fallback>
                  <p:oleObj name="Equation" r:id="rId36" imgW="253890" imgH="24119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24" y="2976"/>
                          <a:ext cx="112" cy="10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307" name="Object 50"/>
            <p:cNvGraphicFramePr>
              <a:graphicFrameLocks noChangeAspect="1"/>
            </p:cNvGraphicFramePr>
            <p:nvPr/>
          </p:nvGraphicFramePr>
          <p:xfrm>
            <a:off x="1056" y="2976"/>
            <a:ext cx="132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271" name="Equation" r:id="rId37" imgW="291847" imgH="317225" progId="Equation.3">
                    <p:embed/>
                  </p:oleObj>
                </mc:Choice>
                <mc:Fallback>
                  <p:oleObj name="Equation" r:id="rId37" imgW="291847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56" y="2976"/>
                          <a:ext cx="132" cy="1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308" name="Object 51"/>
            <p:cNvGraphicFramePr>
              <a:graphicFrameLocks noChangeAspect="1"/>
            </p:cNvGraphicFramePr>
            <p:nvPr/>
          </p:nvGraphicFramePr>
          <p:xfrm>
            <a:off x="1024" y="1713"/>
            <a:ext cx="128" cy="1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272" name="Equation" r:id="rId38" imgW="253780" imgH="317225" progId="Equation.3">
                    <p:embed/>
                  </p:oleObj>
                </mc:Choice>
                <mc:Fallback>
                  <p:oleObj name="Equation" r:id="rId38" imgW="253780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24" y="1713"/>
                          <a:ext cx="128" cy="1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11700" name="Group 52"/>
          <p:cNvGrpSpPr>
            <a:grpSpLocks/>
          </p:cNvGrpSpPr>
          <p:nvPr/>
        </p:nvGrpSpPr>
        <p:grpSpPr bwMode="auto">
          <a:xfrm>
            <a:off x="6003926" y="1676400"/>
            <a:ext cx="3681413" cy="1524000"/>
            <a:chOff x="2822" y="1104"/>
            <a:chExt cx="2319" cy="960"/>
          </a:xfrm>
        </p:grpSpPr>
        <p:graphicFrame>
          <p:nvGraphicFramePr>
            <p:cNvPr id="11295" name="Object 53"/>
            <p:cNvGraphicFramePr>
              <a:graphicFrameLocks noChangeAspect="1"/>
            </p:cNvGraphicFramePr>
            <p:nvPr/>
          </p:nvGraphicFramePr>
          <p:xfrm>
            <a:off x="3840" y="1408"/>
            <a:ext cx="192" cy="1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273" name="Equation" r:id="rId39" imgW="317225" imgH="291847" progId="Equation.3">
                    <p:embed/>
                  </p:oleObj>
                </mc:Choice>
                <mc:Fallback>
                  <p:oleObj name="Equation" r:id="rId39" imgW="317225" imgH="29184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40" y="1408"/>
                          <a:ext cx="192" cy="1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296" name="Oval 54"/>
            <p:cNvSpPr>
              <a:spLocks noChangeArrowheads="1"/>
            </p:cNvSpPr>
            <p:nvPr/>
          </p:nvSpPr>
          <p:spPr bwMode="auto">
            <a:xfrm rot="6376049">
              <a:off x="3535" y="1309"/>
              <a:ext cx="788" cy="576"/>
            </a:xfrm>
            <a:prstGeom prst="ellips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graphicFrame>
          <p:nvGraphicFramePr>
            <p:cNvPr id="11297" name="Object 5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51363236"/>
                </p:ext>
              </p:extLst>
            </p:nvPr>
          </p:nvGraphicFramePr>
          <p:xfrm>
            <a:off x="4272" y="1406"/>
            <a:ext cx="869" cy="2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274" name="Equation" r:id="rId41" imgW="1447800" imgH="419100" progId="Equation.3">
                    <p:embed/>
                  </p:oleObj>
                </mc:Choice>
                <mc:Fallback>
                  <p:oleObj name="Equation" r:id="rId41" imgW="1447800" imgH="4191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72" y="1406"/>
                          <a:ext cx="869" cy="2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1298" name="Group 56"/>
            <p:cNvGrpSpPr>
              <a:grpSpLocks/>
            </p:cNvGrpSpPr>
            <p:nvPr/>
          </p:nvGrpSpPr>
          <p:grpSpPr bwMode="auto">
            <a:xfrm>
              <a:off x="3016" y="1104"/>
              <a:ext cx="998" cy="960"/>
              <a:chOff x="3016" y="1104"/>
              <a:chExt cx="998" cy="960"/>
            </a:xfrm>
          </p:grpSpPr>
          <p:sp>
            <p:nvSpPr>
              <p:cNvPr id="11300" name="Line 57"/>
              <p:cNvSpPr>
                <a:spLocks noChangeShapeType="1"/>
              </p:cNvSpPr>
              <p:nvPr/>
            </p:nvSpPr>
            <p:spPr bwMode="auto">
              <a:xfrm flipH="1">
                <a:off x="3168" y="1200"/>
                <a:ext cx="84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301" name="Line 58"/>
              <p:cNvSpPr>
                <a:spLocks noChangeShapeType="1"/>
              </p:cNvSpPr>
              <p:nvPr/>
            </p:nvSpPr>
            <p:spPr bwMode="auto">
              <a:xfrm flipH="1" flipV="1">
                <a:off x="3129" y="1983"/>
                <a:ext cx="71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11302" name="Object 59"/>
              <p:cNvGraphicFramePr>
                <a:graphicFrameLocks noChangeAspect="1"/>
              </p:cNvGraphicFramePr>
              <p:nvPr/>
            </p:nvGraphicFramePr>
            <p:xfrm>
              <a:off x="3024" y="1920"/>
              <a:ext cx="127" cy="14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4275" name="Equation" r:id="rId42" imgW="203112" imgH="241195" progId="Equation.3">
                      <p:embed/>
                    </p:oleObj>
                  </mc:Choice>
                  <mc:Fallback>
                    <p:oleObj name="Equation" r:id="rId42" imgW="203112" imgH="241195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024" y="1920"/>
                            <a:ext cx="127" cy="14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1303" name="Object 60"/>
              <p:cNvGraphicFramePr>
                <a:graphicFrameLocks noChangeAspect="1"/>
              </p:cNvGraphicFramePr>
              <p:nvPr/>
            </p:nvGraphicFramePr>
            <p:xfrm>
              <a:off x="3016" y="1104"/>
              <a:ext cx="152" cy="18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4276" name="Equation" r:id="rId43" imgW="241091" imgH="317225" progId="Equation.3">
                      <p:embed/>
                    </p:oleObj>
                  </mc:Choice>
                  <mc:Fallback>
                    <p:oleObj name="Equation" r:id="rId43" imgW="241091" imgH="317225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016" y="1104"/>
                            <a:ext cx="152" cy="18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11299" name="Object 6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05802443"/>
                </p:ext>
              </p:extLst>
            </p:nvPr>
          </p:nvGraphicFramePr>
          <p:xfrm>
            <a:off x="2822" y="1371"/>
            <a:ext cx="849" cy="2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277" name="Equation" r:id="rId44" imgW="1422400" imgH="419100" progId="Equation.3">
                    <p:embed/>
                  </p:oleObj>
                </mc:Choice>
                <mc:Fallback>
                  <p:oleObj name="Equation" r:id="rId44" imgW="1422400" imgH="4191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22" y="1371"/>
                          <a:ext cx="849" cy="23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11710" name="Object 62"/>
          <p:cNvGraphicFramePr>
            <a:graphicFrameLocks noChangeAspect="1"/>
          </p:cNvGraphicFramePr>
          <p:nvPr/>
        </p:nvGraphicFramePr>
        <p:xfrm>
          <a:off x="4792664" y="3817938"/>
          <a:ext cx="3132137" cy="677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278" name="Equation" r:id="rId46" imgW="3086100" imgH="698500" progId="Equation.3">
                  <p:embed/>
                </p:oleObj>
              </mc:Choice>
              <mc:Fallback>
                <p:oleObj name="Equation" r:id="rId46" imgW="3086100" imgH="698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92664" y="3817938"/>
                        <a:ext cx="3132137" cy="677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1711" name="Object 63"/>
          <p:cNvGraphicFramePr>
            <a:graphicFrameLocks noChangeAspect="1"/>
          </p:cNvGraphicFramePr>
          <p:nvPr/>
        </p:nvGraphicFramePr>
        <p:xfrm>
          <a:off x="5081588" y="3814764"/>
          <a:ext cx="2462212" cy="71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279" name="Equation" r:id="rId48" imgW="2425700" imgH="736600" progId="Equation.3">
                  <p:embed/>
                </p:oleObj>
              </mc:Choice>
              <mc:Fallback>
                <p:oleObj name="Equation" r:id="rId48" imgW="2425700" imgH="736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81588" y="3814764"/>
                        <a:ext cx="2462212" cy="714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1712" name="Object 6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2246471"/>
              </p:ext>
            </p:extLst>
          </p:nvPr>
        </p:nvGraphicFramePr>
        <p:xfrm>
          <a:off x="5306957" y="4202043"/>
          <a:ext cx="542947" cy="3861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280" name="Equation" r:id="rId50" imgW="393480" imgH="228600" progId="Equation.DSMT4">
                  <p:embed/>
                </p:oleObj>
              </mc:Choice>
              <mc:Fallback>
                <p:oleObj name="Equation" r:id="rId50" imgW="3934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06957" y="4202043"/>
                        <a:ext cx="542947" cy="38615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1713" name="Object 6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2937098"/>
              </p:ext>
            </p:extLst>
          </p:nvPr>
        </p:nvGraphicFramePr>
        <p:xfrm>
          <a:off x="5338718" y="3718214"/>
          <a:ext cx="511187" cy="3635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281" name="Equation" r:id="rId52" imgW="393480" imgH="228600" progId="Equation.DSMT4">
                  <p:embed/>
                </p:oleObj>
              </mc:Choice>
              <mc:Fallback>
                <p:oleObj name="Equation" r:id="rId52" imgW="3934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8718" y="3718214"/>
                        <a:ext cx="511187" cy="36357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5F8BC-3C02-4E82-A6AD-68405BC1CFA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4465904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1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11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11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11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11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11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11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11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411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411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411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411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411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411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411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411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411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00"/>
                            </p:stCondLst>
                            <p:childTnLst>
                              <p:par>
                                <p:cTn id="8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411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411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411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411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411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411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411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411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411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1736" grpId="0" animBg="1"/>
      <p:bldP spid="411716" grpId="0" animBg="1"/>
      <p:bldP spid="411670" grpId="0" animBg="1"/>
      <p:bldP spid="411671" grpId="0" animBg="1"/>
      <p:bldP spid="411673" grpId="0" autoUpdateAnimBg="0"/>
      <p:bldP spid="411674" grpId="0" autoUpdateAnimBg="0"/>
      <p:bldP spid="411682" grpId="0" autoUpdateAnimBg="0"/>
      <p:bldP spid="411686" grpId="0" autoUpdateAnimBg="0"/>
      <p:bldP spid="411687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674" name="Text Box 2"/>
          <p:cNvSpPr txBox="1">
            <a:spLocks noChangeArrowheads="1"/>
          </p:cNvSpPr>
          <p:nvPr/>
        </p:nvSpPr>
        <p:spPr bwMode="auto">
          <a:xfrm>
            <a:off x="3276600" y="533401"/>
            <a:ext cx="1600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特殊地</a:t>
            </a:r>
          </a:p>
        </p:txBody>
      </p:sp>
      <p:graphicFrame>
        <p:nvGraphicFramePr>
          <p:cNvPr id="41267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8363840"/>
              </p:ext>
            </p:extLst>
          </p:nvPr>
        </p:nvGraphicFramePr>
        <p:xfrm>
          <a:off x="3092450" y="1071981"/>
          <a:ext cx="5232781" cy="9802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32" name="Equation" r:id="rId4" imgW="2145960" imgH="406080" progId="Equation.DSMT4">
                  <p:embed/>
                </p:oleObj>
              </mc:Choice>
              <mc:Fallback>
                <p:oleObj name="Equation" r:id="rId4" imgW="214596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2450" y="1071981"/>
                        <a:ext cx="5232781" cy="98023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2677" name="Text Box 5"/>
          <p:cNvSpPr txBox="1">
            <a:spLocks noChangeArrowheads="1"/>
          </p:cNvSpPr>
          <p:nvPr/>
        </p:nvSpPr>
        <p:spPr bwMode="auto">
          <a:xfrm>
            <a:off x="2438400" y="2667001"/>
            <a:ext cx="3200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如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D</a:t>
            </a: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是上述矩形域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, </a:t>
            </a:r>
          </a:p>
        </p:txBody>
      </p:sp>
      <p:graphicFrame>
        <p:nvGraphicFramePr>
          <p:cNvPr id="41267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5814991"/>
              </p:ext>
            </p:extLst>
          </p:nvPr>
        </p:nvGraphicFramePr>
        <p:xfrm>
          <a:off x="5626101" y="2667000"/>
          <a:ext cx="3533775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33" name="Equation" r:id="rId6" imgW="1625400" imgH="228600" progId="Equation.DSMT4">
                  <p:embed/>
                </p:oleObj>
              </mc:Choice>
              <mc:Fallback>
                <p:oleObj name="Equation" r:id="rId6" imgW="16254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26101" y="2667000"/>
                        <a:ext cx="3533775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2679" name="Text Box 7"/>
          <p:cNvSpPr txBox="1">
            <a:spLocks noChangeArrowheads="1"/>
          </p:cNvSpPr>
          <p:nvPr/>
        </p:nvSpPr>
        <p:spPr bwMode="auto">
          <a:xfrm>
            <a:off x="2438400" y="5043488"/>
            <a:ext cx="914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得</a:t>
            </a:r>
          </a:p>
        </p:txBody>
      </p:sp>
      <p:graphicFrame>
        <p:nvGraphicFramePr>
          <p:cNvPr id="41268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4436708"/>
              </p:ext>
            </p:extLst>
          </p:nvPr>
        </p:nvGraphicFramePr>
        <p:xfrm>
          <a:off x="3276600" y="3302422"/>
          <a:ext cx="2775857" cy="920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34" name="Equation" r:id="rId8" imgW="1346040" imgH="380880" progId="Equation.DSMT4">
                  <p:embed/>
                </p:oleObj>
              </mc:Choice>
              <mc:Fallback>
                <p:oleObj name="Equation" r:id="rId8" imgW="134604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3302422"/>
                        <a:ext cx="2775857" cy="920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2682" name="Text Box 10"/>
          <p:cNvSpPr txBox="1">
            <a:spLocks noChangeArrowheads="1"/>
          </p:cNvSpPr>
          <p:nvPr/>
        </p:nvSpPr>
        <p:spPr bwMode="auto">
          <a:xfrm>
            <a:off x="2438400" y="5715001"/>
            <a:ext cx="4648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rgbClr val="FF3300"/>
                </a:solidFill>
                <a:ea typeface="宋体" panose="02010600030101010101" pitchFamily="2" charset="-122"/>
              </a:rPr>
              <a:t>即等于两个定积分的乘积</a:t>
            </a:r>
            <a:r>
              <a:rPr lang="en-US" altLang="zh-CN" b="1">
                <a:solidFill>
                  <a:srgbClr val="FF3300"/>
                </a:solidFill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12298" name="Text Box 11"/>
          <p:cNvSpPr txBox="1">
            <a:spLocks noChangeArrowheads="1"/>
          </p:cNvSpPr>
          <p:nvPr/>
        </p:nvSpPr>
        <p:spPr bwMode="auto">
          <a:xfrm>
            <a:off x="2514600" y="533400"/>
            <a:ext cx="762000" cy="579438"/>
          </a:xfrm>
          <a:prstGeom prst="rect">
            <a:avLst/>
          </a:prstGeom>
          <a:gradFill rotWithShape="0">
            <a:gsLst>
              <a:gs pos="0">
                <a:srgbClr val="FFFF66"/>
              </a:gs>
              <a:gs pos="50000">
                <a:srgbClr val="00FFFF"/>
              </a:gs>
              <a:gs pos="100000">
                <a:srgbClr val="FFFF66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3200">
                <a:solidFill>
                  <a:srgbClr val="FF3300"/>
                </a:solidFill>
                <a:ea typeface="华文彩云" panose="02010800040101010101" pitchFamily="2" charset="-122"/>
              </a:rPr>
              <a:t>注</a:t>
            </a:r>
          </a:p>
        </p:txBody>
      </p:sp>
      <p:sp>
        <p:nvSpPr>
          <p:cNvPr id="412684" name="Rectangle 12"/>
          <p:cNvSpPr>
            <a:spLocks noChangeArrowheads="1"/>
          </p:cNvSpPr>
          <p:nvPr/>
        </p:nvSpPr>
        <p:spPr bwMode="auto">
          <a:xfrm>
            <a:off x="4572000" y="547688"/>
            <a:ext cx="2209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b="1" i="1" dirty="0">
                <a:solidFill>
                  <a:srgbClr val="FF0000"/>
                </a:solidFill>
                <a:ea typeface="宋体" panose="02010600030101010101" pitchFamily="2" charset="-122"/>
              </a:rPr>
              <a:t>D</a:t>
            </a: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为矩形域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:</a:t>
            </a:r>
          </a:p>
        </p:txBody>
      </p:sp>
      <p:sp>
        <p:nvSpPr>
          <p:cNvPr id="412685" name="Rectangle 13"/>
          <p:cNvSpPr>
            <a:spLocks noChangeArrowheads="1"/>
          </p:cNvSpPr>
          <p:nvPr/>
        </p:nvSpPr>
        <p:spPr bwMode="auto">
          <a:xfrm>
            <a:off x="2438401" y="1274763"/>
            <a:ext cx="7715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则</a:t>
            </a:r>
          </a:p>
        </p:txBody>
      </p:sp>
      <p:sp>
        <p:nvSpPr>
          <p:cNvPr id="412686" name="Rectangle 14"/>
          <p:cNvSpPr>
            <a:spLocks noChangeArrowheads="1"/>
          </p:cNvSpPr>
          <p:nvPr/>
        </p:nvSpPr>
        <p:spPr bwMode="auto">
          <a:xfrm>
            <a:off x="2438401" y="3352801"/>
            <a:ext cx="7715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则</a:t>
            </a:r>
          </a:p>
        </p:txBody>
      </p:sp>
      <p:sp>
        <p:nvSpPr>
          <p:cNvPr id="412688" name="Rectangle 16"/>
          <p:cNvSpPr>
            <a:spLocks noChangeArrowheads="1"/>
          </p:cNvSpPr>
          <p:nvPr/>
        </p:nvSpPr>
        <p:spPr bwMode="auto">
          <a:xfrm>
            <a:off x="6581776" y="533401"/>
            <a:ext cx="28860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b="1" i="1" dirty="0" err="1">
                <a:solidFill>
                  <a:srgbClr val="FF0000"/>
                </a:solidFill>
                <a:ea typeface="宋体" panose="02010600030101010101" pitchFamily="2" charset="-122"/>
              </a:rPr>
              <a:t>a</a:t>
            </a:r>
            <a:r>
              <a:rPr lang="en-US" altLang="zh-CN" b="1" dirty="0" err="1">
                <a:solidFill>
                  <a:srgbClr val="FF0000"/>
                </a:solidFill>
                <a:ea typeface="宋体" panose="02010600030101010101" pitchFamily="2" charset="-122"/>
              </a:rPr>
              <a:t>≤</a:t>
            </a:r>
            <a:r>
              <a:rPr lang="en-US" altLang="zh-CN" b="1" i="1" dirty="0" err="1">
                <a:solidFill>
                  <a:srgbClr val="FF0000"/>
                </a:solidFill>
                <a:ea typeface="宋体" panose="02010600030101010101" pitchFamily="2" charset="-122"/>
              </a:rPr>
              <a:t>x</a:t>
            </a:r>
            <a:r>
              <a:rPr lang="en-US" altLang="zh-CN" b="1" dirty="0" err="1">
                <a:solidFill>
                  <a:srgbClr val="FF0000"/>
                </a:solidFill>
                <a:ea typeface="宋体" panose="02010600030101010101" pitchFamily="2" charset="-122"/>
              </a:rPr>
              <a:t>≤</a:t>
            </a:r>
            <a:r>
              <a:rPr lang="en-US" altLang="zh-CN" b="1" i="1" dirty="0" err="1">
                <a:solidFill>
                  <a:srgbClr val="FF0000"/>
                </a:solidFill>
                <a:ea typeface="宋体" panose="02010600030101010101" pitchFamily="2" charset="-122"/>
              </a:rPr>
              <a:t>b</a:t>
            </a:r>
            <a:r>
              <a:rPr lang="en-US" altLang="zh-CN" b="1" dirty="0" err="1">
                <a:solidFill>
                  <a:srgbClr val="FF0000"/>
                </a:solidFill>
                <a:ea typeface="宋体" panose="02010600030101010101" pitchFamily="2" charset="-122"/>
              </a:rPr>
              <a:t>,</a:t>
            </a:r>
            <a:r>
              <a:rPr lang="en-US" altLang="zh-CN" b="1" i="1" dirty="0" err="1">
                <a:solidFill>
                  <a:srgbClr val="FF0000"/>
                </a:solidFill>
                <a:ea typeface="宋体" panose="02010600030101010101" pitchFamily="2" charset="-122"/>
              </a:rPr>
              <a:t>c</a:t>
            </a:r>
            <a:r>
              <a:rPr lang="en-US" altLang="zh-CN" b="1" dirty="0" err="1">
                <a:solidFill>
                  <a:srgbClr val="FF0000"/>
                </a:solidFill>
                <a:ea typeface="宋体" panose="02010600030101010101" pitchFamily="2" charset="-122"/>
              </a:rPr>
              <a:t>≤</a:t>
            </a:r>
            <a:r>
              <a:rPr lang="en-US" altLang="zh-CN" b="1" i="1" dirty="0" err="1">
                <a:solidFill>
                  <a:srgbClr val="FF0000"/>
                </a:solidFill>
                <a:ea typeface="宋体" panose="02010600030101010101" pitchFamily="2" charset="-122"/>
              </a:rPr>
              <a:t>y</a:t>
            </a:r>
            <a:r>
              <a:rPr lang="en-US" altLang="zh-CN" b="1" dirty="0" err="1">
                <a:solidFill>
                  <a:srgbClr val="FF0000"/>
                </a:solidFill>
                <a:ea typeface="宋体" panose="02010600030101010101" pitchFamily="2" charset="-122"/>
              </a:rPr>
              <a:t>≤</a:t>
            </a:r>
            <a:r>
              <a:rPr lang="en-US" altLang="zh-CN" b="1" i="1" dirty="0" err="1">
                <a:solidFill>
                  <a:srgbClr val="FF0000"/>
                </a:solidFill>
                <a:ea typeface="宋体" panose="02010600030101010101" pitchFamily="2" charset="-122"/>
              </a:rPr>
              <a:t>d</a:t>
            </a:r>
            <a:endParaRPr lang="en-US" altLang="zh-CN" b="1" i="1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412689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1653057"/>
              </p:ext>
            </p:extLst>
          </p:nvPr>
        </p:nvGraphicFramePr>
        <p:xfrm>
          <a:off x="3009494" y="4919515"/>
          <a:ext cx="1714907" cy="7954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35" name="Equation" r:id="rId10" imgW="838080" imgH="330120" progId="Equation.DSMT4">
                  <p:embed/>
                </p:oleObj>
              </mc:Choice>
              <mc:Fallback>
                <p:oleObj name="Equation" r:id="rId10" imgW="83808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9494" y="4919515"/>
                        <a:ext cx="1714907" cy="79548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2690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7130132"/>
              </p:ext>
            </p:extLst>
          </p:nvPr>
        </p:nvGraphicFramePr>
        <p:xfrm>
          <a:off x="4683126" y="4900442"/>
          <a:ext cx="1431232" cy="7685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36" name="Equation" r:id="rId12" imgW="711000" imgH="330120" progId="Equation.DSMT4">
                  <p:embed/>
                </p:oleObj>
              </mc:Choice>
              <mc:Fallback>
                <p:oleObj name="Equation" r:id="rId12" imgW="71100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26" y="4900442"/>
                        <a:ext cx="1431232" cy="76852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2691" name="Object 19"/>
          <p:cNvGraphicFramePr>
            <a:graphicFrameLocks noChangeAspect="1"/>
          </p:cNvGraphicFramePr>
          <p:nvPr/>
        </p:nvGraphicFramePr>
        <p:xfrm>
          <a:off x="4800601" y="5257800"/>
          <a:ext cx="168275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37" name="Equation" r:id="rId14" imgW="0" imgH="9678" progId="Equation.3">
                  <p:embed/>
                </p:oleObj>
              </mc:Choice>
              <mc:Fallback>
                <p:oleObj name="Equation" r:id="rId14" imgW="0" imgH="967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1" y="5257800"/>
                        <a:ext cx="168275" cy="190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2698" name="Object 26"/>
          <p:cNvGraphicFramePr>
            <a:graphicFrameLocks noChangeAspect="1"/>
          </p:cNvGraphicFramePr>
          <p:nvPr/>
        </p:nvGraphicFramePr>
        <p:xfrm>
          <a:off x="2971800" y="4538663"/>
          <a:ext cx="2413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38" name="Equation" r:id="rId16" imgW="241195" imgH="152334" progId="Equation.3">
                  <p:embed/>
                </p:oleObj>
              </mc:Choice>
              <mc:Fallback>
                <p:oleObj name="Equation" r:id="rId16" imgW="241195" imgH="15233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4538663"/>
                        <a:ext cx="241300" cy="152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2699" name="Object 27"/>
          <p:cNvGraphicFramePr>
            <a:graphicFrameLocks noChangeAspect="1"/>
          </p:cNvGraphicFramePr>
          <p:nvPr/>
        </p:nvGraphicFramePr>
        <p:xfrm>
          <a:off x="6481764" y="3276600"/>
          <a:ext cx="2738437" cy="744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39" name="Equation" r:id="rId18" imgW="2565400" imgH="698500" progId="Equation.3">
                  <p:embed/>
                </p:oleObj>
              </mc:Choice>
              <mc:Fallback>
                <p:oleObj name="Equation" r:id="rId18" imgW="2565400" imgH="698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81764" y="3276600"/>
                        <a:ext cx="2738437" cy="744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2700" name="Object 28"/>
          <p:cNvGraphicFramePr>
            <a:graphicFrameLocks noChangeAspect="1"/>
          </p:cNvGraphicFramePr>
          <p:nvPr/>
        </p:nvGraphicFramePr>
        <p:xfrm>
          <a:off x="3213100" y="4233863"/>
          <a:ext cx="4318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0" name="Equation" r:id="rId20" imgW="431613" imgH="698197" progId="Equation.3">
                  <p:embed/>
                </p:oleObj>
              </mc:Choice>
              <mc:Fallback>
                <p:oleObj name="Equation" r:id="rId20" imgW="431613" imgH="6981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3100" y="4233863"/>
                        <a:ext cx="431800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2701" name="Object 29"/>
          <p:cNvGraphicFramePr>
            <a:graphicFrameLocks noChangeAspect="1"/>
          </p:cNvGraphicFramePr>
          <p:nvPr/>
        </p:nvGraphicFramePr>
        <p:xfrm>
          <a:off x="9220200" y="3492500"/>
          <a:ext cx="5461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1" name="Equation" r:id="rId22" imgW="545863" imgH="393529" progId="Equation.3">
                  <p:embed/>
                </p:oleObj>
              </mc:Choice>
              <mc:Fallback>
                <p:oleObj name="Equation" r:id="rId22" imgW="545863" imgH="39352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20200" y="3492500"/>
                        <a:ext cx="5461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2702" name="Object 30"/>
          <p:cNvGraphicFramePr>
            <a:graphicFrameLocks noChangeAspect="1"/>
          </p:cNvGraphicFramePr>
          <p:nvPr/>
        </p:nvGraphicFramePr>
        <p:xfrm>
          <a:off x="6121400" y="3276600"/>
          <a:ext cx="4318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2" name="Equation" r:id="rId24" imgW="431613" imgH="698197" progId="Equation.3">
                  <p:embed/>
                </p:oleObj>
              </mc:Choice>
              <mc:Fallback>
                <p:oleObj name="Equation" r:id="rId24" imgW="431613" imgH="6981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21400" y="3276600"/>
                        <a:ext cx="431800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2703" name="Object 31"/>
          <p:cNvGraphicFramePr>
            <a:graphicFrameLocks noChangeAspect="1"/>
          </p:cNvGraphicFramePr>
          <p:nvPr/>
        </p:nvGraphicFramePr>
        <p:xfrm>
          <a:off x="6346825" y="4437063"/>
          <a:ext cx="5461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3" name="Equation" r:id="rId25" imgW="545863" imgH="393529" progId="Equation.3">
                  <p:embed/>
                </p:oleObj>
              </mc:Choice>
              <mc:Fallback>
                <p:oleObj name="Equation" r:id="rId25" imgW="545863" imgH="39352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46825" y="4437063"/>
                        <a:ext cx="5461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5626101" y="1828800"/>
          <a:ext cx="3209925" cy="858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4" name="Equation" r:id="rId26" imgW="1231366" imgH="330057" progId="Equation.DSMT4">
                  <p:embed/>
                </p:oleObj>
              </mc:Choice>
              <mc:Fallback>
                <p:oleObj name="Equation" r:id="rId26" imgW="1231366" imgH="33005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26101" y="1828800"/>
                        <a:ext cx="3209925" cy="858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3578225" y="4275139"/>
          <a:ext cx="1087438" cy="630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5" name="Equation" r:id="rId28" imgW="393529" imgH="228501" progId="Equation.DSMT4">
                  <p:embed/>
                </p:oleObj>
              </mc:Choice>
              <mc:Fallback>
                <p:oleObj name="Equation" r:id="rId28" imgW="393529" imgH="228501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8225" y="4275139"/>
                        <a:ext cx="1087438" cy="630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4606926" y="4197350"/>
          <a:ext cx="1789113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6" name="Equation" r:id="rId30" imgW="749300" imgH="330200" progId="Equation.DSMT4">
                  <p:embed/>
                </p:oleObj>
              </mc:Choice>
              <mc:Fallback>
                <p:oleObj name="Equation" r:id="rId30" imgW="749300" imgH="330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06926" y="4197350"/>
                        <a:ext cx="1789113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5F8BC-3C02-4E82-A6AD-68405BC1CFA0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5785923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2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12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12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12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12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12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12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12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12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12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412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412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12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412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412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412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4126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4126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4126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4126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4126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4126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4126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4126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4126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4126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2674" grpId="0" autoUpdateAnimBg="0"/>
      <p:bldP spid="412677" grpId="0" autoUpdateAnimBg="0"/>
      <p:bldP spid="412679" grpId="0" autoUpdateAnimBg="0"/>
      <p:bldP spid="412682" grpId="0" autoUpdateAnimBg="0"/>
      <p:bldP spid="412684" grpId="0" autoUpdateAnimBg="0"/>
      <p:bldP spid="412685" grpId="0" autoUpdateAnimBg="0"/>
      <p:bldP spid="412686" grpId="0" autoUpdateAnimBg="0"/>
      <p:bldP spid="412688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698" name="Text Box 2"/>
          <p:cNvSpPr txBox="1">
            <a:spLocks noChangeArrowheads="1"/>
          </p:cNvSpPr>
          <p:nvPr/>
        </p:nvSpPr>
        <p:spPr bwMode="auto">
          <a:xfrm>
            <a:off x="5105400" y="381000"/>
            <a:ext cx="4953000" cy="6524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lnSpc>
                <a:spcPct val="130000"/>
              </a:lnSpc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穿过区域且平行于</a:t>
            </a:r>
            <a:r>
              <a:rPr lang="en-US" altLang="zh-CN" b="1" i="1">
                <a:solidFill>
                  <a:schemeClr val="tx1"/>
                </a:solidFill>
                <a:ea typeface="宋体" panose="02010600030101010101" pitchFamily="2" charset="-122"/>
              </a:rPr>
              <a:t>y</a:t>
            </a: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轴的直线</a:t>
            </a:r>
            <a:endParaRPr lang="zh-CN" altLang="en-US" sz="3200" b="1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13699" name="Rectangle 3"/>
          <p:cNvSpPr>
            <a:spLocks noChangeArrowheads="1"/>
          </p:cNvSpPr>
          <p:nvPr/>
        </p:nvSpPr>
        <p:spPr bwMode="auto">
          <a:xfrm>
            <a:off x="5105400" y="1600200"/>
            <a:ext cx="5011738" cy="609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穿过区域且平行于</a:t>
            </a:r>
            <a:r>
              <a:rPr lang="en-US" altLang="zh-CN" b="1" i="1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轴的直线</a:t>
            </a:r>
            <a:endParaRPr lang="zh-CN" altLang="en-US" sz="3200" b="1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13700" name="Oval 4"/>
          <p:cNvSpPr>
            <a:spLocks noChangeArrowheads="1"/>
          </p:cNvSpPr>
          <p:nvPr/>
        </p:nvSpPr>
        <p:spPr bwMode="auto">
          <a:xfrm rot="-2008879">
            <a:off x="8305800" y="3581400"/>
            <a:ext cx="1295400" cy="838200"/>
          </a:xfrm>
          <a:prstGeom prst="ellipse">
            <a:avLst/>
          </a:prstGeom>
          <a:gradFill rotWithShape="0">
            <a:gsLst>
              <a:gs pos="0">
                <a:srgbClr val="FFFFFF"/>
              </a:gs>
              <a:gs pos="100000">
                <a:srgbClr val="FFFF66"/>
              </a:gs>
            </a:gsLst>
            <a:path path="shape">
              <a:fillToRect l="50000" t="50000" r="50000" b="50000"/>
            </a:path>
          </a:gra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pSp>
        <p:nvGrpSpPr>
          <p:cNvPr id="413701" name="Group 5"/>
          <p:cNvGrpSpPr>
            <a:grpSpLocks/>
          </p:cNvGrpSpPr>
          <p:nvPr/>
        </p:nvGrpSpPr>
        <p:grpSpPr bwMode="auto">
          <a:xfrm>
            <a:off x="8229600" y="3671888"/>
            <a:ext cx="1905000" cy="1662112"/>
            <a:chOff x="4368" y="2832"/>
            <a:chExt cx="1200" cy="1047"/>
          </a:xfrm>
        </p:grpSpPr>
        <p:sp>
          <p:nvSpPr>
            <p:cNvPr id="13349" name="Line 6"/>
            <p:cNvSpPr>
              <a:spLocks noChangeShapeType="1"/>
            </p:cNvSpPr>
            <p:nvPr/>
          </p:nvSpPr>
          <p:spPr bwMode="auto">
            <a:xfrm>
              <a:off x="4464" y="3120"/>
              <a:ext cx="0" cy="480"/>
            </a:xfrm>
            <a:prstGeom prst="line">
              <a:avLst/>
            </a:prstGeom>
            <a:noFill/>
            <a:ln w="28575" cap="rnd">
              <a:solidFill>
                <a:srgbClr val="008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50" name="Line 7"/>
            <p:cNvSpPr>
              <a:spLocks noChangeShapeType="1"/>
            </p:cNvSpPr>
            <p:nvPr/>
          </p:nvSpPr>
          <p:spPr bwMode="auto">
            <a:xfrm>
              <a:off x="5184" y="2832"/>
              <a:ext cx="0" cy="816"/>
            </a:xfrm>
            <a:prstGeom prst="line">
              <a:avLst/>
            </a:prstGeom>
            <a:noFill/>
            <a:ln w="28575" cap="rnd">
              <a:solidFill>
                <a:srgbClr val="008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51" name="Text Box 8"/>
            <p:cNvSpPr txBox="1">
              <a:spLocks noChangeArrowheads="1"/>
            </p:cNvSpPr>
            <p:nvPr/>
          </p:nvSpPr>
          <p:spPr bwMode="auto">
            <a:xfrm>
              <a:off x="4368" y="3552"/>
              <a:ext cx="43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008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i="1" dirty="0">
                  <a:solidFill>
                    <a:srgbClr val="008000"/>
                  </a:solidFill>
                  <a:ea typeface="宋体" panose="02010600030101010101" pitchFamily="2" charset="-122"/>
                </a:rPr>
                <a:t>a</a:t>
              </a:r>
              <a:endParaRPr lang="en-US" altLang="zh-CN" dirty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3352" name="Text Box 9"/>
            <p:cNvSpPr txBox="1">
              <a:spLocks noChangeArrowheads="1"/>
            </p:cNvSpPr>
            <p:nvPr/>
          </p:nvSpPr>
          <p:spPr bwMode="auto">
            <a:xfrm>
              <a:off x="5136" y="3552"/>
              <a:ext cx="43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008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i="1">
                  <a:solidFill>
                    <a:srgbClr val="008000"/>
                  </a:solidFill>
                  <a:ea typeface="宋体" panose="02010600030101010101" pitchFamily="2" charset="-122"/>
                </a:rPr>
                <a:t>b</a:t>
              </a:r>
              <a:endParaRPr lang="en-US" altLang="zh-CN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</p:grpSp>
      <p:grpSp>
        <p:nvGrpSpPr>
          <p:cNvPr id="413706" name="Group 10"/>
          <p:cNvGrpSpPr>
            <a:grpSpLocks/>
          </p:cNvGrpSpPr>
          <p:nvPr/>
        </p:nvGrpSpPr>
        <p:grpSpPr bwMode="auto">
          <a:xfrm>
            <a:off x="7772400" y="3214688"/>
            <a:ext cx="1600200" cy="1524000"/>
            <a:chOff x="4032" y="2496"/>
            <a:chExt cx="1008" cy="960"/>
          </a:xfrm>
        </p:grpSpPr>
        <p:sp>
          <p:nvSpPr>
            <p:cNvPr id="13345" name="Line 11"/>
            <p:cNvSpPr>
              <a:spLocks noChangeShapeType="1"/>
            </p:cNvSpPr>
            <p:nvPr/>
          </p:nvSpPr>
          <p:spPr bwMode="auto">
            <a:xfrm>
              <a:off x="4272" y="3312"/>
              <a:ext cx="432" cy="0"/>
            </a:xfrm>
            <a:prstGeom prst="line">
              <a:avLst/>
            </a:prstGeom>
            <a:noFill/>
            <a:ln w="19050" cap="rnd">
              <a:solidFill>
                <a:srgbClr val="FF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46" name="Line 12"/>
            <p:cNvSpPr>
              <a:spLocks noChangeShapeType="1"/>
            </p:cNvSpPr>
            <p:nvPr/>
          </p:nvSpPr>
          <p:spPr bwMode="auto">
            <a:xfrm>
              <a:off x="4224" y="2688"/>
              <a:ext cx="816" cy="0"/>
            </a:xfrm>
            <a:prstGeom prst="line">
              <a:avLst/>
            </a:prstGeom>
            <a:noFill/>
            <a:ln w="28575" cap="rnd">
              <a:solidFill>
                <a:srgbClr val="FF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47" name="Text Box 13"/>
            <p:cNvSpPr txBox="1">
              <a:spLocks noChangeArrowheads="1"/>
            </p:cNvSpPr>
            <p:nvPr/>
          </p:nvSpPr>
          <p:spPr bwMode="auto">
            <a:xfrm>
              <a:off x="4032" y="2496"/>
              <a:ext cx="33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i="1" dirty="0">
                  <a:solidFill>
                    <a:srgbClr val="FF3300"/>
                  </a:solidFill>
                  <a:ea typeface="宋体" panose="02010600030101010101" pitchFamily="2" charset="-122"/>
                </a:rPr>
                <a:t>d</a:t>
              </a:r>
              <a:endParaRPr lang="en-US" altLang="zh-CN" dirty="0">
                <a:solidFill>
                  <a:srgbClr val="FF33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3348" name="Text Box 14"/>
            <p:cNvSpPr txBox="1">
              <a:spLocks noChangeArrowheads="1"/>
            </p:cNvSpPr>
            <p:nvPr/>
          </p:nvSpPr>
          <p:spPr bwMode="auto">
            <a:xfrm>
              <a:off x="4032" y="3129"/>
              <a:ext cx="33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i="1" dirty="0">
                  <a:solidFill>
                    <a:srgbClr val="FF3300"/>
                  </a:solidFill>
                  <a:ea typeface="宋体" panose="02010600030101010101" pitchFamily="2" charset="-122"/>
                </a:rPr>
                <a:t>c</a:t>
              </a:r>
              <a:endParaRPr lang="en-US" altLang="zh-CN" dirty="0">
                <a:solidFill>
                  <a:srgbClr val="FF3300"/>
                </a:solidFill>
                <a:ea typeface="宋体" panose="02010600030101010101" pitchFamily="2" charset="-122"/>
              </a:endParaRPr>
            </a:p>
          </p:txBody>
        </p:sp>
      </p:grpSp>
      <p:sp>
        <p:nvSpPr>
          <p:cNvPr id="413711" name="Line 15"/>
          <p:cNvSpPr>
            <a:spLocks noChangeShapeType="1"/>
          </p:cNvSpPr>
          <p:nvPr/>
        </p:nvSpPr>
        <p:spPr bwMode="auto">
          <a:xfrm>
            <a:off x="8077200" y="3962400"/>
            <a:ext cx="2057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3712" name="Line 16"/>
          <p:cNvSpPr>
            <a:spLocks noChangeShapeType="1"/>
          </p:cNvSpPr>
          <p:nvPr/>
        </p:nvSpPr>
        <p:spPr bwMode="auto">
          <a:xfrm>
            <a:off x="8839200" y="2986088"/>
            <a:ext cx="0" cy="198120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3713" name="Text Box 17"/>
          <p:cNvSpPr txBox="1">
            <a:spLocks noChangeArrowheads="1"/>
          </p:cNvSpPr>
          <p:nvPr/>
        </p:nvSpPr>
        <p:spPr bwMode="auto">
          <a:xfrm>
            <a:off x="2362200" y="5029201"/>
            <a:ext cx="2743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40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计算结果一样</a:t>
            </a:r>
            <a:r>
              <a:rPr lang="en-US" altLang="zh-CN" b="1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413714" name="Text Box 18"/>
          <p:cNvSpPr txBox="1">
            <a:spLocks noChangeArrowheads="1"/>
          </p:cNvSpPr>
          <p:nvPr/>
        </p:nvSpPr>
        <p:spPr bwMode="auto">
          <a:xfrm>
            <a:off x="2743200" y="3886201"/>
            <a:ext cx="2133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000066"/>
                </a:solidFill>
                <a:ea typeface="宋体" panose="02010600030101010101" pitchFamily="2" charset="-122"/>
              </a:rPr>
              <a:t>又是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Y</a:t>
            </a:r>
            <a:r>
              <a:rPr lang="zh-CN" altLang="en-US" dirty="0">
                <a:solidFill>
                  <a:srgbClr val="FF0000"/>
                </a:solidFill>
                <a:ea typeface="宋体" panose="02010600030101010101" pitchFamily="2" charset="-122"/>
              </a:rPr>
              <a:t>型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:</a:t>
            </a:r>
            <a:endParaRPr lang="en-US" altLang="zh-CN" sz="2400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413715" name="Text Box 19"/>
          <p:cNvSpPr txBox="1">
            <a:spLocks noChangeArrowheads="1"/>
          </p:cNvSpPr>
          <p:nvPr/>
        </p:nvSpPr>
        <p:spPr bwMode="auto">
          <a:xfrm>
            <a:off x="2438400" y="2757488"/>
            <a:ext cx="3962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(3)</a:t>
            </a: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积分区域</a:t>
            </a:r>
            <a:r>
              <a:rPr lang="en-US" altLang="zh-CN" b="1" i="1" dirty="0">
                <a:solidFill>
                  <a:srgbClr val="FF0000"/>
                </a:solidFill>
                <a:ea typeface="宋体" panose="02010600030101010101" pitchFamily="2" charset="-122"/>
              </a:rPr>
              <a:t>D</a:t>
            </a:r>
            <a:r>
              <a:rPr lang="zh-CN" altLang="en-US" b="1" dirty="0">
                <a:solidFill>
                  <a:srgbClr val="000066"/>
                </a:solidFill>
                <a:ea typeface="宋体" panose="02010600030101010101" pitchFamily="2" charset="-122"/>
              </a:rPr>
              <a:t>既是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X</a:t>
            </a: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型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:</a:t>
            </a:r>
          </a:p>
        </p:txBody>
      </p:sp>
      <p:graphicFrame>
        <p:nvGraphicFramePr>
          <p:cNvPr id="413716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2660475"/>
              </p:ext>
            </p:extLst>
          </p:nvPr>
        </p:nvGraphicFramePr>
        <p:xfrm>
          <a:off x="2881311" y="3388034"/>
          <a:ext cx="1373121" cy="5505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24" name="Equation" r:id="rId4" imgW="647640" imgH="203040" progId="Equation.DSMT4">
                  <p:embed/>
                </p:oleObj>
              </mc:Choice>
              <mc:Fallback>
                <p:oleObj name="Equation" r:id="rId4" imgW="6476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1311" y="3388034"/>
                        <a:ext cx="1373121" cy="5505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3717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4918497"/>
              </p:ext>
            </p:extLst>
          </p:nvPr>
        </p:nvGraphicFramePr>
        <p:xfrm>
          <a:off x="4503737" y="3338717"/>
          <a:ext cx="1995487" cy="5545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25" name="Equation" r:id="rId6" imgW="1143000" imgH="228600" progId="Equation.DSMT4">
                  <p:embed/>
                </p:oleObj>
              </mc:Choice>
              <mc:Fallback>
                <p:oleObj name="Equation" r:id="rId6" imgW="11430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3737" y="3338717"/>
                        <a:ext cx="1995487" cy="5545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3718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3496381"/>
              </p:ext>
            </p:extLst>
          </p:nvPr>
        </p:nvGraphicFramePr>
        <p:xfrm>
          <a:off x="2917143" y="4506122"/>
          <a:ext cx="1362124" cy="54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26" name="Equation" r:id="rId8" imgW="647640" imgH="203040" progId="Equation.DSMT4">
                  <p:embed/>
                </p:oleObj>
              </mc:Choice>
              <mc:Fallback>
                <p:oleObj name="Equation" r:id="rId8" imgW="6476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7143" y="4506122"/>
                        <a:ext cx="1362124" cy="54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3719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5848464"/>
              </p:ext>
            </p:extLst>
          </p:nvPr>
        </p:nvGraphicFramePr>
        <p:xfrm>
          <a:off x="4539615" y="4446411"/>
          <a:ext cx="2174603" cy="5621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27" name="Equation" r:id="rId10" imgW="1143000" imgH="228600" progId="Equation.DSMT4">
                  <p:embed/>
                </p:oleObj>
              </mc:Choice>
              <mc:Fallback>
                <p:oleObj name="Equation" r:id="rId10" imgW="11430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39615" y="4446411"/>
                        <a:ext cx="2174603" cy="56215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29" name="Rectangle 24"/>
          <p:cNvSpPr>
            <a:spLocks noChangeArrowheads="1"/>
          </p:cNvSpPr>
          <p:nvPr/>
        </p:nvSpPr>
        <p:spPr bwMode="auto">
          <a:xfrm>
            <a:off x="2514600" y="457201"/>
            <a:ext cx="2895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X</a:t>
            </a: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型区域的特点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:</a:t>
            </a:r>
            <a:endParaRPr lang="en-US" altLang="zh-CN" sz="3600" b="1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413721" name="Rectangle 25"/>
          <p:cNvSpPr>
            <a:spLocks noChangeArrowheads="1"/>
          </p:cNvSpPr>
          <p:nvPr/>
        </p:nvSpPr>
        <p:spPr bwMode="auto">
          <a:xfrm>
            <a:off x="2514600" y="1649413"/>
            <a:ext cx="2895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Y</a:t>
            </a: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型区域的特点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:</a:t>
            </a:r>
            <a:endParaRPr lang="en-US" altLang="zh-CN" sz="3600" b="1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413722" name="Rectangle 26"/>
          <p:cNvSpPr>
            <a:spLocks noChangeArrowheads="1"/>
          </p:cNvSpPr>
          <p:nvPr/>
        </p:nvSpPr>
        <p:spPr bwMode="auto">
          <a:xfrm>
            <a:off x="2438400" y="876300"/>
            <a:ext cx="5715000" cy="6524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lnSpc>
                <a:spcPct val="130000"/>
              </a:lnSpc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与区域边界相交不多于两个交点</a:t>
            </a:r>
            <a:r>
              <a:rPr lang="en-US" altLang="zh-CN" b="1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413723" name="Rectangle 27"/>
          <p:cNvSpPr>
            <a:spLocks noChangeArrowheads="1"/>
          </p:cNvSpPr>
          <p:nvPr/>
        </p:nvSpPr>
        <p:spPr bwMode="auto">
          <a:xfrm>
            <a:off x="2438400" y="2057400"/>
            <a:ext cx="5600700" cy="6093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与区域边界相交不多于两个交点</a:t>
            </a:r>
            <a:r>
              <a:rPr lang="en-US" altLang="zh-CN" b="1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413724" name="Rectangle 28"/>
          <p:cNvSpPr>
            <a:spLocks noChangeArrowheads="1"/>
          </p:cNvSpPr>
          <p:nvPr/>
        </p:nvSpPr>
        <p:spPr bwMode="auto">
          <a:xfrm>
            <a:off x="4724400" y="5029201"/>
            <a:ext cx="3352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但可作出</a:t>
            </a:r>
            <a:r>
              <a:rPr lang="zh-CN" altLang="en-US" b="1">
                <a:solidFill>
                  <a:srgbClr val="0000FF"/>
                </a:solidFill>
                <a:ea typeface="宋体" panose="02010600030101010101" pitchFamily="2" charset="-122"/>
              </a:rPr>
              <a:t>适当选择</a:t>
            </a:r>
            <a:r>
              <a:rPr lang="en-US" altLang="zh-CN" b="1">
                <a:solidFill>
                  <a:srgbClr val="0000FF"/>
                </a:solidFill>
                <a:ea typeface="宋体" panose="02010600030101010101" pitchFamily="2" charset="-122"/>
              </a:rPr>
              <a:t>.</a:t>
            </a:r>
          </a:p>
        </p:txBody>
      </p:sp>
      <p:grpSp>
        <p:nvGrpSpPr>
          <p:cNvPr id="413730" name="Group 34"/>
          <p:cNvGrpSpPr>
            <a:grpSpLocks/>
          </p:cNvGrpSpPr>
          <p:nvPr/>
        </p:nvGrpSpPr>
        <p:grpSpPr bwMode="auto">
          <a:xfrm>
            <a:off x="7893050" y="2971800"/>
            <a:ext cx="2241550" cy="2211388"/>
            <a:chOff x="3408" y="2495"/>
            <a:chExt cx="1412" cy="1393"/>
          </a:xfrm>
        </p:grpSpPr>
        <p:sp>
          <p:nvSpPr>
            <p:cNvPr id="13336" name="Line 35"/>
            <p:cNvSpPr>
              <a:spLocks noChangeShapeType="1"/>
            </p:cNvSpPr>
            <p:nvPr/>
          </p:nvSpPr>
          <p:spPr bwMode="auto">
            <a:xfrm flipV="1">
              <a:off x="3552" y="2496"/>
              <a:ext cx="0" cy="123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37" name="Line 36"/>
            <p:cNvSpPr>
              <a:spLocks noChangeShapeType="1"/>
            </p:cNvSpPr>
            <p:nvPr/>
          </p:nvSpPr>
          <p:spPr bwMode="auto">
            <a:xfrm>
              <a:off x="3552" y="3727"/>
              <a:ext cx="121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3338" name="Object 37"/>
            <p:cNvGraphicFramePr>
              <a:graphicFrameLocks noChangeAspect="1"/>
            </p:cNvGraphicFramePr>
            <p:nvPr/>
          </p:nvGraphicFramePr>
          <p:xfrm>
            <a:off x="4704" y="3778"/>
            <a:ext cx="116" cy="1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28" name="Equation" r:id="rId12" imgW="253890" imgH="241195" progId="Equation.3">
                    <p:embed/>
                  </p:oleObj>
                </mc:Choice>
                <mc:Fallback>
                  <p:oleObj name="Equation" r:id="rId12" imgW="253890" imgH="24119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04" y="3778"/>
                          <a:ext cx="116" cy="1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39" name="Object 38"/>
            <p:cNvGraphicFramePr>
              <a:graphicFrameLocks noChangeAspect="1"/>
            </p:cNvGraphicFramePr>
            <p:nvPr/>
          </p:nvGraphicFramePr>
          <p:xfrm>
            <a:off x="3408" y="2495"/>
            <a:ext cx="116" cy="1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29" name="Equation" r:id="rId14" imgW="253780" imgH="317225" progId="Equation.3">
                    <p:embed/>
                  </p:oleObj>
                </mc:Choice>
                <mc:Fallback>
                  <p:oleObj name="Equation" r:id="rId14" imgW="253780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08" y="2495"/>
                          <a:ext cx="116" cy="1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40" name="Object 39"/>
            <p:cNvGraphicFramePr>
              <a:graphicFrameLocks noChangeAspect="1"/>
            </p:cNvGraphicFramePr>
            <p:nvPr/>
          </p:nvGraphicFramePr>
          <p:xfrm>
            <a:off x="3408" y="3696"/>
            <a:ext cx="134" cy="1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30" name="Equation" r:id="rId16" imgW="291847" imgH="317225" progId="Equation.3">
                    <p:embed/>
                  </p:oleObj>
                </mc:Choice>
                <mc:Fallback>
                  <p:oleObj name="Equation" r:id="rId16" imgW="291847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08" y="3696"/>
                          <a:ext cx="134" cy="1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5F8BC-3C02-4E82-A6AD-68405BC1CFA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1676906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3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13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13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13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13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13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13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13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413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13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13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137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13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13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13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413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413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4137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13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413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413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3698" grpId="0" autoUpdateAnimBg="0"/>
      <p:bldP spid="413699" grpId="0" autoUpdateAnimBg="0"/>
      <p:bldP spid="413700" grpId="0" animBg="1"/>
      <p:bldP spid="413711" grpId="0" animBg="1"/>
      <p:bldP spid="413712" grpId="0" animBg="1"/>
      <p:bldP spid="413713" grpId="0" autoUpdateAnimBg="0"/>
      <p:bldP spid="413714" grpId="0" autoUpdateAnimBg="0"/>
      <p:bldP spid="413715" grpId="0" autoUpdateAnimBg="0"/>
      <p:bldP spid="413721" grpId="0" autoUpdateAnimBg="0"/>
      <p:bldP spid="413722" grpId="0" autoUpdateAnimBg="0"/>
      <p:bldP spid="413723" grpId="0" autoUpdateAnimBg="0"/>
      <p:bldP spid="413724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Text Box 2"/>
          <p:cNvSpPr txBox="1">
            <a:spLocks noChangeArrowheads="1"/>
          </p:cNvSpPr>
          <p:nvPr/>
        </p:nvSpPr>
        <p:spPr bwMode="auto">
          <a:xfrm>
            <a:off x="2362200" y="685800"/>
            <a:ext cx="2895600" cy="592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lnSpc>
                <a:spcPct val="130000"/>
              </a:lnSpc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(4) </a:t>
            </a: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若区域如图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,</a:t>
            </a:r>
          </a:p>
        </p:txBody>
      </p:sp>
      <p:sp>
        <p:nvSpPr>
          <p:cNvPr id="414730" name="Text Box 10"/>
          <p:cNvSpPr txBox="1">
            <a:spLocks noChangeArrowheads="1"/>
          </p:cNvSpPr>
          <p:nvPr/>
        </p:nvSpPr>
        <p:spPr bwMode="auto">
          <a:xfrm>
            <a:off x="2438400" y="1320800"/>
            <a:ext cx="4648200" cy="111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在分割后的三个区域上分别使用积分公式</a:t>
            </a:r>
            <a:r>
              <a:rPr lang="en-US" altLang="zh-CN" b="1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</a:p>
        </p:txBody>
      </p:sp>
      <p:graphicFrame>
        <p:nvGraphicFramePr>
          <p:cNvPr id="414731" name="Object 11"/>
          <p:cNvGraphicFramePr>
            <a:graphicFrameLocks noChangeAspect="1"/>
          </p:cNvGraphicFramePr>
          <p:nvPr/>
        </p:nvGraphicFramePr>
        <p:xfrm>
          <a:off x="2819400" y="3294064"/>
          <a:ext cx="838200" cy="809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86" name="Equation" r:id="rId4" imgW="837836" imgH="812447" progId="Equation.3">
                  <p:embed/>
                </p:oleObj>
              </mc:Choice>
              <mc:Fallback>
                <p:oleObj name="Equation" r:id="rId4" imgW="837836" imgH="81244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3294064"/>
                        <a:ext cx="838200" cy="809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4732" name="Text Box 12"/>
          <p:cNvSpPr txBox="1">
            <a:spLocks noChangeArrowheads="1"/>
          </p:cNvSpPr>
          <p:nvPr/>
        </p:nvSpPr>
        <p:spPr bwMode="auto">
          <a:xfrm>
            <a:off x="2514600" y="2528888"/>
            <a:ext cx="4572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(</a:t>
            </a: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用积分区域的可加性质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)</a:t>
            </a:r>
          </a:p>
        </p:txBody>
      </p:sp>
      <p:grpSp>
        <p:nvGrpSpPr>
          <p:cNvPr id="414733" name="Group 13"/>
          <p:cNvGrpSpPr>
            <a:grpSpLocks/>
          </p:cNvGrpSpPr>
          <p:nvPr/>
        </p:nvGrpSpPr>
        <p:grpSpPr bwMode="auto">
          <a:xfrm>
            <a:off x="6172200" y="3200400"/>
            <a:ext cx="4267200" cy="914400"/>
            <a:chOff x="3072" y="2256"/>
            <a:chExt cx="2688" cy="576"/>
          </a:xfrm>
        </p:grpSpPr>
        <p:sp>
          <p:nvSpPr>
            <p:cNvPr id="14367" name="AutoShape 14"/>
            <p:cNvSpPr>
              <a:spLocks noChangeArrowheads="1"/>
            </p:cNvSpPr>
            <p:nvPr/>
          </p:nvSpPr>
          <p:spPr bwMode="auto">
            <a:xfrm>
              <a:off x="3072" y="2256"/>
              <a:ext cx="2688" cy="576"/>
            </a:xfrm>
            <a:prstGeom prst="horizontalScroll">
              <a:avLst>
                <a:gd name="adj" fmla="val 12500"/>
              </a:avLst>
            </a:prstGeom>
            <a:gradFill rotWithShape="0">
              <a:gsLst>
                <a:gs pos="0">
                  <a:srgbClr val="DBFFFF"/>
                </a:gs>
                <a:gs pos="50000">
                  <a:srgbClr val="00FFFF"/>
                </a:gs>
                <a:gs pos="100000">
                  <a:srgbClr val="DBFFFF"/>
                </a:gs>
              </a:gsLst>
              <a:lin ang="5400000" scaled="1"/>
            </a:gradFill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4368" name="Text Box 15"/>
            <p:cNvSpPr txBox="1">
              <a:spLocks noChangeArrowheads="1"/>
            </p:cNvSpPr>
            <p:nvPr/>
          </p:nvSpPr>
          <p:spPr bwMode="auto">
            <a:xfrm>
              <a:off x="3120" y="2400"/>
              <a:ext cx="26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b="1" i="1" dirty="0">
                  <a:solidFill>
                    <a:srgbClr val="FF3399"/>
                  </a:solidFill>
                  <a:ea typeface="宋体" panose="02010600030101010101" pitchFamily="2" charset="-122"/>
                </a:rPr>
                <a:t>D</a:t>
              </a:r>
              <a:r>
                <a:rPr lang="en-US" altLang="zh-CN" b="1" baseline="-25000" dirty="0">
                  <a:solidFill>
                    <a:srgbClr val="FF3399"/>
                  </a:solidFill>
                  <a:ea typeface="宋体" panose="02010600030101010101" pitchFamily="2" charset="-122"/>
                </a:rPr>
                <a:t>1</a:t>
              </a:r>
              <a:r>
                <a:rPr lang="zh-CN" altLang="en-US" b="1" dirty="0">
                  <a:solidFill>
                    <a:srgbClr val="FF3399"/>
                  </a:solidFill>
                  <a:ea typeface="宋体" panose="02010600030101010101" pitchFamily="2" charset="-122"/>
                </a:rPr>
                <a:t>、</a:t>
              </a:r>
              <a:r>
                <a:rPr lang="en-US" altLang="zh-CN" b="1" i="1" dirty="0">
                  <a:solidFill>
                    <a:srgbClr val="FF3399"/>
                  </a:solidFill>
                  <a:ea typeface="宋体" panose="02010600030101010101" pitchFamily="2" charset="-122"/>
                </a:rPr>
                <a:t>D</a:t>
              </a:r>
              <a:r>
                <a:rPr lang="en-US" altLang="zh-CN" b="1" baseline="-25000" dirty="0">
                  <a:solidFill>
                    <a:srgbClr val="FF3399"/>
                  </a:solidFill>
                  <a:ea typeface="宋体" panose="02010600030101010101" pitchFamily="2" charset="-122"/>
                </a:rPr>
                <a:t>2</a:t>
              </a:r>
              <a:r>
                <a:rPr lang="zh-CN" altLang="en-US" b="1" dirty="0">
                  <a:solidFill>
                    <a:srgbClr val="FF3399"/>
                  </a:solidFill>
                  <a:ea typeface="宋体" panose="02010600030101010101" pitchFamily="2" charset="-122"/>
                </a:rPr>
                <a:t>、</a:t>
              </a:r>
              <a:r>
                <a:rPr lang="en-US" altLang="zh-CN" b="1" i="1" dirty="0">
                  <a:solidFill>
                    <a:srgbClr val="FF3399"/>
                  </a:solidFill>
                  <a:ea typeface="宋体" panose="02010600030101010101" pitchFamily="2" charset="-122"/>
                </a:rPr>
                <a:t>D</a:t>
              </a:r>
              <a:r>
                <a:rPr lang="en-US" altLang="zh-CN" b="1" baseline="-25000" dirty="0">
                  <a:solidFill>
                    <a:srgbClr val="FF3399"/>
                  </a:solidFill>
                  <a:ea typeface="宋体" panose="02010600030101010101" pitchFamily="2" charset="-122"/>
                </a:rPr>
                <a:t>3</a:t>
              </a:r>
              <a:r>
                <a:rPr lang="zh-CN" altLang="en-US" b="1" dirty="0">
                  <a:solidFill>
                    <a:srgbClr val="FF3399"/>
                  </a:solidFill>
                  <a:ea typeface="宋体" panose="02010600030101010101" pitchFamily="2" charset="-122"/>
                </a:rPr>
                <a:t>都是</a:t>
              </a:r>
              <a:r>
                <a:rPr lang="en-US" altLang="zh-CN" b="1" dirty="0">
                  <a:solidFill>
                    <a:srgbClr val="FF3399"/>
                  </a:solidFill>
                  <a:ea typeface="宋体" panose="02010600030101010101" pitchFamily="2" charset="-122"/>
                </a:rPr>
                <a:t>X</a:t>
              </a:r>
              <a:r>
                <a:rPr lang="zh-CN" altLang="en-US" b="1" dirty="0">
                  <a:solidFill>
                    <a:srgbClr val="FF3399"/>
                  </a:solidFill>
                  <a:ea typeface="宋体" panose="02010600030101010101" pitchFamily="2" charset="-122"/>
                </a:rPr>
                <a:t>型区域</a:t>
              </a:r>
              <a:endParaRPr lang="zh-CN" altLang="en-US" b="1" dirty="0">
                <a:solidFill>
                  <a:schemeClr val="accent2"/>
                </a:solidFill>
                <a:ea typeface="宋体" panose="02010600030101010101" pitchFamily="2" charset="-122"/>
              </a:endParaRPr>
            </a:p>
          </p:txBody>
        </p:sp>
      </p:grpSp>
      <p:sp>
        <p:nvSpPr>
          <p:cNvPr id="414736" name="Rectangle 16"/>
          <p:cNvSpPr>
            <a:spLocks noChangeArrowheads="1"/>
          </p:cNvSpPr>
          <p:nvPr/>
        </p:nvSpPr>
        <p:spPr bwMode="auto">
          <a:xfrm>
            <a:off x="4943476" y="685800"/>
            <a:ext cx="2295525" cy="592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lnSpc>
                <a:spcPct val="130000"/>
              </a:lnSpc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2"/>
                </a:solidFill>
                <a:ea typeface="宋体" panose="02010600030101010101" pitchFamily="2" charset="-122"/>
              </a:rPr>
              <a:t>则</a:t>
            </a: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必须分割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.</a:t>
            </a:r>
          </a:p>
        </p:txBody>
      </p:sp>
      <p:graphicFrame>
        <p:nvGraphicFramePr>
          <p:cNvPr id="414737" name="Object 17"/>
          <p:cNvGraphicFramePr>
            <a:graphicFrameLocks noChangeAspect="1"/>
          </p:cNvGraphicFramePr>
          <p:nvPr/>
        </p:nvGraphicFramePr>
        <p:xfrm>
          <a:off x="3738564" y="3294064"/>
          <a:ext cx="2357437" cy="896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87" name="Equation" r:id="rId6" imgW="2260600" imgH="863600" progId="Equation.3">
                  <p:embed/>
                </p:oleObj>
              </mc:Choice>
              <mc:Fallback>
                <p:oleObj name="Equation" r:id="rId6" imgW="2260600" imgH="863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8564" y="3294064"/>
                        <a:ext cx="2357437" cy="896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14759" name="Group 39"/>
          <p:cNvGrpSpPr>
            <a:grpSpLocks/>
          </p:cNvGrpSpPr>
          <p:nvPr/>
        </p:nvGrpSpPr>
        <p:grpSpPr bwMode="auto">
          <a:xfrm>
            <a:off x="7432676" y="990600"/>
            <a:ext cx="2473325" cy="2057400"/>
            <a:chOff x="2696" y="2736"/>
            <a:chExt cx="1558" cy="1296"/>
          </a:xfrm>
        </p:grpSpPr>
        <p:graphicFrame>
          <p:nvGraphicFramePr>
            <p:cNvPr id="14358" name="Object 33"/>
            <p:cNvGraphicFramePr>
              <a:graphicFrameLocks noChangeAspect="1"/>
            </p:cNvGraphicFramePr>
            <p:nvPr/>
          </p:nvGraphicFramePr>
          <p:xfrm>
            <a:off x="4080" y="3856"/>
            <a:ext cx="174" cy="1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588" name="Equation" r:id="rId8" imgW="139700" imgH="139700" progId="Equation.3">
                    <p:embed/>
                  </p:oleObj>
                </mc:Choice>
                <mc:Fallback>
                  <p:oleObj name="Equation" r:id="rId8" imgW="139700" imgH="1397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80" y="3856"/>
                          <a:ext cx="174" cy="1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59" name="Object 34"/>
            <p:cNvGraphicFramePr>
              <a:graphicFrameLocks noChangeAspect="1"/>
            </p:cNvGraphicFramePr>
            <p:nvPr/>
          </p:nvGraphicFramePr>
          <p:xfrm>
            <a:off x="2707" y="2736"/>
            <a:ext cx="173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589" name="Equation" r:id="rId10" imgW="139579" imgH="164957" progId="Equation.3">
                    <p:embed/>
                  </p:oleObj>
                </mc:Choice>
                <mc:Fallback>
                  <p:oleObj name="Equation" r:id="rId10" imgW="139579" imgH="16495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07" y="2736"/>
                          <a:ext cx="173" cy="2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360" name="Line 35"/>
            <p:cNvSpPr>
              <a:spLocks noChangeShapeType="1"/>
            </p:cNvSpPr>
            <p:nvPr/>
          </p:nvSpPr>
          <p:spPr bwMode="auto">
            <a:xfrm>
              <a:off x="2880" y="3840"/>
              <a:ext cx="12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61" name="Line 36"/>
            <p:cNvSpPr>
              <a:spLocks noChangeShapeType="1"/>
            </p:cNvSpPr>
            <p:nvPr/>
          </p:nvSpPr>
          <p:spPr bwMode="auto">
            <a:xfrm flipV="1">
              <a:off x="2880" y="2800"/>
              <a:ext cx="0" cy="105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4362" name="Object 37"/>
            <p:cNvGraphicFramePr>
              <a:graphicFrameLocks noChangeAspect="1"/>
            </p:cNvGraphicFramePr>
            <p:nvPr/>
          </p:nvGraphicFramePr>
          <p:xfrm>
            <a:off x="2696" y="3782"/>
            <a:ext cx="184" cy="2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590" name="Equation" r:id="rId12" imgW="164814" imgH="177492" progId="Equation.3">
                    <p:embed/>
                  </p:oleObj>
                </mc:Choice>
                <mc:Fallback>
                  <p:oleObj name="Equation" r:id="rId12" imgW="164814" imgH="177492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96" y="3782"/>
                          <a:ext cx="184" cy="20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14761" name="Freeform 41"/>
          <p:cNvSpPr>
            <a:spLocks/>
          </p:cNvSpPr>
          <p:nvPr/>
        </p:nvSpPr>
        <p:spPr bwMode="auto">
          <a:xfrm>
            <a:off x="7950200" y="1066800"/>
            <a:ext cx="1422400" cy="1366838"/>
          </a:xfrm>
          <a:custGeom>
            <a:avLst/>
            <a:gdLst>
              <a:gd name="T0" fmla="*/ 2147483646 w 896"/>
              <a:gd name="T1" fmla="*/ 2147483646 h 861"/>
              <a:gd name="T2" fmla="*/ 2147483646 w 896"/>
              <a:gd name="T3" fmla="*/ 2147483646 h 861"/>
              <a:gd name="T4" fmla="*/ 2147483646 w 896"/>
              <a:gd name="T5" fmla="*/ 2147483646 h 861"/>
              <a:gd name="T6" fmla="*/ 2147483646 w 896"/>
              <a:gd name="T7" fmla="*/ 2147483646 h 861"/>
              <a:gd name="T8" fmla="*/ 2147483646 w 896"/>
              <a:gd name="T9" fmla="*/ 2147483646 h 861"/>
              <a:gd name="T10" fmla="*/ 2147483646 w 896"/>
              <a:gd name="T11" fmla="*/ 2147483646 h 861"/>
              <a:gd name="T12" fmla="*/ 2147483646 w 896"/>
              <a:gd name="T13" fmla="*/ 2147483646 h 861"/>
              <a:gd name="T14" fmla="*/ 2147483646 w 896"/>
              <a:gd name="T15" fmla="*/ 2147483646 h 861"/>
              <a:gd name="T16" fmla="*/ 2147483646 w 896"/>
              <a:gd name="T17" fmla="*/ 2147483646 h 861"/>
              <a:gd name="T18" fmla="*/ 2147483646 w 896"/>
              <a:gd name="T19" fmla="*/ 2147483646 h 861"/>
              <a:gd name="T20" fmla="*/ 2147483646 w 896"/>
              <a:gd name="T21" fmla="*/ 2147483646 h 861"/>
              <a:gd name="T22" fmla="*/ 2147483646 w 896"/>
              <a:gd name="T23" fmla="*/ 2147483646 h 861"/>
              <a:gd name="T24" fmla="*/ 2147483646 w 896"/>
              <a:gd name="T25" fmla="*/ 2147483646 h 861"/>
              <a:gd name="T26" fmla="*/ 2147483646 w 896"/>
              <a:gd name="T27" fmla="*/ 2147483646 h 861"/>
              <a:gd name="T28" fmla="*/ 2147483646 w 896"/>
              <a:gd name="T29" fmla="*/ 2147483646 h 861"/>
              <a:gd name="T30" fmla="*/ 2147483646 w 896"/>
              <a:gd name="T31" fmla="*/ 2147483646 h 861"/>
              <a:gd name="T32" fmla="*/ 2147483646 w 896"/>
              <a:gd name="T33" fmla="*/ 2147483646 h 861"/>
              <a:gd name="T34" fmla="*/ 2147483646 w 896"/>
              <a:gd name="T35" fmla="*/ 2147483646 h 861"/>
              <a:gd name="T36" fmla="*/ 2147483646 w 896"/>
              <a:gd name="T37" fmla="*/ 2147483646 h 861"/>
              <a:gd name="T38" fmla="*/ 2147483646 w 896"/>
              <a:gd name="T39" fmla="*/ 2147483646 h 861"/>
              <a:gd name="T40" fmla="*/ 2147483646 w 896"/>
              <a:gd name="T41" fmla="*/ 2147483646 h 861"/>
              <a:gd name="T42" fmla="*/ 2147483646 w 896"/>
              <a:gd name="T43" fmla="*/ 2147483646 h 861"/>
              <a:gd name="T44" fmla="*/ 2147483646 w 896"/>
              <a:gd name="T45" fmla="*/ 2147483646 h 861"/>
              <a:gd name="T46" fmla="*/ 2147483646 w 896"/>
              <a:gd name="T47" fmla="*/ 2147483646 h 861"/>
              <a:gd name="T48" fmla="*/ 2147483646 w 896"/>
              <a:gd name="T49" fmla="*/ 2147483646 h 861"/>
              <a:gd name="T50" fmla="*/ 2147483646 w 896"/>
              <a:gd name="T51" fmla="*/ 2147483646 h 861"/>
              <a:gd name="T52" fmla="*/ 2147483646 w 896"/>
              <a:gd name="T53" fmla="*/ 2147483646 h 861"/>
              <a:gd name="T54" fmla="*/ 2147483646 w 896"/>
              <a:gd name="T55" fmla="*/ 2147483646 h 861"/>
              <a:gd name="T56" fmla="*/ 2147483646 w 896"/>
              <a:gd name="T57" fmla="*/ 2147483646 h 861"/>
              <a:gd name="T58" fmla="*/ 2147483646 w 896"/>
              <a:gd name="T59" fmla="*/ 2147483646 h 861"/>
              <a:gd name="T60" fmla="*/ 2147483646 w 896"/>
              <a:gd name="T61" fmla="*/ 2147483646 h 861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</a:gdLst>
            <a:ahLst/>
            <a:cxnLst>
              <a:cxn ang="T62">
                <a:pos x="T0" y="T1"/>
              </a:cxn>
              <a:cxn ang="T63">
                <a:pos x="T2" y="T3"/>
              </a:cxn>
              <a:cxn ang="T64">
                <a:pos x="T4" y="T5"/>
              </a:cxn>
              <a:cxn ang="T65">
                <a:pos x="T6" y="T7"/>
              </a:cxn>
              <a:cxn ang="T66">
                <a:pos x="T8" y="T9"/>
              </a:cxn>
              <a:cxn ang="T67">
                <a:pos x="T10" y="T11"/>
              </a:cxn>
              <a:cxn ang="T68">
                <a:pos x="T12" y="T13"/>
              </a:cxn>
              <a:cxn ang="T69">
                <a:pos x="T14" y="T15"/>
              </a:cxn>
              <a:cxn ang="T70">
                <a:pos x="T16" y="T17"/>
              </a:cxn>
              <a:cxn ang="T71">
                <a:pos x="T18" y="T19"/>
              </a:cxn>
              <a:cxn ang="T72">
                <a:pos x="T20" y="T21"/>
              </a:cxn>
              <a:cxn ang="T73">
                <a:pos x="T22" y="T23"/>
              </a:cxn>
              <a:cxn ang="T74">
                <a:pos x="T24" y="T25"/>
              </a:cxn>
              <a:cxn ang="T75">
                <a:pos x="T26" y="T27"/>
              </a:cxn>
              <a:cxn ang="T76">
                <a:pos x="T28" y="T29"/>
              </a:cxn>
              <a:cxn ang="T77">
                <a:pos x="T30" y="T31"/>
              </a:cxn>
              <a:cxn ang="T78">
                <a:pos x="T32" y="T33"/>
              </a:cxn>
              <a:cxn ang="T79">
                <a:pos x="T34" y="T35"/>
              </a:cxn>
              <a:cxn ang="T80">
                <a:pos x="T36" y="T37"/>
              </a:cxn>
              <a:cxn ang="T81">
                <a:pos x="T38" y="T39"/>
              </a:cxn>
              <a:cxn ang="T82">
                <a:pos x="T40" y="T41"/>
              </a:cxn>
              <a:cxn ang="T83">
                <a:pos x="T42" y="T43"/>
              </a:cxn>
              <a:cxn ang="T84">
                <a:pos x="T44" y="T45"/>
              </a:cxn>
              <a:cxn ang="T85">
                <a:pos x="T46" y="T47"/>
              </a:cxn>
              <a:cxn ang="T86">
                <a:pos x="T48" y="T49"/>
              </a:cxn>
              <a:cxn ang="T87">
                <a:pos x="T50" y="T51"/>
              </a:cxn>
              <a:cxn ang="T88">
                <a:pos x="T52" y="T53"/>
              </a:cxn>
              <a:cxn ang="T89">
                <a:pos x="T54" y="T55"/>
              </a:cxn>
              <a:cxn ang="T90">
                <a:pos x="T56" y="T57"/>
              </a:cxn>
              <a:cxn ang="T91">
                <a:pos x="T58" y="T59"/>
              </a:cxn>
              <a:cxn ang="T92">
                <a:pos x="T60" y="T61"/>
              </a:cxn>
            </a:cxnLst>
            <a:rect l="0" t="0" r="r" b="b"/>
            <a:pathLst>
              <a:path w="896" h="861">
                <a:moveTo>
                  <a:pt x="143" y="769"/>
                </a:moveTo>
                <a:cubicBezTo>
                  <a:pt x="126" y="744"/>
                  <a:pt x="108" y="727"/>
                  <a:pt x="88" y="705"/>
                </a:cubicBezTo>
                <a:cubicBezTo>
                  <a:pt x="82" y="687"/>
                  <a:pt x="58" y="656"/>
                  <a:pt x="52" y="638"/>
                </a:cubicBezTo>
                <a:cubicBezTo>
                  <a:pt x="40" y="602"/>
                  <a:pt x="21" y="532"/>
                  <a:pt x="15" y="491"/>
                </a:cubicBezTo>
                <a:cubicBezTo>
                  <a:pt x="9" y="450"/>
                  <a:pt x="0" y="436"/>
                  <a:pt x="15" y="391"/>
                </a:cubicBezTo>
                <a:cubicBezTo>
                  <a:pt x="30" y="346"/>
                  <a:pt x="85" y="255"/>
                  <a:pt x="106" y="221"/>
                </a:cubicBezTo>
                <a:cubicBezTo>
                  <a:pt x="112" y="204"/>
                  <a:pt x="132" y="198"/>
                  <a:pt x="143" y="184"/>
                </a:cubicBezTo>
                <a:cubicBezTo>
                  <a:pt x="153" y="171"/>
                  <a:pt x="163" y="148"/>
                  <a:pt x="180" y="139"/>
                </a:cubicBezTo>
                <a:cubicBezTo>
                  <a:pt x="226" y="116"/>
                  <a:pt x="256" y="117"/>
                  <a:pt x="308" y="111"/>
                </a:cubicBezTo>
                <a:cubicBezTo>
                  <a:pt x="341" y="103"/>
                  <a:pt x="348" y="105"/>
                  <a:pt x="381" y="93"/>
                </a:cubicBezTo>
                <a:cubicBezTo>
                  <a:pt x="434" y="76"/>
                  <a:pt x="456" y="55"/>
                  <a:pt x="509" y="38"/>
                </a:cubicBezTo>
                <a:cubicBezTo>
                  <a:pt x="518" y="35"/>
                  <a:pt x="527" y="32"/>
                  <a:pt x="536" y="29"/>
                </a:cubicBezTo>
                <a:cubicBezTo>
                  <a:pt x="545" y="26"/>
                  <a:pt x="555" y="23"/>
                  <a:pt x="564" y="20"/>
                </a:cubicBezTo>
                <a:cubicBezTo>
                  <a:pt x="573" y="17"/>
                  <a:pt x="591" y="11"/>
                  <a:pt x="591" y="11"/>
                </a:cubicBezTo>
                <a:cubicBezTo>
                  <a:pt x="643" y="15"/>
                  <a:pt x="703" y="0"/>
                  <a:pt x="746" y="29"/>
                </a:cubicBezTo>
                <a:cubicBezTo>
                  <a:pt x="764" y="41"/>
                  <a:pt x="792" y="75"/>
                  <a:pt x="792" y="75"/>
                </a:cubicBezTo>
                <a:cubicBezTo>
                  <a:pt x="800" y="88"/>
                  <a:pt x="811" y="91"/>
                  <a:pt x="810" y="107"/>
                </a:cubicBezTo>
                <a:cubicBezTo>
                  <a:pt x="809" y="123"/>
                  <a:pt x="794" y="152"/>
                  <a:pt x="783" y="171"/>
                </a:cubicBezTo>
                <a:cubicBezTo>
                  <a:pt x="772" y="190"/>
                  <a:pt x="786" y="199"/>
                  <a:pt x="746" y="221"/>
                </a:cubicBezTo>
                <a:cubicBezTo>
                  <a:pt x="684" y="262"/>
                  <a:pt x="618" y="288"/>
                  <a:pt x="545" y="303"/>
                </a:cubicBezTo>
                <a:cubicBezTo>
                  <a:pt x="497" y="326"/>
                  <a:pt x="480" y="324"/>
                  <a:pt x="454" y="345"/>
                </a:cubicBezTo>
                <a:cubicBezTo>
                  <a:pt x="428" y="366"/>
                  <a:pt x="387" y="401"/>
                  <a:pt x="390" y="427"/>
                </a:cubicBezTo>
                <a:cubicBezTo>
                  <a:pt x="393" y="453"/>
                  <a:pt x="449" y="488"/>
                  <a:pt x="472" y="504"/>
                </a:cubicBezTo>
                <a:cubicBezTo>
                  <a:pt x="487" y="516"/>
                  <a:pt x="508" y="518"/>
                  <a:pt x="527" y="523"/>
                </a:cubicBezTo>
                <a:cubicBezTo>
                  <a:pt x="603" y="544"/>
                  <a:pt x="765" y="336"/>
                  <a:pt x="847" y="382"/>
                </a:cubicBezTo>
                <a:cubicBezTo>
                  <a:pt x="896" y="386"/>
                  <a:pt x="859" y="530"/>
                  <a:pt x="847" y="583"/>
                </a:cubicBezTo>
                <a:cubicBezTo>
                  <a:pt x="835" y="636"/>
                  <a:pt x="814" y="661"/>
                  <a:pt x="774" y="702"/>
                </a:cubicBezTo>
                <a:cubicBezTo>
                  <a:pt x="734" y="743"/>
                  <a:pt x="649" y="806"/>
                  <a:pt x="609" y="830"/>
                </a:cubicBezTo>
                <a:cubicBezTo>
                  <a:pt x="569" y="854"/>
                  <a:pt x="579" y="845"/>
                  <a:pt x="536" y="848"/>
                </a:cubicBezTo>
                <a:cubicBezTo>
                  <a:pt x="493" y="851"/>
                  <a:pt x="418" y="861"/>
                  <a:pt x="353" y="848"/>
                </a:cubicBezTo>
                <a:cubicBezTo>
                  <a:pt x="288" y="835"/>
                  <a:pt x="187" y="785"/>
                  <a:pt x="143" y="769"/>
                </a:cubicBezTo>
                <a:close/>
              </a:path>
            </a:pathLst>
          </a:custGeom>
          <a:gradFill rotWithShape="0">
            <a:gsLst>
              <a:gs pos="0">
                <a:srgbClr val="FFFFFF"/>
              </a:gs>
              <a:gs pos="50000">
                <a:srgbClr val="FF99FF"/>
              </a:gs>
              <a:gs pos="100000">
                <a:srgbClr val="FFFFFF"/>
              </a:gs>
            </a:gsLst>
            <a:lin ang="18900000" scaled="1"/>
          </a:gradFill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4765" name="Freeform 45"/>
          <p:cNvSpPr>
            <a:spLocks/>
          </p:cNvSpPr>
          <p:nvPr/>
        </p:nvSpPr>
        <p:spPr bwMode="auto">
          <a:xfrm>
            <a:off x="8559801" y="1066800"/>
            <a:ext cx="688975" cy="755650"/>
          </a:xfrm>
          <a:custGeom>
            <a:avLst/>
            <a:gdLst>
              <a:gd name="T0" fmla="*/ 4 w 434"/>
              <a:gd name="T1" fmla="*/ 93 h 476"/>
              <a:gd name="T2" fmla="*/ 132 w 434"/>
              <a:gd name="T3" fmla="*/ 38 h 476"/>
              <a:gd name="T4" fmla="*/ 159 w 434"/>
              <a:gd name="T5" fmla="*/ 29 h 476"/>
              <a:gd name="T6" fmla="*/ 187 w 434"/>
              <a:gd name="T7" fmla="*/ 20 h 476"/>
              <a:gd name="T8" fmla="*/ 214 w 434"/>
              <a:gd name="T9" fmla="*/ 11 h 476"/>
              <a:gd name="T10" fmla="*/ 369 w 434"/>
              <a:gd name="T11" fmla="*/ 29 h 476"/>
              <a:gd name="T12" fmla="*/ 415 w 434"/>
              <a:gd name="T13" fmla="*/ 75 h 476"/>
              <a:gd name="T14" fmla="*/ 433 w 434"/>
              <a:gd name="T15" fmla="*/ 107 h 476"/>
              <a:gd name="T16" fmla="*/ 406 w 434"/>
              <a:gd name="T17" fmla="*/ 171 h 476"/>
              <a:gd name="T18" fmla="*/ 369 w 434"/>
              <a:gd name="T19" fmla="*/ 221 h 476"/>
              <a:gd name="T20" fmla="*/ 168 w 434"/>
              <a:gd name="T21" fmla="*/ 303 h 476"/>
              <a:gd name="T22" fmla="*/ 75 w 434"/>
              <a:gd name="T23" fmla="*/ 334 h 476"/>
              <a:gd name="T24" fmla="*/ 30 w 434"/>
              <a:gd name="T25" fmla="*/ 379 h 476"/>
              <a:gd name="T26" fmla="*/ 13 w 434"/>
              <a:gd name="T27" fmla="*/ 427 h 476"/>
              <a:gd name="T28" fmla="*/ 14 w 434"/>
              <a:gd name="T29" fmla="*/ 83 h 476"/>
              <a:gd name="T30" fmla="*/ 4 w 434"/>
              <a:gd name="T31" fmla="*/ 93 h 4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434" h="476">
                <a:moveTo>
                  <a:pt x="4" y="93"/>
                </a:moveTo>
                <a:cubicBezTo>
                  <a:pt x="57" y="76"/>
                  <a:pt x="79" y="55"/>
                  <a:pt x="132" y="38"/>
                </a:cubicBezTo>
                <a:cubicBezTo>
                  <a:pt x="141" y="35"/>
                  <a:pt x="150" y="32"/>
                  <a:pt x="159" y="29"/>
                </a:cubicBezTo>
                <a:cubicBezTo>
                  <a:pt x="168" y="26"/>
                  <a:pt x="178" y="23"/>
                  <a:pt x="187" y="20"/>
                </a:cubicBezTo>
                <a:cubicBezTo>
                  <a:pt x="196" y="17"/>
                  <a:pt x="214" y="11"/>
                  <a:pt x="214" y="11"/>
                </a:cubicBezTo>
                <a:cubicBezTo>
                  <a:pt x="266" y="15"/>
                  <a:pt x="326" y="0"/>
                  <a:pt x="369" y="29"/>
                </a:cubicBezTo>
                <a:cubicBezTo>
                  <a:pt x="387" y="41"/>
                  <a:pt x="415" y="75"/>
                  <a:pt x="415" y="75"/>
                </a:cubicBezTo>
                <a:cubicBezTo>
                  <a:pt x="423" y="88"/>
                  <a:pt x="434" y="91"/>
                  <a:pt x="433" y="107"/>
                </a:cubicBezTo>
                <a:cubicBezTo>
                  <a:pt x="432" y="123"/>
                  <a:pt x="417" y="152"/>
                  <a:pt x="406" y="171"/>
                </a:cubicBezTo>
                <a:cubicBezTo>
                  <a:pt x="395" y="190"/>
                  <a:pt x="409" y="199"/>
                  <a:pt x="369" y="221"/>
                </a:cubicBezTo>
                <a:cubicBezTo>
                  <a:pt x="307" y="262"/>
                  <a:pt x="241" y="288"/>
                  <a:pt x="168" y="303"/>
                </a:cubicBezTo>
                <a:cubicBezTo>
                  <a:pt x="120" y="326"/>
                  <a:pt x="98" y="321"/>
                  <a:pt x="75" y="334"/>
                </a:cubicBezTo>
                <a:cubicBezTo>
                  <a:pt x="52" y="347"/>
                  <a:pt x="40" y="364"/>
                  <a:pt x="30" y="379"/>
                </a:cubicBezTo>
                <a:cubicBezTo>
                  <a:pt x="20" y="394"/>
                  <a:pt x="16" y="476"/>
                  <a:pt x="13" y="427"/>
                </a:cubicBezTo>
                <a:cubicBezTo>
                  <a:pt x="0" y="368"/>
                  <a:pt x="14" y="83"/>
                  <a:pt x="14" y="83"/>
                </a:cubicBezTo>
                <a:cubicBezTo>
                  <a:pt x="14" y="83"/>
                  <a:pt x="4" y="93"/>
                  <a:pt x="4" y="93"/>
                </a:cubicBezTo>
                <a:close/>
              </a:path>
            </a:pathLst>
          </a:custGeom>
          <a:gradFill rotWithShape="0">
            <a:gsLst>
              <a:gs pos="0">
                <a:schemeClr val="bg1"/>
              </a:gs>
              <a:gs pos="50000">
                <a:srgbClr val="00FFFF"/>
              </a:gs>
              <a:gs pos="100000">
                <a:schemeClr val="bg1"/>
              </a:gs>
            </a:gsLst>
            <a:lin ang="18900000" scaled="1"/>
          </a:gradFill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414767" name="Freeform 47"/>
          <p:cNvSpPr>
            <a:spLocks/>
          </p:cNvSpPr>
          <p:nvPr/>
        </p:nvSpPr>
        <p:spPr bwMode="auto">
          <a:xfrm>
            <a:off x="7950201" y="1219200"/>
            <a:ext cx="631825" cy="1200150"/>
          </a:xfrm>
          <a:custGeom>
            <a:avLst/>
            <a:gdLst>
              <a:gd name="T0" fmla="*/ 386 w 398"/>
              <a:gd name="T1" fmla="*/ 5 h 756"/>
              <a:gd name="T2" fmla="*/ 384 w 398"/>
              <a:gd name="T3" fmla="*/ 747 h 756"/>
              <a:gd name="T4" fmla="*/ 375 w 398"/>
              <a:gd name="T5" fmla="*/ 756 h 756"/>
              <a:gd name="T6" fmla="*/ 143 w 398"/>
              <a:gd name="T7" fmla="*/ 680 h 756"/>
              <a:gd name="T8" fmla="*/ 88 w 398"/>
              <a:gd name="T9" fmla="*/ 616 h 756"/>
              <a:gd name="T10" fmla="*/ 52 w 398"/>
              <a:gd name="T11" fmla="*/ 549 h 756"/>
              <a:gd name="T12" fmla="*/ 15 w 398"/>
              <a:gd name="T13" fmla="*/ 402 h 756"/>
              <a:gd name="T14" fmla="*/ 15 w 398"/>
              <a:gd name="T15" fmla="*/ 302 h 756"/>
              <a:gd name="T16" fmla="*/ 106 w 398"/>
              <a:gd name="T17" fmla="*/ 132 h 756"/>
              <a:gd name="T18" fmla="*/ 143 w 398"/>
              <a:gd name="T19" fmla="*/ 95 h 756"/>
              <a:gd name="T20" fmla="*/ 180 w 398"/>
              <a:gd name="T21" fmla="*/ 50 h 756"/>
              <a:gd name="T22" fmla="*/ 375 w 398"/>
              <a:gd name="T23" fmla="*/ 6 h 756"/>
              <a:gd name="T24" fmla="*/ 320 w 398"/>
              <a:gd name="T25" fmla="*/ 15 h 756"/>
              <a:gd name="T26" fmla="*/ 386 w 398"/>
              <a:gd name="T27" fmla="*/ 5 h 7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398" h="756">
                <a:moveTo>
                  <a:pt x="386" y="5"/>
                </a:moveTo>
                <a:cubicBezTo>
                  <a:pt x="386" y="129"/>
                  <a:pt x="384" y="593"/>
                  <a:pt x="384" y="747"/>
                </a:cubicBezTo>
                <a:cubicBezTo>
                  <a:pt x="384" y="747"/>
                  <a:pt x="375" y="756"/>
                  <a:pt x="375" y="756"/>
                </a:cubicBezTo>
                <a:cubicBezTo>
                  <a:pt x="340" y="743"/>
                  <a:pt x="191" y="703"/>
                  <a:pt x="143" y="680"/>
                </a:cubicBezTo>
                <a:cubicBezTo>
                  <a:pt x="126" y="655"/>
                  <a:pt x="108" y="638"/>
                  <a:pt x="88" y="616"/>
                </a:cubicBezTo>
                <a:cubicBezTo>
                  <a:pt x="82" y="598"/>
                  <a:pt x="58" y="567"/>
                  <a:pt x="52" y="549"/>
                </a:cubicBezTo>
                <a:cubicBezTo>
                  <a:pt x="40" y="513"/>
                  <a:pt x="21" y="443"/>
                  <a:pt x="15" y="402"/>
                </a:cubicBezTo>
                <a:cubicBezTo>
                  <a:pt x="9" y="361"/>
                  <a:pt x="0" y="347"/>
                  <a:pt x="15" y="302"/>
                </a:cubicBezTo>
                <a:cubicBezTo>
                  <a:pt x="30" y="257"/>
                  <a:pt x="85" y="166"/>
                  <a:pt x="106" y="132"/>
                </a:cubicBezTo>
                <a:cubicBezTo>
                  <a:pt x="112" y="115"/>
                  <a:pt x="132" y="109"/>
                  <a:pt x="143" y="95"/>
                </a:cubicBezTo>
                <a:cubicBezTo>
                  <a:pt x="153" y="82"/>
                  <a:pt x="163" y="59"/>
                  <a:pt x="180" y="50"/>
                </a:cubicBezTo>
                <a:cubicBezTo>
                  <a:pt x="226" y="27"/>
                  <a:pt x="352" y="12"/>
                  <a:pt x="375" y="6"/>
                </a:cubicBezTo>
                <a:cubicBezTo>
                  <a:pt x="398" y="0"/>
                  <a:pt x="331" y="13"/>
                  <a:pt x="320" y="15"/>
                </a:cubicBezTo>
                <a:cubicBezTo>
                  <a:pt x="320" y="15"/>
                  <a:pt x="386" y="5"/>
                  <a:pt x="386" y="5"/>
                </a:cubicBezTo>
                <a:close/>
              </a:path>
            </a:pathLst>
          </a:custGeom>
          <a:gradFill rotWithShape="0">
            <a:gsLst>
              <a:gs pos="0">
                <a:srgbClr val="FFCC00"/>
              </a:gs>
              <a:gs pos="50000">
                <a:schemeClr val="bg1"/>
              </a:gs>
              <a:gs pos="100000">
                <a:srgbClr val="FFCC00"/>
              </a:gs>
            </a:gsLst>
            <a:lin ang="0" scaled="1"/>
          </a:gradFill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414769" name="Freeform 49"/>
          <p:cNvSpPr>
            <a:spLocks/>
          </p:cNvSpPr>
          <p:nvPr/>
        </p:nvSpPr>
        <p:spPr bwMode="auto">
          <a:xfrm>
            <a:off x="8559800" y="1595438"/>
            <a:ext cx="806450" cy="842962"/>
          </a:xfrm>
          <a:custGeom>
            <a:avLst/>
            <a:gdLst>
              <a:gd name="T0" fmla="*/ 74 w 508"/>
              <a:gd name="T1" fmla="*/ 174 h 531"/>
              <a:gd name="T2" fmla="*/ 125 w 508"/>
              <a:gd name="T3" fmla="*/ 195 h 531"/>
              <a:gd name="T4" fmla="*/ 450 w 508"/>
              <a:gd name="T5" fmla="*/ 46 h 531"/>
              <a:gd name="T6" fmla="*/ 478 w 508"/>
              <a:gd name="T7" fmla="*/ 138 h 531"/>
              <a:gd name="T8" fmla="*/ 478 w 508"/>
              <a:gd name="T9" fmla="*/ 211 h 531"/>
              <a:gd name="T10" fmla="*/ 450 w 508"/>
              <a:gd name="T11" fmla="*/ 275 h 531"/>
              <a:gd name="T12" fmla="*/ 372 w 508"/>
              <a:gd name="T13" fmla="*/ 374 h 531"/>
              <a:gd name="T14" fmla="*/ 207 w 508"/>
              <a:gd name="T15" fmla="*/ 502 h 531"/>
              <a:gd name="T16" fmla="*/ 134 w 508"/>
              <a:gd name="T17" fmla="*/ 520 h 531"/>
              <a:gd name="T18" fmla="*/ 10 w 508"/>
              <a:gd name="T19" fmla="*/ 531 h 531"/>
              <a:gd name="T20" fmla="*/ 10 w 508"/>
              <a:gd name="T21" fmla="*/ 110 h 531"/>
              <a:gd name="T22" fmla="*/ 74 w 508"/>
              <a:gd name="T23" fmla="*/ 174 h 5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508" h="531">
                <a:moveTo>
                  <a:pt x="74" y="174"/>
                </a:moveTo>
                <a:cubicBezTo>
                  <a:pt x="89" y="186"/>
                  <a:pt x="106" y="190"/>
                  <a:pt x="125" y="195"/>
                </a:cubicBezTo>
                <a:cubicBezTo>
                  <a:pt x="201" y="216"/>
                  <a:pt x="368" y="0"/>
                  <a:pt x="450" y="46"/>
                </a:cubicBezTo>
                <a:cubicBezTo>
                  <a:pt x="508" y="35"/>
                  <a:pt x="479" y="103"/>
                  <a:pt x="478" y="138"/>
                </a:cubicBezTo>
                <a:cubicBezTo>
                  <a:pt x="483" y="165"/>
                  <a:pt x="483" y="188"/>
                  <a:pt x="478" y="211"/>
                </a:cubicBezTo>
                <a:cubicBezTo>
                  <a:pt x="473" y="234"/>
                  <a:pt x="468" y="248"/>
                  <a:pt x="450" y="275"/>
                </a:cubicBezTo>
                <a:cubicBezTo>
                  <a:pt x="432" y="302"/>
                  <a:pt x="413" y="336"/>
                  <a:pt x="372" y="374"/>
                </a:cubicBezTo>
                <a:cubicBezTo>
                  <a:pt x="331" y="412"/>
                  <a:pt x="247" y="478"/>
                  <a:pt x="207" y="502"/>
                </a:cubicBezTo>
                <a:cubicBezTo>
                  <a:pt x="167" y="526"/>
                  <a:pt x="167" y="515"/>
                  <a:pt x="134" y="520"/>
                </a:cubicBezTo>
                <a:cubicBezTo>
                  <a:pt x="101" y="525"/>
                  <a:pt x="19" y="513"/>
                  <a:pt x="10" y="531"/>
                </a:cubicBezTo>
                <a:cubicBezTo>
                  <a:pt x="19" y="422"/>
                  <a:pt x="0" y="169"/>
                  <a:pt x="10" y="110"/>
                </a:cubicBezTo>
                <a:cubicBezTo>
                  <a:pt x="10" y="101"/>
                  <a:pt x="62" y="160"/>
                  <a:pt x="74" y="174"/>
                </a:cubicBezTo>
                <a:close/>
              </a:path>
            </a:pathLst>
          </a:custGeom>
          <a:gradFill rotWithShape="0">
            <a:gsLst>
              <a:gs pos="0">
                <a:schemeClr val="bg1"/>
              </a:gs>
              <a:gs pos="50000">
                <a:srgbClr val="00FF00"/>
              </a:gs>
              <a:gs pos="100000">
                <a:schemeClr val="bg1"/>
              </a:gs>
            </a:gsLst>
            <a:lin ang="2700000" scaled="1"/>
          </a:gradFill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graphicFrame>
        <p:nvGraphicFramePr>
          <p:cNvPr id="414773" name="Object 5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1150380"/>
              </p:ext>
            </p:extLst>
          </p:nvPr>
        </p:nvGraphicFramePr>
        <p:xfrm>
          <a:off x="8656819" y="1041401"/>
          <a:ext cx="419101" cy="4982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91" name="Equation" r:id="rId14" imgW="203040" imgH="228600" progId="Equation.DSMT4">
                  <p:embed/>
                </p:oleObj>
              </mc:Choice>
              <mc:Fallback>
                <p:oleObj name="Equation" r:id="rId14" imgW="2030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56819" y="1041401"/>
                        <a:ext cx="419101" cy="4982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4772" name="Object 5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1858511"/>
              </p:ext>
            </p:extLst>
          </p:nvPr>
        </p:nvGraphicFramePr>
        <p:xfrm>
          <a:off x="8813037" y="1898650"/>
          <a:ext cx="378588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92" name="Equation" r:id="rId16" imgW="203040" imgH="228600" progId="Equation.DSMT4">
                  <p:embed/>
                </p:oleObj>
              </mc:Choice>
              <mc:Fallback>
                <p:oleObj name="Equation" r:id="rId16" imgW="2030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13037" y="1898650"/>
                        <a:ext cx="378588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4771" name="Object 5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1703753"/>
              </p:ext>
            </p:extLst>
          </p:nvPr>
        </p:nvGraphicFramePr>
        <p:xfrm>
          <a:off x="8197850" y="1622424"/>
          <a:ext cx="355600" cy="4021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93" name="Equation" r:id="rId18" imgW="203040" imgH="228600" progId="Equation.DSMT4">
                  <p:embed/>
                </p:oleObj>
              </mc:Choice>
              <mc:Fallback>
                <p:oleObj name="Equation" r:id="rId18" imgW="2030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97850" y="1622424"/>
                        <a:ext cx="355600" cy="40219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4774" name="Line 54"/>
          <p:cNvSpPr>
            <a:spLocks noChangeShapeType="1"/>
          </p:cNvSpPr>
          <p:nvPr/>
        </p:nvSpPr>
        <p:spPr bwMode="auto">
          <a:xfrm>
            <a:off x="8788400" y="976314"/>
            <a:ext cx="0" cy="16144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4760" name="Line 40"/>
          <p:cNvSpPr>
            <a:spLocks noChangeShapeType="1"/>
          </p:cNvSpPr>
          <p:nvPr/>
        </p:nvSpPr>
        <p:spPr bwMode="auto">
          <a:xfrm>
            <a:off x="8559800" y="914400"/>
            <a:ext cx="0" cy="17526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4775" name="Line 55"/>
          <p:cNvSpPr>
            <a:spLocks noChangeShapeType="1"/>
          </p:cNvSpPr>
          <p:nvPr/>
        </p:nvSpPr>
        <p:spPr bwMode="auto">
          <a:xfrm>
            <a:off x="9017000" y="914400"/>
            <a:ext cx="0" cy="16144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5F8BC-3C02-4E82-A6AD-68405BC1CFA0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3711661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14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414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14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4147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41477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14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4147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41477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14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414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414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414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414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414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414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5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414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414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14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14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414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414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4730" grpId="0" autoUpdateAnimBg="0"/>
      <p:bldP spid="414732" grpId="0" autoUpdateAnimBg="0"/>
      <p:bldP spid="414736" grpId="0" autoUpdateAnimBg="0"/>
      <p:bldP spid="414761" grpId="0" animBg="1"/>
      <p:bldP spid="414774" grpId="0" animBg="1"/>
      <p:bldP spid="414760" grpId="0" animBg="1"/>
      <p:bldP spid="41477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795" name="Freeform 51"/>
          <p:cNvSpPr>
            <a:spLocks/>
          </p:cNvSpPr>
          <p:nvPr/>
        </p:nvSpPr>
        <p:spPr bwMode="auto">
          <a:xfrm>
            <a:off x="7475538" y="1930400"/>
            <a:ext cx="869950" cy="871538"/>
          </a:xfrm>
          <a:custGeom>
            <a:avLst/>
            <a:gdLst>
              <a:gd name="T0" fmla="*/ 2147483646 w 548"/>
              <a:gd name="T1" fmla="*/ 0 h 549"/>
              <a:gd name="T2" fmla="*/ 2147483646 w 548"/>
              <a:gd name="T3" fmla="*/ 2147483646 h 549"/>
              <a:gd name="T4" fmla="*/ 2147483646 w 548"/>
              <a:gd name="T5" fmla="*/ 2147483646 h 549"/>
              <a:gd name="T6" fmla="*/ 2147483646 w 548"/>
              <a:gd name="T7" fmla="*/ 2147483646 h 549"/>
              <a:gd name="T8" fmla="*/ 2147483646 w 548"/>
              <a:gd name="T9" fmla="*/ 2147483646 h 549"/>
              <a:gd name="T10" fmla="*/ 0 w 548"/>
              <a:gd name="T11" fmla="*/ 2147483646 h 549"/>
              <a:gd name="T12" fmla="*/ 2147483646 w 548"/>
              <a:gd name="T13" fmla="*/ 2147483646 h 549"/>
              <a:gd name="T14" fmla="*/ 2147483646 w 548"/>
              <a:gd name="T15" fmla="*/ 2147483646 h 549"/>
              <a:gd name="T16" fmla="*/ 2147483646 w 548"/>
              <a:gd name="T17" fmla="*/ 2147483646 h 549"/>
              <a:gd name="T18" fmla="*/ 2147483646 w 548"/>
              <a:gd name="T19" fmla="*/ 2147483646 h 549"/>
              <a:gd name="T20" fmla="*/ 2147483646 w 548"/>
              <a:gd name="T21" fmla="*/ 2147483646 h 549"/>
              <a:gd name="T22" fmla="*/ 2147483646 w 548"/>
              <a:gd name="T23" fmla="*/ 2147483646 h 549"/>
              <a:gd name="T24" fmla="*/ 2147483646 w 548"/>
              <a:gd name="T25" fmla="*/ 0 h 549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548" h="549">
                <a:moveTo>
                  <a:pt x="548" y="0"/>
                </a:moveTo>
                <a:lnTo>
                  <a:pt x="420" y="37"/>
                </a:lnTo>
                <a:lnTo>
                  <a:pt x="235" y="128"/>
                </a:lnTo>
                <a:lnTo>
                  <a:pt x="91" y="272"/>
                </a:lnTo>
                <a:lnTo>
                  <a:pt x="9" y="421"/>
                </a:lnTo>
                <a:lnTo>
                  <a:pt x="0" y="549"/>
                </a:lnTo>
                <a:lnTo>
                  <a:pt x="54" y="549"/>
                </a:lnTo>
                <a:lnTo>
                  <a:pt x="146" y="530"/>
                </a:lnTo>
                <a:lnTo>
                  <a:pt x="237" y="475"/>
                </a:lnTo>
                <a:lnTo>
                  <a:pt x="379" y="368"/>
                </a:lnTo>
                <a:lnTo>
                  <a:pt x="475" y="224"/>
                </a:lnTo>
                <a:lnTo>
                  <a:pt x="523" y="128"/>
                </a:lnTo>
                <a:lnTo>
                  <a:pt x="548" y="0"/>
                </a:lnTo>
                <a:close/>
              </a:path>
            </a:pathLst>
          </a:custGeom>
          <a:gradFill rotWithShape="0">
            <a:gsLst>
              <a:gs pos="0">
                <a:srgbClr val="FFCC99"/>
              </a:gs>
              <a:gs pos="100000">
                <a:srgbClr val="FF0000"/>
              </a:gs>
            </a:gsLst>
            <a:path path="rect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415788" name="Group 44"/>
          <p:cNvGrpSpPr>
            <a:grpSpLocks/>
          </p:cNvGrpSpPr>
          <p:nvPr/>
        </p:nvGrpSpPr>
        <p:grpSpPr bwMode="auto">
          <a:xfrm>
            <a:off x="7239000" y="1219200"/>
            <a:ext cx="2209800" cy="1955800"/>
            <a:chOff x="528" y="2880"/>
            <a:chExt cx="1392" cy="1232"/>
          </a:xfrm>
        </p:grpSpPr>
        <p:graphicFrame>
          <p:nvGraphicFramePr>
            <p:cNvPr id="15393" name="Object 37"/>
            <p:cNvGraphicFramePr>
              <a:graphicFrameLocks noChangeAspect="1"/>
            </p:cNvGraphicFramePr>
            <p:nvPr/>
          </p:nvGraphicFramePr>
          <p:xfrm>
            <a:off x="1746" y="3936"/>
            <a:ext cx="174" cy="1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078" name="Equation" r:id="rId4" imgW="139700" imgH="139700" progId="Equation.3">
                    <p:embed/>
                  </p:oleObj>
                </mc:Choice>
                <mc:Fallback>
                  <p:oleObj name="Equation" r:id="rId4" imgW="139700" imgH="1397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46" y="3936"/>
                          <a:ext cx="174" cy="1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94" name="Object 38"/>
            <p:cNvGraphicFramePr>
              <a:graphicFrameLocks noChangeAspect="1"/>
            </p:cNvGraphicFramePr>
            <p:nvPr/>
          </p:nvGraphicFramePr>
          <p:xfrm>
            <a:off x="720" y="2880"/>
            <a:ext cx="173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079" name="Equation" r:id="rId6" imgW="139579" imgH="164957" progId="Equation.3">
                    <p:embed/>
                  </p:oleObj>
                </mc:Choice>
                <mc:Fallback>
                  <p:oleObj name="Equation" r:id="rId6" imgW="139579" imgH="16495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0" y="2880"/>
                          <a:ext cx="173" cy="2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395" name="Line 40"/>
            <p:cNvSpPr>
              <a:spLocks noChangeShapeType="1"/>
            </p:cNvSpPr>
            <p:nvPr/>
          </p:nvSpPr>
          <p:spPr bwMode="auto">
            <a:xfrm>
              <a:off x="672" y="3872"/>
              <a:ext cx="12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96" name="Line 42"/>
            <p:cNvSpPr>
              <a:spLocks noChangeShapeType="1"/>
            </p:cNvSpPr>
            <p:nvPr/>
          </p:nvSpPr>
          <p:spPr bwMode="auto">
            <a:xfrm flipV="1">
              <a:off x="672" y="2944"/>
              <a:ext cx="0" cy="9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5397" name="Object 43"/>
            <p:cNvGraphicFramePr>
              <a:graphicFrameLocks noChangeAspect="1"/>
            </p:cNvGraphicFramePr>
            <p:nvPr/>
          </p:nvGraphicFramePr>
          <p:xfrm>
            <a:off x="528" y="3878"/>
            <a:ext cx="184" cy="2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080" name="Equation" r:id="rId8" imgW="164814" imgH="177492" progId="Equation.3">
                    <p:embed/>
                  </p:oleObj>
                </mc:Choice>
                <mc:Fallback>
                  <p:oleObj name="Equation" r:id="rId8" imgW="164814" imgH="177492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8" y="3878"/>
                          <a:ext cx="184" cy="20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5365" name="Rectangle 2"/>
          <p:cNvSpPr>
            <a:spLocks noChangeArrowheads="1"/>
          </p:cNvSpPr>
          <p:nvPr/>
        </p:nvSpPr>
        <p:spPr bwMode="auto">
          <a:xfrm>
            <a:off x="2271712" y="609600"/>
            <a:ext cx="7000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Blip>
                <a:blip r:embed="rId10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0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3000" b="1" dirty="0">
                <a:solidFill>
                  <a:srgbClr val="FF0000"/>
                </a:solidFill>
                <a:latin typeface="+mn-ea"/>
                <a:ea typeface="+mn-ea"/>
              </a:rPr>
              <a:t>例</a:t>
            </a:r>
            <a:r>
              <a:rPr lang="en-US" altLang="zh-CN" sz="3000" b="1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</a:rPr>
              <a:t>1</a:t>
            </a:r>
            <a:endParaRPr lang="zh-CN" altLang="en-US" sz="2400" b="1" dirty="0">
              <a:solidFill>
                <a:srgbClr val="FF0000"/>
              </a:solidFill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15747" name="Text Box 3"/>
          <p:cNvSpPr txBox="1">
            <a:spLocks noChangeArrowheads="1"/>
          </p:cNvSpPr>
          <p:nvPr/>
        </p:nvSpPr>
        <p:spPr bwMode="auto">
          <a:xfrm>
            <a:off x="2362200" y="1905001"/>
            <a:ext cx="7239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10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0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</a:p>
        </p:txBody>
      </p:sp>
      <p:graphicFrame>
        <p:nvGraphicFramePr>
          <p:cNvPr id="415748" name="Object 4"/>
          <p:cNvGraphicFramePr>
            <a:graphicFrameLocks noChangeAspect="1"/>
          </p:cNvGraphicFramePr>
          <p:nvPr/>
        </p:nvGraphicFramePr>
        <p:xfrm>
          <a:off x="3257550" y="3957638"/>
          <a:ext cx="2686050" cy="842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81" name="Equation" r:id="rId11" imgW="2590800" imgH="812800" progId="Equation.3">
                  <p:embed/>
                </p:oleObj>
              </mc:Choice>
              <mc:Fallback>
                <p:oleObj name="Equation" r:id="rId11" imgW="2590800" imgH="812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57550" y="3957638"/>
                        <a:ext cx="2686050" cy="842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5749" name="Object 5"/>
          <p:cNvGraphicFramePr>
            <a:graphicFrameLocks noChangeAspect="1"/>
          </p:cNvGraphicFramePr>
          <p:nvPr/>
        </p:nvGraphicFramePr>
        <p:xfrm>
          <a:off x="2971801" y="4724400"/>
          <a:ext cx="5076825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82" name="Equation" r:id="rId13" imgW="4762500" imgH="825500" progId="Equation.3">
                  <p:embed/>
                </p:oleObj>
              </mc:Choice>
              <mc:Fallback>
                <p:oleObj name="Equation" r:id="rId13" imgW="4762500" imgH="825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1" y="4724400"/>
                        <a:ext cx="5076825" cy="87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5750" name="Object 6"/>
          <p:cNvGraphicFramePr>
            <a:graphicFrameLocks noChangeAspect="1"/>
          </p:cNvGraphicFramePr>
          <p:nvPr/>
        </p:nvGraphicFramePr>
        <p:xfrm>
          <a:off x="8061325" y="4854576"/>
          <a:ext cx="827088" cy="708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83" name="Equation" r:id="rId15" imgW="977900" imgH="838200" progId="Equation.3">
                  <p:embed/>
                </p:oleObj>
              </mc:Choice>
              <mc:Fallback>
                <p:oleObj name="Equation" r:id="rId15" imgW="977900" imgH="838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61325" y="4854576"/>
                        <a:ext cx="827088" cy="708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5755" name="Text Box 11"/>
          <p:cNvSpPr txBox="1">
            <a:spLocks noChangeArrowheads="1"/>
          </p:cNvSpPr>
          <p:nvPr/>
        </p:nvSpPr>
        <p:spPr bwMode="auto">
          <a:xfrm>
            <a:off x="6049963" y="3265488"/>
            <a:ext cx="4038600" cy="519112"/>
          </a:xfrm>
          <a:prstGeom prst="rect">
            <a:avLst/>
          </a:prstGeom>
          <a:gradFill rotWithShape="0">
            <a:gsLst>
              <a:gs pos="0">
                <a:srgbClr val="5E762F"/>
              </a:gs>
              <a:gs pos="50000">
                <a:srgbClr val="CCFF66"/>
              </a:gs>
              <a:gs pos="100000">
                <a:srgbClr val="5E762F"/>
              </a:gs>
            </a:gsLst>
            <a:lin ang="27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10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0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40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zh-CN" altLang="en-US" b="1">
                <a:solidFill>
                  <a:srgbClr val="FF0000"/>
                </a:solidFill>
                <a:ea typeface="宋体" panose="02010600030101010101" pitchFamily="2" charset="-122"/>
              </a:rPr>
              <a:t>积分域既是</a:t>
            </a:r>
            <a:r>
              <a:rPr lang="en-US" altLang="zh-CN" b="1">
                <a:solidFill>
                  <a:srgbClr val="FF0000"/>
                </a:solidFill>
                <a:ea typeface="宋体" panose="02010600030101010101" pitchFamily="2" charset="-122"/>
              </a:rPr>
              <a:t>X</a:t>
            </a:r>
            <a:r>
              <a:rPr lang="zh-CN" altLang="en-US" b="1">
                <a:solidFill>
                  <a:srgbClr val="FF0000"/>
                </a:solidFill>
                <a:ea typeface="宋体" panose="02010600030101010101" pitchFamily="2" charset="-122"/>
              </a:rPr>
              <a:t>型又是</a:t>
            </a:r>
            <a:r>
              <a:rPr lang="en-US" altLang="zh-CN" b="1">
                <a:solidFill>
                  <a:srgbClr val="FF0000"/>
                </a:solidFill>
                <a:ea typeface="宋体" panose="02010600030101010101" pitchFamily="2" charset="-122"/>
              </a:rPr>
              <a:t>Y</a:t>
            </a:r>
            <a:r>
              <a:rPr lang="zh-CN" altLang="en-US" b="1">
                <a:solidFill>
                  <a:srgbClr val="FF0000"/>
                </a:solidFill>
                <a:ea typeface="宋体" panose="02010600030101010101" pitchFamily="2" charset="-122"/>
              </a:rPr>
              <a:t>型</a:t>
            </a:r>
            <a:endParaRPr lang="zh-CN" altLang="en-US" b="1">
              <a:solidFill>
                <a:srgbClr val="FF3399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415757" name="Object 13"/>
          <p:cNvGraphicFramePr>
            <a:graphicFrameLocks noChangeAspect="1"/>
          </p:cNvGraphicFramePr>
          <p:nvPr/>
        </p:nvGraphicFramePr>
        <p:xfrm>
          <a:off x="3048000" y="2547938"/>
          <a:ext cx="1277938" cy="1109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84" name="Equation" r:id="rId17" imgW="1180588" imgH="1028254" progId="Equation.3">
                  <p:embed/>
                </p:oleObj>
              </mc:Choice>
              <mc:Fallback>
                <p:oleObj name="Equation" r:id="rId17" imgW="1180588" imgH="102825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2547938"/>
                        <a:ext cx="1277938" cy="1109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5758" name="Object 14"/>
          <p:cNvGraphicFramePr>
            <a:graphicFrameLocks noChangeAspect="1"/>
          </p:cNvGraphicFramePr>
          <p:nvPr/>
        </p:nvGraphicFramePr>
        <p:xfrm>
          <a:off x="6705600" y="3886201"/>
          <a:ext cx="1905000" cy="696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85" name="Equation" r:id="rId19" imgW="2006600" imgH="736600" progId="Equation.3">
                  <p:embed/>
                </p:oleObj>
              </mc:Choice>
              <mc:Fallback>
                <p:oleObj name="Equation" r:id="rId19" imgW="2006600" imgH="736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5600" y="3886201"/>
                        <a:ext cx="1905000" cy="696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5759" name="Object 15"/>
          <p:cNvGraphicFramePr>
            <a:graphicFrameLocks noChangeAspect="1"/>
          </p:cNvGraphicFramePr>
          <p:nvPr/>
        </p:nvGraphicFramePr>
        <p:xfrm>
          <a:off x="5994400" y="3886201"/>
          <a:ext cx="711200" cy="688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86" name="Equation" r:id="rId21" imgW="723586" imgH="698197" progId="Equation.3">
                  <p:embed/>
                </p:oleObj>
              </mc:Choice>
              <mc:Fallback>
                <p:oleObj name="Equation" r:id="rId21" imgW="723586" imgH="6981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94400" y="3886201"/>
                        <a:ext cx="711200" cy="688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5760" name="Text Box 16"/>
          <p:cNvSpPr txBox="1">
            <a:spLocks noChangeArrowheads="1"/>
          </p:cNvSpPr>
          <p:nvPr/>
        </p:nvSpPr>
        <p:spPr bwMode="auto">
          <a:xfrm>
            <a:off x="2362200" y="3948113"/>
            <a:ext cx="1143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10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0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rgbClr val="0000FF"/>
                </a:solidFill>
                <a:ea typeface="宋体" panose="02010600030101010101" pitchFamily="2" charset="-122"/>
              </a:rPr>
              <a:t>法一</a:t>
            </a:r>
          </a:p>
        </p:txBody>
      </p:sp>
      <p:graphicFrame>
        <p:nvGraphicFramePr>
          <p:cNvPr id="415761" name="Object 17"/>
          <p:cNvGraphicFramePr>
            <a:graphicFrameLocks noChangeAspect="1"/>
          </p:cNvGraphicFramePr>
          <p:nvPr/>
        </p:nvGraphicFramePr>
        <p:xfrm>
          <a:off x="4457700" y="2868614"/>
          <a:ext cx="1925638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87" name="Equation" r:id="rId23" imgW="1905000" imgH="393700" progId="Equation.3">
                  <p:embed/>
                </p:oleObj>
              </mc:Choice>
              <mc:Fallback>
                <p:oleObj name="Equation" r:id="rId23" imgW="19050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57700" y="2868614"/>
                        <a:ext cx="1925638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76" name="Text Box 18"/>
          <p:cNvSpPr txBox="1">
            <a:spLocks noChangeArrowheads="1"/>
          </p:cNvSpPr>
          <p:nvPr/>
        </p:nvSpPr>
        <p:spPr bwMode="auto">
          <a:xfrm>
            <a:off x="3962400" y="1371601"/>
            <a:ext cx="3200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10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0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所围平面闭区域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</a:p>
        </p:txBody>
      </p:sp>
      <p:graphicFrame>
        <p:nvGraphicFramePr>
          <p:cNvPr id="15377" name="Object 19"/>
          <p:cNvGraphicFramePr>
            <a:graphicFrameLocks noChangeAspect="1"/>
          </p:cNvGraphicFramePr>
          <p:nvPr/>
        </p:nvGraphicFramePr>
        <p:xfrm>
          <a:off x="2946400" y="609600"/>
          <a:ext cx="64389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88" name="Equation" r:id="rId25" imgW="6438900" imgH="812800" progId="Equation.3">
                  <p:embed/>
                </p:oleObj>
              </mc:Choice>
              <mc:Fallback>
                <p:oleObj name="Equation" r:id="rId25" imgW="6438900" imgH="812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46400" y="609600"/>
                        <a:ext cx="6438900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78" name="Object 20"/>
          <p:cNvGraphicFramePr>
            <a:graphicFrameLocks noChangeAspect="1"/>
          </p:cNvGraphicFramePr>
          <p:nvPr/>
        </p:nvGraphicFramePr>
        <p:xfrm>
          <a:off x="3060700" y="1373188"/>
          <a:ext cx="9652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89" name="Equation" r:id="rId27" imgW="965200" imgH="469900" progId="Equation.3">
                  <p:embed/>
                </p:oleObj>
              </mc:Choice>
              <mc:Fallback>
                <p:oleObj name="Equation" r:id="rId27" imgW="965200" imgH="469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0700" y="1373188"/>
                        <a:ext cx="9652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5765" name="Text Box 21"/>
          <p:cNvSpPr txBox="1">
            <a:spLocks noChangeArrowheads="1"/>
          </p:cNvSpPr>
          <p:nvPr/>
        </p:nvSpPr>
        <p:spPr bwMode="auto">
          <a:xfrm>
            <a:off x="2971800" y="1905001"/>
            <a:ext cx="2667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10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0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两曲线的交点</a:t>
            </a:r>
          </a:p>
        </p:txBody>
      </p:sp>
      <p:graphicFrame>
        <p:nvGraphicFramePr>
          <p:cNvPr id="415766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6754236"/>
              </p:ext>
            </p:extLst>
          </p:nvPr>
        </p:nvGraphicFramePr>
        <p:xfrm>
          <a:off x="6756400" y="4290332"/>
          <a:ext cx="333375" cy="3537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90" name="Equation" r:id="rId29" imgW="190440" imgH="203040" progId="Equation.DSMT4">
                  <p:embed/>
                </p:oleObj>
              </mc:Choice>
              <mc:Fallback>
                <p:oleObj name="Equation" r:id="rId29" imgW="1904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56400" y="4290332"/>
                        <a:ext cx="333375" cy="3537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5767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4608152"/>
              </p:ext>
            </p:extLst>
          </p:nvPr>
        </p:nvGraphicFramePr>
        <p:xfrm>
          <a:off x="6738009" y="3765916"/>
          <a:ext cx="424791" cy="4347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91" name="Equation" r:id="rId31" imgW="253800" imgH="228600" progId="Equation.DSMT4">
                  <p:embed/>
                </p:oleObj>
              </mc:Choice>
              <mc:Fallback>
                <p:oleObj name="Equation" r:id="rId31" imgW="2538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8009" y="3765916"/>
                        <a:ext cx="424791" cy="4347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5789" name="Object 4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4647170"/>
              </p:ext>
            </p:extLst>
          </p:nvPr>
        </p:nvGraphicFramePr>
        <p:xfrm>
          <a:off x="7848600" y="1300956"/>
          <a:ext cx="692834" cy="4472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92" name="Equation" r:id="rId33" imgW="444240" imgH="228600" progId="Equation.DSMT4">
                  <p:embed/>
                </p:oleObj>
              </mc:Choice>
              <mc:Fallback>
                <p:oleObj name="Equation" r:id="rId33" imgW="4442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48600" y="1300956"/>
                        <a:ext cx="692834" cy="44724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5790" name="Arc 46"/>
          <p:cNvSpPr>
            <a:spLocks/>
          </p:cNvSpPr>
          <p:nvPr/>
        </p:nvSpPr>
        <p:spPr bwMode="auto">
          <a:xfrm flipV="1">
            <a:off x="7467601" y="1600200"/>
            <a:ext cx="904875" cy="1219200"/>
          </a:xfrm>
          <a:custGeom>
            <a:avLst/>
            <a:gdLst>
              <a:gd name="T0" fmla="*/ 0 w 21349"/>
              <a:gd name="T1" fmla="*/ 0 h 21600"/>
              <a:gd name="T2" fmla="*/ 2147483646 w 21349"/>
              <a:gd name="T3" fmla="*/ 2147483646 h 21600"/>
              <a:gd name="T4" fmla="*/ 0 w 21349"/>
              <a:gd name="T5" fmla="*/ 2147483646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349" h="21600" fill="none" extrusionOk="0">
                <a:moveTo>
                  <a:pt x="0" y="0"/>
                </a:moveTo>
                <a:cubicBezTo>
                  <a:pt x="10661" y="0"/>
                  <a:pt x="19727" y="7778"/>
                  <a:pt x="21348" y="18316"/>
                </a:cubicBezTo>
              </a:path>
              <a:path w="21349" h="21600" stroke="0" extrusionOk="0">
                <a:moveTo>
                  <a:pt x="0" y="0"/>
                </a:moveTo>
                <a:cubicBezTo>
                  <a:pt x="10661" y="0"/>
                  <a:pt x="19727" y="7778"/>
                  <a:pt x="21348" y="18316"/>
                </a:cubicBez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415791" name="Object 4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1111584"/>
              </p:ext>
            </p:extLst>
          </p:nvPr>
        </p:nvGraphicFramePr>
        <p:xfrm>
          <a:off x="8541434" y="1581175"/>
          <a:ext cx="655789" cy="4233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93" name="Equation" r:id="rId35" imgW="444240" imgH="228600" progId="Equation.DSMT4">
                  <p:embed/>
                </p:oleObj>
              </mc:Choice>
              <mc:Fallback>
                <p:oleObj name="Equation" r:id="rId35" imgW="4442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41434" y="1581175"/>
                        <a:ext cx="655789" cy="4233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5792" name="Arc 48"/>
          <p:cNvSpPr>
            <a:spLocks/>
          </p:cNvSpPr>
          <p:nvPr/>
        </p:nvSpPr>
        <p:spPr bwMode="auto">
          <a:xfrm rot="16183987" flipV="1">
            <a:off x="7618413" y="1758950"/>
            <a:ext cx="901700" cy="1219200"/>
          </a:xfrm>
          <a:custGeom>
            <a:avLst/>
            <a:gdLst>
              <a:gd name="T0" fmla="*/ 2147483646 w 21262"/>
              <a:gd name="T1" fmla="*/ 2147483646 h 21600"/>
              <a:gd name="T2" fmla="*/ 0 w 21262"/>
              <a:gd name="T3" fmla="*/ 2147483646 h 21600"/>
              <a:gd name="T4" fmla="*/ 2147483646 w 21262"/>
              <a:gd name="T5" fmla="*/ 0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262" h="21600" fill="none" extrusionOk="0">
                <a:moveTo>
                  <a:pt x="21262" y="3811"/>
                </a:moveTo>
                <a:cubicBezTo>
                  <a:pt x="19416" y="14106"/>
                  <a:pt x="10460" y="21599"/>
                  <a:pt x="1" y="21600"/>
                </a:cubicBezTo>
                <a:cubicBezTo>
                  <a:pt x="0" y="21600"/>
                  <a:pt x="0" y="21599"/>
                  <a:pt x="0" y="21599"/>
                </a:cubicBezTo>
              </a:path>
              <a:path w="21262" h="21600" stroke="0" extrusionOk="0">
                <a:moveTo>
                  <a:pt x="21262" y="3811"/>
                </a:moveTo>
                <a:cubicBezTo>
                  <a:pt x="19416" y="14106"/>
                  <a:pt x="10460" y="21599"/>
                  <a:pt x="1" y="21600"/>
                </a:cubicBezTo>
                <a:cubicBezTo>
                  <a:pt x="0" y="21600"/>
                  <a:pt x="0" y="21599"/>
                  <a:pt x="0" y="21599"/>
                </a:cubicBezTo>
                <a:lnTo>
                  <a:pt x="1" y="0"/>
                </a:lnTo>
                <a:lnTo>
                  <a:pt x="21262" y="3811"/>
                </a:lnTo>
                <a:close/>
              </a:path>
            </a:pathLst>
          </a:custGeom>
          <a:noFill/>
          <a:ln w="2857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415793" name="Object 4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5799863"/>
              </p:ext>
            </p:extLst>
          </p:nvPr>
        </p:nvGraphicFramePr>
        <p:xfrm>
          <a:off x="8281153" y="1799265"/>
          <a:ext cx="607260" cy="4283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94" name="Equation" r:id="rId37" imgW="393480" imgH="228600" progId="Equation.DSMT4">
                  <p:embed/>
                </p:oleObj>
              </mc:Choice>
              <mc:Fallback>
                <p:oleObj name="Equation" r:id="rId37" imgW="3934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81153" y="1799265"/>
                        <a:ext cx="607260" cy="42835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5794" name="Line 50"/>
          <p:cNvSpPr>
            <a:spLocks noChangeShapeType="1"/>
          </p:cNvSpPr>
          <p:nvPr/>
        </p:nvSpPr>
        <p:spPr bwMode="auto">
          <a:xfrm flipV="1">
            <a:off x="7848600" y="1905000"/>
            <a:ext cx="0" cy="1066800"/>
          </a:xfrm>
          <a:prstGeom prst="line">
            <a:avLst/>
          </a:prstGeom>
          <a:noFill/>
          <a:ln w="28575">
            <a:solidFill>
              <a:srgbClr val="00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5F8BC-3C02-4E82-A6AD-68405BC1CFA0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7670533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5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15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15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15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15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15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415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15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415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415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4157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157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415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415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415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415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415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4157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4157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4157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4157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415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415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415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5795" grpId="0" animBg="1"/>
      <p:bldP spid="415747" grpId="0" autoUpdateAnimBg="0"/>
      <p:bldP spid="415755" grpId="0" animBg="1" autoUpdateAnimBg="0"/>
      <p:bldP spid="415760" grpId="0" autoUpdateAnimBg="0"/>
      <p:bldP spid="415765" grpId="0" autoUpdateAnimBg="0"/>
      <p:bldP spid="415790" grpId="0" animBg="1"/>
      <p:bldP spid="415792" grpId="0" animBg="1"/>
      <p:bldP spid="41579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770" name="WordArt 2"/>
          <p:cNvSpPr>
            <a:spLocks noChangeArrowheads="1" noChangeShapeType="1" noTextEdit="1"/>
          </p:cNvSpPr>
          <p:nvPr/>
        </p:nvSpPr>
        <p:spPr bwMode="auto">
          <a:xfrm>
            <a:off x="6477000" y="1828800"/>
            <a:ext cx="381000" cy="685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30690"/>
              </a:avLst>
            </a:prstTxWarp>
          </a:bodyPr>
          <a:lstStyle/>
          <a:p>
            <a:r>
              <a:rPr lang="zh-CN" altLang="en-US" sz="3600" kern="10">
                <a:ln w="12700">
                  <a:solidFill>
                    <a:srgbClr val="3333CC"/>
                  </a:solidFill>
                  <a:round/>
                  <a:headEnd/>
                  <a:tailEnd/>
                </a:ln>
                <a:solidFill>
                  <a:srgbClr val="B2B2B2">
                    <a:alpha val="50195"/>
                  </a:srgbClr>
                </a:solidFill>
                <a:effectLst>
                  <a:outerShdw dist="45791" dir="2021404" algn="ctr" rotWithShape="0">
                    <a:srgbClr val="9999FF"/>
                  </a:outerShdw>
                </a:effectLst>
                <a:latin typeface="宋体" panose="02010600030101010101" pitchFamily="2" charset="-122"/>
              </a:rPr>
              <a:t>？</a:t>
            </a:r>
          </a:p>
        </p:txBody>
      </p:sp>
      <p:sp>
        <p:nvSpPr>
          <p:cNvPr id="416771" name="Text Box 3"/>
          <p:cNvSpPr txBox="1">
            <a:spLocks noChangeArrowheads="1"/>
          </p:cNvSpPr>
          <p:nvPr/>
        </p:nvSpPr>
        <p:spPr bwMode="auto">
          <a:xfrm>
            <a:off x="3581400" y="1828801"/>
            <a:ext cx="3962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先对</a:t>
            </a:r>
            <a:r>
              <a:rPr lang="en-US" altLang="zh-CN" b="1" i="1" dirty="0">
                <a:solidFill>
                  <a:srgbClr val="FF0000"/>
                </a:solidFill>
                <a:ea typeface="宋体" panose="02010600030101010101" pitchFamily="2" charset="-122"/>
              </a:rPr>
              <a:t>x</a:t>
            </a:r>
            <a:r>
              <a:rPr lang="zh-CN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后对</a:t>
            </a:r>
            <a:r>
              <a:rPr lang="en-US" altLang="zh-CN" b="1" i="1" dirty="0">
                <a:solidFill>
                  <a:srgbClr val="FF0000"/>
                </a:solidFill>
                <a:ea typeface="宋体" panose="02010600030101010101" pitchFamily="2" charset="-122"/>
              </a:rPr>
              <a:t>y</a:t>
            </a:r>
            <a:r>
              <a:rPr lang="zh-CN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的积分</a:t>
            </a:r>
            <a:endParaRPr lang="zh-CN" altLang="en-US" b="1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41677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3830895"/>
              </p:ext>
            </p:extLst>
          </p:nvPr>
        </p:nvGraphicFramePr>
        <p:xfrm>
          <a:off x="2796547" y="2961107"/>
          <a:ext cx="2686050" cy="839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94" name="Equation" r:id="rId4" imgW="2590800" imgH="812800" progId="Equation.3">
                  <p:embed/>
                </p:oleObj>
              </mc:Choice>
              <mc:Fallback>
                <p:oleObj name="Equation" r:id="rId4" imgW="2590800" imgH="812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6547" y="2961107"/>
                        <a:ext cx="2686050" cy="839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6774" name="Object 6"/>
          <p:cNvGraphicFramePr>
            <a:graphicFrameLocks noChangeAspect="1"/>
          </p:cNvGraphicFramePr>
          <p:nvPr/>
        </p:nvGraphicFramePr>
        <p:xfrm>
          <a:off x="5181600" y="3736976"/>
          <a:ext cx="990600" cy="955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95" name="公式" r:id="rId6" imgW="418918" imgH="406224" progId="Equation.3">
                  <p:embed/>
                </p:oleObj>
              </mc:Choice>
              <mc:Fallback>
                <p:oleObj name="公式" r:id="rId6" imgW="418918" imgH="4062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3736976"/>
                        <a:ext cx="990600" cy="955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6775" name="Object 7"/>
          <p:cNvGraphicFramePr>
            <a:graphicFrameLocks noChangeAspect="1"/>
          </p:cNvGraphicFramePr>
          <p:nvPr/>
        </p:nvGraphicFramePr>
        <p:xfrm>
          <a:off x="5553076" y="2886076"/>
          <a:ext cx="695325" cy="69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96" name="Equation" r:id="rId8" imgW="698500" imgH="698500" progId="Equation.3">
                  <p:embed/>
                </p:oleObj>
              </mc:Choice>
              <mc:Fallback>
                <p:oleObj name="Equation" r:id="rId8" imgW="698500" imgH="698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53076" y="2886076"/>
                        <a:ext cx="695325" cy="695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6776" name="Text Box 8"/>
          <p:cNvSpPr txBox="1">
            <a:spLocks noChangeArrowheads="1"/>
          </p:cNvSpPr>
          <p:nvPr/>
        </p:nvSpPr>
        <p:spPr bwMode="auto">
          <a:xfrm>
            <a:off x="2667000" y="1843088"/>
            <a:ext cx="1143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rgbClr val="0000FF"/>
                </a:solidFill>
                <a:ea typeface="宋体" panose="02010600030101010101" pitchFamily="2" charset="-122"/>
              </a:rPr>
              <a:t>法二</a:t>
            </a:r>
          </a:p>
        </p:txBody>
      </p:sp>
      <p:graphicFrame>
        <p:nvGraphicFramePr>
          <p:cNvPr id="416777" name="Object 9"/>
          <p:cNvGraphicFramePr>
            <a:graphicFrameLocks noChangeAspect="1"/>
          </p:cNvGraphicFramePr>
          <p:nvPr/>
        </p:nvGraphicFramePr>
        <p:xfrm>
          <a:off x="6235700" y="2873376"/>
          <a:ext cx="2160588" cy="784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97" name="Equation" r:id="rId10" imgW="2032000" imgH="736600" progId="Equation.3">
                  <p:embed/>
                </p:oleObj>
              </mc:Choice>
              <mc:Fallback>
                <p:oleObj name="Equation" r:id="rId10" imgW="2032000" imgH="736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35700" y="2873376"/>
                        <a:ext cx="2160588" cy="784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6778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041604"/>
              </p:ext>
            </p:extLst>
          </p:nvPr>
        </p:nvGraphicFramePr>
        <p:xfrm>
          <a:off x="6313159" y="3371790"/>
          <a:ext cx="399419" cy="4291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98" name="Equation" r:id="rId12" imgW="190440" imgH="228600" progId="Equation.DSMT4">
                  <p:embed/>
                </p:oleObj>
              </mc:Choice>
              <mc:Fallback>
                <p:oleObj name="Equation" r:id="rId12" imgW="1904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13159" y="3371790"/>
                        <a:ext cx="399419" cy="42910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6779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6612450"/>
              </p:ext>
            </p:extLst>
          </p:nvPr>
        </p:nvGraphicFramePr>
        <p:xfrm>
          <a:off x="6313159" y="2798321"/>
          <a:ext cx="399420" cy="4135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99" name="Equation" r:id="rId14" imgW="253800" imgH="253800" progId="Equation.DSMT4">
                  <p:embed/>
                </p:oleObj>
              </mc:Choice>
              <mc:Fallback>
                <p:oleObj name="Equation" r:id="rId14" imgW="25380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13159" y="2798321"/>
                        <a:ext cx="399420" cy="41351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7" name="Object 28"/>
          <p:cNvGraphicFramePr>
            <a:graphicFrameLocks noChangeAspect="1"/>
          </p:cNvGraphicFramePr>
          <p:nvPr/>
        </p:nvGraphicFramePr>
        <p:xfrm>
          <a:off x="2819400" y="787400"/>
          <a:ext cx="23622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00" name="Equation" r:id="rId16" imgW="2362200" imgH="812800" progId="Equation.3">
                  <p:embed/>
                </p:oleObj>
              </mc:Choice>
              <mc:Fallback>
                <p:oleObj name="Equation" r:id="rId16" imgW="2362200" imgH="812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787400"/>
                        <a:ext cx="2362200" cy="812800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rgbClr val="FFFFFF"/>
                          </a:gs>
                          <a:gs pos="100000">
                            <a:srgbClr val="00FF99"/>
                          </a:gs>
                        </a:gsLst>
                        <a:lin ang="5400000" scaled="1"/>
                      </a:gradFill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398" name="Group 41"/>
          <p:cNvGrpSpPr>
            <a:grpSpLocks/>
          </p:cNvGrpSpPr>
          <p:nvPr/>
        </p:nvGrpSpPr>
        <p:grpSpPr bwMode="auto">
          <a:xfrm>
            <a:off x="7315200" y="838200"/>
            <a:ext cx="2209800" cy="1955800"/>
            <a:chOff x="3600" y="2608"/>
            <a:chExt cx="1392" cy="1232"/>
          </a:xfrm>
        </p:grpSpPr>
        <p:sp>
          <p:nvSpPr>
            <p:cNvPr id="16401" name="Freeform 40"/>
            <p:cNvSpPr>
              <a:spLocks/>
            </p:cNvSpPr>
            <p:nvPr/>
          </p:nvSpPr>
          <p:spPr bwMode="auto">
            <a:xfrm>
              <a:off x="3749" y="3051"/>
              <a:ext cx="548" cy="549"/>
            </a:xfrm>
            <a:custGeom>
              <a:avLst/>
              <a:gdLst>
                <a:gd name="T0" fmla="*/ 548 w 548"/>
                <a:gd name="T1" fmla="*/ 0 h 549"/>
                <a:gd name="T2" fmla="*/ 420 w 548"/>
                <a:gd name="T3" fmla="*/ 37 h 549"/>
                <a:gd name="T4" fmla="*/ 235 w 548"/>
                <a:gd name="T5" fmla="*/ 128 h 549"/>
                <a:gd name="T6" fmla="*/ 91 w 548"/>
                <a:gd name="T7" fmla="*/ 272 h 549"/>
                <a:gd name="T8" fmla="*/ 9 w 548"/>
                <a:gd name="T9" fmla="*/ 421 h 549"/>
                <a:gd name="T10" fmla="*/ 0 w 548"/>
                <a:gd name="T11" fmla="*/ 549 h 549"/>
                <a:gd name="T12" fmla="*/ 54 w 548"/>
                <a:gd name="T13" fmla="*/ 549 h 549"/>
                <a:gd name="T14" fmla="*/ 146 w 548"/>
                <a:gd name="T15" fmla="*/ 530 h 549"/>
                <a:gd name="T16" fmla="*/ 237 w 548"/>
                <a:gd name="T17" fmla="*/ 475 h 549"/>
                <a:gd name="T18" fmla="*/ 379 w 548"/>
                <a:gd name="T19" fmla="*/ 368 h 549"/>
                <a:gd name="T20" fmla="*/ 475 w 548"/>
                <a:gd name="T21" fmla="*/ 224 h 549"/>
                <a:gd name="T22" fmla="*/ 523 w 548"/>
                <a:gd name="T23" fmla="*/ 128 h 549"/>
                <a:gd name="T24" fmla="*/ 548 w 548"/>
                <a:gd name="T25" fmla="*/ 0 h 54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548" h="549">
                  <a:moveTo>
                    <a:pt x="548" y="0"/>
                  </a:moveTo>
                  <a:lnTo>
                    <a:pt x="420" y="37"/>
                  </a:lnTo>
                  <a:lnTo>
                    <a:pt x="235" y="128"/>
                  </a:lnTo>
                  <a:lnTo>
                    <a:pt x="91" y="272"/>
                  </a:lnTo>
                  <a:lnTo>
                    <a:pt x="9" y="421"/>
                  </a:lnTo>
                  <a:lnTo>
                    <a:pt x="0" y="549"/>
                  </a:lnTo>
                  <a:lnTo>
                    <a:pt x="54" y="549"/>
                  </a:lnTo>
                  <a:lnTo>
                    <a:pt x="146" y="530"/>
                  </a:lnTo>
                  <a:lnTo>
                    <a:pt x="237" y="475"/>
                  </a:lnTo>
                  <a:lnTo>
                    <a:pt x="379" y="368"/>
                  </a:lnTo>
                  <a:lnTo>
                    <a:pt x="475" y="224"/>
                  </a:lnTo>
                  <a:lnTo>
                    <a:pt x="523" y="128"/>
                  </a:lnTo>
                  <a:lnTo>
                    <a:pt x="548" y="0"/>
                  </a:lnTo>
                  <a:close/>
                </a:path>
              </a:pathLst>
            </a:custGeom>
            <a:gradFill rotWithShape="0">
              <a:gsLst>
                <a:gs pos="0">
                  <a:srgbClr val="FFCC99"/>
                </a:gs>
                <a:gs pos="100000">
                  <a:srgbClr val="FF0000"/>
                </a:gs>
              </a:gsLst>
              <a:path path="rect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6402" name="Group 29"/>
            <p:cNvGrpSpPr>
              <a:grpSpLocks/>
            </p:cNvGrpSpPr>
            <p:nvPr/>
          </p:nvGrpSpPr>
          <p:grpSpPr bwMode="auto">
            <a:xfrm>
              <a:off x="3600" y="2608"/>
              <a:ext cx="1392" cy="1232"/>
              <a:chOff x="528" y="2880"/>
              <a:chExt cx="1392" cy="1232"/>
            </a:xfrm>
          </p:grpSpPr>
          <p:graphicFrame>
            <p:nvGraphicFramePr>
              <p:cNvPr id="16408" name="Object 30"/>
              <p:cNvGraphicFramePr>
                <a:graphicFrameLocks noChangeAspect="1"/>
              </p:cNvGraphicFramePr>
              <p:nvPr/>
            </p:nvGraphicFramePr>
            <p:xfrm>
              <a:off x="1746" y="3936"/>
              <a:ext cx="174" cy="1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901" name="Equation" r:id="rId18" imgW="139700" imgH="139700" progId="Equation.3">
                      <p:embed/>
                    </p:oleObj>
                  </mc:Choice>
                  <mc:Fallback>
                    <p:oleObj name="Equation" r:id="rId18" imgW="139700" imgH="13970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746" y="3936"/>
                            <a:ext cx="174" cy="17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6409" name="Object 31"/>
              <p:cNvGraphicFramePr>
                <a:graphicFrameLocks noChangeAspect="1"/>
              </p:cNvGraphicFramePr>
              <p:nvPr/>
            </p:nvGraphicFramePr>
            <p:xfrm>
              <a:off x="720" y="2880"/>
              <a:ext cx="173" cy="20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902" name="Equation" r:id="rId20" imgW="139579" imgH="164957" progId="Equation.3">
                      <p:embed/>
                    </p:oleObj>
                  </mc:Choice>
                  <mc:Fallback>
                    <p:oleObj name="Equation" r:id="rId20" imgW="139579" imgH="164957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20" y="2880"/>
                            <a:ext cx="173" cy="20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6410" name="Line 32"/>
              <p:cNvSpPr>
                <a:spLocks noChangeShapeType="1"/>
              </p:cNvSpPr>
              <p:nvPr/>
            </p:nvSpPr>
            <p:spPr bwMode="auto">
              <a:xfrm>
                <a:off x="672" y="3872"/>
                <a:ext cx="120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411" name="Line 33"/>
              <p:cNvSpPr>
                <a:spLocks noChangeShapeType="1"/>
              </p:cNvSpPr>
              <p:nvPr/>
            </p:nvSpPr>
            <p:spPr bwMode="auto">
              <a:xfrm flipV="1">
                <a:off x="672" y="2944"/>
                <a:ext cx="0" cy="94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16412" name="Object 34"/>
              <p:cNvGraphicFramePr>
                <a:graphicFrameLocks noChangeAspect="1"/>
              </p:cNvGraphicFramePr>
              <p:nvPr/>
            </p:nvGraphicFramePr>
            <p:xfrm>
              <a:off x="528" y="3878"/>
              <a:ext cx="184" cy="20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903" name="Equation" r:id="rId22" imgW="164814" imgH="177492" progId="Equation.3">
                      <p:embed/>
                    </p:oleObj>
                  </mc:Choice>
                  <mc:Fallback>
                    <p:oleObj name="Equation" r:id="rId22" imgW="164814" imgH="177492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28" y="3878"/>
                            <a:ext cx="184" cy="20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16403" name="Object 3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29981719"/>
                </p:ext>
              </p:extLst>
            </p:nvPr>
          </p:nvGraphicFramePr>
          <p:xfrm>
            <a:off x="3965" y="2647"/>
            <a:ext cx="421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904" name="Equation" r:id="rId24" imgW="444240" imgH="228600" progId="Equation.DSMT4">
                    <p:embed/>
                  </p:oleObj>
                </mc:Choice>
                <mc:Fallback>
                  <p:oleObj name="Equation" r:id="rId24" imgW="44424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65" y="2647"/>
                          <a:ext cx="421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404" name="Arc 36"/>
            <p:cNvSpPr>
              <a:spLocks/>
            </p:cNvSpPr>
            <p:nvPr/>
          </p:nvSpPr>
          <p:spPr bwMode="auto">
            <a:xfrm flipV="1">
              <a:off x="3744" y="2848"/>
              <a:ext cx="570" cy="768"/>
            </a:xfrm>
            <a:custGeom>
              <a:avLst/>
              <a:gdLst>
                <a:gd name="T0" fmla="*/ 0 w 21349"/>
                <a:gd name="T1" fmla="*/ 0 h 21600"/>
                <a:gd name="T2" fmla="*/ 0 w 21349"/>
                <a:gd name="T3" fmla="*/ 0 h 21600"/>
                <a:gd name="T4" fmla="*/ 0 w 21349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349" h="21600" fill="none" extrusionOk="0">
                  <a:moveTo>
                    <a:pt x="0" y="0"/>
                  </a:moveTo>
                  <a:cubicBezTo>
                    <a:pt x="10661" y="0"/>
                    <a:pt x="19727" y="7778"/>
                    <a:pt x="21348" y="18316"/>
                  </a:cubicBezTo>
                </a:path>
                <a:path w="21349" h="21600" stroke="0" extrusionOk="0">
                  <a:moveTo>
                    <a:pt x="0" y="0"/>
                  </a:moveTo>
                  <a:cubicBezTo>
                    <a:pt x="10661" y="0"/>
                    <a:pt x="19727" y="7778"/>
                    <a:pt x="21348" y="18316"/>
                  </a:cubicBez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6405" name="Object 3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31495970"/>
                </p:ext>
              </p:extLst>
            </p:nvPr>
          </p:nvGraphicFramePr>
          <p:xfrm>
            <a:off x="4440" y="2819"/>
            <a:ext cx="427" cy="2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905" name="Equation" r:id="rId26" imgW="444240" imgH="228600" progId="Equation.DSMT4">
                    <p:embed/>
                  </p:oleObj>
                </mc:Choice>
                <mc:Fallback>
                  <p:oleObj name="Equation" r:id="rId26" imgW="44424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40" y="2819"/>
                          <a:ext cx="427" cy="2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406" name="Arc 38"/>
            <p:cNvSpPr>
              <a:spLocks/>
            </p:cNvSpPr>
            <p:nvPr/>
          </p:nvSpPr>
          <p:spPr bwMode="auto">
            <a:xfrm rot="16183987" flipV="1">
              <a:off x="3839" y="2948"/>
              <a:ext cx="568" cy="768"/>
            </a:xfrm>
            <a:custGeom>
              <a:avLst/>
              <a:gdLst>
                <a:gd name="T0" fmla="*/ 0 w 21262"/>
                <a:gd name="T1" fmla="*/ 0 h 21600"/>
                <a:gd name="T2" fmla="*/ 0 w 21262"/>
                <a:gd name="T3" fmla="*/ 0 h 21600"/>
                <a:gd name="T4" fmla="*/ 0 w 21262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262" h="21600" fill="none" extrusionOk="0">
                  <a:moveTo>
                    <a:pt x="21262" y="3811"/>
                  </a:moveTo>
                  <a:cubicBezTo>
                    <a:pt x="19416" y="14106"/>
                    <a:pt x="10460" y="21599"/>
                    <a:pt x="1" y="21600"/>
                  </a:cubicBezTo>
                  <a:cubicBezTo>
                    <a:pt x="0" y="21600"/>
                    <a:pt x="0" y="21599"/>
                    <a:pt x="0" y="21599"/>
                  </a:cubicBezTo>
                </a:path>
                <a:path w="21262" h="21600" stroke="0" extrusionOk="0">
                  <a:moveTo>
                    <a:pt x="21262" y="3811"/>
                  </a:moveTo>
                  <a:cubicBezTo>
                    <a:pt x="19416" y="14106"/>
                    <a:pt x="10460" y="21599"/>
                    <a:pt x="1" y="21600"/>
                  </a:cubicBezTo>
                  <a:cubicBezTo>
                    <a:pt x="0" y="21600"/>
                    <a:pt x="0" y="21599"/>
                    <a:pt x="0" y="21599"/>
                  </a:cubicBezTo>
                  <a:lnTo>
                    <a:pt x="1" y="0"/>
                  </a:lnTo>
                  <a:lnTo>
                    <a:pt x="21262" y="3811"/>
                  </a:lnTo>
                  <a:close/>
                </a:path>
              </a:pathLst>
            </a:cu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6407" name="Object 3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06677215"/>
                </p:ext>
              </p:extLst>
            </p:nvPr>
          </p:nvGraphicFramePr>
          <p:xfrm>
            <a:off x="4260" y="2981"/>
            <a:ext cx="345" cy="2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906" name="Equation" r:id="rId28" imgW="393480" imgH="228600" progId="Equation.DSMT4">
                    <p:embed/>
                  </p:oleObj>
                </mc:Choice>
                <mc:Fallback>
                  <p:oleObj name="Equation" r:id="rId28" imgW="39348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60" y="2981"/>
                          <a:ext cx="345" cy="2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16810" name="Line 42"/>
          <p:cNvSpPr>
            <a:spLocks noChangeShapeType="1"/>
          </p:cNvSpPr>
          <p:nvPr/>
        </p:nvSpPr>
        <p:spPr bwMode="auto">
          <a:xfrm>
            <a:off x="7467600" y="1981200"/>
            <a:ext cx="1219200" cy="0"/>
          </a:xfrm>
          <a:prstGeom prst="line">
            <a:avLst/>
          </a:prstGeom>
          <a:noFill/>
          <a:ln w="38100">
            <a:solidFill>
              <a:srgbClr val="33CC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" name="Text Box 3"/>
          <p:cNvSpPr txBox="1">
            <a:spLocks noChangeArrowheads="1"/>
          </p:cNvSpPr>
          <p:nvPr/>
        </p:nvSpPr>
        <p:spPr bwMode="auto">
          <a:xfrm>
            <a:off x="2063750" y="4964114"/>
            <a:ext cx="7920038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可以看出：</a:t>
            </a:r>
            <a:r>
              <a:rPr lang="zh-CN" altLang="en-US" b="1" dirty="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这题中</a:t>
            </a:r>
            <a:r>
              <a:rPr lang="zh-CN" altLang="zh-CN" b="1" dirty="0">
                <a:solidFill>
                  <a:srgbClr val="0000CC"/>
                </a:solidFill>
                <a:ea typeface="宋体" panose="02010600030101010101" pitchFamily="2" charset="-122"/>
              </a:rPr>
              <a:t>先对</a:t>
            </a:r>
            <a:r>
              <a:rPr lang="en-US" altLang="zh-CN" b="1" i="1" dirty="0">
                <a:solidFill>
                  <a:srgbClr val="0000CC"/>
                </a:solidFill>
                <a:ea typeface="宋体" panose="02010600030101010101" pitchFamily="2" charset="-122"/>
              </a:rPr>
              <a:t>x</a:t>
            </a:r>
            <a:r>
              <a:rPr lang="zh-CN" altLang="zh-CN" b="1" dirty="0">
                <a:solidFill>
                  <a:srgbClr val="0000CC"/>
                </a:solidFill>
                <a:ea typeface="宋体" panose="02010600030101010101" pitchFamily="2" charset="-122"/>
              </a:rPr>
              <a:t>后对</a:t>
            </a:r>
            <a:r>
              <a:rPr lang="en-US" altLang="zh-CN" b="1" i="1" dirty="0">
                <a:solidFill>
                  <a:srgbClr val="0000CC"/>
                </a:solidFill>
                <a:ea typeface="宋体" panose="02010600030101010101" pitchFamily="2" charset="-122"/>
              </a:rPr>
              <a:t>y</a:t>
            </a:r>
            <a:r>
              <a:rPr lang="zh-CN" altLang="zh-CN" b="1" dirty="0">
                <a:solidFill>
                  <a:srgbClr val="0000CC"/>
                </a:solidFill>
                <a:ea typeface="宋体" panose="02010600030101010101" pitchFamily="2" charset="-122"/>
              </a:rPr>
              <a:t>积分</a:t>
            </a:r>
            <a:r>
              <a:rPr lang="zh-CN" altLang="en-US" b="1" dirty="0">
                <a:solidFill>
                  <a:srgbClr val="0000CC"/>
                </a:solidFill>
                <a:ea typeface="宋体" panose="02010600030101010101" pitchFamily="2" charset="-122"/>
              </a:rPr>
              <a:t>和</a:t>
            </a:r>
            <a:r>
              <a:rPr lang="zh-CN" altLang="zh-CN" b="1" dirty="0">
                <a:solidFill>
                  <a:srgbClr val="0000CC"/>
                </a:solidFill>
                <a:ea typeface="宋体" panose="02010600030101010101" pitchFamily="2" charset="-122"/>
              </a:rPr>
              <a:t>先对</a:t>
            </a:r>
            <a:r>
              <a:rPr lang="en-US" altLang="zh-CN" b="1" i="1" dirty="0">
                <a:solidFill>
                  <a:srgbClr val="0000CC"/>
                </a:solidFill>
                <a:ea typeface="宋体" panose="02010600030101010101" pitchFamily="2" charset="-122"/>
              </a:rPr>
              <a:t>y </a:t>
            </a:r>
            <a:r>
              <a:rPr lang="zh-CN" altLang="zh-CN" b="1" dirty="0">
                <a:solidFill>
                  <a:srgbClr val="0000CC"/>
                </a:solidFill>
                <a:ea typeface="宋体" panose="02010600030101010101" pitchFamily="2" charset="-122"/>
              </a:rPr>
              <a:t>后对</a:t>
            </a:r>
            <a:r>
              <a:rPr lang="en-US" altLang="zh-CN" b="1" i="1" dirty="0">
                <a:solidFill>
                  <a:srgbClr val="0000CC"/>
                </a:solidFill>
                <a:ea typeface="宋体" panose="02010600030101010101" pitchFamily="2" charset="-122"/>
              </a:rPr>
              <a:t>x</a:t>
            </a:r>
            <a:r>
              <a:rPr lang="zh-CN" altLang="zh-CN" b="1" dirty="0">
                <a:solidFill>
                  <a:srgbClr val="0000CC"/>
                </a:solidFill>
                <a:ea typeface="宋体" panose="02010600030101010101" pitchFamily="2" charset="-122"/>
              </a:rPr>
              <a:t>的积分</a:t>
            </a:r>
            <a:r>
              <a:rPr lang="zh-CN" altLang="en-US" b="1" dirty="0">
                <a:solidFill>
                  <a:srgbClr val="0000CC"/>
                </a:solidFill>
                <a:ea typeface="宋体" panose="02010600030101010101" pitchFamily="2" charset="-122"/>
              </a:rPr>
              <a:t>都可以得出结果，计算难度一样</a:t>
            </a:r>
            <a:r>
              <a:rPr lang="en-US" altLang="zh-CN" b="1" dirty="0">
                <a:solidFill>
                  <a:srgbClr val="0000CC"/>
                </a:solidFill>
                <a:ea typeface="宋体" panose="02010600030101010101" pitchFamily="2" charset="-122"/>
              </a:rPr>
              <a:t>.</a:t>
            </a:r>
            <a:endParaRPr lang="zh-CN" altLang="en-US" b="1" dirty="0">
              <a:solidFill>
                <a:srgbClr val="0000CC"/>
              </a:solidFill>
              <a:ea typeface="宋体" panose="0201060003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5F8BC-3C02-4E82-A6AD-68405BC1CFA0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2070195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6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16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16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16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16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16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167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167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167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167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416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416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6770" grpId="0" animBg="1"/>
      <p:bldP spid="416771" grpId="0" autoUpdateAnimBg="0"/>
      <p:bldP spid="416776" grpId="0" autoUpdateAnimBg="0"/>
      <p:bldP spid="416810" grpId="0" animBg="1"/>
      <p:bldP spid="33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/>
          <p:cNvSpPr>
            <a:spLocks noChangeArrowheads="1"/>
          </p:cNvSpPr>
          <p:nvPr/>
        </p:nvSpPr>
        <p:spPr bwMode="auto">
          <a:xfrm>
            <a:off x="2350294" y="546623"/>
            <a:ext cx="7000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3000" b="1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例</a:t>
            </a:r>
            <a:r>
              <a:rPr lang="en-US" altLang="zh-CN" sz="3000" b="1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</a:rPr>
              <a:t>2</a:t>
            </a:r>
            <a:endParaRPr lang="zh-CN" altLang="en-US" sz="2400" b="1" dirty="0">
              <a:solidFill>
                <a:srgbClr val="FF0000"/>
              </a:solidFill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15747" name="Text Box 3"/>
          <p:cNvSpPr txBox="1">
            <a:spLocks noChangeArrowheads="1"/>
          </p:cNvSpPr>
          <p:nvPr/>
        </p:nvSpPr>
        <p:spPr bwMode="auto">
          <a:xfrm>
            <a:off x="2362200" y="1905001"/>
            <a:ext cx="7239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</a:p>
        </p:txBody>
      </p:sp>
      <p:graphicFrame>
        <p:nvGraphicFramePr>
          <p:cNvPr id="415748" name="Object 4"/>
          <p:cNvGraphicFramePr>
            <a:graphicFrameLocks noChangeAspect="1"/>
          </p:cNvGraphicFramePr>
          <p:nvPr/>
        </p:nvGraphicFramePr>
        <p:xfrm>
          <a:off x="7716838" y="5470526"/>
          <a:ext cx="2146300" cy="91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11" name="Equation" r:id="rId4" imgW="952087" imgH="406224" progId="Equation.DSMT4">
                  <p:embed/>
                </p:oleObj>
              </mc:Choice>
              <mc:Fallback>
                <p:oleObj name="Equation" r:id="rId4" imgW="952087" imgH="40622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16838" y="5470526"/>
                        <a:ext cx="2146300" cy="917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5757" name="Object 13"/>
          <p:cNvGraphicFramePr>
            <a:graphicFrameLocks noChangeAspect="1"/>
          </p:cNvGraphicFramePr>
          <p:nvPr/>
        </p:nvGraphicFramePr>
        <p:xfrm>
          <a:off x="2832101" y="2486025"/>
          <a:ext cx="1704975" cy="1195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12" name="Equation" r:id="rId6" imgW="685800" imgH="482600" progId="Equation.DSMT4">
                  <p:embed/>
                </p:oleObj>
              </mc:Choice>
              <mc:Fallback>
                <p:oleObj name="Equation" r:id="rId6" imgW="685800" imgH="482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2101" y="2486025"/>
                        <a:ext cx="1704975" cy="1195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5760" name="Text Box 16"/>
          <p:cNvSpPr txBox="1">
            <a:spLocks noChangeArrowheads="1"/>
          </p:cNvSpPr>
          <p:nvPr/>
        </p:nvSpPr>
        <p:spPr bwMode="auto">
          <a:xfrm>
            <a:off x="1762125" y="3649663"/>
            <a:ext cx="1143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rgbClr val="0000FF"/>
                </a:solidFill>
                <a:ea typeface="宋体" panose="02010600030101010101" pitchFamily="2" charset="-122"/>
              </a:rPr>
              <a:t>法一</a:t>
            </a:r>
          </a:p>
        </p:txBody>
      </p:sp>
      <p:graphicFrame>
        <p:nvGraphicFramePr>
          <p:cNvPr id="415761" name="Object 17"/>
          <p:cNvGraphicFramePr>
            <a:graphicFrameLocks noChangeAspect="1"/>
          </p:cNvGraphicFramePr>
          <p:nvPr/>
        </p:nvGraphicFramePr>
        <p:xfrm>
          <a:off x="4560889" y="2868613"/>
          <a:ext cx="2141537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13" name="Equation" r:id="rId8" imgW="977476" imgH="203112" progId="Equation.DSMT4">
                  <p:embed/>
                </p:oleObj>
              </mc:Choice>
              <mc:Fallback>
                <p:oleObj name="Equation" r:id="rId8" imgW="977476" imgH="20311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60889" y="2868613"/>
                        <a:ext cx="2141537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7" name="Text Box 18"/>
          <p:cNvSpPr txBox="1">
            <a:spLocks noChangeArrowheads="1"/>
          </p:cNvSpPr>
          <p:nvPr/>
        </p:nvSpPr>
        <p:spPr bwMode="auto">
          <a:xfrm>
            <a:off x="3960345" y="1266963"/>
            <a:ext cx="3200400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600" b="1" dirty="0">
                <a:solidFill>
                  <a:srgbClr val="0000CC"/>
                </a:solidFill>
                <a:ea typeface="宋体" panose="02010600030101010101" pitchFamily="2" charset="-122"/>
              </a:rPr>
              <a:t>所围平面闭区域</a:t>
            </a:r>
            <a:r>
              <a:rPr lang="en-US" altLang="zh-CN" sz="2600" b="1" dirty="0">
                <a:solidFill>
                  <a:srgbClr val="0000CC"/>
                </a:solidFill>
                <a:ea typeface="宋体" panose="02010600030101010101" pitchFamily="2" charset="-122"/>
              </a:rPr>
              <a:t>.</a:t>
            </a:r>
          </a:p>
        </p:txBody>
      </p:sp>
      <p:graphicFrame>
        <p:nvGraphicFramePr>
          <p:cNvPr id="17418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771130"/>
              </p:ext>
            </p:extLst>
          </p:nvPr>
        </p:nvGraphicFramePr>
        <p:xfrm>
          <a:off x="3008891" y="468109"/>
          <a:ext cx="6420720" cy="8836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14" name="Equation" r:id="rId10" imgW="2768600" imgH="381000" progId="Equation.DSMT4">
                  <p:embed/>
                </p:oleObj>
              </mc:Choice>
              <mc:Fallback>
                <p:oleObj name="Equation" r:id="rId10" imgW="2768600" imgH="38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8891" y="468109"/>
                        <a:ext cx="6420720" cy="88364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9" name="Object 20"/>
          <p:cNvGraphicFramePr>
            <a:graphicFrameLocks noChangeAspect="1"/>
          </p:cNvGraphicFramePr>
          <p:nvPr/>
        </p:nvGraphicFramePr>
        <p:xfrm>
          <a:off x="2514601" y="1338264"/>
          <a:ext cx="1471613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15" name="Equation" r:id="rId12" imgW="609336" imgH="203112" progId="Equation.DSMT4">
                  <p:embed/>
                </p:oleObj>
              </mc:Choice>
              <mc:Fallback>
                <p:oleObj name="Equation" r:id="rId12" imgW="609336" imgH="20311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1" y="1338264"/>
                        <a:ext cx="1471613" cy="492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5765" name="Text Box 21"/>
          <p:cNvSpPr txBox="1">
            <a:spLocks noChangeArrowheads="1"/>
          </p:cNvSpPr>
          <p:nvPr/>
        </p:nvSpPr>
        <p:spPr bwMode="auto">
          <a:xfrm>
            <a:off x="2971800" y="1905001"/>
            <a:ext cx="2667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两曲线的交点</a:t>
            </a:r>
          </a:p>
        </p:txBody>
      </p:sp>
      <p:graphicFrame>
        <p:nvGraphicFramePr>
          <p:cNvPr id="415793" name="Object 4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6489686"/>
              </p:ext>
            </p:extLst>
          </p:nvPr>
        </p:nvGraphicFramePr>
        <p:xfrm>
          <a:off x="8706491" y="1480432"/>
          <a:ext cx="743179" cy="512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16" name="Equation" r:id="rId14" imgW="419040" imgH="228600" progId="Equation.DSMT4">
                  <p:embed/>
                </p:oleObj>
              </mc:Choice>
              <mc:Fallback>
                <p:oleObj name="Equation" r:id="rId14" imgW="4190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06491" y="1480432"/>
                        <a:ext cx="743179" cy="512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5794" name="Line 50"/>
          <p:cNvSpPr>
            <a:spLocks noChangeShapeType="1"/>
          </p:cNvSpPr>
          <p:nvPr/>
        </p:nvSpPr>
        <p:spPr bwMode="auto">
          <a:xfrm flipH="1" flipV="1">
            <a:off x="7556501" y="2024064"/>
            <a:ext cx="4763" cy="1184275"/>
          </a:xfrm>
          <a:prstGeom prst="line">
            <a:avLst/>
          </a:prstGeom>
          <a:noFill/>
          <a:ln w="28575">
            <a:solidFill>
              <a:srgbClr val="00CC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7" name="组合 16"/>
          <p:cNvGrpSpPr>
            <a:grpSpLocks/>
          </p:cNvGrpSpPr>
          <p:nvPr/>
        </p:nvGrpSpPr>
        <p:grpSpPr bwMode="auto">
          <a:xfrm>
            <a:off x="6673853" y="1162139"/>
            <a:ext cx="2575918" cy="2093827"/>
            <a:chOff x="5212209" y="1184658"/>
            <a:chExt cx="2576139" cy="2094553"/>
          </a:xfrm>
        </p:grpSpPr>
        <p:sp>
          <p:nvSpPr>
            <p:cNvPr id="17435" name="Arc 46"/>
            <p:cNvSpPr>
              <a:spLocks/>
            </p:cNvSpPr>
            <p:nvPr/>
          </p:nvSpPr>
          <p:spPr bwMode="auto">
            <a:xfrm flipH="1" flipV="1">
              <a:off x="5703974" y="2625718"/>
              <a:ext cx="413181" cy="647743"/>
            </a:xfrm>
            <a:custGeom>
              <a:avLst/>
              <a:gdLst>
                <a:gd name="T0" fmla="*/ 0 w 21349"/>
                <a:gd name="T1" fmla="*/ 0 h 21600"/>
                <a:gd name="T2" fmla="*/ 2147483646 w 21349"/>
                <a:gd name="T3" fmla="*/ 2147483646 h 21600"/>
                <a:gd name="T4" fmla="*/ 0 w 21349"/>
                <a:gd name="T5" fmla="*/ 2147483646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349" h="21600" fill="none" extrusionOk="0">
                  <a:moveTo>
                    <a:pt x="0" y="0"/>
                  </a:moveTo>
                  <a:cubicBezTo>
                    <a:pt x="10661" y="0"/>
                    <a:pt x="19727" y="7778"/>
                    <a:pt x="21348" y="18316"/>
                  </a:cubicBezTo>
                </a:path>
                <a:path w="21349" h="21600" stroke="0" extrusionOk="0">
                  <a:moveTo>
                    <a:pt x="0" y="0"/>
                  </a:moveTo>
                  <a:cubicBezTo>
                    <a:pt x="10661" y="0"/>
                    <a:pt x="19727" y="7778"/>
                    <a:pt x="21348" y="18316"/>
                  </a:cubicBez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7436" name="组合 15"/>
            <p:cNvGrpSpPr>
              <a:grpSpLocks/>
            </p:cNvGrpSpPr>
            <p:nvPr/>
          </p:nvGrpSpPr>
          <p:grpSpPr bwMode="auto">
            <a:xfrm>
              <a:off x="5212209" y="1184658"/>
              <a:ext cx="2576139" cy="2094553"/>
              <a:chOff x="5240326" y="1316230"/>
              <a:chExt cx="2576139" cy="2094553"/>
            </a:xfrm>
          </p:grpSpPr>
          <p:grpSp>
            <p:nvGrpSpPr>
              <p:cNvPr id="17437" name="Group 44"/>
              <p:cNvGrpSpPr>
                <a:grpSpLocks/>
              </p:cNvGrpSpPr>
              <p:nvPr/>
            </p:nvGrpSpPr>
            <p:grpSpPr bwMode="auto">
              <a:xfrm>
                <a:off x="5240326" y="1348620"/>
                <a:ext cx="2471738" cy="2062163"/>
                <a:chOff x="363" y="2944"/>
                <a:chExt cx="1557" cy="1299"/>
              </a:xfrm>
            </p:grpSpPr>
            <p:graphicFrame>
              <p:nvGraphicFramePr>
                <p:cNvPr id="17442" name="Object 37"/>
                <p:cNvGraphicFramePr>
                  <a:graphicFrameLocks noChangeAspect="1"/>
                </p:cNvGraphicFramePr>
                <p:nvPr/>
              </p:nvGraphicFramePr>
              <p:xfrm>
                <a:off x="1746" y="3936"/>
                <a:ext cx="174" cy="17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1217" name="Equation" r:id="rId16" imgW="139700" imgH="139700" progId="Equation.DSMT4">
                        <p:embed/>
                      </p:oleObj>
                    </mc:Choice>
                    <mc:Fallback>
                      <p:oleObj name="Equation" r:id="rId16" imgW="139700" imgH="139700" progId="Equation.DSMT4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7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746" y="3936"/>
                              <a:ext cx="174" cy="176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7443" name="Object 38"/>
                <p:cNvGraphicFramePr>
                  <a:graphicFrameLocks noChangeAspect="1"/>
                </p:cNvGraphicFramePr>
                <p:nvPr/>
              </p:nvGraphicFramePr>
              <p:xfrm>
                <a:off x="444" y="3011"/>
                <a:ext cx="173" cy="20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1218" name="Equation" r:id="rId18" imgW="139579" imgH="164957" progId="Equation.3">
                        <p:embed/>
                      </p:oleObj>
                    </mc:Choice>
                    <mc:Fallback>
                      <p:oleObj name="Equation" r:id="rId18" imgW="139579" imgH="164957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9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44" y="3011"/>
                              <a:ext cx="173" cy="208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17444" name="Line 40"/>
                <p:cNvSpPr>
                  <a:spLocks noChangeShapeType="1"/>
                </p:cNvSpPr>
                <p:nvPr/>
              </p:nvSpPr>
              <p:spPr bwMode="auto">
                <a:xfrm flipV="1">
                  <a:off x="363" y="3872"/>
                  <a:ext cx="1509" cy="11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445" name="Line 42"/>
                <p:cNvSpPr>
                  <a:spLocks noChangeShapeType="1"/>
                </p:cNvSpPr>
                <p:nvPr/>
              </p:nvSpPr>
              <p:spPr bwMode="auto">
                <a:xfrm flipH="1" flipV="1">
                  <a:off x="672" y="2944"/>
                  <a:ext cx="4" cy="1299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aphicFrame>
              <p:nvGraphicFramePr>
                <p:cNvPr id="17446" name="Object 43"/>
                <p:cNvGraphicFramePr>
                  <a:graphicFrameLocks noChangeAspect="1"/>
                </p:cNvGraphicFramePr>
                <p:nvPr/>
              </p:nvGraphicFramePr>
              <p:xfrm>
                <a:off x="528" y="3878"/>
                <a:ext cx="184" cy="20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1219" name="Equation" r:id="rId20" imgW="164814" imgH="177492" progId="Equation.3">
                        <p:embed/>
                      </p:oleObj>
                    </mc:Choice>
                    <mc:Fallback>
                      <p:oleObj name="Equation" r:id="rId20" imgW="164814" imgH="177492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1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528" y="3878"/>
                              <a:ext cx="184" cy="202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aphicFrame>
            <p:nvGraphicFramePr>
              <p:cNvPr id="17438" name="Object 45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61226943"/>
                  </p:ext>
                </p:extLst>
              </p:nvPr>
            </p:nvGraphicFramePr>
            <p:xfrm>
              <a:off x="6331860" y="1316230"/>
              <a:ext cx="737251" cy="46153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220" name="Equation" r:id="rId22" imgW="507960" imgH="241200" progId="Equation.DSMT4">
                      <p:embed/>
                    </p:oleObj>
                  </mc:Choice>
                  <mc:Fallback>
                    <p:oleObj name="Equation" r:id="rId22" imgW="507960" imgH="24120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3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331860" y="1316230"/>
                            <a:ext cx="737251" cy="46153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7439" name="Object 47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929133196"/>
                  </p:ext>
                </p:extLst>
              </p:nvPr>
            </p:nvGraphicFramePr>
            <p:xfrm>
              <a:off x="6929570" y="2289620"/>
              <a:ext cx="886895" cy="35955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221" name="Equation" r:id="rId24" imgW="609480" imgH="203040" progId="Equation.DSMT4">
                      <p:embed/>
                    </p:oleObj>
                  </mc:Choice>
                  <mc:Fallback>
                    <p:oleObj name="Equation" r:id="rId24" imgW="609480" imgH="20304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5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929570" y="2289620"/>
                            <a:ext cx="886895" cy="35955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7440" name="Arc 48"/>
              <p:cNvSpPr>
                <a:spLocks/>
              </p:cNvSpPr>
              <p:nvPr/>
            </p:nvSpPr>
            <p:spPr bwMode="auto">
              <a:xfrm rot="16183987" flipV="1">
                <a:off x="6193780" y="1301427"/>
                <a:ext cx="1058534" cy="1984262"/>
              </a:xfrm>
              <a:custGeom>
                <a:avLst/>
                <a:gdLst>
                  <a:gd name="T0" fmla="*/ 2147483646 w 21262"/>
                  <a:gd name="T1" fmla="*/ 2147483646 h 21600"/>
                  <a:gd name="T2" fmla="*/ 0 w 21262"/>
                  <a:gd name="T3" fmla="*/ 2147483646 h 21600"/>
                  <a:gd name="T4" fmla="*/ 2147483646 w 21262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262" h="21600" fill="none" extrusionOk="0">
                    <a:moveTo>
                      <a:pt x="21262" y="3811"/>
                    </a:moveTo>
                    <a:cubicBezTo>
                      <a:pt x="19416" y="14106"/>
                      <a:pt x="10460" y="21599"/>
                      <a:pt x="1" y="21600"/>
                    </a:cubicBezTo>
                    <a:cubicBezTo>
                      <a:pt x="0" y="21600"/>
                      <a:pt x="0" y="21599"/>
                      <a:pt x="0" y="21599"/>
                    </a:cubicBezTo>
                  </a:path>
                  <a:path w="21262" h="21600" stroke="0" extrusionOk="0">
                    <a:moveTo>
                      <a:pt x="21262" y="3811"/>
                    </a:moveTo>
                    <a:cubicBezTo>
                      <a:pt x="19416" y="14106"/>
                      <a:pt x="10460" y="21599"/>
                      <a:pt x="1" y="21600"/>
                    </a:cubicBezTo>
                    <a:cubicBezTo>
                      <a:pt x="0" y="21600"/>
                      <a:pt x="0" y="21599"/>
                      <a:pt x="0" y="21599"/>
                    </a:cubicBezTo>
                    <a:lnTo>
                      <a:pt x="1" y="0"/>
                    </a:lnTo>
                    <a:lnTo>
                      <a:pt x="21262" y="3811"/>
                    </a:lnTo>
                    <a:close/>
                  </a:path>
                </a:pathLst>
              </a:custGeom>
              <a:noFill/>
              <a:ln w="28575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cxnSp>
            <p:nvCxnSpPr>
              <p:cNvPr id="17441" name="直接连接符 2"/>
              <p:cNvCxnSpPr>
                <a:cxnSpLocks noChangeShapeType="1"/>
                <a:stCxn id="17435" idx="0"/>
              </p:cNvCxnSpPr>
              <p:nvPr/>
            </p:nvCxnSpPr>
            <p:spPr bwMode="auto">
              <a:xfrm flipV="1">
                <a:off x="6145272" y="1771497"/>
                <a:ext cx="1211171" cy="1633536"/>
              </a:xfrm>
              <a:prstGeom prst="line">
                <a:avLst/>
              </a:prstGeom>
              <a:noFill/>
              <a:ln w="28575" algn="ctr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</p:grpSp>
      <p:graphicFrame>
        <p:nvGraphicFramePr>
          <p:cNvPr id="43" name="Object 4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8757473"/>
              </p:ext>
            </p:extLst>
          </p:nvPr>
        </p:nvGraphicFramePr>
        <p:xfrm>
          <a:off x="7495492" y="3093205"/>
          <a:ext cx="783718" cy="4829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22" name="Equation" r:id="rId26" imgW="482400" imgH="228600" progId="Equation.DSMT4">
                  <p:embed/>
                </p:oleObj>
              </mc:Choice>
              <mc:Fallback>
                <p:oleObj name="Equation" r:id="rId26" imgW="4824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95492" y="3093205"/>
                        <a:ext cx="783718" cy="48290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8" name="直接箭头连接符 7"/>
          <p:cNvCxnSpPr>
            <a:cxnSpLocks noChangeShapeType="1"/>
          </p:cNvCxnSpPr>
          <p:nvPr/>
        </p:nvCxnSpPr>
        <p:spPr bwMode="auto">
          <a:xfrm flipV="1">
            <a:off x="7848600" y="1519238"/>
            <a:ext cx="0" cy="1757362"/>
          </a:xfrm>
          <a:prstGeom prst="straightConnector1">
            <a:avLst/>
          </a:prstGeom>
          <a:noFill/>
          <a:ln w="22225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6" name="直接箭头连接符 45"/>
          <p:cNvCxnSpPr>
            <a:cxnSpLocks noChangeShapeType="1"/>
          </p:cNvCxnSpPr>
          <p:nvPr/>
        </p:nvCxnSpPr>
        <p:spPr bwMode="auto">
          <a:xfrm flipV="1">
            <a:off x="7367588" y="1939926"/>
            <a:ext cx="0" cy="1414463"/>
          </a:xfrm>
          <a:prstGeom prst="straightConnector1">
            <a:avLst/>
          </a:prstGeom>
          <a:noFill/>
          <a:ln w="22225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2700338" y="3714750"/>
          <a:ext cx="2024062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23" name="Equation" r:id="rId28" imgW="876300" imgH="228600" progId="Equation.DSMT4">
                  <p:embed/>
                </p:oleObj>
              </mc:Choice>
              <mc:Fallback>
                <p:oleObj name="Equation" r:id="rId28" imgW="8763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0338" y="3714750"/>
                        <a:ext cx="2024062" cy="527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7170739" y="2435225"/>
          <a:ext cx="384175" cy="43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24" name="Equation" r:id="rId30" imgW="203112" imgH="228501" progId="Equation.DSMT4">
                  <p:embed/>
                </p:oleObj>
              </mc:Choice>
              <mc:Fallback>
                <p:oleObj name="Equation" r:id="rId30" imgW="203112" imgH="228501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70739" y="2435225"/>
                        <a:ext cx="384175" cy="433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/>
        </p:nvGraphicFramePr>
        <p:xfrm>
          <a:off x="7739063" y="1857375"/>
          <a:ext cx="398462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25" name="Equation" r:id="rId32" imgW="203112" imgH="228501" progId="Equation.DSMT4">
                  <p:embed/>
                </p:oleObj>
              </mc:Choice>
              <mc:Fallback>
                <p:oleObj name="Equation" r:id="rId32" imgW="203112" imgH="228501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39063" y="1857375"/>
                        <a:ext cx="398462" cy="450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/>
        </p:nvGraphicFramePr>
        <p:xfrm>
          <a:off x="3263901" y="4216401"/>
          <a:ext cx="5641975" cy="715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26" name="Equation" r:id="rId34" imgW="2501900" imgH="317500" progId="Equation.DSMT4">
                  <p:embed/>
                </p:oleObj>
              </mc:Choice>
              <mc:Fallback>
                <p:oleObj name="Equation" r:id="rId34" imgW="2501900" imgH="3175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3901" y="4216401"/>
                        <a:ext cx="5641975" cy="715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" name="对象 62"/>
          <p:cNvGraphicFramePr>
            <a:graphicFrameLocks noChangeAspect="1"/>
          </p:cNvGraphicFramePr>
          <p:nvPr/>
        </p:nvGraphicFramePr>
        <p:xfrm>
          <a:off x="3263900" y="4879976"/>
          <a:ext cx="5526088" cy="70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27" name="Equation" r:id="rId36" imgW="2501900" imgH="317500" progId="Equation.DSMT4">
                  <p:embed/>
                </p:oleObj>
              </mc:Choice>
              <mc:Fallback>
                <p:oleObj name="Equation" r:id="rId36" imgW="2501900" imgH="3175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3900" y="4879976"/>
                        <a:ext cx="5526088" cy="701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/>
          <p:cNvGraphicFramePr>
            <a:graphicFrameLocks noChangeAspect="1"/>
          </p:cNvGraphicFramePr>
          <p:nvPr/>
        </p:nvGraphicFramePr>
        <p:xfrm>
          <a:off x="1866901" y="5629276"/>
          <a:ext cx="3624263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28" name="Equation" r:id="rId38" imgW="1600200" imgH="228600" progId="Equation.DSMT4">
                  <p:embed/>
                </p:oleObj>
              </mc:Choice>
              <mc:Fallback>
                <p:oleObj name="Equation" r:id="rId38" imgW="16002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6901" y="5629276"/>
                        <a:ext cx="3624263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/>
          <p:cNvGraphicFramePr>
            <a:graphicFrameLocks noChangeAspect="1"/>
          </p:cNvGraphicFramePr>
          <p:nvPr/>
        </p:nvGraphicFramePr>
        <p:xfrm>
          <a:off x="5519738" y="5624514"/>
          <a:ext cx="1949450" cy="458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29" name="Equation" r:id="rId40" imgW="863225" imgH="203112" progId="Equation.DSMT4">
                  <p:embed/>
                </p:oleObj>
              </mc:Choice>
              <mc:Fallback>
                <p:oleObj name="Equation" r:id="rId40" imgW="863225" imgH="20311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19738" y="5624514"/>
                        <a:ext cx="1949450" cy="458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5F8BC-3C02-4E82-A6AD-68405BC1CFA0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2968585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5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15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15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15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157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157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415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415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415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5747" grpId="0" autoUpdateAnimBg="0"/>
      <p:bldP spid="415760" grpId="0" autoUpdateAnimBg="0"/>
      <p:bldP spid="415765" grpId="0" autoUpdateAnimBg="0"/>
      <p:bldP spid="41579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5748" name="Object 4"/>
          <p:cNvGraphicFramePr>
            <a:graphicFrameLocks noChangeAspect="1"/>
          </p:cNvGraphicFramePr>
          <p:nvPr/>
        </p:nvGraphicFramePr>
        <p:xfrm>
          <a:off x="1939925" y="422276"/>
          <a:ext cx="3867150" cy="1031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92" name="Equation" r:id="rId3" imgW="1714500" imgH="457200" progId="Equation.DSMT4">
                  <p:embed/>
                </p:oleObj>
              </mc:Choice>
              <mc:Fallback>
                <p:oleObj name="Equation" r:id="rId3" imgW="17145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9925" y="422276"/>
                        <a:ext cx="3867150" cy="1031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组合 6"/>
          <p:cNvGrpSpPr>
            <a:grpSpLocks/>
          </p:cNvGrpSpPr>
          <p:nvPr/>
        </p:nvGrpSpPr>
        <p:grpSpPr bwMode="auto">
          <a:xfrm>
            <a:off x="7699376" y="3632436"/>
            <a:ext cx="2782014" cy="2480283"/>
            <a:chOff x="5562600" y="1257303"/>
            <a:chExt cx="2781087" cy="2480831"/>
          </a:xfrm>
        </p:grpSpPr>
        <p:graphicFrame>
          <p:nvGraphicFramePr>
            <p:cNvPr id="18474" name="Object 4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33033675"/>
                </p:ext>
              </p:extLst>
            </p:nvPr>
          </p:nvGraphicFramePr>
          <p:xfrm>
            <a:off x="7611200" y="1608188"/>
            <a:ext cx="732487" cy="4263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093" name="Equation" r:id="rId5" imgW="419040" imgH="228600" progId="Equation.DSMT4">
                    <p:embed/>
                  </p:oleObj>
                </mc:Choice>
                <mc:Fallback>
                  <p:oleObj name="Equation" r:id="rId5" imgW="41904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611200" y="1608188"/>
                          <a:ext cx="732487" cy="4263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8475" name="组合 16"/>
            <p:cNvGrpSpPr>
              <a:grpSpLocks/>
            </p:cNvGrpSpPr>
            <p:nvPr/>
          </p:nvGrpSpPr>
          <p:grpSpPr bwMode="auto">
            <a:xfrm>
              <a:off x="5562600" y="1257303"/>
              <a:ext cx="2601862" cy="2389088"/>
              <a:chOff x="5212209" y="1148887"/>
              <a:chExt cx="2601862" cy="2389088"/>
            </a:xfrm>
          </p:grpSpPr>
          <p:sp>
            <p:nvSpPr>
              <p:cNvPr id="18477" name="Arc 46"/>
              <p:cNvSpPr>
                <a:spLocks/>
              </p:cNvSpPr>
              <p:nvPr/>
            </p:nvSpPr>
            <p:spPr bwMode="auto">
              <a:xfrm flipH="1" flipV="1">
                <a:off x="5713235" y="2675570"/>
                <a:ext cx="444115" cy="631250"/>
              </a:xfrm>
              <a:custGeom>
                <a:avLst/>
                <a:gdLst>
                  <a:gd name="T0" fmla="*/ 0 w 21349"/>
                  <a:gd name="T1" fmla="*/ 0 h 21600"/>
                  <a:gd name="T2" fmla="*/ 2147483646 w 21349"/>
                  <a:gd name="T3" fmla="*/ 2147483646 h 21600"/>
                  <a:gd name="T4" fmla="*/ 0 w 21349"/>
                  <a:gd name="T5" fmla="*/ 2147483646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349" h="21600" fill="none" extrusionOk="0">
                    <a:moveTo>
                      <a:pt x="0" y="0"/>
                    </a:moveTo>
                    <a:cubicBezTo>
                      <a:pt x="10661" y="0"/>
                      <a:pt x="19727" y="7778"/>
                      <a:pt x="21348" y="18316"/>
                    </a:cubicBezTo>
                  </a:path>
                  <a:path w="21349" h="21600" stroke="0" extrusionOk="0">
                    <a:moveTo>
                      <a:pt x="0" y="0"/>
                    </a:moveTo>
                    <a:cubicBezTo>
                      <a:pt x="10661" y="0"/>
                      <a:pt x="19727" y="7778"/>
                      <a:pt x="21348" y="18316"/>
                    </a:cubicBez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28575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18478" name="组合 15"/>
              <p:cNvGrpSpPr>
                <a:grpSpLocks/>
              </p:cNvGrpSpPr>
              <p:nvPr/>
            </p:nvGrpSpPr>
            <p:grpSpPr bwMode="auto">
              <a:xfrm>
                <a:off x="5212209" y="1148887"/>
                <a:ext cx="2601862" cy="2389088"/>
                <a:chOff x="5240326" y="1280459"/>
                <a:chExt cx="2601862" cy="2389088"/>
              </a:xfrm>
            </p:grpSpPr>
            <p:grpSp>
              <p:nvGrpSpPr>
                <p:cNvPr id="18479" name="Group 44"/>
                <p:cNvGrpSpPr>
                  <a:grpSpLocks/>
                </p:cNvGrpSpPr>
                <p:nvPr/>
              </p:nvGrpSpPr>
              <p:grpSpPr bwMode="auto">
                <a:xfrm>
                  <a:off x="5240326" y="1348621"/>
                  <a:ext cx="2471738" cy="2320926"/>
                  <a:chOff x="363" y="2944"/>
                  <a:chExt cx="1557" cy="1462"/>
                </a:xfrm>
              </p:grpSpPr>
              <p:graphicFrame>
                <p:nvGraphicFramePr>
                  <p:cNvPr id="18484" name="Object 37"/>
                  <p:cNvGraphicFramePr>
                    <a:graphicFrameLocks noChangeAspect="1"/>
                  </p:cNvGraphicFramePr>
                  <p:nvPr/>
                </p:nvGraphicFramePr>
                <p:xfrm>
                  <a:off x="1746" y="3936"/>
                  <a:ext cx="174" cy="176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37094" name="Equation" r:id="rId7" imgW="139700" imgH="139700" progId="Equation.DSMT4">
                          <p:embed/>
                        </p:oleObj>
                      </mc:Choice>
                      <mc:Fallback>
                        <p:oleObj name="Equation" r:id="rId7" imgW="139700" imgH="139700" progId="Equation.DSMT4">
                          <p:embed/>
                          <p:pic>
                            <p:nvPicPr>
                              <p:cNvPr id="0" name="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8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1746" y="3936"/>
                                <a:ext cx="174" cy="176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graphicFrame>
                <p:nvGraphicFramePr>
                  <p:cNvPr id="18485" name="Object 38"/>
                  <p:cNvGraphicFramePr>
                    <a:graphicFrameLocks noChangeAspect="1"/>
                  </p:cNvGraphicFramePr>
                  <p:nvPr/>
                </p:nvGraphicFramePr>
                <p:xfrm>
                  <a:off x="441" y="3088"/>
                  <a:ext cx="173" cy="208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37095" name="Equation" r:id="rId9" imgW="139579" imgH="164957" progId="Equation.3">
                          <p:embed/>
                        </p:oleObj>
                      </mc:Choice>
                      <mc:Fallback>
                        <p:oleObj name="Equation" r:id="rId9" imgW="139579" imgH="164957" progId="Equation.3">
                          <p:embed/>
                          <p:pic>
                            <p:nvPicPr>
                              <p:cNvPr id="0" name="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10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441" y="3088"/>
                                <a:ext cx="173" cy="208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sp>
                <p:nvSpPr>
                  <p:cNvPr id="18486" name="Line 40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63" y="3872"/>
                    <a:ext cx="1509" cy="11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487" name="Line 42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672" y="2944"/>
                    <a:ext cx="4" cy="1462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aphicFrame>
                <p:nvGraphicFramePr>
                  <p:cNvPr id="18488" name="Object 43"/>
                  <p:cNvGraphicFramePr>
                    <a:graphicFrameLocks noChangeAspect="1"/>
                  </p:cNvGraphicFramePr>
                  <p:nvPr/>
                </p:nvGraphicFramePr>
                <p:xfrm>
                  <a:off x="528" y="3878"/>
                  <a:ext cx="184" cy="202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37096" name="Equation" r:id="rId11" imgW="164814" imgH="177492" progId="Equation.3">
                          <p:embed/>
                        </p:oleObj>
                      </mc:Choice>
                      <mc:Fallback>
                        <p:oleObj name="Equation" r:id="rId11" imgW="164814" imgH="177492" progId="Equation.3">
                          <p:embed/>
                          <p:pic>
                            <p:nvPicPr>
                              <p:cNvPr id="0" name="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12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528" y="3878"/>
                                <a:ext cx="184" cy="202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p:grpSp>
            <p:graphicFrame>
              <p:nvGraphicFramePr>
                <p:cNvPr id="18480" name="Object 45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987901676"/>
                    </p:ext>
                  </p:extLst>
                </p:nvPr>
              </p:nvGraphicFramePr>
              <p:xfrm>
                <a:off x="6102995" y="1280459"/>
                <a:ext cx="767683" cy="48327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7097" name="Equation" r:id="rId13" imgW="507960" imgH="241200" progId="Equation.DSMT4">
                        <p:embed/>
                      </p:oleObj>
                    </mc:Choice>
                    <mc:Fallback>
                      <p:oleObj name="Equation" r:id="rId13" imgW="507960" imgH="241200" progId="Equation.DSMT4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4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6102995" y="1280459"/>
                              <a:ext cx="767683" cy="483278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8481" name="Object 47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521469553"/>
                    </p:ext>
                  </p:extLst>
                </p:nvPr>
              </p:nvGraphicFramePr>
              <p:xfrm>
                <a:off x="7040684" y="2272483"/>
                <a:ext cx="801504" cy="386481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7098" name="Equation" r:id="rId15" imgW="609480" imgH="203040" progId="Equation.DSMT4">
                        <p:embed/>
                      </p:oleObj>
                    </mc:Choice>
                    <mc:Fallback>
                      <p:oleObj name="Equation" r:id="rId15" imgW="609480" imgH="203040" progId="Equation.DSMT4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6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7040684" y="2272483"/>
                              <a:ext cx="801504" cy="386481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18482" name="Arc 48"/>
                <p:cNvSpPr>
                  <a:spLocks/>
                </p:cNvSpPr>
                <p:nvPr/>
              </p:nvSpPr>
              <p:spPr bwMode="auto">
                <a:xfrm rot="16183987" flipV="1">
                  <a:off x="6193780" y="1301427"/>
                  <a:ext cx="1058534" cy="1984262"/>
                </a:xfrm>
                <a:custGeom>
                  <a:avLst/>
                  <a:gdLst>
                    <a:gd name="T0" fmla="*/ 2147483646 w 21262"/>
                    <a:gd name="T1" fmla="*/ 2147483646 h 21600"/>
                    <a:gd name="T2" fmla="*/ 0 w 21262"/>
                    <a:gd name="T3" fmla="*/ 2147483646 h 21600"/>
                    <a:gd name="T4" fmla="*/ 2147483646 w 21262"/>
                    <a:gd name="T5" fmla="*/ 0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262" h="21600" fill="none" extrusionOk="0">
                      <a:moveTo>
                        <a:pt x="21262" y="3811"/>
                      </a:moveTo>
                      <a:cubicBezTo>
                        <a:pt x="19416" y="14106"/>
                        <a:pt x="10460" y="21599"/>
                        <a:pt x="1" y="21600"/>
                      </a:cubicBezTo>
                      <a:cubicBezTo>
                        <a:pt x="0" y="21600"/>
                        <a:pt x="0" y="21599"/>
                        <a:pt x="0" y="21599"/>
                      </a:cubicBezTo>
                    </a:path>
                    <a:path w="21262" h="21600" stroke="0" extrusionOk="0">
                      <a:moveTo>
                        <a:pt x="21262" y="3811"/>
                      </a:moveTo>
                      <a:cubicBezTo>
                        <a:pt x="19416" y="14106"/>
                        <a:pt x="10460" y="21599"/>
                        <a:pt x="1" y="21600"/>
                      </a:cubicBezTo>
                      <a:cubicBezTo>
                        <a:pt x="0" y="21600"/>
                        <a:pt x="0" y="21599"/>
                        <a:pt x="0" y="21599"/>
                      </a:cubicBezTo>
                      <a:lnTo>
                        <a:pt x="1" y="0"/>
                      </a:lnTo>
                      <a:lnTo>
                        <a:pt x="21262" y="3811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cxnSp>
              <p:nvCxnSpPr>
                <p:cNvPr id="18483" name="直接连接符 2"/>
                <p:cNvCxnSpPr>
                  <a:cxnSpLocks noChangeShapeType="1"/>
                </p:cNvCxnSpPr>
                <p:nvPr/>
              </p:nvCxnSpPr>
              <p:spPr bwMode="auto">
                <a:xfrm flipV="1">
                  <a:off x="6205033" y="1771498"/>
                  <a:ext cx="1151410" cy="1676837"/>
                </a:xfrm>
                <a:prstGeom prst="line">
                  <a:avLst/>
                </a:prstGeom>
                <a:noFill/>
                <a:ln w="28575" algn="ctr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</p:grpSp>
        <p:graphicFrame>
          <p:nvGraphicFramePr>
            <p:cNvPr id="18476" name="Object 4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37038477"/>
                </p:ext>
              </p:extLst>
            </p:nvPr>
          </p:nvGraphicFramePr>
          <p:xfrm>
            <a:off x="6443816" y="3276278"/>
            <a:ext cx="749136" cy="4618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099" name="Equation" r:id="rId17" imgW="482400" imgH="228600" progId="Equation.DSMT4">
                    <p:embed/>
                  </p:oleObj>
                </mc:Choice>
                <mc:Fallback>
                  <p:oleObj name="Equation" r:id="rId17" imgW="48240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443816" y="3276278"/>
                          <a:ext cx="749136" cy="4618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cxnSp>
        <p:nvCxnSpPr>
          <p:cNvPr id="8" name="直接箭头连接符 7"/>
          <p:cNvCxnSpPr>
            <a:cxnSpLocks noChangeShapeType="1"/>
          </p:cNvCxnSpPr>
          <p:nvPr/>
        </p:nvCxnSpPr>
        <p:spPr bwMode="auto">
          <a:xfrm flipV="1">
            <a:off x="7804151" y="4559301"/>
            <a:ext cx="2487613" cy="34925"/>
          </a:xfrm>
          <a:prstGeom prst="straightConnector1">
            <a:avLst/>
          </a:prstGeom>
          <a:noFill/>
          <a:ln w="22225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50" name="Object 4"/>
          <p:cNvGraphicFramePr>
            <a:graphicFrameLocks noChangeAspect="1"/>
          </p:cNvGraphicFramePr>
          <p:nvPr/>
        </p:nvGraphicFramePr>
        <p:xfrm>
          <a:off x="2060576" y="4637089"/>
          <a:ext cx="3700463" cy="86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100" name="Equation" r:id="rId19" imgW="1739900" imgH="406400" progId="Equation.DSMT4">
                  <p:embed/>
                </p:oleObj>
              </mc:Choice>
              <mc:Fallback>
                <p:oleObj name="Equation" r:id="rId19" imgW="1739900" imgH="406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0576" y="4637089"/>
                        <a:ext cx="3700463" cy="866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5802313" y="360363"/>
          <a:ext cx="2817812" cy="1071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101" name="Equation" r:id="rId21" imgW="1269449" imgH="482391" progId="Equation.DSMT4">
                  <p:embed/>
                </p:oleObj>
              </mc:Choice>
              <mc:Fallback>
                <p:oleObj name="Equation" r:id="rId21" imgW="1269449" imgH="482391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02313" y="360363"/>
                        <a:ext cx="2817812" cy="1071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" name="对象 50"/>
          <p:cNvGraphicFramePr>
            <a:graphicFrameLocks noChangeAspect="1"/>
          </p:cNvGraphicFramePr>
          <p:nvPr/>
        </p:nvGraphicFramePr>
        <p:xfrm>
          <a:off x="2154239" y="1377950"/>
          <a:ext cx="3438525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102" name="Equation" r:id="rId23" imgW="1548728" imgH="406224" progId="Equation.DSMT4">
                  <p:embed/>
                </p:oleObj>
              </mc:Choice>
              <mc:Fallback>
                <p:oleObj name="Equation" r:id="rId23" imgW="1548728" imgH="40622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4239" y="1377950"/>
                        <a:ext cx="3438525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5529264" y="1347789"/>
          <a:ext cx="935037" cy="998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103" name="Equation" r:id="rId25" imgW="380835" imgH="406224" progId="Equation.DSMT4">
                  <p:embed/>
                </p:oleObj>
              </mc:Choice>
              <mc:Fallback>
                <p:oleObj name="Equation" r:id="rId25" imgW="380835" imgH="40622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29264" y="1347789"/>
                        <a:ext cx="935037" cy="998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443" name="组合 11"/>
          <p:cNvGrpSpPr>
            <a:grpSpLocks/>
          </p:cNvGrpSpPr>
          <p:nvPr/>
        </p:nvGrpSpPr>
        <p:grpSpPr bwMode="auto">
          <a:xfrm>
            <a:off x="7697789" y="925217"/>
            <a:ext cx="2808893" cy="2476032"/>
            <a:chOff x="6087337" y="954205"/>
            <a:chExt cx="2809509" cy="2476579"/>
          </a:xfrm>
        </p:grpSpPr>
        <p:grpSp>
          <p:nvGrpSpPr>
            <p:cNvPr id="18453" name="组合 65"/>
            <p:cNvGrpSpPr>
              <a:grpSpLocks/>
            </p:cNvGrpSpPr>
            <p:nvPr/>
          </p:nvGrpSpPr>
          <p:grpSpPr bwMode="auto">
            <a:xfrm>
              <a:off x="6087337" y="954205"/>
              <a:ext cx="2809509" cy="2476579"/>
              <a:chOff x="5562600" y="1274238"/>
              <a:chExt cx="2809509" cy="2476579"/>
            </a:xfrm>
          </p:grpSpPr>
          <p:graphicFrame>
            <p:nvGraphicFramePr>
              <p:cNvPr id="18459" name="Object 49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413983285"/>
                  </p:ext>
                </p:extLst>
              </p:nvPr>
            </p:nvGraphicFramePr>
            <p:xfrm>
              <a:off x="7613920" y="1620674"/>
              <a:ext cx="758189" cy="41965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7104" name="Equation" r:id="rId27" imgW="419040" imgH="228600" progId="Equation.DSMT4">
                      <p:embed/>
                    </p:oleObj>
                  </mc:Choice>
                  <mc:Fallback>
                    <p:oleObj name="Equation" r:id="rId27" imgW="419040" imgH="22860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8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613920" y="1620674"/>
                            <a:ext cx="758189" cy="41965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18460" name="组合 67"/>
              <p:cNvGrpSpPr>
                <a:grpSpLocks/>
              </p:cNvGrpSpPr>
              <p:nvPr/>
            </p:nvGrpSpPr>
            <p:grpSpPr bwMode="auto">
              <a:xfrm>
                <a:off x="5562600" y="1274238"/>
                <a:ext cx="2604887" cy="2372153"/>
                <a:chOff x="5212209" y="1165822"/>
                <a:chExt cx="2604887" cy="2372153"/>
              </a:xfrm>
            </p:grpSpPr>
            <p:sp>
              <p:nvSpPr>
                <p:cNvPr id="18462" name="Arc 46"/>
                <p:cNvSpPr>
                  <a:spLocks/>
                </p:cNvSpPr>
                <p:nvPr/>
              </p:nvSpPr>
              <p:spPr bwMode="auto">
                <a:xfrm flipH="1" flipV="1">
                  <a:off x="5713235" y="2675570"/>
                  <a:ext cx="444115" cy="631250"/>
                </a:xfrm>
                <a:custGeom>
                  <a:avLst/>
                  <a:gdLst>
                    <a:gd name="T0" fmla="*/ 0 w 21349"/>
                    <a:gd name="T1" fmla="*/ 0 h 21600"/>
                    <a:gd name="T2" fmla="*/ 2147483646 w 21349"/>
                    <a:gd name="T3" fmla="*/ 2147483646 h 21600"/>
                    <a:gd name="T4" fmla="*/ 0 w 21349"/>
                    <a:gd name="T5" fmla="*/ 2147483646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349" h="21600" fill="none" extrusionOk="0">
                      <a:moveTo>
                        <a:pt x="0" y="0"/>
                      </a:moveTo>
                      <a:cubicBezTo>
                        <a:pt x="10661" y="0"/>
                        <a:pt x="19727" y="7778"/>
                        <a:pt x="21348" y="18316"/>
                      </a:cubicBezTo>
                    </a:path>
                    <a:path w="21349" h="21600" stroke="0" extrusionOk="0">
                      <a:moveTo>
                        <a:pt x="0" y="0"/>
                      </a:moveTo>
                      <a:cubicBezTo>
                        <a:pt x="10661" y="0"/>
                        <a:pt x="19727" y="7778"/>
                        <a:pt x="21348" y="18316"/>
                      </a:cubicBezTo>
                      <a:lnTo>
                        <a:pt x="0" y="216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grpSp>
              <p:nvGrpSpPr>
                <p:cNvPr id="18463" name="组合 70"/>
                <p:cNvGrpSpPr>
                  <a:grpSpLocks/>
                </p:cNvGrpSpPr>
                <p:nvPr/>
              </p:nvGrpSpPr>
              <p:grpSpPr bwMode="auto">
                <a:xfrm>
                  <a:off x="5212209" y="1165822"/>
                  <a:ext cx="2604887" cy="2372153"/>
                  <a:chOff x="5240326" y="1297394"/>
                  <a:chExt cx="2604887" cy="2372153"/>
                </a:xfrm>
              </p:grpSpPr>
              <p:grpSp>
                <p:nvGrpSpPr>
                  <p:cNvPr id="18464" name="Group 44"/>
                  <p:cNvGrpSpPr>
                    <a:grpSpLocks/>
                  </p:cNvGrpSpPr>
                  <p:nvPr/>
                </p:nvGrpSpPr>
                <p:grpSpPr bwMode="auto">
                  <a:xfrm>
                    <a:off x="5240326" y="1348621"/>
                    <a:ext cx="2471738" cy="2320926"/>
                    <a:chOff x="363" y="2944"/>
                    <a:chExt cx="1557" cy="1462"/>
                  </a:xfrm>
                </p:grpSpPr>
                <p:graphicFrame>
                  <p:nvGraphicFramePr>
                    <p:cNvPr id="18469" name="Object 37"/>
                    <p:cNvGraphicFramePr>
                      <a:graphicFrameLocks noChangeAspect="1"/>
                    </p:cNvGraphicFramePr>
                    <p:nvPr/>
                  </p:nvGraphicFramePr>
                  <p:xfrm>
                    <a:off x="1746" y="3936"/>
                    <a:ext cx="174" cy="176"/>
                  </p:xfrm>
                  <a:graphic>
                    <a:graphicData uri="http://schemas.openxmlformats.org/presentationml/2006/ole">
                      <mc:AlternateContent xmlns:mc="http://schemas.openxmlformats.org/markup-compatibility/2006">
                        <mc:Choice xmlns:v="urn:schemas-microsoft-com:vml" Requires="v">
                          <p:oleObj spid="_x0000_s37105" name="Equation" r:id="rId29" imgW="139700" imgH="139700" progId="Equation.DSMT4">
                            <p:embed/>
                          </p:oleObj>
                        </mc:Choice>
                        <mc:Fallback>
                          <p:oleObj name="Equation" r:id="rId29" imgW="139700" imgH="139700" progId="Equation.DSMT4">
                            <p:embed/>
                            <p:pic>
                              <p:nvPicPr>
                                <p:cNvPr id="0" name=""/>
                                <p:cNvPicPr>
                                  <a:picLocks noChangeAspect="1" noChangeArrowheads="1"/>
                                </p:cNvPicPr>
                                <p:nvPr/>
                              </p:nvPicPr>
                              <p:blipFill>
                                <a:blip r:embed="rId8">
                                  <a:extLst>
                                    <a:ext uri="{28A0092B-C50C-407E-A947-70E740481C1C}">
                                      <a14:useLocalDpi xmlns:a14="http://schemas.microsoft.com/office/drawing/2010/main" val="0"/>
                                    </a:ext>
                                  </a:extLst>
                                </a:blip>
                                <a:srcRect/>
                                <a:stretch>
                                  <a:fillRect/>
                                </a:stretch>
                              </p:blipFill>
                              <p:spPr bwMode="auto">
                                <a:xfrm>
                                  <a:off x="1746" y="3936"/>
                                  <a:ext cx="174" cy="176"/>
                                </a:xfrm>
                                <a:prstGeom prst="rect">
                                  <a:avLst/>
                                </a:prstGeom>
                                <a:noFill/>
                                <a:ln>
                                  <a:noFill/>
                                </a:ln>
                                <a:effectLst/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solidFill>
                                        <a:srgbClr val="FFFFFF"/>
                                      </a:solidFill>
                                    </a14:hiddenFill>
                                  </a:ext>
                                  <a:ext uri="{91240B29-F687-4F45-9708-019B960494DF}">
                                    <a14:hiddenLine xmlns:a14="http://schemas.microsoft.com/office/drawing/2010/main" w="9525">
                                      <a:solidFill>
                                        <a:srgbClr val="000000"/>
                                      </a:solidFill>
                                      <a:miter lim="800000"/>
                                      <a:headEnd/>
                                      <a:tailEnd/>
                                    </a14:hiddenLine>
                                  </a:ext>
                                  <a:ext uri="{AF507438-7753-43E0-B8FC-AC1667EBCBE1}">
                                    <a14:hiddenEffects xmlns:a14="http://schemas.microsoft.com/office/drawing/2010/main">
                                      <a:effectLst>
                                        <a:outerShdw dist="35921" dir="2700000" algn="ctr" rotWithShape="0">
                                          <a:srgbClr val="808080"/>
                                        </a:outerShdw>
                                      </a:effectLst>
                                    </a14:hiddenEffects>
                                  </a:ext>
                                </a:extLst>
                              </p:spPr>
                            </p:pic>
                          </p:oleObj>
                        </mc:Fallback>
                      </mc:AlternateContent>
                    </a:graphicData>
                  </a:graphic>
                </p:graphicFrame>
                <p:graphicFrame>
                  <p:nvGraphicFramePr>
                    <p:cNvPr id="18470" name="Object 38"/>
                    <p:cNvGraphicFramePr>
                      <a:graphicFrameLocks noChangeAspect="1"/>
                    </p:cNvGraphicFramePr>
                    <p:nvPr/>
                  </p:nvGraphicFramePr>
                  <p:xfrm>
                    <a:off x="441" y="3088"/>
                    <a:ext cx="173" cy="208"/>
                  </p:xfrm>
                  <a:graphic>
                    <a:graphicData uri="http://schemas.openxmlformats.org/presentationml/2006/ole">
                      <mc:AlternateContent xmlns:mc="http://schemas.openxmlformats.org/markup-compatibility/2006">
                        <mc:Choice xmlns:v="urn:schemas-microsoft-com:vml" Requires="v">
                          <p:oleObj spid="_x0000_s37106" name="Equation" r:id="rId30" imgW="139579" imgH="164957" progId="Equation.3">
                            <p:embed/>
                          </p:oleObj>
                        </mc:Choice>
                        <mc:Fallback>
                          <p:oleObj name="Equation" r:id="rId30" imgW="139579" imgH="164957" progId="Equation.3">
                            <p:embed/>
                            <p:pic>
                              <p:nvPicPr>
                                <p:cNvPr id="0" name=""/>
                                <p:cNvPicPr>
                                  <a:picLocks noChangeAspect="1" noChangeArrowheads="1"/>
                                </p:cNvPicPr>
                                <p:nvPr/>
                              </p:nvPicPr>
                              <p:blipFill>
                                <a:blip r:embed="rId10">
                                  <a:extLst>
                                    <a:ext uri="{28A0092B-C50C-407E-A947-70E740481C1C}">
                                      <a14:useLocalDpi xmlns:a14="http://schemas.microsoft.com/office/drawing/2010/main" val="0"/>
                                    </a:ext>
                                  </a:extLst>
                                </a:blip>
                                <a:srcRect/>
                                <a:stretch>
                                  <a:fillRect/>
                                </a:stretch>
                              </p:blipFill>
                              <p:spPr bwMode="auto">
                                <a:xfrm>
                                  <a:off x="441" y="3088"/>
                                  <a:ext cx="173" cy="208"/>
                                </a:xfrm>
                                <a:prstGeom prst="rect">
                                  <a:avLst/>
                                </a:prstGeom>
                                <a:noFill/>
                                <a:ln>
                                  <a:noFill/>
                                </a:ln>
                                <a:effectLst/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solidFill>
                                        <a:srgbClr val="FFFFFF"/>
                                      </a:solidFill>
                                    </a14:hiddenFill>
                                  </a:ext>
                                  <a:ext uri="{91240B29-F687-4F45-9708-019B960494DF}">
                                    <a14:hiddenLine xmlns:a14="http://schemas.microsoft.com/office/drawing/2010/main" w="9525">
                                      <a:solidFill>
                                        <a:srgbClr val="000000"/>
                                      </a:solidFill>
                                      <a:miter lim="800000"/>
                                      <a:headEnd/>
                                      <a:tailEnd/>
                                    </a14:hiddenLine>
                                  </a:ext>
                                  <a:ext uri="{AF507438-7753-43E0-B8FC-AC1667EBCBE1}">
                                    <a14:hiddenEffects xmlns:a14="http://schemas.microsoft.com/office/drawing/2010/main">
                                      <a:effectLst>
                                        <a:outerShdw dist="35921" dir="2700000" algn="ctr" rotWithShape="0">
                                          <a:srgbClr val="808080"/>
                                        </a:outerShdw>
                                      </a:effectLst>
                                    </a14:hiddenEffects>
                                  </a:ext>
                                </a:extLst>
                              </p:spPr>
                            </p:pic>
                          </p:oleObj>
                        </mc:Fallback>
                      </mc:AlternateContent>
                    </a:graphicData>
                  </a:graphic>
                </p:graphicFrame>
                <p:sp>
                  <p:nvSpPr>
                    <p:cNvPr id="18471" name="Line 40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363" y="3872"/>
                      <a:ext cx="1509" cy="11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 type="triangle" w="med" len="med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8472" name="Line 42"/>
                    <p:cNvSpPr>
                      <a:spLocks noChangeShapeType="1"/>
                    </p:cNvSpPr>
                    <p:nvPr/>
                  </p:nvSpPr>
                  <p:spPr bwMode="auto">
                    <a:xfrm flipH="1" flipV="1">
                      <a:off x="672" y="2944"/>
                      <a:ext cx="4" cy="1462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 type="triangle" w="med" len="med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graphicFrame>
                  <p:nvGraphicFramePr>
                    <p:cNvPr id="18473" name="Object 43"/>
                    <p:cNvGraphicFramePr>
                      <a:graphicFrameLocks noChangeAspect="1"/>
                    </p:cNvGraphicFramePr>
                    <p:nvPr/>
                  </p:nvGraphicFramePr>
                  <p:xfrm>
                    <a:off x="528" y="3878"/>
                    <a:ext cx="184" cy="202"/>
                  </p:xfrm>
                  <a:graphic>
                    <a:graphicData uri="http://schemas.openxmlformats.org/presentationml/2006/ole">
                      <mc:AlternateContent xmlns:mc="http://schemas.openxmlformats.org/markup-compatibility/2006">
                        <mc:Choice xmlns:v="urn:schemas-microsoft-com:vml" Requires="v">
                          <p:oleObj spid="_x0000_s37107" name="Equation" r:id="rId31" imgW="164814" imgH="177492" progId="Equation.3">
                            <p:embed/>
                          </p:oleObj>
                        </mc:Choice>
                        <mc:Fallback>
                          <p:oleObj name="Equation" r:id="rId31" imgW="164814" imgH="177492" progId="Equation.3">
                            <p:embed/>
                            <p:pic>
                              <p:nvPicPr>
                                <p:cNvPr id="0" name=""/>
                                <p:cNvPicPr>
                                  <a:picLocks noChangeAspect="1" noChangeArrowheads="1"/>
                                </p:cNvPicPr>
                                <p:nvPr/>
                              </p:nvPicPr>
                              <p:blipFill>
                                <a:blip r:embed="rId12">
                                  <a:extLst>
                                    <a:ext uri="{28A0092B-C50C-407E-A947-70E740481C1C}">
                                      <a14:useLocalDpi xmlns:a14="http://schemas.microsoft.com/office/drawing/2010/main" val="0"/>
                                    </a:ext>
                                  </a:extLst>
                                </a:blip>
                                <a:srcRect/>
                                <a:stretch>
                                  <a:fillRect/>
                                </a:stretch>
                              </p:blipFill>
                              <p:spPr bwMode="auto">
                                <a:xfrm>
                                  <a:off x="528" y="3878"/>
                                  <a:ext cx="184" cy="202"/>
                                </a:xfrm>
                                <a:prstGeom prst="rect">
                                  <a:avLst/>
                                </a:prstGeom>
                                <a:noFill/>
                                <a:ln>
                                  <a:noFill/>
                                </a:ln>
                                <a:effectLst/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solidFill>
                                        <a:srgbClr val="FFFFFF"/>
                                      </a:solidFill>
                                    </a14:hiddenFill>
                                  </a:ext>
                                  <a:ext uri="{91240B29-F687-4F45-9708-019B960494DF}">
                                    <a14:hiddenLine xmlns:a14="http://schemas.microsoft.com/office/drawing/2010/main" w="9525">
                                      <a:solidFill>
                                        <a:srgbClr val="000000"/>
                                      </a:solidFill>
                                      <a:miter lim="800000"/>
                                      <a:headEnd/>
                                      <a:tailEnd/>
                                    </a14:hiddenLine>
                                  </a:ext>
                                  <a:ext uri="{AF507438-7753-43E0-B8FC-AC1667EBCBE1}">
                                    <a14:hiddenEffects xmlns:a14="http://schemas.microsoft.com/office/drawing/2010/main">
                                      <a:effectLst>
                                        <a:outerShdw dist="35921" dir="2700000" algn="ctr" rotWithShape="0">
                                          <a:srgbClr val="808080"/>
                                        </a:outerShdw>
                                      </a:effectLst>
                                    </a14:hiddenEffects>
                                  </a:ext>
                                </a:extLst>
                              </p:spPr>
                            </p:pic>
                          </p:oleObj>
                        </mc:Fallback>
                      </mc:AlternateContent>
                    </a:graphicData>
                  </a:graphic>
                </p:graphicFrame>
              </p:grpSp>
              <p:graphicFrame>
                <p:nvGraphicFramePr>
                  <p:cNvPr id="18465" name="Object 45"/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2977067471"/>
                      </p:ext>
                    </p:extLst>
                  </p:nvPr>
                </p:nvGraphicFramePr>
                <p:xfrm>
                  <a:off x="6175979" y="1297394"/>
                  <a:ext cx="771283" cy="483806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37108" name="Equation" r:id="rId32" imgW="507960" imgH="241200" progId="Equation.DSMT4">
                          <p:embed/>
                        </p:oleObj>
                      </mc:Choice>
                      <mc:Fallback>
                        <p:oleObj name="Equation" r:id="rId32" imgW="507960" imgH="241200" progId="Equation.DSMT4">
                          <p:embed/>
                          <p:pic>
                            <p:nvPicPr>
                              <p:cNvPr id="0" name="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33"/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6175979" y="1297394"/>
                                <a:ext cx="771283" cy="483806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graphicFrame>
                <p:nvGraphicFramePr>
                  <p:cNvPr id="18466" name="Object 47"/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2368934055"/>
                      </p:ext>
                    </p:extLst>
                  </p:nvPr>
                </p:nvGraphicFramePr>
                <p:xfrm>
                  <a:off x="7060205" y="2220412"/>
                  <a:ext cx="785008" cy="377372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37109" name="Equation" r:id="rId34" imgW="609480" imgH="203040" progId="Equation.DSMT4">
                          <p:embed/>
                        </p:oleObj>
                      </mc:Choice>
                      <mc:Fallback>
                        <p:oleObj name="Equation" r:id="rId34" imgW="609480" imgH="203040" progId="Equation.DSMT4">
                          <p:embed/>
                          <p:pic>
                            <p:nvPicPr>
                              <p:cNvPr id="0" name="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35"/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7060205" y="2220412"/>
                                <a:ext cx="785008" cy="377372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sp>
                <p:nvSpPr>
                  <p:cNvPr id="18467" name="Arc 48"/>
                  <p:cNvSpPr>
                    <a:spLocks/>
                  </p:cNvSpPr>
                  <p:nvPr/>
                </p:nvSpPr>
                <p:spPr bwMode="auto">
                  <a:xfrm rot="16183987" flipV="1">
                    <a:off x="6193780" y="1301427"/>
                    <a:ext cx="1058534" cy="1984262"/>
                  </a:xfrm>
                  <a:custGeom>
                    <a:avLst/>
                    <a:gdLst>
                      <a:gd name="T0" fmla="*/ 2147483646 w 21262"/>
                      <a:gd name="T1" fmla="*/ 2147483646 h 21600"/>
                      <a:gd name="T2" fmla="*/ 0 w 21262"/>
                      <a:gd name="T3" fmla="*/ 2147483646 h 21600"/>
                      <a:gd name="T4" fmla="*/ 2147483646 w 21262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262" h="21600" fill="none" extrusionOk="0">
                        <a:moveTo>
                          <a:pt x="21262" y="3811"/>
                        </a:moveTo>
                        <a:cubicBezTo>
                          <a:pt x="19416" y="14106"/>
                          <a:pt x="10460" y="21599"/>
                          <a:pt x="1" y="21600"/>
                        </a:cubicBezTo>
                        <a:cubicBezTo>
                          <a:pt x="0" y="21600"/>
                          <a:pt x="0" y="21599"/>
                          <a:pt x="0" y="21599"/>
                        </a:cubicBezTo>
                      </a:path>
                      <a:path w="21262" h="21600" stroke="0" extrusionOk="0">
                        <a:moveTo>
                          <a:pt x="21262" y="3811"/>
                        </a:moveTo>
                        <a:cubicBezTo>
                          <a:pt x="19416" y="14106"/>
                          <a:pt x="10460" y="21599"/>
                          <a:pt x="1" y="21600"/>
                        </a:cubicBezTo>
                        <a:cubicBezTo>
                          <a:pt x="0" y="21600"/>
                          <a:pt x="0" y="21599"/>
                          <a:pt x="0" y="21599"/>
                        </a:cubicBezTo>
                        <a:lnTo>
                          <a:pt x="1" y="0"/>
                        </a:lnTo>
                        <a:lnTo>
                          <a:pt x="21262" y="3811"/>
                        </a:lnTo>
                        <a:close/>
                      </a:path>
                    </a:pathLst>
                  </a:custGeom>
                  <a:noFill/>
                  <a:ln w="28575">
                    <a:solidFill>
                      <a:srgbClr val="0000FF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cxnSp>
                <p:nvCxnSpPr>
                  <p:cNvPr id="18468" name="直接连接符 75"/>
                  <p:cNvCxnSpPr>
                    <a:cxnSpLocks noChangeShapeType="1"/>
                  </p:cNvCxnSpPr>
                  <p:nvPr/>
                </p:nvCxnSpPr>
                <p:spPr bwMode="auto">
                  <a:xfrm flipV="1">
                    <a:off x="6205033" y="1771498"/>
                    <a:ext cx="1151410" cy="1676837"/>
                  </a:xfrm>
                  <a:prstGeom prst="line">
                    <a:avLst/>
                  </a:prstGeom>
                  <a:noFill/>
                  <a:ln w="28575" algn="ctr">
                    <a:solidFill>
                      <a:schemeClr val="accent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</p:grpSp>
          </p:grpSp>
          <p:graphicFrame>
            <p:nvGraphicFramePr>
              <p:cNvPr id="18461" name="Object 49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924601261"/>
                  </p:ext>
                </p:extLst>
              </p:nvPr>
            </p:nvGraphicFramePr>
            <p:xfrm>
              <a:off x="6438448" y="3283689"/>
              <a:ext cx="756993" cy="46712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7110" name="Equation" r:id="rId36" imgW="482400" imgH="228600" progId="Equation.DSMT4">
                      <p:embed/>
                    </p:oleObj>
                  </mc:Choice>
                  <mc:Fallback>
                    <p:oleObj name="Equation" r:id="rId36" imgW="482400" imgH="22860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7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438448" y="3283689"/>
                            <a:ext cx="756993" cy="46712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8454" name="Line 50"/>
            <p:cNvSpPr>
              <a:spLocks noChangeShapeType="1"/>
            </p:cNvSpPr>
            <p:nvPr/>
          </p:nvSpPr>
          <p:spPr bwMode="auto">
            <a:xfrm flipH="1" flipV="1">
              <a:off x="7023023" y="1760097"/>
              <a:ext cx="23557" cy="1283475"/>
            </a:xfrm>
            <a:prstGeom prst="line">
              <a:avLst/>
            </a:prstGeom>
            <a:noFill/>
            <a:ln w="28575">
              <a:solidFill>
                <a:srgbClr val="00CC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8455" name="对象 82"/>
            <p:cNvGraphicFramePr>
              <a:graphicFrameLocks noChangeAspect="1"/>
            </p:cNvGraphicFramePr>
            <p:nvPr/>
          </p:nvGraphicFramePr>
          <p:xfrm>
            <a:off x="6655851" y="2175854"/>
            <a:ext cx="376868" cy="4239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111" name="Equation" r:id="rId38" imgW="203112" imgH="228501" progId="Equation.DSMT4">
                    <p:embed/>
                  </p:oleObj>
                </mc:Choice>
                <mc:Fallback>
                  <p:oleObj name="Equation" r:id="rId38" imgW="203112" imgH="228501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655851" y="2175854"/>
                          <a:ext cx="376868" cy="4239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56" name="对象 83"/>
            <p:cNvGraphicFramePr>
              <a:graphicFrameLocks noChangeAspect="1"/>
            </p:cNvGraphicFramePr>
            <p:nvPr/>
          </p:nvGraphicFramePr>
          <p:xfrm>
            <a:off x="7243424" y="1785435"/>
            <a:ext cx="399592" cy="4495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112" name="Equation" r:id="rId40" imgW="203112" imgH="228501" progId="Equation.DSMT4">
                    <p:embed/>
                  </p:oleObj>
                </mc:Choice>
                <mc:Fallback>
                  <p:oleObj name="Equation" r:id="rId40" imgW="203112" imgH="228501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43424" y="1785435"/>
                          <a:ext cx="399592" cy="44954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18457" name="直接箭头连接符 84"/>
            <p:cNvCxnSpPr>
              <a:cxnSpLocks noChangeShapeType="1"/>
            </p:cNvCxnSpPr>
            <p:nvPr/>
          </p:nvCxnSpPr>
          <p:spPr bwMode="auto">
            <a:xfrm flipV="1">
              <a:off x="7341682" y="1441970"/>
              <a:ext cx="0" cy="1756904"/>
            </a:xfrm>
            <a:prstGeom prst="straightConnector1">
              <a:avLst/>
            </a:prstGeom>
            <a:noFill/>
            <a:ln w="22225" algn="ctr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458" name="直接箭头连接符 85"/>
            <p:cNvCxnSpPr>
              <a:cxnSpLocks noChangeShapeType="1"/>
            </p:cNvCxnSpPr>
            <p:nvPr/>
          </p:nvCxnSpPr>
          <p:spPr bwMode="auto">
            <a:xfrm flipV="1">
              <a:off x="6810420" y="1816934"/>
              <a:ext cx="0" cy="1414608"/>
            </a:xfrm>
            <a:prstGeom prst="straightConnector1">
              <a:avLst/>
            </a:prstGeom>
            <a:noFill/>
            <a:ln w="22225" algn="ctr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aphicFrame>
        <p:nvGraphicFramePr>
          <p:cNvPr id="88" name="Object 4"/>
          <p:cNvGraphicFramePr>
            <a:graphicFrameLocks noChangeAspect="1"/>
          </p:cNvGraphicFramePr>
          <p:nvPr/>
        </p:nvGraphicFramePr>
        <p:xfrm>
          <a:off x="2163763" y="2146301"/>
          <a:ext cx="5402262" cy="1001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113" name="Equation" r:id="rId42" imgW="2540000" imgH="469900" progId="Equation.DSMT4">
                  <p:embed/>
                </p:oleObj>
              </mc:Choice>
              <mc:Fallback>
                <p:oleObj name="Equation" r:id="rId42" imgW="2540000" imgH="469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3763" y="2146301"/>
                        <a:ext cx="5402262" cy="1001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文本框 12"/>
          <p:cNvSpPr txBox="1">
            <a:spLocks noChangeArrowheads="1"/>
          </p:cNvSpPr>
          <p:nvPr/>
        </p:nvSpPr>
        <p:spPr bwMode="auto">
          <a:xfrm>
            <a:off x="1714501" y="2030414"/>
            <a:ext cx="544513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4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故</a:t>
            </a:r>
          </a:p>
        </p:txBody>
      </p:sp>
      <p:sp>
        <p:nvSpPr>
          <p:cNvPr id="14" name="文本框 13"/>
          <p:cNvSpPr txBox="1">
            <a:spLocks noChangeArrowheads="1"/>
          </p:cNvSpPr>
          <p:nvPr/>
        </p:nvSpPr>
        <p:spPr bwMode="auto">
          <a:xfrm>
            <a:off x="1939925" y="3155951"/>
            <a:ext cx="9017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4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0000CC"/>
                </a:solidFill>
                <a:ea typeface="宋体" panose="02010600030101010101" pitchFamily="2" charset="-122"/>
              </a:rPr>
              <a:t>法二</a:t>
            </a:r>
          </a:p>
        </p:txBody>
      </p:sp>
      <p:sp>
        <p:nvSpPr>
          <p:cNvPr id="15" name="文本框 14"/>
          <p:cNvSpPr txBox="1">
            <a:spLocks noChangeArrowheads="1"/>
          </p:cNvSpPr>
          <p:nvPr/>
        </p:nvSpPr>
        <p:spPr bwMode="auto">
          <a:xfrm>
            <a:off x="2871788" y="3159126"/>
            <a:ext cx="26733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4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把</a:t>
            </a:r>
            <a:r>
              <a:rPr lang="en-US" altLang="zh-CN" b="1" i="1">
                <a:solidFill>
                  <a:schemeClr val="tx1"/>
                </a:solidFill>
                <a:ea typeface="宋体" panose="02010600030101010101" pitchFamily="2" charset="-122"/>
              </a:rPr>
              <a:t>D </a:t>
            </a: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看成 </a:t>
            </a:r>
            <a:r>
              <a:rPr lang="en-US" altLang="zh-CN" b="1">
                <a:solidFill>
                  <a:schemeClr val="tx1"/>
                </a:solidFill>
                <a:ea typeface="宋体" panose="02010600030101010101" pitchFamily="2" charset="-122"/>
              </a:rPr>
              <a:t>Y</a:t>
            </a: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型域</a:t>
            </a:r>
          </a:p>
        </p:txBody>
      </p:sp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2000251" y="3748088"/>
          <a:ext cx="5427663" cy="608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114" name="Equation" r:id="rId45" imgW="2489200" imgH="279400" progId="Equation.DSMT4">
                  <p:embed/>
                </p:oleObj>
              </mc:Choice>
              <mc:Fallback>
                <p:oleObj name="Equation" r:id="rId45" imgW="2489200" imgH="279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0251" y="3748088"/>
                        <a:ext cx="5427663" cy="608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93" name="直接箭头连接符 92"/>
          <p:cNvCxnSpPr>
            <a:cxnSpLocks noChangeShapeType="1"/>
          </p:cNvCxnSpPr>
          <p:nvPr/>
        </p:nvCxnSpPr>
        <p:spPr bwMode="auto">
          <a:xfrm flipV="1">
            <a:off x="7697789" y="5554664"/>
            <a:ext cx="2479675" cy="1587"/>
          </a:xfrm>
          <a:prstGeom prst="straightConnector1">
            <a:avLst/>
          </a:prstGeom>
          <a:noFill/>
          <a:ln w="22225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" name="文本框 20"/>
          <p:cNvSpPr txBox="1">
            <a:spLocks noChangeArrowheads="1"/>
          </p:cNvSpPr>
          <p:nvPr/>
        </p:nvSpPr>
        <p:spPr bwMode="auto">
          <a:xfrm>
            <a:off x="1849438" y="4270376"/>
            <a:ext cx="54451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4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故</a:t>
            </a:r>
          </a:p>
        </p:txBody>
      </p:sp>
      <p:graphicFrame>
        <p:nvGraphicFramePr>
          <p:cNvPr id="22" name="对象 21"/>
          <p:cNvGraphicFramePr>
            <a:graphicFrameLocks noChangeAspect="1"/>
          </p:cNvGraphicFramePr>
          <p:nvPr/>
        </p:nvGraphicFramePr>
        <p:xfrm>
          <a:off x="2286000" y="5454650"/>
          <a:ext cx="35052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115" name="Equation" r:id="rId47" imgW="1624895" imgH="406224" progId="Equation.DSMT4">
                  <p:embed/>
                </p:oleObj>
              </mc:Choice>
              <mc:Fallback>
                <p:oleObj name="Equation" r:id="rId47" imgW="1624895" imgH="40622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5454650"/>
                        <a:ext cx="3505200" cy="87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" name="对象 97"/>
          <p:cNvGraphicFramePr>
            <a:graphicFrameLocks noChangeAspect="1"/>
          </p:cNvGraphicFramePr>
          <p:nvPr/>
        </p:nvGraphicFramePr>
        <p:xfrm>
          <a:off x="5784851" y="5414964"/>
          <a:ext cx="936625" cy="998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116" name="Equation" r:id="rId49" imgW="380835" imgH="406224" progId="Equation.DSMT4">
                  <p:embed/>
                </p:oleObj>
              </mc:Choice>
              <mc:Fallback>
                <p:oleObj name="Equation" r:id="rId49" imgW="380835" imgH="40622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84851" y="5414964"/>
                        <a:ext cx="936625" cy="998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5F8BC-3C02-4E82-A6AD-68405BC1CFA0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0264667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5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  <p:bldP spid="2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794" name="Oval 2"/>
          <p:cNvSpPr>
            <a:spLocks noChangeArrowheads="1"/>
          </p:cNvSpPr>
          <p:nvPr/>
        </p:nvSpPr>
        <p:spPr bwMode="auto">
          <a:xfrm>
            <a:off x="6324600" y="1066800"/>
            <a:ext cx="228600" cy="228600"/>
          </a:xfrm>
          <a:prstGeom prst="ellipse">
            <a:avLst/>
          </a:prstGeom>
          <a:gradFill rotWithShape="0">
            <a:gsLst>
              <a:gs pos="0">
                <a:srgbClr val="FFFFFF"/>
              </a:gs>
              <a:gs pos="100000">
                <a:srgbClr val="FF99CC"/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17795" name="Oval 3"/>
          <p:cNvSpPr>
            <a:spLocks noChangeArrowheads="1"/>
          </p:cNvSpPr>
          <p:nvPr/>
        </p:nvSpPr>
        <p:spPr bwMode="auto">
          <a:xfrm>
            <a:off x="5562600" y="1066800"/>
            <a:ext cx="228600" cy="228600"/>
          </a:xfrm>
          <a:prstGeom prst="ellipse">
            <a:avLst/>
          </a:prstGeom>
          <a:gradFill rotWithShape="0">
            <a:gsLst>
              <a:gs pos="0">
                <a:srgbClr val="FFFFFF"/>
              </a:gs>
              <a:gs pos="100000">
                <a:srgbClr val="FF99CC"/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17796" name="Oval 4"/>
          <p:cNvSpPr>
            <a:spLocks noChangeArrowheads="1"/>
          </p:cNvSpPr>
          <p:nvPr/>
        </p:nvSpPr>
        <p:spPr bwMode="auto">
          <a:xfrm>
            <a:off x="6324600" y="609600"/>
            <a:ext cx="228600" cy="228600"/>
          </a:xfrm>
          <a:prstGeom prst="ellipse">
            <a:avLst/>
          </a:prstGeom>
          <a:gradFill rotWithShape="0">
            <a:gsLst>
              <a:gs pos="0">
                <a:srgbClr val="FFFFFF"/>
              </a:gs>
              <a:gs pos="100000">
                <a:srgbClr val="FF99CC"/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17797" name="Oval 5"/>
          <p:cNvSpPr>
            <a:spLocks noChangeArrowheads="1"/>
          </p:cNvSpPr>
          <p:nvPr/>
        </p:nvSpPr>
        <p:spPr bwMode="auto">
          <a:xfrm>
            <a:off x="5638800" y="609600"/>
            <a:ext cx="228600" cy="228600"/>
          </a:xfrm>
          <a:prstGeom prst="ellipse">
            <a:avLst/>
          </a:prstGeom>
          <a:gradFill rotWithShape="0">
            <a:gsLst>
              <a:gs pos="0">
                <a:srgbClr val="FFFFFF"/>
              </a:gs>
              <a:gs pos="100000">
                <a:srgbClr val="FF99CC"/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9463" name="Text Box 6"/>
          <p:cNvSpPr txBox="1">
            <a:spLocks noChangeArrowheads="1"/>
          </p:cNvSpPr>
          <p:nvPr/>
        </p:nvSpPr>
        <p:spPr bwMode="auto">
          <a:xfrm>
            <a:off x="2514600" y="700088"/>
            <a:ext cx="8382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例</a:t>
            </a:r>
            <a:r>
              <a:rPr lang="en-US" altLang="zh-CN" b="1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</a:rPr>
              <a:t>3</a:t>
            </a:r>
            <a:endParaRPr lang="zh-CN" altLang="en-US" b="1" dirty="0">
              <a:solidFill>
                <a:srgbClr val="FF0000"/>
              </a:solidFill>
              <a:ea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19464" name="Object 7"/>
          <p:cNvGraphicFramePr>
            <a:graphicFrameLocks noChangeAspect="1"/>
          </p:cNvGraphicFramePr>
          <p:nvPr/>
        </p:nvGraphicFramePr>
        <p:xfrm>
          <a:off x="5461000" y="566738"/>
          <a:ext cx="2311400" cy="728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54" name="Equation" r:id="rId4" imgW="2209800" imgH="698500" progId="Equation.3">
                  <p:embed/>
                </p:oleObj>
              </mc:Choice>
              <mc:Fallback>
                <p:oleObj name="Equation" r:id="rId4" imgW="2209800" imgH="698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61000" y="566738"/>
                        <a:ext cx="2311400" cy="728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7800" name="Text Box 8"/>
          <p:cNvSpPr txBox="1">
            <a:spLocks noChangeArrowheads="1"/>
          </p:cNvSpPr>
          <p:nvPr/>
        </p:nvSpPr>
        <p:spPr bwMode="auto">
          <a:xfrm>
            <a:off x="3581400" y="1295400"/>
            <a:ext cx="2667000" cy="609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sin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y</a:t>
            </a:r>
            <a:r>
              <a:rPr lang="en-US" altLang="zh-CN" b="1" baseline="30000" dirty="0">
                <a:solidFill>
                  <a:schemeClr val="tx1"/>
                </a:solidFill>
                <a:ea typeface="宋体" panose="02010600030101010101" pitchFamily="2" charset="-122"/>
              </a:rPr>
              <a:t>2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对</a:t>
            </a:r>
            <a:r>
              <a:rPr lang="en-US" altLang="zh-CN" b="1" i="1" dirty="0">
                <a:solidFill>
                  <a:srgbClr val="0000FF"/>
                </a:solidFill>
                <a:ea typeface="宋体" panose="02010600030101010101" pitchFamily="2" charset="-122"/>
              </a:rPr>
              <a:t>y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的积分</a:t>
            </a:r>
          </a:p>
        </p:txBody>
      </p:sp>
      <p:sp>
        <p:nvSpPr>
          <p:cNvPr id="417801" name="Text Box 9"/>
          <p:cNvSpPr txBox="1">
            <a:spLocks noChangeArrowheads="1"/>
          </p:cNvSpPr>
          <p:nvPr/>
        </p:nvSpPr>
        <p:spPr bwMode="auto">
          <a:xfrm>
            <a:off x="2590800" y="1828800"/>
            <a:ext cx="2667000" cy="609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而它对</a:t>
            </a:r>
            <a:r>
              <a:rPr lang="en-US" altLang="zh-CN" b="1" i="1" dirty="0">
                <a:solidFill>
                  <a:srgbClr val="0000FF"/>
                </a:solidFill>
                <a:ea typeface="宋体" panose="02010600030101010101" pitchFamily="2" charset="-122"/>
              </a:rPr>
              <a:t>x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的积分</a:t>
            </a:r>
            <a:endParaRPr lang="zh-CN" altLang="en-US" sz="2400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17802" name="Text Box 10"/>
          <p:cNvSpPr txBox="1">
            <a:spLocks noChangeArrowheads="1"/>
          </p:cNvSpPr>
          <p:nvPr/>
        </p:nvSpPr>
        <p:spPr bwMode="auto">
          <a:xfrm>
            <a:off x="2514600" y="2743200"/>
            <a:ext cx="4343400" cy="592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lnSpc>
                <a:spcPct val="130000"/>
              </a:lnSpc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CC0000"/>
                </a:solidFill>
                <a:ea typeface="宋体" panose="02010600030101010101" pitchFamily="2" charset="-122"/>
              </a:rPr>
              <a:t>交换积分次序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的方法是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:</a:t>
            </a:r>
          </a:p>
        </p:txBody>
      </p:sp>
      <p:sp>
        <p:nvSpPr>
          <p:cNvPr id="417803" name="Text Box 11"/>
          <p:cNvSpPr txBox="1">
            <a:spLocks noChangeArrowheads="1"/>
          </p:cNvSpPr>
          <p:nvPr/>
        </p:nvSpPr>
        <p:spPr bwMode="auto">
          <a:xfrm>
            <a:off x="3124200" y="5181601"/>
            <a:ext cx="2209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改写</a:t>
            </a:r>
            <a:r>
              <a:rPr lang="en-US" altLang="zh-CN" i="1">
                <a:solidFill>
                  <a:schemeClr val="tx1"/>
                </a:solidFill>
                <a:ea typeface="宋体" panose="02010600030101010101" pitchFamily="2" charset="-122"/>
              </a:rPr>
              <a:t>D</a:t>
            </a: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为</a:t>
            </a:r>
            <a:r>
              <a:rPr lang="en-US" altLang="zh-CN" b="1">
                <a:solidFill>
                  <a:schemeClr val="tx1"/>
                </a:solidFill>
                <a:ea typeface="宋体" panose="02010600030101010101" pitchFamily="2" charset="-122"/>
              </a:rPr>
              <a:t>:</a:t>
            </a:r>
          </a:p>
        </p:txBody>
      </p:sp>
      <p:grpSp>
        <p:nvGrpSpPr>
          <p:cNvPr id="417804" name="Group 12"/>
          <p:cNvGrpSpPr>
            <a:grpSpLocks/>
          </p:cNvGrpSpPr>
          <p:nvPr/>
        </p:nvGrpSpPr>
        <p:grpSpPr bwMode="auto">
          <a:xfrm>
            <a:off x="7543800" y="3748088"/>
            <a:ext cx="2971800" cy="2424112"/>
            <a:chOff x="3936" y="2592"/>
            <a:chExt cx="1872" cy="1527"/>
          </a:xfrm>
        </p:grpSpPr>
        <p:sp>
          <p:nvSpPr>
            <p:cNvPr id="19496" name="Line 13"/>
            <p:cNvSpPr>
              <a:spLocks noChangeShapeType="1"/>
            </p:cNvSpPr>
            <p:nvPr/>
          </p:nvSpPr>
          <p:spPr bwMode="auto">
            <a:xfrm>
              <a:off x="3936" y="3840"/>
              <a:ext cx="1536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97" name="Line 14"/>
            <p:cNvSpPr>
              <a:spLocks noChangeShapeType="1"/>
            </p:cNvSpPr>
            <p:nvPr/>
          </p:nvSpPr>
          <p:spPr bwMode="auto">
            <a:xfrm flipV="1">
              <a:off x="4368" y="2736"/>
              <a:ext cx="0" cy="1296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98" name="Text Box 15"/>
            <p:cNvSpPr txBox="1">
              <a:spLocks noChangeArrowheads="1"/>
            </p:cNvSpPr>
            <p:nvPr/>
          </p:nvSpPr>
          <p:spPr bwMode="auto">
            <a:xfrm>
              <a:off x="4128" y="3744"/>
              <a:ext cx="48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i="1">
                  <a:solidFill>
                    <a:schemeClr val="tx1"/>
                  </a:solidFill>
                  <a:ea typeface="宋体" panose="02010600030101010101" pitchFamily="2" charset="-122"/>
                </a:rPr>
                <a:t>o</a:t>
              </a:r>
            </a:p>
          </p:txBody>
        </p:sp>
        <p:sp>
          <p:nvSpPr>
            <p:cNvPr id="19499" name="Text Box 16"/>
            <p:cNvSpPr txBox="1">
              <a:spLocks noChangeArrowheads="1"/>
            </p:cNvSpPr>
            <p:nvPr/>
          </p:nvSpPr>
          <p:spPr bwMode="auto">
            <a:xfrm>
              <a:off x="5328" y="3792"/>
              <a:ext cx="48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i="1">
                  <a:solidFill>
                    <a:schemeClr val="tx1"/>
                  </a:solidFill>
                  <a:ea typeface="宋体" panose="02010600030101010101" pitchFamily="2" charset="-122"/>
                </a:rPr>
                <a:t>x</a:t>
              </a:r>
              <a:endParaRPr lang="en-US" altLang="zh-CN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9500" name="Text Box 17"/>
            <p:cNvSpPr txBox="1">
              <a:spLocks noChangeArrowheads="1"/>
            </p:cNvSpPr>
            <p:nvPr/>
          </p:nvSpPr>
          <p:spPr bwMode="auto">
            <a:xfrm>
              <a:off x="4128" y="2592"/>
              <a:ext cx="48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i="1">
                  <a:solidFill>
                    <a:schemeClr val="tx1"/>
                  </a:solidFill>
                  <a:ea typeface="宋体" panose="02010600030101010101" pitchFamily="2" charset="-122"/>
                </a:rPr>
                <a:t>y</a:t>
              </a:r>
              <a:endParaRPr lang="en-US" altLang="zh-CN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</p:grpSp>
      <p:sp>
        <p:nvSpPr>
          <p:cNvPr id="417810" name="Rectangle 18"/>
          <p:cNvSpPr>
            <a:spLocks noChangeArrowheads="1"/>
          </p:cNvSpPr>
          <p:nvPr/>
        </p:nvSpPr>
        <p:spPr bwMode="auto">
          <a:xfrm>
            <a:off x="2514600" y="1371601"/>
            <a:ext cx="1066800" cy="519113"/>
          </a:xfrm>
          <a:prstGeom prst="rect">
            <a:avLst/>
          </a:prstGeom>
          <a:gradFill rotWithShape="0">
            <a:gsLst>
              <a:gs pos="0">
                <a:srgbClr val="00FFFF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dirty="0">
                <a:solidFill>
                  <a:schemeClr val="tx2"/>
                </a:solidFill>
                <a:ea typeface="宋体" panose="02010600030101010101" pitchFamily="2" charset="-122"/>
              </a:rPr>
              <a:t> </a:t>
            </a: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分析</a:t>
            </a:r>
          </a:p>
        </p:txBody>
      </p:sp>
      <p:sp>
        <p:nvSpPr>
          <p:cNvPr id="417811" name="Rectangle 19"/>
          <p:cNvSpPr>
            <a:spLocks noChangeArrowheads="1"/>
          </p:cNvSpPr>
          <p:nvPr/>
        </p:nvSpPr>
        <p:spPr bwMode="auto">
          <a:xfrm>
            <a:off x="3276600" y="2286000"/>
            <a:ext cx="3200400" cy="6093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所以将</a:t>
            </a:r>
            <a:r>
              <a:rPr lang="zh-CN" altLang="en-US" b="1">
                <a:solidFill>
                  <a:srgbClr val="CC0000"/>
                </a:solidFill>
                <a:ea typeface="宋体" panose="02010600030101010101" pitchFamily="2" charset="-122"/>
              </a:rPr>
              <a:t>二次积分</a:t>
            </a: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先</a:t>
            </a:r>
          </a:p>
        </p:txBody>
      </p:sp>
      <p:sp>
        <p:nvSpPr>
          <p:cNvPr id="417812" name="Rectangle 20"/>
          <p:cNvSpPr>
            <a:spLocks noChangeArrowheads="1"/>
          </p:cNvSpPr>
          <p:nvPr/>
        </p:nvSpPr>
        <p:spPr bwMode="auto">
          <a:xfrm>
            <a:off x="3048000" y="3276600"/>
            <a:ext cx="2971800" cy="592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lnSpc>
                <a:spcPct val="130000"/>
              </a:lnSpc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将所给的积分域</a:t>
            </a:r>
          </a:p>
        </p:txBody>
      </p:sp>
      <p:sp>
        <p:nvSpPr>
          <p:cNvPr id="417813" name="Text Box 21"/>
          <p:cNvSpPr txBox="1">
            <a:spLocks noChangeArrowheads="1"/>
          </p:cNvSpPr>
          <p:nvPr/>
        </p:nvSpPr>
        <p:spPr bwMode="auto">
          <a:xfrm>
            <a:off x="2514600" y="3367088"/>
            <a:ext cx="990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b="1">
                <a:solidFill>
                  <a:schemeClr val="tx1"/>
                </a:solidFill>
                <a:ea typeface="宋体" panose="02010600030101010101" pitchFamily="2" charset="-122"/>
              </a:rPr>
              <a:t>(1)</a:t>
            </a:r>
          </a:p>
        </p:txBody>
      </p:sp>
      <p:sp>
        <p:nvSpPr>
          <p:cNvPr id="417814" name="Text Box 22"/>
          <p:cNvSpPr txBox="1">
            <a:spLocks noChangeArrowheads="1"/>
          </p:cNvSpPr>
          <p:nvPr/>
        </p:nvSpPr>
        <p:spPr bwMode="auto">
          <a:xfrm>
            <a:off x="2514600" y="4495801"/>
            <a:ext cx="990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b="1">
                <a:solidFill>
                  <a:schemeClr val="tx1"/>
                </a:solidFill>
                <a:ea typeface="宋体" panose="02010600030101010101" pitchFamily="2" charset="-122"/>
              </a:rPr>
              <a:t>(2)</a:t>
            </a:r>
          </a:p>
        </p:txBody>
      </p:sp>
      <p:sp>
        <p:nvSpPr>
          <p:cNvPr id="417815" name="Text Box 23"/>
          <p:cNvSpPr txBox="1">
            <a:spLocks noChangeArrowheads="1"/>
          </p:cNvSpPr>
          <p:nvPr/>
        </p:nvSpPr>
        <p:spPr bwMode="auto">
          <a:xfrm>
            <a:off x="3124200" y="4495801"/>
            <a:ext cx="4343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画出积分域的草图</a:t>
            </a:r>
          </a:p>
        </p:txBody>
      </p:sp>
      <p:sp>
        <p:nvSpPr>
          <p:cNvPr id="417816" name="Text Box 24"/>
          <p:cNvSpPr txBox="1">
            <a:spLocks noChangeArrowheads="1"/>
          </p:cNvSpPr>
          <p:nvPr/>
        </p:nvSpPr>
        <p:spPr bwMode="auto">
          <a:xfrm>
            <a:off x="2514600" y="5181601"/>
            <a:ext cx="990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b="1">
                <a:solidFill>
                  <a:schemeClr val="tx1"/>
                </a:solidFill>
                <a:ea typeface="宋体" panose="02010600030101010101" pitchFamily="2" charset="-122"/>
              </a:rPr>
              <a:t>(3)</a:t>
            </a:r>
          </a:p>
        </p:txBody>
      </p:sp>
      <p:sp>
        <p:nvSpPr>
          <p:cNvPr id="19477" name="Rectangle 25"/>
          <p:cNvSpPr>
            <a:spLocks noChangeArrowheads="1"/>
          </p:cNvSpPr>
          <p:nvPr/>
        </p:nvSpPr>
        <p:spPr bwMode="auto">
          <a:xfrm>
            <a:off x="3276600" y="685801"/>
            <a:ext cx="2514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计算累次积分</a:t>
            </a:r>
          </a:p>
        </p:txBody>
      </p:sp>
      <p:sp>
        <p:nvSpPr>
          <p:cNvPr id="417818" name="Rectangle 26"/>
          <p:cNvSpPr>
            <a:spLocks noChangeArrowheads="1"/>
          </p:cNvSpPr>
          <p:nvPr/>
        </p:nvSpPr>
        <p:spPr bwMode="auto">
          <a:xfrm>
            <a:off x="5943600" y="1300163"/>
            <a:ext cx="4191000" cy="6093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rgbClr val="0000FF"/>
                </a:solidFill>
                <a:ea typeface="宋体" panose="02010600030101010101" pitchFamily="2" charset="-122"/>
              </a:rPr>
              <a:t>不能用基本积分法算出</a:t>
            </a:r>
            <a:r>
              <a:rPr lang="en-US" altLang="zh-CN" b="1">
                <a:solidFill>
                  <a:srgbClr val="0000FF"/>
                </a:solidFill>
                <a:ea typeface="宋体" panose="02010600030101010101" pitchFamily="2" charset="-122"/>
              </a:rPr>
              <a:t>,</a:t>
            </a:r>
          </a:p>
        </p:txBody>
      </p:sp>
      <p:grpSp>
        <p:nvGrpSpPr>
          <p:cNvPr id="417819" name="Group 27"/>
          <p:cNvGrpSpPr>
            <a:grpSpLocks/>
          </p:cNvGrpSpPr>
          <p:nvPr/>
        </p:nvGrpSpPr>
        <p:grpSpPr bwMode="auto">
          <a:xfrm>
            <a:off x="8255000" y="4649788"/>
            <a:ext cx="1498600" cy="1065212"/>
            <a:chOff x="4224" y="3073"/>
            <a:chExt cx="944" cy="671"/>
          </a:xfrm>
        </p:grpSpPr>
        <p:graphicFrame>
          <p:nvGraphicFramePr>
            <p:cNvPr id="19493" name="Object 2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47079465"/>
                </p:ext>
              </p:extLst>
            </p:nvPr>
          </p:nvGraphicFramePr>
          <p:xfrm>
            <a:off x="4512" y="3483"/>
            <a:ext cx="496" cy="2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655" name="Equation" r:id="rId6" imgW="393480" imgH="164880" progId="Equation.DSMT4">
                    <p:embed/>
                  </p:oleObj>
                </mc:Choice>
                <mc:Fallback>
                  <p:oleObj name="Equation" r:id="rId6" imgW="3934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12" y="3483"/>
                          <a:ext cx="496" cy="20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494" name="AutoShape 29"/>
            <p:cNvSpPr>
              <a:spLocks noChangeArrowheads="1"/>
            </p:cNvSpPr>
            <p:nvPr/>
          </p:nvSpPr>
          <p:spPr bwMode="auto">
            <a:xfrm rot="5358151">
              <a:off x="4224" y="3168"/>
              <a:ext cx="576" cy="576"/>
            </a:xfrm>
            <a:prstGeom prst="rtTriangle">
              <a:avLst/>
            </a:prstGeom>
            <a:solidFill>
              <a:srgbClr val="66FF33"/>
            </a:solidFill>
            <a:ln w="12700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graphicFrame>
          <p:nvGraphicFramePr>
            <p:cNvPr id="19495" name="Object 30"/>
            <p:cNvGraphicFramePr>
              <a:graphicFrameLocks noChangeAspect="1"/>
            </p:cNvGraphicFramePr>
            <p:nvPr/>
          </p:nvGraphicFramePr>
          <p:xfrm>
            <a:off x="4848" y="3073"/>
            <a:ext cx="320" cy="1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656" name="Equation" r:id="rId8" imgW="660113" imgH="393529" progId="Equation.3">
                    <p:embed/>
                  </p:oleObj>
                </mc:Choice>
                <mc:Fallback>
                  <p:oleObj name="Equation" r:id="rId8" imgW="660113" imgH="39352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48" y="3073"/>
                          <a:ext cx="320" cy="1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17823" name="Line 31"/>
          <p:cNvSpPr>
            <a:spLocks noChangeShapeType="1"/>
          </p:cNvSpPr>
          <p:nvPr/>
        </p:nvSpPr>
        <p:spPr bwMode="auto">
          <a:xfrm>
            <a:off x="7924800" y="5181600"/>
            <a:ext cx="1447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7824" name="Rectangle 32"/>
          <p:cNvSpPr>
            <a:spLocks noChangeArrowheads="1"/>
          </p:cNvSpPr>
          <p:nvPr/>
        </p:nvSpPr>
        <p:spPr bwMode="auto">
          <a:xfrm>
            <a:off x="4899026" y="1862138"/>
            <a:ext cx="40354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rgbClr val="0000FF"/>
                </a:solidFill>
                <a:ea typeface="宋体" panose="02010600030101010101" pitchFamily="2" charset="-122"/>
              </a:rPr>
              <a:t>可用基本积分法算出</a:t>
            </a:r>
            <a:r>
              <a:rPr lang="en-US" altLang="zh-CN" b="1">
                <a:solidFill>
                  <a:srgbClr val="0000FF"/>
                </a:solidFill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417825" name="Rectangle 33"/>
          <p:cNvSpPr>
            <a:spLocks noChangeArrowheads="1"/>
          </p:cNvSpPr>
          <p:nvPr/>
        </p:nvSpPr>
        <p:spPr bwMode="auto">
          <a:xfrm>
            <a:off x="6172200" y="2286000"/>
            <a:ext cx="2743200" cy="604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lang="zh-CN" altLang="en-US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交换积分次序</a:t>
            </a:r>
            <a:r>
              <a:rPr lang="en-US" altLang="zh-CN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</a:p>
        </p:txBody>
      </p:sp>
      <p:sp>
        <p:nvSpPr>
          <p:cNvPr id="417826" name="Rectangle 34"/>
          <p:cNvSpPr>
            <a:spLocks noChangeArrowheads="1"/>
          </p:cNvSpPr>
          <p:nvPr/>
        </p:nvSpPr>
        <p:spPr bwMode="auto">
          <a:xfrm>
            <a:off x="5599114" y="3271838"/>
            <a:ext cx="3900487" cy="592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lnSpc>
                <a:spcPct val="130000"/>
              </a:lnSpc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用联立不等式表示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D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:</a:t>
            </a:r>
          </a:p>
        </p:txBody>
      </p:sp>
      <p:graphicFrame>
        <p:nvGraphicFramePr>
          <p:cNvPr id="417827" name="Object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5243540"/>
              </p:ext>
            </p:extLst>
          </p:nvPr>
        </p:nvGraphicFramePr>
        <p:xfrm>
          <a:off x="3550616" y="4049452"/>
          <a:ext cx="1707184" cy="4969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57" name="Equation" r:id="rId10" imgW="622080" imgH="203040" progId="Equation.DSMT4">
                  <p:embed/>
                </p:oleObj>
              </mc:Choice>
              <mc:Fallback>
                <p:oleObj name="Equation" r:id="rId10" imgW="6220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50616" y="4049452"/>
                        <a:ext cx="1707184" cy="4969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7828" name="Object 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3212481"/>
              </p:ext>
            </p:extLst>
          </p:nvPr>
        </p:nvGraphicFramePr>
        <p:xfrm>
          <a:off x="5459658" y="4019610"/>
          <a:ext cx="1499941" cy="5473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58" name="Equation" r:id="rId12" imgW="609480" imgH="203040" progId="Equation.DSMT4">
                  <p:embed/>
                </p:oleObj>
              </mc:Choice>
              <mc:Fallback>
                <p:oleObj name="Equation" r:id="rId12" imgW="6094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59658" y="4019610"/>
                        <a:ext cx="1499941" cy="54739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7829" name="Object 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748481"/>
              </p:ext>
            </p:extLst>
          </p:nvPr>
        </p:nvGraphicFramePr>
        <p:xfrm>
          <a:off x="4740602" y="5300663"/>
          <a:ext cx="1355398" cy="4804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59" name="Equation" r:id="rId14" imgW="622080" imgH="203040" progId="Equation.DSMT4">
                  <p:embed/>
                </p:oleObj>
              </mc:Choice>
              <mc:Fallback>
                <p:oleObj name="Equation" r:id="rId14" imgW="6220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40602" y="5300663"/>
                        <a:ext cx="1355398" cy="48048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7830" name="Object 3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6043006"/>
              </p:ext>
            </p:extLst>
          </p:nvPr>
        </p:nvGraphicFramePr>
        <p:xfrm>
          <a:off x="6158039" y="5286196"/>
          <a:ext cx="1446931" cy="5070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60" name="Equation" r:id="rId16" imgW="622080" imgH="203040" progId="Equation.DSMT4">
                  <p:embed/>
                </p:oleObj>
              </mc:Choice>
              <mc:Fallback>
                <p:oleObj name="Equation" r:id="rId16" imgW="6220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8039" y="5286196"/>
                        <a:ext cx="1446931" cy="50702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5F8BC-3C02-4E82-A6AD-68405BC1CFA0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0269181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178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178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17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17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17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17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17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178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178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417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417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417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6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4177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4177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4177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4177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63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4177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4177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4177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4177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70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4177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4177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4177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4177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77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4177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4177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4177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4177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417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417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417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417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417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2" dur="500"/>
                                        <p:tgtEl>
                                          <p:spTgt spid="417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7" dur="500"/>
                                        <p:tgtEl>
                                          <p:spTgt spid="417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417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417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417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 nodeType="clickPar">
                      <p:stCondLst>
                        <p:cond delay="indefinite"/>
                      </p:stCondLst>
                      <p:childTnLst>
                        <p:par>
                          <p:cTn id="1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417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 nodeType="clickPar">
                      <p:stCondLst>
                        <p:cond delay="indefinite"/>
                      </p:stCondLst>
                      <p:childTnLst>
                        <p:par>
                          <p:cTn id="1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417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7794" grpId="0" animBg="1"/>
      <p:bldP spid="417795" grpId="0" animBg="1"/>
      <p:bldP spid="417796" grpId="0" animBg="1"/>
      <p:bldP spid="417797" grpId="0" animBg="1"/>
      <p:bldP spid="417800" grpId="0" autoUpdateAnimBg="0"/>
      <p:bldP spid="417801" grpId="0" autoUpdateAnimBg="0"/>
      <p:bldP spid="417802" grpId="0" autoUpdateAnimBg="0"/>
      <p:bldP spid="417803" grpId="0" autoUpdateAnimBg="0"/>
      <p:bldP spid="417810" grpId="0" animBg="1" autoUpdateAnimBg="0"/>
      <p:bldP spid="417811" grpId="0" autoUpdateAnimBg="0"/>
      <p:bldP spid="417812" grpId="0" autoUpdateAnimBg="0"/>
      <p:bldP spid="417813" grpId="0" autoUpdateAnimBg="0"/>
      <p:bldP spid="417814" grpId="0" autoUpdateAnimBg="0"/>
      <p:bldP spid="417815" grpId="0" autoUpdateAnimBg="0"/>
      <p:bldP spid="417816" grpId="0" autoUpdateAnimBg="0"/>
      <p:bldP spid="417818" grpId="0" autoUpdateAnimBg="0"/>
      <p:bldP spid="417823" grpId="0" animBg="1"/>
      <p:bldP spid="417824" grpId="0" autoUpdateAnimBg="0"/>
      <p:bldP spid="417825" grpId="0" autoUpdateAnimBg="0"/>
      <p:bldP spid="417826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48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5670652"/>
              </p:ext>
            </p:extLst>
          </p:nvPr>
        </p:nvGraphicFramePr>
        <p:xfrm>
          <a:off x="2413409" y="544290"/>
          <a:ext cx="4803775" cy="1011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50" name="Equation" r:id="rId3" imgW="1930400" imgH="406400" progId="Equation.DSMT4">
                  <p:embed/>
                </p:oleObj>
              </mc:Choice>
              <mc:Fallback>
                <p:oleObj name="Equation" r:id="rId3" imgW="1930400" imgH="406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3409" y="544290"/>
                        <a:ext cx="4803775" cy="1011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881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4622542"/>
              </p:ext>
            </p:extLst>
          </p:nvPr>
        </p:nvGraphicFramePr>
        <p:xfrm>
          <a:off x="2919413" y="1794410"/>
          <a:ext cx="304800" cy="192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51" name="Equation" r:id="rId5" imgW="241195" imgH="152334" progId="Equation.3">
                  <p:embed/>
                </p:oleObj>
              </mc:Choice>
              <mc:Fallback>
                <p:oleObj name="Equation" r:id="rId5" imgW="241195" imgH="15233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9413" y="1794410"/>
                        <a:ext cx="304800" cy="192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882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2416713"/>
              </p:ext>
            </p:extLst>
          </p:nvPr>
        </p:nvGraphicFramePr>
        <p:xfrm>
          <a:off x="2919413" y="2349019"/>
          <a:ext cx="2935287" cy="881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52" name="Equation" r:id="rId7" imgW="2667000" imgH="800100" progId="Equation.3">
                  <p:embed/>
                </p:oleObj>
              </mc:Choice>
              <mc:Fallback>
                <p:oleObj name="Equation" r:id="rId7" imgW="2667000" imgH="800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9413" y="2349019"/>
                        <a:ext cx="2935287" cy="881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882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1323905"/>
              </p:ext>
            </p:extLst>
          </p:nvPr>
        </p:nvGraphicFramePr>
        <p:xfrm>
          <a:off x="2919413" y="3293631"/>
          <a:ext cx="2201863" cy="747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53" name="Equation" r:id="rId9" imgW="2057400" imgH="698500" progId="Equation.3">
                  <p:embed/>
                </p:oleObj>
              </mc:Choice>
              <mc:Fallback>
                <p:oleObj name="Equation" r:id="rId9" imgW="2057400" imgH="698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9413" y="3293631"/>
                        <a:ext cx="2201863" cy="747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882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6330749"/>
              </p:ext>
            </p:extLst>
          </p:nvPr>
        </p:nvGraphicFramePr>
        <p:xfrm>
          <a:off x="2919413" y="4265306"/>
          <a:ext cx="2292350" cy="868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54" name="Equation" r:id="rId11" imgW="2171700" imgH="825500" progId="Equation.3">
                  <p:embed/>
                </p:oleObj>
              </mc:Choice>
              <mc:Fallback>
                <p:oleObj name="Equation" r:id="rId11" imgW="2171700" imgH="825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9413" y="4265306"/>
                        <a:ext cx="2292350" cy="868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882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9032000"/>
              </p:ext>
            </p:extLst>
          </p:nvPr>
        </p:nvGraphicFramePr>
        <p:xfrm>
          <a:off x="5211763" y="4252607"/>
          <a:ext cx="1905000" cy="881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55" name="公式" r:id="rId13" imgW="875920" imgH="406224" progId="Equation.3">
                  <p:embed/>
                </p:oleObj>
              </mc:Choice>
              <mc:Fallback>
                <p:oleObj name="公式" r:id="rId13" imgW="875920" imgH="4062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1763" y="4252607"/>
                        <a:ext cx="1905000" cy="881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882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1676672"/>
              </p:ext>
            </p:extLst>
          </p:nvPr>
        </p:nvGraphicFramePr>
        <p:xfrm>
          <a:off x="4078712" y="1419533"/>
          <a:ext cx="1682361" cy="8972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56" name="Equation" r:id="rId15" imgW="723600" imgH="330120" progId="Equation.DSMT4">
                  <p:embed/>
                </p:oleObj>
              </mc:Choice>
              <mc:Fallback>
                <p:oleObj name="Equation" r:id="rId15" imgW="72360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8712" y="1419533"/>
                        <a:ext cx="1682361" cy="8972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882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1525025"/>
              </p:ext>
            </p:extLst>
          </p:nvPr>
        </p:nvGraphicFramePr>
        <p:xfrm>
          <a:off x="3194827" y="1385371"/>
          <a:ext cx="958849" cy="9270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57" name="Equation" r:id="rId17" imgW="342720" imgH="330120" progId="Equation.DSMT4">
                  <p:embed/>
                </p:oleObj>
              </mc:Choice>
              <mc:Fallback>
                <p:oleObj name="Equation" r:id="rId17" imgW="34272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94827" y="1385371"/>
                        <a:ext cx="958849" cy="9270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491" name="Group 10"/>
          <p:cNvGrpSpPr>
            <a:grpSpLocks/>
          </p:cNvGrpSpPr>
          <p:nvPr/>
        </p:nvGrpSpPr>
        <p:grpSpPr bwMode="auto">
          <a:xfrm>
            <a:off x="7620000" y="76201"/>
            <a:ext cx="2971800" cy="2424113"/>
            <a:chOff x="3936" y="2592"/>
            <a:chExt cx="1872" cy="1527"/>
          </a:xfrm>
        </p:grpSpPr>
        <p:sp>
          <p:nvSpPr>
            <p:cNvPr id="20504" name="Line 11"/>
            <p:cNvSpPr>
              <a:spLocks noChangeShapeType="1"/>
            </p:cNvSpPr>
            <p:nvPr/>
          </p:nvSpPr>
          <p:spPr bwMode="auto">
            <a:xfrm>
              <a:off x="3936" y="3840"/>
              <a:ext cx="1536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05" name="Line 12"/>
            <p:cNvSpPr>
              <a:spLocks noChangeShapeType="1"/>
            </p:cNvSpPr>
            <p:nvPr/>
          </p:nvSpPr>
          <p:spPr bwMode="auto">
            <a:xfrm flipV="1">
              <a:off x="4368" y="2736"/>
              <a:ext cx="0" cy="1296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06" name="Text Box 13"/>
            <p:cNvSpPr txBox="1">
              <a:spLocks noChangeArrowheads="1"/>
            </p:cNvSpPr>
            <p:nvPr/>
          </p:nvSpPr>
          <p:spPr bwMode="auto">
            <a:xfrm>
              <a:off x="4128" y="3744"/>
              <a:ext cx="48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19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19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1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1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1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1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1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1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1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i="1">
                  <a:solidFill>
                    <a:schemeClr val="tx1"/>
                  </a:solidFill>
                  <a:ea typeface="宋体" panose="02010600030101010101" pitchFamily="2" charset="-122"/>
                </a:rPr>
                <a:t>o</a:t>
              </a:r>
            </a:p>
          </p:txBody>
        </p:sp>
        <p:sp>
          <p:nvSpPr>
            <p:cNvPr id="20507" name="Text Box 14"/>
            <p:cNvSpPr txBox="1">
              <a:spLocks noChangeArrowheads="1"/>
            </p:cNvSpPr>
            <p:nvPr/>
          </p:nvSpPr>
          <p:spPr bwMode="auto">
            <a:xfrm>
              <a:off x="5328" y="3792"/>
              <a:ext cx="48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19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19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1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1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1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1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1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1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1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i="1">
                  <a:solidFill>
                    <a:schemeClr val="tx1"/>
                  </a:solidFill>
                  <a:ea typeface="宋体" panose="02010600030101010101" pitchFamily="2" charset="-122"/>
                </a:rPr>
                <a:t>x</a:t>
              </a:r>
              <a:endParaRPr lang="en-US" altLang="zh-CN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0508" name="Text Box 15"/>
            <p:cNvSpPr txBox="1">
              <a:spLocks noChangeArrowheads="1"/>
            </p:cNvSpPr>
            <p:nvPr/>
          </p:nvSpPr>
          <p:spPr bwMode="auto">
            <a:xfrm>
              <a:off x="4128" y="2592"/>
              <a:ext cx="48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19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19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1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1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1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1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1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1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1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i="1">
                  <a:solidFill>
                    <a:schemeClr val="tx1"/>
                  </a:solidFill>
                  <a:ea typeface="宋体" panose="02010600030101010101" pitchFamily="2" charset="-122"/>
                </a:rPr>
                <a:t>y</a:t>
              </a:r>
              <a:endParaRPr lang="en-US" altLang="zh-CN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</p:grpSp>
      <p:grpSp>
        <p:nvGrpSpPr>
          <p:cNvPr id="20492" name="Group 16"/>
          <p:cNvGrpSpPr>
            <a:grpSpLocks/>
          </p:cNvGrpSpPr>
          <p:nvPr/>
        </p:nvGrpSpPr>
        <p:grpSpPr bwMode="auto">
          <a:xfrm>
            <a:off x="8305800" y="977901"/>
            <a:ext cx="1498600" cy="1065213"/>
            <a:chOff x="4224" y="3073"/>
            <a:chExt cx="944" cy="671"/>
          </a:xfrm>
        </p:grpSpPr>
        <p:graphicFrame>
          <p:nvGraphicFramePr>
            <p:cNvPr id="20501" name="Object 1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22692621"/>
                </p:ext>
              </p:extLst>
            </p:nvPr>
          </p:nvGraphicFramePr>
          <p:xfrm>
            <a:off x="4534" y="3456"/>
            <a:ext cx="484" cy="2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958" name="Equation" r:id="rId20" imgW="393480" imgH="164880" progId="Equation.DSMT4">
                    <p:embed/>
                  </p:oleObj>
                </mc:Choice>
                <mc:Fallback>
                  <p:oleObj name="Equation" r:id="rId20" imgW="3934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34" y="3456"/>
                          <a:ext cx="484" cy="2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502" name="AutoShape 18"/>
            <p:cNvSpPr>
              <a:spLocks noChangeArrowheads="1"/>
            </p:cNvSpPr>
            <p:nvPr/>
          </p:nvSpPr>
          <p:spPr bwMode="auto">
            <a:xfrm rot="5358151">
              <a:off x="4224" y="3168"/>
              <a:ext cx="576" cy="576"/>
            </a:xfrm>
            <a:prstGeom prst="rtTriangle">
              <a:avLst/>
            </a:prstGeom>
            <a:solidFill>
              <a:srgbClr val="66FF33"/>
            </a:solidFill>
            <a:ln w="12700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19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19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1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1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1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1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1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1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1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graphicFrame>
          <p:nvGraphicFramePr>
            <p:cNvPr id="20503" name="Object 19"/>
            <p:cNvGraphicFramePr>
              <a:graphicFrameLocks noChangeAspect="1"/>
            </p:cNvGraphicFramePr>
            <p:nvPr/>
          </p:nvGraphicFramePr>
          <p:xfrm>
            <a:off x="4848" y="3073"/>
            <a:ext cx="320" cy="1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959" name="Equation" r:id="rId22" imgW="660113" imgH="393529" progId="Equation.3">
                    <p:embed/>
                  </p:oleObj>
                </mc:Choice>
                <mc:Fallback>
                  <p:oleObj name="Equation" r:id="rId22" imgW="660113" imgH="39352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48" y="3073"/>
                          <a:ext cx="320" cy="1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0493" name="Line 20"/>
          <p:cNvSpPr>
            <a:spLocks noChangeShapeType="1"/>
          </p:cNvSpPr>
          <p:nvPr/>
        </p:nvSpPr>
        <p:spPr bwMode="auto">
          <a:xfrm>
            <a:off x="8001000" y="1509713"/>
            <a:ext cx="1447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0494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2306227"/>
              </p:ext>
            </p:extLst>
          </p:nvPr>
        </p:nvGraphicFramePr>
        <p:xfrm>
          <a:off x="7056408" y="2578759"/>
          <a:ext cx="1889184" cy="5098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60" name="Equation" r:id="rId24" imgW="876240" imgH="203040" progId="Equation.DSMT4">
                  <p:embed/>
                </p:oleObj>
              </mc:Choice>
              <mc:Fallback>
                <p:oleObj name="Equation" r:id="rId24" imgW="8762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56408" y="2578759"/>
                        <a:ext cx="1889184" cy="5098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95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250981"/>
              </p:ext>
            </p:extLst>
          </p:nvPr>
        </p:nvGraphicFramePr>
        <p:xfrm>
          <a:off x="9047132" y="2574918"/>
          <a:ext cx="1500996" cy="5000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61" name="Equation" r:id="rId26" imgW="622080" imgH="203040" progId="Equation.DSMT4">
                  <p:embed/>
                </p:oleObj>
              </mc:Choice>
              <mc:Fallback>
                <p:oleObj name="Equation" r:id="rId26" imgW="6220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47132" y="2574918"/>
                        <a:ext cx="1500996" cy="50002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5F8BC-3C02-4E82-A6AD-68405BC1CFA0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5176351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8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18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18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18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18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18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18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AutoShape 2" descr="花束"/>
          <p:cNvSpPr>
            <a:spLocks noChangeArrowheads="1"/>
          </p:cNvSpPr>
          <p:nvPr/>
        </p:nvSpPr>
        <p:spPr bwMode="auto">
          <a:xfrm>
            <a:off x="2574925" y="1876425"/>
            <a:ext cx="7162800" cy="2324100"/>
          </a:xfrm>
          <a:prstGeom prst="horizontalScroll">
            <a:avLst>
              <a:gd name="adj" fmla="val 3940"/>
            </a:avLst>
          </a:prstGeom>
          <a:blipFill dpi="0" rotWithShape="0">
            <a:blip r:embed="rId2"/>
            <a:srcRect/>
            <a:tile tx="0" ty="0" sx="100000" sy="100000" flip="none" algn="tl"/>
          </a:blipFill>
          <a:ln w="19050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25987" name="Text Box 3"/>
          <p:cNvSpPr txBox="1">
            <a:spLocks noChangeArrowheads="1"/>
          </p:cNvSpPr>
          <p:nvPr/>
        </p:nvSpPr>
        <p:spPr bwMode="auto">
          <a:xfrm>
            <a:off x="2792413" y="3241675"/>
            <a:ext cx="6553200" cy="6524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lnSpc>
                <a:spcPct val="130000"/>
              </a:lnSpc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又是能否进行计算的问题</a:t>
            </a:r>
            <a:r>
              <a:rPr lang="en-US" altLang="zh-CN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425988" name="Rectangle 4"/>
          <p:cNvSpPr>
            <a:spLocks noChangeArrowheads="1"/>
          </p:cNvSpPr>
          <p:nvPr/>
        </p:nvSpPr>
        <p:spPr bwMode="auto">
          <a:xfrm>
            <a:off x="3205163" y="2266951"/>
            <a:ext cx="28638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计算二重积分时</a:t>
            </a:r>
            <a:r>
              <a:rPr lang="en-US" altLang="zh-CN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</a:p>
        </p:txBody>
      </p:sp>
      <p:sp>
        <p:nvSpPr>
          <p:cNvPr id="425989" name="Rectangle 5"/>
          <p:cNvSpPr>
            <a:spLocks noChangeArrowheads="1"/>
          </p:cNvSpPr>
          <p:nvPr/>
        </p:nvSpPr>
        <p:spPr bwMode="auto">
          <a:xfrm>
            <a:off x="5891213" y="2263776"/>
            <a:ext cx="3581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恰当的选取积分次序</a:t>
            </a:r>
          </a:p>
        </p:txBody>
      </p:sp>
      <p:sp>
        <p:nvSpPr>
          <p:cNvPr id="425990" name="Rectangle 6"/>
          <p:cNvSpPr>
            <a:spLocks noChangeArrowheads="1"/>
          </p:cNvSpPr>
          <p:nvPr/>
        </p:nvSpPr>
        <p:spPr bwMode="auto">
          <a:xfrm>
            <a:off x="2719389" y="2755901"/>
            <a:ext cx="179228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十分重要</a:t>
            </a:r>
            <a:r>
              <a:rPr lang="en-US" altLang="zh-CN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</a:p>
        </p:txBody>
      </p:sp>
      <p:sp>
        <p:nvSpPr>
          <p:cNvPr id="425991" name="Rectangle 7"/>
          <p:cNvSpPr>
            <a:spLocks noChangeArrowheads="1"/>
          </p:cNvSpPr>
          <p:nvPr/>
        </p:nvSpPr>
        <p:spPr bwMode="auto">
          <a:xfrm>
            <a:off x="4356100" y="2779713"/>
            <a:ext cx="5105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它不仅涉及到计算繁简问题</a:t>
            </a:r>
            <a:r>
              <a:rPr lang="en-US" altLang="zh-CN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</a:p>
        </p:txBody>
      </p:sp>
      <p:sp>
        <p:nvSpPr>
          <p:cNvPr id="425992" name="Rectangle 8"/>
          <p:cNvSpPr>
            <a:spLocks noChangeArrowheads="1"/>
          </p:cNvSpPr>
          <p:nvPr/>
        </p:nvSpPr>
        <p:spPr bwMode="auto">
          <a:xfrm>
            <a:off x="8759825" y="2779713"/>
            <a:ext cx="9779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而且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5F8BC-3C02-4E82-A6AD-68405BC1CFA0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2717461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25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25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25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25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25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25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2000"/>
                                        <p:tgtEl>
                                          <p:spTgt spid="21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7" grpId="0" animBg="1"/>
      <p:bldP spid="425987" grpId="0" autoUpdateAnimBg="0"/>
      <p:bldP spid="425988" grpId="0" autoUpdateAnimBg="0"/>
      <p:bldP spid="425989" grpId="0" autoUpdateAnimBg="0"/>
      <p:bldP spid="425990" grpId="0" autoUpdateAnimBg="0"/>
      <p:bldP spid="425991" grpId="0" autoUpdateAnimBg="0"/>
      <p:bldP spid="425992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2E8AD66-03AD-4E0E-ABDD-22FDC848CEE5}" type="slidenum">
              <a:rPr lang="en-US" altLang="zh-CN" sz="1200">
                <a:solidFill>
                  <a:schemeClr val="accent2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17</a:t>
            </a:fld>
            <a:endParaRPr lang="en-US" altLang="zh-CN" sz="1200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  <p:sp>
        <p:nvSpPr>
          <p:cNvPr id="3" name="AutoShape 2"/>
          <p:cNvSpPr>
            <a:spLocks noChangeArrowheads="1"/>
          </p:cNvSpPr>
          <p:nvPr/>
        </p:nvSpPr>
        <p:spPr bwMode="auto">
          <a:xfrm>
            <a:off x="1774825" y="304800"/>
            <a:ext cx="8470900" cy="5111750"/>
          </a:xfrm>
          <a:prstGeom prst="horizontalScroll">
            <a:avLst>
              <a:gd name="adj" fmla="val 5606"/>
            </a:avLst>
          </a:prstGeom>
          <a:gradFill rotWithShape="0">
            <a:gsLst>
              <a:gs pos="0">
                <a:srgbClr val="767647"/>
              </a:gs>
              <a:gs pos="50000">
                <a:srgbClr val="FFFF99"/>
              </a:gs>
              <a:gs pos="100000">
                <a:srgbClr val="767647"/>
              </a:gs>
            </a:gsLst>
            <a:lin ang="5400000" scaled="1"/>
          </a:gradFill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22532" name="对象 3"/>
          <p:cNvGraphicFramePr>
            <a:graphicFrameLocks noChangeAspect="1"/>
          </p:cNvGraphicFramePr>
          <p:nvPr/>
        </p:nvGraphicFramePr>
        <p:xfrm>
          <a:off x="2387600" y="1325563"/>
          <a:ext cx="4267200" cy="46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48" name="Equation" r:id="rId4" imgW="1993035" imgH="215806" progId="Equation.DSMT4">
                  <p:embed/>
                </p:oleObj>
              </mc:Choice>
              <mc:Fallback>
                <p:oleObj name="Equation" r:id="rId4" imgW="1993035" imgH="215806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7600" y="1325563"/>
                        <a:ext cx="4267200" cy="461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3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9980919"/>
              </p:ext>
            </p:extLst>
          </p:nvPr>
        </p:nvGraphicFramePr>
        <p:xfrm>
          <a:off x="6699249" y="1233422"/>
          <a:ext cx="3476625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49" name="Equation" r:id="rId6" imgW="1625600" imgH="381000" progId="Equation.DSMT4">
                  <p:embed/>
                </p:oleObj>
              </mc:Choice>
              <mc:Fallback>
                <p:oleObj name="Equation" r:id="rId6" imgW="1625600" imgH="38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99249" y="1233422"/>
                        <a:ext cx="3476625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4" name="对象 5"/>
          <p:cNvGraphicFramePr>
            <a:graphicFrameLocks noChangeAspect="1"/>
          </p:cNvGraphicFramePr>
          <p:nvPr/>
        </p:nvGraphicFramePr>
        <p:xfrm>
          <a:off x="2343151" y="1790701"/>
          <a:ext cx="1617663" cy="47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50" name="Equation" r:id="rId8" imgW="736280" imgH="215806" progId="Equation.DSMT4">
                  <p:embed/>
                </p:oleObj>
              </mc:Choice>
              <mc:Fallback>
                <p:oleObj name="Equation" r:id="rId8" imgW="736280" imgH="215806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3151" y="1790701"/>
                        <a:ext cx="1617663" cy="474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5" name="对象 6"/>
          <p:cNvGraphicFramePr>
            <a:graphicFrameLocks noChangeAspect="1"/>
          </p:cNvGraphicFramePr>
          <p:nvPr/>
        </p:nvGraphicFramePr>
        <p:xfrm>
          <a:off x="4044951" y="1790701"/>
          <a:ext cx="3749675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51" name="Equation" r:id="rId10" imgW="1764534" imgH="215806" progId="Equation.DSMT4">
                  <p:embed/>
                </p:oleObj>
              </mc:Choice>
              <mc:Fallback>
                <p:oleObj name="Equation" r:id="rId10" imgW="1764534" imgH="215806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44951" y="1790701"/>
                        <a:ext cx="3749675" cy="468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6" name="对象 7"/>
          <p:cNvGraphicFramePr>
            <a:graphicFrameLocks noChangeAspect="1"/>
          </p:cNvGraphicFramePr>
          <p:nvPr/>
        </p:nvGraphicFramePr>
        <p:xfrm>
          <a:off x="2425701" y="2260601"/>
          <a:ext cx="4930775" cy="652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52" name="Equation" r:id="rId12" imgW="2209800" imgH="292100" progId="Equation.DSMT4">
                  <p:embed/>
                </p:oleObj>
              </mc:Choice>
              <mc:Fallback>
                <p:oleObj name="Equation" r:id="rId12" imgW="2209800" imgH="292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5701" y="2260601"/>
                        <a:ext cx="4930775" cy="652463"/>
                      </a:xfrm>
                      <a:prstGeom prst="rect">
                        <a:avLst/>
                      </a:prstGeom>
                      <a:noFill/>
                      <a:ln w="222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7" name="对象 8"/>
          <p:cNvGraphicFramePr>
            <a:graphicFrameLocks noChangeAspect="1"/>
          </p:cNvGraphicFramePr>
          <p:nvPr/>
        </p:nvGraphicFramePr>
        <p:xfrm>
          <a:off x="2360614" y="2860676"/>
          <a:ext cx="4078287" cy="785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53" name="Equation" r:id="rId14" imgW="2120900" imgH="406400" progId="Equation.DSMT4">
                  <p:embed/>
                </p:oleObj>
              </mc:Choice>
              <mc:Fallback>
                <p:oleObj name="Equation" r:id="rId14" imgW="2120900" imgH="406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0614" y="2860676"/>
                        <a:ext cx="4078287" cy="785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8" name="对象 9"/>
          <p:cNvGraphicFramePr>
            <a:graphicFrameLocks noChangeAspect="1"/>
          </p:cNvGraphicFramePr>
          <p:nvPr/>
        </p:nvGraphicFramePr>
        <p:xfrm>
          <a:off x="6456363" y="2874964"/>
          <a:ext cx="3167062" cy="630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54" name="Equation" r:id="rId16" imgW="1663700" imgH="330200" progId="Equation.DSMT4">
                  <p:embed/>
                </p:oleObj>
              </mc:Choice>
              <mc:Fallback>
                <p:oleObj name="Equation" r:id="rId16" imgW="1663700" imgH="330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56363" y="2874964"/>
                        <a:ext cx="3167062" cy="630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9" name="对象 10"/>
          <p:cNvGraphicFramePr>
            <a:graphicFrameLocks noChangeAspect="1"/>
          </p:cNvGraphicFramePr>
          <p:nvPr/>
        </p:nvGraphicFramePr>
        <p:xfrm>
          <a:off x="2341563" y="3675063"/>
          <a:ext cx="70612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55" name="Equation" r:id="rId18" imgW="3302000" imgH="381000" progId="Equation.DSMT4">
                  <p:embed/>
                </p:oleObj>
              </mc:Choice>
              <mc:Fallback>
                <p:oleObj name="Equation" r:id="rId18" imgW="3302000" imgH="38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1563" y="3675063"/>
                        <a:ext cx="7061200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40" name="对象 11"/>
          <p:cNvGraphicFramePr>
            <a:graphicFrameLocks noChangeAspect="1"/>
          </p:cNvGraphicFramePr>
          <p:nvPr/>
        </p:nvGraphicFramePr>
        <p:xfrm>
          <a:off x="2322514" y="4370388"/>
          <a:ext cx="4103687" cy="785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56" name="Equation" r:id="rId20" imgW="2132674" imgH="406224" progId="Equation.DSMT4">
                  <p:embed/>
                </p:oleObj>
              </mc:Choice>
              <mc:Fallback>
                <p:oleObj name="Equation" r:id="rId20" imgW="2132674" imgH="40622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2514" y="4370388"/>
                        <a:ext cx="4103687" cy="785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41" name="对象 12"/>
          <p:cNvGraphicFramePr>
            <a:graphicFrameLocks noChangeAspect="1"/>
          </p:cNvGraphicFramePr>
          <p:nvPr/>
        </p:nvGraphicFramePr>
        <p:xfrm>
          <a:off x="6410325" y="4376739"/>
          <a:ext cx="3263900" cy="631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57" name="Equation" r:id="rId22" imgW="1714500" imgH="330200" progId="Equation.DSMT4">
                  <p:embed/>
                </p:oleObj>
              </mc:Choice>
              <mc:Fallback>
                <p:oleObj name="Equation" r:id="rId22" imgW="1714500" imgH="330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10325" y="4376739"/>
                        <a:ext cx="3263900" cy="631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2897693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2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2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22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22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250"/>
                                        <p:tgtEl>
                                          <p:spTgt spid="22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250"/>
                                        <p:tgtEl>
                                          <p:spTgt spid="22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250"/>
                                        <p:tgtEl>
                                          <p:spTgt spid="22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750"/>
                                        <p:tgtEl>
                                          <p:spTgt spid="22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250"/>
                                        <p:tgtEl>
                                          <p:spTgt spid="22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22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5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88" name="Freeform 48"/>
          <p:cNvSpPr>
            <a:spLocks/>
          </p:cNvSpPr>
          <p:nvPr/>
        </p:nvSpPr>
        <p:spPr bwMode="auto">
          <a:xfrm>
            <a:off x="5122863" y="3500439"/>
            <a:ext cx="1814512" cy="795337"/>
          </a:xfrm>
          <a:custGeom>
            <a:avLst/>
            <a:gdLst>
              <a:gd name="T0" fmla="*/ 0 w 1143"/>
              <a:gd name="T1" fmla="*/ 501 h 501"/>
              <a:gd name="T2" fmla="*/ 1143 w 1143"/>
              <a:gd name="T3" fmla="*/ 501 h 501"/>
              <a:gd name="T4" fmla="*/ 567 w 1143"/>
              <a:gd name="T5" fmla="*/ 0 h 501"/>
              <a:gd name="T6" fmla="*/ 421 w 1143"/>
              <a:gd name="T7" fmla="*/ 28 h 501"/>
              <a:gd name="T8" fmla="*/ 325 w 1143"/>
              <a:gd name="T9" fmla="*/ 62 h 501"/>
              <a:gd name="T10" fmla="*/ 229 w 1143"/>
              <a:gd name="T11" fmla="*/ 119 h 501"/>
              <a:gd name="T12" fmla="*/ 165 w 1143"/>
              <a:gd name="T13" fmla="*/ 172 h 501"/>
              <a:gd name="T14" fmla="*/ 101 w 1143"/>
              <a:gd name="T15" fmla="*/ 256 h 501"/>
              <a:gd name="T16" fmla="*/ 37 w 1143"/>
              <a:gd name="T17" fmla="*/ 366 h 501"/>
              <a:gd name="T18" fmla="*/ 19 w 1143"/>
              <a:gd name="T19" fmla="*/ 446 h 501"/>
              <a:gd name="T20" fmla="*/ 0 w 1143"/>
              <a:gd name="T21" fmla="*/ 501 h 5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143" h="501">
                <a:moveTo>
                  <a:pt x="0" y="501"/>
                </a:moveTo>
                <a:lnTo>
                  <a:pt x="1143" y="501"/>
                </a:lnTo>
                <a:lnTo>
                  <a:pt x="567" y="0"/>
                </a:lnTo>
                <a:lnTo>
                  <a:pt x="421" y="28"/>
                </a:lnTo>
                <a:lnTo>
                  <a:pt x="325" y="62"/>
                </a:lnTo>
                <a:lnTo>
                  <a:pt x="229" y="119"/>
                </a:lnTo>
                <a:lnTo>
                  <a:pt x="165" y="172"/>
                </a:lnTo>
                <a:lnTo>
                  <a:pt x="101" y="256"/>
                </a:lnTo>
                <a:lnTo>
                  <a:pt x="37" y="366"/>
                </a:lnTo>
                <a:lnTo>
                  <a:pt x="19" y="446"/>
                </a:lnTo>
                <a:lnTo>
                  <a:pt x="0" y="501"/>
                </a:lnTo>
                <a:close/>
              </a:path>
            </a:pathLst>
          </a:custGeom>
          <a:gradFill rotWithShape="0">
            <a:gsLst>
              <a:gs pos="0">
                <a:schemeClr val="bg1"/>
              </a:gs>
              <a:gs pos="50000">
                <a:schemeClr val="accent1"/>
              </a:gs>
              <a:gs pos="100000">
                <a:schemeClr val="bg1"/>
              </a:gs>
            </a:gsLst>
            <a:lin ang="2700000" scaled="1"/>
          </a:gradFill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419842" name="AutoShape 2"/>
          <p:cNvSpPr>
            <a:spLocks noChangeArrowheads="1"/>
          </p:cNvSpPr>
          <p:nvPr/>
        </p:nvSpPr>
        <p:spPr bwMode="auto">
          <a:xfrm>
            <a:off x="7543800" y="1295400"/>
            <a:ext cx="533400" cy="304800"/>
          </a:xfrm>
          <a:prstGeom prst="parallelogram">
            <a:avLst>
              <a:gd name="adj" fmla="val 19793"/>
            </a:avLst>
          </a:prstGeom>
          <a:noFill/>
          <a:ln w="2857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19843" name="AutoShape 3"/>
          <p:cNvSpPr>
            <a:spLocks noChangeArrowheads="1"/>
          </p:cNvSpPr>
          <p:nvPr/>
        </p:nvSpPr>
        <p:spPr bwMode="auto">
          <a:xfrm>
            <a:off x="3810000" y="1219200"/>
            <a:ext cx="990600" cy="381000"/>
          </a:xfrm>
          <a:prstGeom prst="parallelogram">
            <a:avLst>
              <a:gd name="adj" fmla="val 29406"/>
            </a:avLst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23558" name="Rectangle 4"/>
          <p:cNvSpPr>
            <a:spLocks noChangeArrowheads="1"/>
          </p:cNvSpPr>
          <p:nvPr/>
        </p:nvSpPr>
        <p:spPr bwMode="auto">
          <a:xfrm>
            <a:off x="2258349" y="602654"/>
            <a:ext cx="561051" cy="4462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900" b="1" dirty="0">
                <a:solidFill>
                  <a:srgbClr val="FF0000"/>
                </a:solidFill>
                <a:latin typeface="+mn-ea"/>
                <a:ea typeface="+mn-ea"/>
              </a:rPr>
              <a:t>例</a:t>
            </a:r>
            <a:r>
              <a:rPr lang="en-US" altLang="zh-CN" sz="2900" b="1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</a:rPr>
              <a:t>4</a:t>
            </a:r>
            <a:endParaRPr lang="zh-CN" altLang="en-US" sz="2400" b="1" dirty="0">
              <a:solidFill>
                <a:srgbClr val="FF0000"/>
              </a:solidFill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3559" name="Rectangle 5"/>
          <p:cNvSpPr>
            <a:spLocks noChangeArrowheads="1"/>
          </p:cNvSpPr>
          <p:nvPr/>
        </p:nvSpPr>
        <p:spPr bwMode="auto">
          <a:xfrm>
            <a:off x="3021013" y="591173"/>
            <a:ext cx="3271837" cy="446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交换积分次序：</a:t>
            </a:r>
            <a:endParaRPr lang="zh-CN" altLang="en-US" sz="2400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19846" name="Line 6"/>
          <p:cNvSpPr>
            <a:spLocks noChangeShapeType="1"/>
          </p:cNvSpPr>
          <p:nvPr/>
        </p:nvSpPr>
        <p:spPr bwMode="auto">
          <a:xfrm flipH="1">
            <a:off x="5486400" y="3276600"/>
            <a:ext cx="0" cy="1295400"/>
          </a:xfrm>
          <a:prstGeom prst="line">
            <a:avLst/>
          </a:prstGeom>
          <a:noFill/>
          <a:ln w="38100">
            <a:solidFill>
              <a:srgbClr val="33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9847" name="Line 7"/>
          <p:cNvSpPr>
            <a:spLocks noChangeShapeType="1"/>
          </p:cNvSpPr>
          <p:nvPr/>
        </p:nvSpPr>
        <p:spPr bwMode="auto">
          <a:xfrm>
            <a:off x="6400800" y="3352800"/>
            <a:ext cx="0" cy="1214438"/>
          </a:xfrm>
          <a:prstGeom prst="line">
            <a:avLst/>
          </a:prstGeom>
          <a:noFill/>
          <a:ln w="38100">
            <a:solidFill>
              <a:srgbClr val="33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9848" name="Line 8"/>
          <p:cNvSpPr>
            <a:spLocks noChangeShapeType="1"/>
          </p:cNvSpPr>
          <p:nvPr/>
        </p:nvSpPr>
        <p:spPr bwMode="auto">
          <a:xfrm>
            <a:off x="4800600" y="4038600"/>
            <a:ext cx="2438400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9849" name="Text Box 9"/>
          <p:cNvSpPr txBox="1">
            <a:spLocks noChangeArrowheads="1"/>
          </p:cNvSpPr>
          <p:nvPr/>
        </p:nvSpPr>
        <p:spPr bwMode="auto">
          <a:xfrm>
            <a:off x="2362200" y="2209801"/>
            <a:ext cx="990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</a:p>
        </p:txBody>
      </p:sp>
      <p:sp>
        <p:nvSpPr>
          <p:cNvPr id="419850" name="Text Box 10"/>
          <p:cNvSpPr txBox="1">
            <a:spLocks noChangeArrowheads="1"/>
          </p:cNvSpPr>
          <p:nvPr/>
        </p:nvSpPr>
        <p:spPr bwMode="auto">
          <a:xfrm>
            <a:off x="2895600" y="2224088"/>
            <a:ext cx="2057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积分区域</a:t>
            </a:r>
            <a:r>
              <a:rPr lang="en-US" altLang="zh-CN" b="1">
                <a:solidFill>
                  <a:schemeClr val="tx1"/>
                </a:solidFill>
                <a:ea typeface="宋体" panose="02010600030101010101" pitchFamily="2" charset="-122"/>
              </a:rPr>
              <a:t>:</a:t>
            </a:r>
          </a:p>
        </p:txBody>
      </p:sp>
      <p:graphicFrame>
        <p:nvGraphicFramePr>
          <p:cNvPr id="23565" name="Object 11"/>
          <p:cNvGraphicFramePr>
            <a:graphicFrameLocks noChangeAspect="1"/>
          </p:cNvGraphicFramePr>
          <p:nvPr/>
        </p:nvGraphicFramePr>
        <p:xfrm>
          <a:off x="2895600" y="1250950"/>
          <a:ext cx="6705600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950" name="Equation" r:id="rId4" imgW="6324600" imgH="762000" progId="Equation.3">
                  <p:embed/>
                </p:oleObj>
              </mc:Choice>
              <mc:Fallback>
                <p:oleObj name="Equation" r:id="rId4" imgW="6324600" imgH="762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1250950"/>
                        <a:ext cx="6705600" cy="806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852" name="Text Box 12"/>
          <p:cNvSpPr txBox="1">
            <a:spLocks noChangeArrowheads="1"/>
          </p:cNvSpPr>
          <p:nvPr/>
        </p:nvSpPr>
        <p:spPr bwMode="auto">
          <a:xfrm>
            <a:off x="2819400" y="4773613"/>
            <a:ext cx="1752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0000CC"/>
                </a:solidFill>
                <a:ea typeface="宋体" panose="02010600030101010101" pitchFamily="2" charset="-122"/>
              </a:rPr>
              <a:t>原式</a:t>
            </a:r>
            <a:r>
              <a:rPr lang="en-US" altLang="zh-CN" dirty="0">
                <a:solidFill>
                  <a:schemeClr val="tx2"/>
                </a:solidFill>
                <a:ea typeface="宋体" panose="02010600030101010101" pitchFamily="2" charset="-122"/>
              </a:rPr>
              <a:t>=</a:t>
            </a:r>
            <a:endParaRPr lang="en-US" altLang="zh-CN" dirty="0">
              <a:solidFill>
                <a:srgbClr val="0000FF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419853" name="Object 13"/>
          <p:cNvGraphicFramePr>
            <a:graphicFrameLocks noChangeAspect="1"/>
          </p:cNvGraphicFramePr>
          <p:nvPr/>
        </p:nvGraphicFramePr>
        <p:xfrm>
          <a:off x="3810000" y="4724400"/>
          <a:ext cx="6858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951" name="Equation" r:id="rId6" imgW="698500" imgH="698500" progId="Equation.3">
                  <p:embed/>
                </p:oleObj>
              </mc:Choice>
              <mc:Fallback>
                <p:oleObj name="Equation" r:id="rId6" imgW="698500" imgH="698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4724400"/>
                        <a:ext cx="68580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854" name="Object 14"/>
          <p:cNvGraphicFramePr>
            <a:graphicFrameLocks noChangeAspect="1"/>
          </p:cNvGraphicFramePr>
          <p:nvPr/>
        </p:nvGraphicFramePr>
        <p:xfrm>
          <a:off x="4711519" y="4678569"/>
          <a:ext cx="515801" cy="3900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952" name="Equation" r:id="rId8" imgW="355320" imgH="203040" progId="Equation.DSMT4">
                  <p:embed/>
                </p:oleObj>
              </mc:Choice>
              <mc:Fallback>
                <p:oleObj name="Equation" r:id="rId8" imgW="3553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1519" y="4678569"/>
                        <a:ext cx="515801" cy="39005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855" name="Object 15"/>
          <p:cNvGraphicFramePr>
            <a:graphicFrameLocks noChangeAspect="1"/>
          </p:cNvGraphicFramePr>
          <p:nvPr/>
        </p:nvGraphicFramePr>
        <p:xfrm>
          <a:off x="4476750" y="4722122"/>
          <a:ext cx="2612027" cy="7535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953" name="Equation" r:id="rId10" imgW="2540000" imgH="736600" progId="Equation.3">
                  <p:embed/>
                </p:oleObj>
              </mc:Choice>
              <mc:Fallback>
                <p:oleObj name="Equation" r:id="rId10" imgW="2540000" imgH="736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76750" y="4722122"/>
                        <a:ext cx="2612027" cy="7535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856" name="Object 16"/>
          <p:cNvGraphicFramePr>
            <a:graphicFrameLocks noChangeAspect="1"/>
          </p:cNvGraphicFramePr>
          <p:nvPr/>
        </p:nvGraphicFramePr>
        <p:xfrm>
          <a:off x="4572000" y="5160220"/>
          <a:ext cx="1053737" cy="5158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954" name="Equation" r:id="rId12" imgW="723600" imgH="279360" progId="Equation.DSMT4">
                  <p:embed/>
                </p:oleObj>
              </mc:Choice>
              <mc:Fallback>
                <p:oleObj name="Equation" r:id="rId12" imgW="72360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5160220"/>
                        <a:ext cx="1053737" cy="5158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862" name="Object 22"/>
          <p:cNvGraphicFramePr>
            <a:graphicFrameLocks noChangeAspect="1"/>
          </p:cNvGraphicFramePr>
          <p:nvPr/>
        </p:nvGraphicFramePr>
        <p:xfrm>
          <a:off x="6873036" y="3422557"/>
          <a:ext cx="1233578" cy="5220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955" name="Equation" r:id="rId14" imgW="888840" imgH="266400" progId="Equation.DSMT4">
                  <p:embed/>
                </p:oleObj>
              </mc:Choice>
              <mc:Fallback>
                <p:oleObj name="Equation" r:id="rId14" imgW="888840" imgH="266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73036" y="3422557"/>
                        <a:ext cx="1233578" cy="52201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863" name="Object 23"/>
          <p:cNvGraphicFramePr>
            <a:graphicFrameLocks noChangeAspect="1"/>
          </p:cNvGraphicFramePr>
          <p:nvPr/>
        </p:nvGraphicFramePr>
        <p:xfrm>
          <a:off x="5727700" y="2613025"/>
          <a:ext cx="1130300" cy="4621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956" name="Equation" r:id="rId16" imgW="609480" imgH="203040" progId="Equation.DSMT4">
                  <p:embed/>
                </p:oleObj>
              </mc:Choice>
              <mc:Fallback>
                <p:oleObj name="Equation" r:id="rId16" imgW="6094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27700" y="2613025"/>
                        <a:ext cx="1130300" cy="4621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19864" name="Group 24"/>
          <p:cNvGrpSpPr>
            <a:grpSpLocks/>
          </p:cNvGrpSpPr>
          <p:nvPr/>
        </p:nvGrpSpPr>
        <p:grpSpPr bwMode="auto">
          <a:xfrm>
            <a:off x="4876800" y="2133600"/>
            <a:ext cx="2819400" cy="2438400"/>
            <a:chOff x="2112" y="1344"/>
            <a:chExt cx="1776" cy="1536"/>
          </a:xfrm>
        </p:grpSpPr>
        <p:sp>
          <p:nvSpPr>
            <p:cNvPr id="23581" name="Line 25"/>
            <p:cNvSpPr>
              <a:spLocks noChangeShapeType="1"/>
            </p:cNvSpPr>
            <p:nvPr/>
          </p:nvSpPr>
          <p:spPr bwMode="auto">
            <a:xfrm flipV="1">
              <a:off x="2256" y="1392"/>
              <a:ext cx="0" cy="132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82" name="Line 26"/>
            <p:cNvSpPr>
              <a:spLocks noChangeShapeType="1"/>
            </p:cNvSpPr>
            <p:nvPr/>
          </p:nvSpPr>
          <p:spPr bwMode="auto">
            <a:xfrm>
              <a:off x="2256" y="2719"/>
              <a:ext cx="15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3583" name="Object 27"/>
            <p:cNvGraphicFramePr>
              <a:graphicFrameLocks noChangeAspect="1"/>
            </p:cNvGraphicFramePr>
            <p:nvPr/>
          </p:nvGraphicFramePr>
          <p:xfrm>
            <a:off x="3772" y="2770"/>
            <a:ext cx="116" cy="1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957" name="Equation" r:id="rId18" imgW="253890" imgH="241195" progId="Equation.3">
                    <p:embed/>
                  </p:oleObj>
                </mc:Choice>
                <mc:Fallback>
                  <p:oleObj name="Equation" r:id="rId18" imgW="253890" imgH="24119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72" y="2770"/>
                          <a:ext cx="116" cy="1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84" name="Object 28"/>
            <p:cNvGraphicFramePr>
              <a:graphicFrameLocks noChangeAspect="1"/>
            </p:cNvGraphicFramePr>
            <p:nvPr/>
          </p:nvGraphicFramePr>
          <p:xfrm>
            <a:off x="2112" y="1344"/>
            <a:ext cx="116" cy="1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958" name="Equation" r:id="rId20" imgW="253780" imgH="317225" progId="Equation.3">
                    <p:embed/>
                  </p:oleObj>
                </mc:Choice>
                <mc:Fallback>
                  <p:oleObj name="Equation" r:id="rId20" imgW="253780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12" y="1344"/>
                          <a:ext cx="116" cy="1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85" name="Object 29"/>
            <p:cNvGraphicFramePr>
              <a:graphicFrameLocks noChangeAspect="1"/>
            </p:cNvGraphicFramePr>
            <p:nvPr/>
          </p:nvGraphicFramePr>
          <p:xfrm>
            <a:off x="2112" y="2688"/>
            <a:ext cx="134" cy="1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959" name="Equation" r:id="rId22" imgW="291847" imgH="317225" progId="Equation.3">
                    <p:embed/>
                  </p:oleObj>
                </mc:Choice>
                <mc:Fallback>
                  <p:oleObj name="Equation" r:id="rId22" imgW="291847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12" y="2688"/>
                          <a:ext cx="134" cy="1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19870" name="Line 30"/>
          <p:cNvSpPr>
            <a:spLocks noChangeShapeType="1"/>
          </p:cNvSpPr>
          <p:nvPr/>
        </p:nvSpPr>
        <p:spPr bwMode="auto">
          <a:xfrm>
            <a:off x="4876800" y="2438400"/>
            <a:ext cx="2590800" cy="2362200"/>
          </a:xfrm>
          <a:prstGeom prst="line">
            <a:avLst/>
          </a:prstGeom>
          <a:noFill/>
          <a:ln w="28575">
            <a:solidFill>
              <a:srgbClr val="CC1818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419871" name="Group 31"/>
          <p:cNvGrpSpPr>
            <a:grpSpLocks/>
          </p:cNvGrpSpPr>
          <p:nvPr/>
        </p:nvGrpSpPr>
        <p:grpSpPr bwMode="auto">
          <a:xfrm>
            <a:off x="6019800" y="3505200"/>
            <a:ext cx="127000" cy="1066800"/>
            <a:chOff x="2832" y="2208"/>
            <a:chExt cx="80" cy="672"/>
          </a:xfrm>
        </p:grpSpPr>
        <p:sp>
          <p:nvSpPr>
            <p:cNvPr id="23579" name="Line 32"/>
            <p:cNvSpPr>
              <a:spLocks noChangeShapeType="1"/>
            </p:cNvSpPr>
            <p:nvPr/>
          </p:nvSpPr>
          <p:spPr bwMode="auto">
            <a:xfrm>
              <a:off x="2864" y="2208"/>
              <a:ext cx="0" cy="528"/>
            </a:xfrm>
            <a:prstGeom prst="line">
              <a:avLst/>
            </a:prstGeom>
            <a:noFill/>
            <a:ln w="6350" cap="rnd">
              <a:solidFill>
                <a:schemeClr val="tx2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3580" name="Object 33"/>
            <p:cNvGraphicFramePr>
              <a:graphicFrameLocks noChangeAspect="1"/>
            </p:cNvGraphicFramePr>
            <p:nvPr/>
          </p:nvGraphicFramePr>
          <p:xfrm>
            <a:off x="2832" y="2744"/>
            <a:ext cx="80" cy="1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960" name="Equation" r:id="rId24" imgW="177569" imgH="304404" progId="Equation.3">
                    <p:embed/>
                  </p:oleObj>
                </mc:Choice>
                <mc:Fallback>
                  <p:oleObj name="Equation" r:id="rId24" imgW="177569" imgH="30440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32" y="2744"/>
                          <a:ext cx="80" cy="1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19874" name="Object 34"/>
          <p:cNvGraphicFramePr>
            <a:graphicFrameLocks noChangeAspect="1"/>
          </p:cNvGraphicFramePr>
          <p:nvPr/>
        </p:nvGraphicFramePr>
        <p:xfrm>
          <a:off x="6858000" y="4356100"/>
          <a:ext cx="1524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961" name="Equation" r:id="rId26" imgW="215713" imgH="304536" progId="Equation.3">
                  <p:embed/>
                </p:oleObj>
              </mc:Choice>
              <mc:Fallback>
                <p:oleObj name="Equation" r:id="rId26" imgW="215713" imgH="30453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0" y="4356100"/>
                        <a:ext cx="152400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875" name="Arc 35"/>
          <p:cNvSpPr>
            <a:spLocks/>
          </p:cNvSpPr>
          <p:nvPr/>
        </p:nvSpPr>
        <p:spPr bwMode="auto">
          <a:xfrm rot="-1182873">
            <a:off x="5105400" y="3498850"/>
            <a:ext cx="1746250" cy="1149350"/>
          </a:xfrm>
          <a:custGeom>
            <a:avLst/>
            <a:gdLst>
              <a:gd name="T0" fmla="*/ 0 w 41241"/>
              <a:gd name="T1" fmla="*/ 2147483646 h 27155"/>
              <a:gd name="T2" fmla="*/ 2147483646 w 41241"/>
              <a:gd name="T3" fmla="*/ 2147483646 h 27155"/>
              <a:gd name="T4" fmla="*/ 2147483646 w 41241"/>
              <a:gd name="T5" fmla="*/ 2147483646 h 27155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1241" h="27155" fill="none" extrusionOk="0">
                <a:moveTo>
                  <a:pt x="0" y="12611"/>
                </a:moveTo>
                <a:cubicBezTo>
                  <a:pt x="3516" y="4927"/>
                  <a:pt x="11190" y="-1"/>
                  <a:pt x="19641" y="0"/>
                </a:cubicBezTo>
                <a:cubicBezTo>
                  <a:pt x="31570" y="0"/>
                  <a:pt x="41241" y="9670"/>
                  <a:pt x="41241" y="21600"/>
                </a:cubicBezTo>
                <a:cubicBezTo>
                  <a:pt x="41241" y="23475"/>
                  <a:pt x="40996" y="25342"/>
                  <a:pt x="40514" y="27154"/>
                </a:cubicBezTo>
              </a:path>
              <a:path w="41241" h="27155" stroke="0" extrusionOk="0">
                <a:moveTo>
                  <a:pt x="0" y="12611"/>
                </a:moveTo>
                <a:cubicBezTo>
                  <a:pt x="3516" y="4927"/>
                  <a:pt x="11190" y="-1"/>
                  <a:pt x="19641" y="0"/>
                </a:cubicBezTo>
                <a:cubicBezTo>
                  <a:pt x="31570" y="0"/>
                  <a:pt x="41241" y="9670"/>
                  <a:pt x="41241" y="21600"/>
                </a:cubicBezTo>
                <a:cubicBezTo>
                  <a:pt x="41241" y="23475"/>
                  <a:pt x="40996" y="25342"/>
                  <a:pt x="40514" y="27154"/>
                </a:cubicBezTo>
                <a:lnTo>
                  <a:pt x="19641" y="21600"/>
                </a:lnTo>
                <a:lnTo>
                  <a:pt x="0" y="12611"/>
                </a:lnTo>
                <a:close/>
              </a:path>
            </a:pathLst>
          </a:custGeom>
          <a:noFill/>
          <a:ln w="28575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5F8BC-3C02-4E82-A6AD-68405BC1CFA0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7485646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9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19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198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198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198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198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198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19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419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19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198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4198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4198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4198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419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419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419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4198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41984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19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41984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19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419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419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419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4198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4198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4198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4198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419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42" grpId="0" animBg="1"/>
      <p:bldP spid="419843" grpId="0" animBg="1"/>
      <p:bldP spid="419846" grpId="0" animBg="1"/>
      <p:bldP spid="419847" grpId="0" animBg="1"/>
      <p:bldP spid="419848" grpId="0" animBg="1"/>
      <p:bldP spid="419849" grpId="0" autoUpdateAnimBg="0"/>
      <p:bldP spid="419850" grpId="0" autoUpdateAnimBg="0"/>
      <p:bldP spid="419852" grpId="0" autoUpdateAnimBg="0"/>
      <p:bldP spid="419870" grpId="0" animBg="1"/>
      <p:bldP spid="41987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937" name="Freeform 73"/>
          <p:cNvSpPr>
            <a:spLocks/>
          </p:cNvSpPr>
          <p:nvPr/>
        </p:nvSpPr>
        <p:spPr bwMode="auto">
          <a:xfrm>
            <a:off x="3581401" y="1828801"/>
            <a:ext cx="1831975" cy="1814513"/>
          </a:xfrm>
          <a:custGeom>
            <a:avLst/>
            <a:gdLst>
              <a:gd name="T0" fmla="*/ 1152 w 1154"/>
              <a:gd name="T1" fmla="*/ 1143 h 1143"/>
              <a:gd name="T2" fmla="*/ 1154 w 1154"/>
              <a:gd name="T3" fmla="*/ 0 h 1143"/>
              <a:gd name="T4" fmla="*/ 1017 w 1154"/>
              <a:gd name="T5" fmla="*/ 55 h 1143"/>
              <a:gd name="T6" fmla="*/ 816 w 1154"/>
              <a:gd name="T7" fmla="*/ 155 h 1143"/>
              <a:gd name="T8" fmla="*/ 706 w 1154"/>
              <a:gd name="T9" fmla="*/ 220 h 1143"/>
              <a:gd name="T10" fmla="*/ 551 w 1154"/>
              <a:gd name="T11" fmla="*/ 320 h 1143"/>
              <a:gd name="T12" fmla="*/ 469 w 1154"/>
              <a:gd name="T13" fmla="*/ 375 h 1143"/>
              <a:gd name="T14" fmla="*/ 405 w 1154"/>
              <a:gd name="T15" fmla="*/ 430 h 1143"/>
              <a:gd name="T16" fmla="*/ 341 w 1154"/>
              <a:gd name="T17" fmla="*/ 485 h 1143"/>
              <a:gd name="T18" fmla="*/ 304 w 1154"/>
              <a:gd name="T19" fmla="*/ 530 h 1143"/>
              <a:gd name="T20" fmla="*/ 231 w 1154"/>
              <a:gd name="T21" fmla="*/ 603 h 1143"/>
              <a:gd name="T22" fmla="*/ 158 w 1154"/>
              <a:gd name="T23" fmla="*/ 686 h 1143"/>
              <a:gd name="T24" fmla="*/ 103 w 1154"/>
              <a:gd name="T25" fmla="*/ 750 h 1143"/>
              <a:gd name="T26" fmla="*/ 57 w 1154"/>
              <a:gd name="T27" fmla="*/ 841 h 1143"/>
              <a:gd name="T28" fmla="*/ 21 w 1154"/>
              <a:gd name="T29" fmla="*/ 933 h 1143"/>
              <a:gd name="T30" fmla="*/ 0 w 1154"/>
              <a:gd name="T31" fmla="*/ 1047 h 1143"/>
              <a:gd name="T32" fmla="*/ 0 w 1154"/>
              <a:gd name="T33" fmla="*/ 1143 h 1143"/>
              <a:gd name="T34" fmla="*/ 39 w 1154"/>
              <a:gd name="T35" fmla="*/ 978 h 1143"/>
              <a:gd name="T36" fmla="*/ 66 w 1154"/>
              <a:gd name="T37" fmla="*/ 905 h 1143"/>
              <a:gd name="T38" fmla="*/ 112 w 1154"/>
              <a:gd name="T39" fmla="*/ 823 h 1143"/>
              <a:gd name="T40" fmla="*/ 158 w 1154"/>
              <a:gd name="T41" fmla="*/ 768 h 1143"/>
              <a:gd name="T42" fmla="*/ 203 w 1154"/>
              <a:gd name="T43" fmla="*/ 731 h 1143"/>
              <a:gd name="T44" fmla="*/ 258 w 1154"/>
              <a:gd name="T45" fmla="*/ 686 h 1143"/>
              <a:gd name="T46" fmla="*/ 359 w 1154"/>
              <a:gd name="T47" fmla="*/ 613 h 1143"/>
              <a:gd name="T48" fmla="*/ 450 w 1154"/>
              <a:gd name="T49" fmla="*/ 585 h 1143"/>
              <a:gd name="T50" fmla="*/ 542 w 1154"/>
              <a:gd name="T51" fmla="*/ 576 h 1143"/>
              <a:gd name="T52" fmla="*/ 661 w 1154"/>
              <a:gd name="T53" fmla="*/ 576 h 1143"/>
              <a:gd name="T54" fmla="*/ 743 w 1154"/>
              <a:gd name="T55" fmla="*/ 594 h 1143"/>
              <a:gd name="T56" fmla="*/ 834 w 1154"/>
              <a:gd name="T57" fmla="*/ 631 h 1143"/>
              <a:gd name="T58" fmla="*/ 907 w 1154"/>
              <a:gd name="T59" fmla="*/ 677 h 1143"/>
              <a:gd name="T60" fmla="*/ 960 w 1154"/>
              <a:gd name="T61" fmla="*/ 711 h 1143"/>
              <a:gd name="T62" fmla="*/ 1045 w 1154"/>
              <a:gd name="T63" fmla="*/ 805 h 1143"/>
              <a:gd name="T64" fmla="*/ 1104 w 1154"/>
              <a:gd name="T65" fmla="*/ 903 h 1143"/>
              <a:gd name="T66" fmla="*/ 1145 w 1154"/>
              <a:gd name="T67" fmla="*/ 1051 h 1143"/>
              <a:gd name="T68" fmla="*/ 1152 w 1154"/>
              <a:gd name="T69" fmla="*/ 1143 h 1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1154" h="1143">
                <a:moveTo>
                  <a:pt x="1152" y="1143"/>
                </a:moveTo>
                <a:lnTo>
                  <a:pt x="1154" y="0"/>
                </a:lnTo>
                <a:lnTo>
                  <a:pt x="1017" y="55"/>
                </a:lnTo>
                <a:lnTo>
                  <a:pt x="816" y="155"/>
                </a:lnTo>
                <a:lnTo>
                  <a:pt x="706" y="220"/>
                </a:lnTo>
                <a:lnTo>
                  <a:pt x="551" y="320"/>
                </a:lnTo>
                <a:lnTo>
                  <a:pt x="469" y="375"/>
                </a:lnTo>
                <a:lnTo>
                  <a:pt x="405" y="430"/>
                </a:lnTo>
                <a:lnTo>
                  <a:pt x="341" y="485"/>
                </a:lnTo>
                <a:lnTo>
                  <a:pt x="304" y="530"/>
                </a:lnTo>
                <a:lnTo>
                  <a:pt x="231" y="603"/>
                </a:lnTo>
                <a:lnTo>
                  <a:pt x="158" y="686"/>
                </a:lnTo>
                <a:lnTo>
                  <a:pt x="103" y="750"/>
                </a:lnTo>
                <a:lnTo>
                  <a:pt x="57" y="841"/>
                </a:lnTo>
                <a:lnTo>
                  <a:pt x="21" y="933"/>
                </a:lnTo>
                <a:lnTo>
                  <a:pt x="0" y="1047"/>
                </a:lnTo>
                <a:lnTo>
                  <a:pt x="0" y="1143"/>
                </a:lnTo>
                <a:lnTo>
                  <a:pt x="39" y="978"/>
                </a:lnTo>
                <a:lnTo>
                  <a:pt x="66" y="905"/>
                </a:lnTo>
                <a:lnTo>
                  <a:pt x="112" y="823"/>
                </a:lnTo>
                <a:lnTo>
                  <a:pt x="158" y="768"/>
                </a:lnTo>
                <a:lnTo>
                  <a:pt x="203" y="731"/>
                </a:lnTo>
                <a:lnTo>
                  <a:pt x="258" y="686"/>
                </a:lnTo>
                <a:lnTo>
                  <a:pt x="359" y="613"/>
                </a:lnTo>
                <a:lnTo>
                  <a:pt x="450" y="585"/>
                </a:lnTo>
                <a:lnTo>
                  <a:pt x="542" y="576"/>
                </a:lnTo>
                <a:lnTo>
                  <a:pt x="661" y="576"/>
                </a:lnTo>
                <a:lnTo>
                  <a:pt x="743" y="594"/>
                </a:lnTo>
                <a:lnTo>
                  <a:pt x="834" y="631"/>
                </a:lnTo>
                <a:lnTo>
                  <a:pt x="907" y="677"/>
                </a:lnTo>
                <a:lnTo>
                  <a:pt x="960" y="711"/>
                </a:lnTo>
                <a:lnTo>
                  <a:pt x="1045" y="805"/>
                </a:lnTo>
                <a:lnTo>
                  <a:pt x="1104" y="903"/>
                </a:lnTo>
                <a:lnTo>
                  <a:pt x="1145" y="1051"/>
                </a:lnTo>
                <a:lnTo>
                  <a:pt x="1152" y="1143"/>
                </a:lnTo>
                <a:close/>
              </a:path>
            </a:pathLst>
          </a:custGeom>
          <a:gradFill rotWithShape="0">
            <a:gsLst>
              <a:gs pos="0">
                <a:schemeClr val="bg1"/>
              </a:gs>
              <a:gs pos="50000">
                <a:srgbClr val="FF00FF"/>
              </a:gs>
              <a:gs pos="100000">
                <a:schemeClr val="bg1"/>
              </a:gs>
            </a:gsLst>
            <a:lin ang="2700000" scaled="1"/>
          </a:gradFill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24580" name="Rectangle 2"/>
          <p:cNvSpPr>
            <a:spLocks noChangeArrowheads="1"/>
          </p:cNvSpPr>
          <p:nvPr/>
        </p:nvSpPr>
        <p:spPr bwMode="auto">
          <a:xfrm>
            <a:off x="2320925" y="637164"/>
            <a:ext cx="544513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例</a:t>
            </a:r>
            <a:r>
              <a:rPr lang="en-US" altLang="zh-CN" b="1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</a:rPr>
              <a:t>5</a:t>
            </a:r>
            <a:endParaRPr lang="zh-CN" altLang="en-US" b="1" dirty="0">
              <a:solidFill>
                <a:srgbClr val="FF0000"/>
              </a:solidFill>
              <a:ea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420867" name="Object 3"/>
          <p:cNvGraphicFramePr>
            <a:graphicFrameLocks noChangeAspect="1"/>
          </p:cNvGraphicFramePr>
          <p:nvPr/>
        </p:nvGraphicFramePr>
        <p:xfrm>
          <a:off x="5715001" y="1629491"/>
          <a:ext cx="1090340" cy="5422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363" name="Equation" r:id="rId4" imgW="647640" imgH="241200" progId="Equation.DSMT4">
                  <p:embed/>
                </p:oleObj>
              </mc:Choice>
              <mc:Fallback>
                <p:oleObj name="Equation" r:id="rId4" imgW="64764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1" y="1629491"/>
                        <a:ext cx="1090340" cy="5422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0868" name="Line 4"/>
          <p:cNvSpPr>
            <a:spLocks noChangeShapeType="1"/>
          </p:cNvSpPr>
          <p:nvPr/>
        </p:nvSpPr>
        <p:spPr bwMode="auto">
          <a:xfrm>
            <a:off x="3476626" y="2971800"/>
            <a:ext cx="2085975" cy="0"/>
          </a:xfrm>
          <a:prstGeom prst="line">
            <a:avLst/>
          </a:prstGeom>
          <a:noFill/>
          <a:ln w="28575">
            <a:solidFill>
              <a:srgbClr val="33CC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420869" name="Object 5"/>
          <p:cNvGraphicFramePr>
            <a:graphicFrameLocks noChangeAspect="1"/>
          </p:cNvGraphicFramePr>
          <p:nvPr/>
        </p:nvGraphicFramePr>
        <p:xfrm>
          <a:off x="5826494" y="2826545"/>
          <a:ext cx="1717290" cy="6262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364" name="Equation" r:id="rId6" imgW="952200" imgH="266400" progId="Equation.DSMT4">
                  <p:embed/>
                </p:oleObj>
              </mc:Choice>
              <mc:Fallback>
                <p:oleObj name="Equation" r:id="rId6" imgW="952200" imgH="266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26494" y="2826545"/>
                        <a:ext cx="1717290" cy="62626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870" name="Object 6"/>
          <p:cNvGraphicFramePr>
            <a:graphicFrameLocks noChangeAspect="1"/>
          </p:cNvGraphicFramePr>
          <p:nvPr/>
        </p:nvGraphicFramePr>
        <p:xfrm>
          <a:off x="7524914" y="2781299"/>
          <a:ext cx="2405824" cy="7021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365" name="Equation" r:id="rId8" imgW="1257120" imgH="279360" progId="Equation.DSMT4">
                  <p:embed/>
                </p:oleObj>
              </mc:Choice>
              <mc:Fallback>
                <p:oleObj name="Equation" r:id="rId8" imgW="125712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24914" y="2781299"/>
                        <a:ext cx="2405824" cy="70212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0871" name="Text Box 7"/>
          <p:cNvSpPr txBox="1">
            <a:spLocks noChangeArrowheads="1"/>
          </p:cNvSpPr>
          <p:nvPr/>
        </p:nvSpPr>
        <p:spPr bwMode="auto">
          <a:xfrm>
            <a:off x="2362200" y="1309688"/>
            <a:ext cx="762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</a:p>
        </p:txBody>
      </p:sp>
      <p:sp>
        <p:nvSpPr>
          <p:cNvPr id="420872" name="Text Box 8"/>
          <p:cNvSpPr txBox="1">
            <a:spLocks noChangeArrowheads="1"/>
          </p:cNvSpPr>
          <p:nvPr/>
        </p:nvSpPr>
        <p:spPr bwMode="auto">
          <a:xfrm>
            <a:off x="2590800" y="4343401"/>
            <a:ext cx="1371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原式</a:t>
            </a:r>
            <a:r>
              <a:rPr lang="en-US" altLang="zh-CN">
                <a:solidFill>
                  <a:schemeClr val="tx1"/>
                </a:solidFill>
                <a:ea typeface="宋体" panose="02010600030101010101" pitchFamily="2" charset="-122"/>
              </a:rPr>
              <a:t>=</a:t>
            </a:r>
          </a:p>
        </p:txBody>
      </p:sp>
      <p:sp>
        <p:nvSpPr>
          <p:cNvPr id="420873" name="Line 9"/>
          <p:cNvSpPr>
            <a:spLocks noChangeShapeType="1"/>
          </p:cNvSpPr>
          <p:nvPr/>
        </p:nvSpPr>
        <p:spPr bwMode="auto">
          <a:xfrm flipV="1">
            <a:off x="4724400" y="1676400"/>
            <a:ext cx="0" cy="2209800"/>
          </a:xfrm>
          <a:prstGeom prst="line">
            <a:avLst/>
          </a:prstGeom>
          <a:noFill/>
          <a:ln w="25400">
            <a:solidFill>
              <a:srgbClr val="33CC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420874" name="Object 10"/>
          <p:cNvGraphicFramePr>
            <a:graphicFrameLocks noChangeAspect="1"/>
          </p:cNvGraphicFramePr>
          <p:nvPr/>
        </p:nvGraphicFramePr>
        <p:xfrm>
          <a:off x="3722688" y="5257800"/>
          <a:ext cx="2982912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366" name="Equation" r:id="rId10" imgW="2895600" imgH="736600" progId="Equation.3">
                  <p:embed/>
                </p:oleObj>
              </mc:Choice>
              <mc:Fallback>
                <p:oleObj name="Equation" r:id="rId10" imgW="2895600" imgH="736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22688" y="5257800"/>
                        <a:ext cx="2982912" cy="755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9" name="Rectangle 11"/>
          <p:cNvSpPr>
            <a:spLocks noChangeArrowheads="1"/>
          </p:cNvSpPr>
          <p:nvPr/>
        </p:nvSpPr>
        <p:spPr bwMode="auto">
          <a:xfrm>
            <a:off x="2959100" y="647700"/>
            <a:ext cx="3271838" cy="446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9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交换积分次序</a:t>
            </a:r>
            <a:r>
              <a:rPr lang="zh-CN" altLang="en-US" sz="29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endParaRPr lang="zh-CN" altLang="en-US" sz="24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24590" name="Object 12"/>
          <p:cNvGraphicFramePr>
            <a:graphicFrameLocks noChangeAspect="1"/>
          </p:cNvGraphicFramePr>
          <p:nvPr/>
        </p:nvGraphicFramePr>
        <p:xfrm>
          <a:off x="5321300" y="533400"/>
          <a:ext cx="33909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367" name="Equation" r:id="rId12" imgW="3390900" imgH="723900" progId="Equation.3">
                  <p:embed/>
                </p:oleObj>
              </mc:Choice>
              <mc:Fallback>
                <p:oleObj name="Equation" r:id="rId12" imgW="3390900" imgH="723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21300" y="533400"/>
                        <a:ext cx="33909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91" name="Object 13"/>
          <p:cNvGraphicFramePr>
            <a:graphicFrameLocks noChangeAspect="1"/>
          </p:cNvGraphicFramePr>
          <p:nvPr/>
        </p:nvGraphicFramePr>
        <p:xfrm>
          <a:off x="8902700" y="723900"/>
          <a:ext cx="10033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368" name="Equation" r:id="rId14" imgW="1002865" imgH="393529" progId="Equation.3">
                  <p:embed/>
                </p:oleObj>
              </mc:Choice>
              <mc:Fallback>
                <p:oleObj name="Equation" r:id="rId14" imgW="1002865" imgH="39352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02700" y="723900"/>
                        <a:ext cx="10033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878" name="Object 14"/>
          <p:cNvGraphicFramePr>
            <a:graphicFrameLocks noChangeAspect="1"/>
          </p:cNvGraphicFramePr>
          <p:nvPr/>
        </p:nvGraphicFramePr>
        <p:xfrm>
          <a:off x="3594100" y="4267200"/>
          <a:ext cx="7112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369" name="Equation" r:id="rId16" imgW="711200" imgH="736600" progId="Equation.3">
                  <p:embed/>
                </p:oleObj>
              </mc:Choice>
              <mc:Fallback>
                <p:oleObj name="Equation" r:id="rId16" imgW="711200" imgH="736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94100" y="4267200"/>
                        <a:ext cx="7112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879" name="Object 15"/>
          <p:cNvGraphicFramePr>
            <a:graphicFrameLocks noChangeAspect="1"/>
          </p:cNvGraphicFramePr>
          <p:nvPr/>
        </p:nvGraphicFramePr>
        <p:xfrm>
          <a:off x="4430078" y="4661992"/>
          <a:ext cx="411299" cy="5831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370" name="Equation" r:id="rId18" imgW="228600" imgH="419040" progId="Equation.DSMT4">
                  <p:embed/>
                </p:oleObj>
              </mc:Choice>
              <mc:Fallback>
                <p:oleObj name="Equation" r:id="rId18" imgW="22860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30078" y="4661992"/>
                        <a:ext cx="411299" cy="5831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880" name="Object 16"/>
          <p:cNvGraphicFramePr>
            <a:graphicFrameLocks noChangeAspect="1"/>
          </p:cNvGraphicFramePr>
          <p:nvPr/>
        </p:nvGraphicFramePr>
        <p:xfrm>
          <a:off x="4292600" y="4267200"/>
          <a:ext cx="28194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371" name="Equation" r:id="rId20" imgW="2819400" imgH="736600" progId="Equation.3">
                  <p:embed/>
                </p:oleObj>
              </mc:Choice>
              <mc:Fallback>
                <p:oleObj name="Equation" r:id="rId20" imgW="2819400" imgH="736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92600" y="4267200"/>
                        <a:ext cx="28194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881" name="Object 17"/>
          <p:cNvGraphicFramePr>
            <a:graphicFrameLocks noChangeAspect="1"/>
          </p:cNvGraphicFramePr>
          <p:nvPr/>
        </p:nvGraphicFramePr>
        <p:xfrm>
          <a:off x="4473904" y="4085047"/>
          <a:ext cx="1194695" cy="5167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372" name="Equation" r:id="rId22" imgW="825480" imgH="279360" progId="Equation.DSMT4">
                  <p:embed/>
                </p:oleObj>
              </mc:Choice>
              <mc:Fallback>
                <p:oleObj name="Equation" r:id="rId22" imgW="82548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73904" y="4085047"/>
                        <a:ext cx="1194695" cy="51670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882" name="Object 18"/>
          <p:cNvGraphicFramePr>
            <a:graphicFrameLocks noChangeAspect="1"/>
          </p:cNvGraphicFramePr>
          <p:nvPr/>
        </p:nvGraphicFramePr>
        <p:xfrm>
          <a:off x="3683002" y="4719685"/>
          <a:ext cx="289724" cy="284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373" name="Equation" r:id="rId24" imgW="126720" imgH="177480" progId="Equation.DSMT4">
                  <p:embed/>
                </p:oleObj>
              </mc:Choice>
              <mc:Fallback>
                <p:oleObj name="Equation" r:id="rId24" imgW="12672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83002" y="4719685"/>
                        <a:ext cx="289724" cy="2841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883" name="Object 19"/>
          <p:cNvGraphicFramePr>
            <a:graphicFrameLocks noChangeAspect="1"/>
          </p:cNvGraphicFramePr>
          <p:nvPr/>
        </p:nvGraphicFramePr>
        <p:xfrm>
          <a:off x="3752850" y="4291013"/>
          <a:ext cx="261938" cy="271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374" name="Equation" r:id="rId26" imgW="126720" imgH="139680" progId="Equation.DSMT4">
                  <p:embed/>
                </p:oleObj>
              </mc:Choice>
              <mc:Fallback>
                <p:oleObj name="Equation" r:id="rId26" imgW="126720" imgH="139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52850" y="4291013"/>
                        <a:ext cx="261938" cy="271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884" name="Object 20"/>
          <p:cNvGraphicFramePr>
            <a:graphicFrameLocks noChangeAspect="1"/>
          </p:cNvGraphicFramePr>
          <p:nvPr/>
        </p:nvGraphicFramePr>
        <p:xfrm>
          <a:off x="3990975" y="5332413"/>
          <a:ext cx="220663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375" name="Equation" r:id="rId28" imgW="203040" imgH="177480" progId="Equation.DSMT4">
                  <p:embed/>
                </p:oleObj>
              </mc:Choice>
              <mc:Fallback>
                <p:oleObj name="Equation" r:id="rId28" imgW="20304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0975" y="5332413"/>
                        <a:ext cx="220663" cy="24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885" name="Object 21"/>
          <p:cNvGraphicFramePr>
            <a:graphicFrameLocks noChangeAspect="1"/>
          </p:cNvGraphicFramePr>
          <p:nvPr/>
        </p:nvGraphicFramePr>
        <p:xfrm>
          <a:off x="3826050" y="5621841"/>
          <a:ext cx="1266145" cy="5503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376" name="Equation" r:id="rId30" imgW="825480" imgH="279360" progId="Equation.DSMT4">
                  <p:embed/>
                </p:oleObj>
              </mc:Choice>
              <mc:Fallback>
                <p:oleObj name="Equation" r:id="rId30" imgW="82548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26050" y="5621841"/>
                        <a:ext cx="1266145" cy="5503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886" name="Object 22"/>
          <p:cNvGraphicFramePr>
            <a:graphicFrameLocks noChangeAspect="1"/>
          </p:cNvGraphicFramePr>
          <p:nvPr/>
        </p:nvGraphicFramePr>
        <p:xfrm>
          <a:off x="2794000" y="5486400"/>
          <a:ext cx="2540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377" name="Equation" r:id="rId32" imgW="253890" imgH="241195" progId="Equation.3">
                  <p:embed/>
                </p:oleObj>
              </mc:Choice>
              <mc:Fallback>
                <p:oleObj name="Equation" r:id="rId32" imgW="253890" imgH="24119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4000" y="5486400"/>
                        <a:ext cx="254000" cy="24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887" name="Object 23"/>
          <p:cNvGraphicFramePr>
            <a:graphicFrameLocks noChangeAspect="1"/>
          </p:cNvGraphicFramePr>
          <p:nvPr/>
        </p:nvGraphicFramePr>
        <p:xfrm>
          <a:off x="2960688" y="5248774"/>
          <a:ext cx="7112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378" name="Equation" r:id="rId34" imgW="711200" imgH="736600" progId="Equation.3">
                  <p:embed/>
                </p:oleObj>
              </mc:Choice>
              <mc:Fallback>
                <p:oleObj name="Equation" r:id="rId34" imgW="711200" imgH="736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60688" y="5248774"/>
                        <a:ext cx="7112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888" name="Object 24"/>
          <p:cNvGraphicFramePr>
            <a:graphicFrameLocks noChangeAspect="1"/>
          </p:cNvGraphicFramePr>
          <p:nvPr/>
        </p:nvGraphicFramePr>
        <p:xfrm>
          <a:off x="3084513" y="5715000"/>
          <a:ext cx="217487" cy="239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379" name="Equation" r:id="rId36" imgW="126720" imgH="177480" progId="Equation.DSMT4">
                  <p:embed/>
                </p:oleObj>
              </mc:Choice>
              <mc:Fallback>
                <p:oleObj name="Equation" r:id="rId36" imgW="12672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84513" y="5715000"/>
                        <a:ext cx="217487" cy="239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889" name="Object 25"/>
          <p:cNvGraphicFramePr>
            <a:graphicFrameLocks noChangeAspect="1"/>
          </p:cNvGraphicFramePr>
          <p:nvPr/>
        </p:nvGraphicFramePr>
        <p:xfrm>
          <a:off x="3101105" y="5242688"/>
          <a:ext cx="261938" cy="271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380" name="Equation" r:id="rId38" imgW="126720" imgH="139680" progId="Equation.DSMT4">
                  <p:embed/>
                </p:oleObj>
              </mc:Choice>
              <mc:Fallback>
                <p:oleObj name="Equation" r:id="rId38" imgW="126720" imgH="139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1105" y="5242688"/>
                        <a:ext cx="261938" cy="271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890" name="Object 26"/>
          <p:cNvGraphicFramePr>
            <a:graphicFrameLocks noChangeAspect="1"/>
          </p:cNvGraphicFramePr>
          <p:nvPr/>
        </p:nvGraphicFramePr>
        <p:xfrm>
          <a:off x="6756400" y="5486400"/>
          <a:ext cx="2540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381" name="Equation" r:id="rId40" imgW="253890" imgH="241195" progId="Equation.3">
                  <p:embed/>
                </p:oleObj>
              </mc:Choice>
              <mc:Fallback>
                <p:oleObj name="Equation" r:id="rId40" imgW="253890" imgH="24119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56400" y="5486400"/>
                        <a:ext cx="254000" cy="24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891" name="Object 27"/>
          <p:cNvGraphicFramePr>
            <a:graphicFrameLocks noChangeAspect="1"/>
          </p:cNvGraphicFramePr>
          <p:nvPr/>
        </p:nvGraphicFramePr>
        <p:xfrm>
          <a:off x="7721600" y="5283200"/>
          <a:ext cx="19558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382" name="Equation" r:id="rId41" imgW="1955800" imgH="736600" progId="Equation.3">
                  <p:embed/>
                </p:oleObj>
              </mc:Choice>
              <mc:Fallback>
                <p:oleObj name="Equation" r:id="rId41" imgW="1955800" imgH="736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21600" y="5283200"/>
                        <a:ext cx="19558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892" name="Object 28"/>
          <p:cNvGraphicFramePr>
            <a:graphicFrameLocks noChangeAspect="1"/>
          </p:cNvGraphicFramePr>
          <p:nvPr/>
        </p:nvGraphicFramePr>
        <p:xfrm>
          <a:off x="6953250" y="5283200"/>
          <a:ext cx="8255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383" name="Equation" r:id="rId43" imgW="825500" imgH="736600" progId="Equation.3">
                  <p:embed/>
                </p:oleObj>
              </mc:Choice>
              <mc:Fallback>
                <p:oleObj name="Equation" r:id="rId43" imgW="825500" imgH="736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53250" y="5283200"/>
                        <a:ext cx="8255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893" name="Object 29"/>
          <p:cNvGraphicFramePr>
            <a:graphicFrameLocks noChangeAspect="1"/>
          </p:cNvGraphicFramePr>
          <p:nvPr/>
        </p:nvGraphicFramePr>
        <p:xfrm>
          <a:off x="7140575" y="5322888"/>
          <a:ext cx="220663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384" name="Equation" r:id="rId45" imgW="203040" imgH="177480" progId="Equation.DSMT4">
                  <p:embed/>
                </p:oleObj>
              </mc:Choice>
              <mc:Fallback>
                <p:oleObj name="Equation" r:id="rId45" imgW="20304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40575" y="5322888"/>
                        <a:ext cx="220663" cy="24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894" name="Object 30"/>
          <p:cNvGraphicFramePr>
            <a:graphicFrameLocks noChangeAspect="1"/>
          </p:cNvGraphicFramePr>
          <p:nvPr/>
        </p:nvGraphicFramePr>
        <p:xfrm>
          <a:off x="7784206" y="5654866"/>
          <a:ext cx="436542" cy="6216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385" name="Equation" r:id="rId47" imgW="228600" imgH="419040" progId="Equation.DSMT4">
                  <p:embed/>
                </p:oleObj>
              </mc:Choice>
              <mc:Fallback>
                <p:oleObj name="Equation" r:id="rId47" imgW="22860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84206" y="5654866"/>
                        <a:ext cx="436542" cy="6216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895" name="Object 31"/>
          <p:cNvGraphicFramePr>
            <a:graphicFrameLocks noChangeAspect="1"/>
          </p:cNvGraphicFramePr>
          <p:nvPr/>
        </p:nvGraphicFramePr>
        <p:xfrm>
          <a:off x="7920038" y="5281613"/>
          <a:ext cx="220662" cy="239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386" name="Equation" r:id="rId49" imgW="203040" imgH="177480" progId="Equation.DSMT4">
                  <p:embed/>
                </p:oleObj>
              </mc:Choice>
              <mc:Fallback>
                <p:oleObj name="Equation" r:id="rId49" imgW="20304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20038" y="5281613"/>
                        <a:ext cx="220662" cy="239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896" name="Object 32"/>
          <p:cNvGraphicFramePr>
            <a:graphicFrameLocks noChangeAspect="1"/>
          </p:cNvGraphicFramePr>
          <p:nvPr/>
        </p:nvGraphicFramePr>
        <p:xfrm>
          <a:off x="7034213" y="5738813"/>
          <a:ext cx="261937" cy="271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387" name="Equation" r:id="rId51" imgW="126720" imgH="139680" progId="Equation.DSMT4">
                  <p:embed/>
                </p:oleObj>
              </mc:Choice>
              <mc:Fallback>
                <p:oleObj name="Equation" r:id="rId51" imgW="126720" imgH="139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34213" y="5738813"/>
                        <a:ext cx="261937" cy="271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20902" name="Group 38"/>
          <p:cNvGrpSpPr>
            <a:grpSpLocks/>
          </p:cNvGrpSpPr>
          <p:nvPr/>
        </p:nvGrpSpPr>
        <p:grpSpPr bwMode="auto">
          <a:xfrm>
            <a:off x="3352800" y="1447800"/>
            <a:ext cx="2819400" cy="2438400"/>
            <a:chOff x="2112" y="1344"/>
            <a:chExt cx="1776" cy="1536"/>
          </a:xfrm>
        </p:grpSpPr>
        <p:sp>
          <p:nvSpPr>
            <p:cNvPr id="24630" name="Line 39"/>
            <p:cNvSpPr>
              <a:spLocks noChangeShapeType="1"/>
            </p:cNvSpPr>
            <p:nvPr/>
          </p:nvSpPr>
          <p:spPr bwMode="auto">
            <a:xfrm flipV="1">
              <a:off x="2256" y="1392"/>
              <a:ext cx="0" cy="132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631" name="Line 40"/>
            <p:cNvSpPr>
              <a:spLocks noChangeShapeType="1"/>
            </p:cNvSpPr>
            <p:nvPr/>
          </p:nvSpPr>
          <p:spPr bwMode="auto">
            <a:xfrm>
              <a:off x="2256" y="2719"/>
              <a:ext cx="15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4632" name="Object 41"/>
            <p:cNvGraphicFramePr>
              <a:graphicFrameLocks noChangeAspect="1"/>
            </p:cNvGraphicFramePr>
            <p:nvPr/>
          </p:nvGraphicFramePr>
          <p:xfrm>
            <a:off x="3772" y="2770"/>
            <a:ext cx="116" cy="1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388" name="Equation" r:id="rId53" imgW="253890" imgH="241195" progId="Equation.3">
                    <p:embed/>
                  </p:oleObj>
                </mc:Choice>
                <mc:Fallback>
                  <p:oleObj name="Equation" r:id="rId53" imgW="253890" imgH="24119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72" y="2770"/>
                          <a:ext cx="116" cy="1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633" name="Object 42"/>
            <p:cNvGraphicFramePr>
              <a:graphicFrameLocks noChangeAspect="1"/>
            </p:cNvGraphicFramePr>
            <p:nvPr/>
          </p:nvGraphicFramePr>
          <p:xfrm>
            <a:off x="2112" y="1344"/>
            <a:ext cx="116" cy="1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389" name="Equation" r:id="rId55" imgW="253780" imgH="317225" progId="Equation.3">
                    <p:embed/>
                  </p:oleObj>
                </mc:Choice>
                <mc:Fallback>
                  <p:oleObj name="Equation" r:id="rId55" imgW="253780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12" y="1344"/>
                          <a:ext cx="116" cy="1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634" name="Object 43"/>
            <p:cNvGraphicFramePr>
              <a:graphicFrameLocks noChangeAspect="1"/>
            </p:cNvGraphicFramePr>
            <p:nvPr/>
          </p:nvGraphicFramePr>
          <p:xfrm>
            <a:off x="2112" y="2688"/>
            <a:ext cx="134" cy="1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390" name="Equation" r:id="rId57" imgW="291847" imgH="317225" progId="Equation.3">
                    <p:embed/>
                  </p:oleObj>
                </mc:Choice>
                <mc:Fallback>
                  <p:oleObj name="Equation" r:id="rId57" imgW="291847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12" y="2688"/>
                          <a:ext cx="134" cy="1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20908" name="AutoShape 44"/>
          <p:cNvSpPr>
            <a:spLocks noChangeArrowheads="1"/>
          </p:cNvSpPr>
          <p:nvPr/>
        </p:nvSpPr>
        <p:spPr bwMode="auto">
          <a:xfrm>
            <a:off x="6324600" y="914400"/>
            <a:ext cx="914400" cy="381000"/>
          </a:xfrm>
          <a:prstGeom prst="parallelogram">
            <a:avLst>
              <a:gd name="adj" fmla="val 27144"/>
            </a:avLst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20909" name="Arc 45"/>
          <p:cNvSpPr>
            <a:spLocks/>
          </p:cNvSpPr>
          <p:nvPr/>
        </p:nvSpPr>
        <p:spPr bwMode="auto">
          <a:xfrm>
            <a:off x="3581400" y="2743200"/>
            <a:ext cx="1828800" cy="914400"/>
          </a:xfrm>
          <a:custGeom>
            <a:avLst/>
            <a:gdLst>
              <a:gd name="T0" fmla="*/ 0 w 43200"/>
              <a:gd name="T1" fmla="*/ 2147483646 h 21600"/>
              <a:gd name="T2" fmla="*/ 2147483646 w 43200"/>
              <a:gd name="T3" fmla="*/ 2147483646 h 21600"/>
              <a:gd name="T4" fmla="*/ 2147483646 w 43200"/>
              <a:gd name="T5" fmla="*/ 2147483646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200" h="21600" fill="none" extrusionOk="0">
                <a:moveTo>
                  <a:pt x="0" y="21599"/>
                </a:moveTo>
                <a:cubicBezTo>
                  <a:pt x="0" y="9670"/>
                  <a:pt x="9670" y="0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</a:path>
              <a:path w="43200" h="21600" stroke="0" extrusionOk="0">
                <a:moveTo>
                  <a:pt x="0" y="21599"/>
                </a:moveTo>
                <a:cubicBezTo>
                  <a:pt x="0" y="9670"/>
                  <a:pt x="9670" y="0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lnTo>
                  <a:pt x="21600" y="21600"/>
                </a:lnTo>
                <a:lnTo>
                  <a:pt x="0" y="21599"/>
                </a:lnTo>
                <a:close/>
              </a:path>
            </a:pathLst>
          </a:custGeom>
          <a:noFill/>
          <a:ln w="28575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20910" name="Group 46"/>
          <p:cNvGrpSpPr>
            <a:grpSpLocks/>
          </p:cNvGrpSpPr>
          <p:nvPr/>
        </p:nvGrpSpPr>
        <p:grpSpPr bwMode="auto">
          <a:xfrm>
            <a:off x="4419601" y="2743201"/>
            <a:ext cx="201613" cy="1204913"/>
            <a:chOff x="1824" y="1728"/>
            <a:chExt cx="127" cy="759"/>
          </a:xfrm>
        </p:grpSpPr>
        <p:graphicFrame>
          <p:nvGraphicFramePr>
            <p:cNvPr id="24628" name="Object 47"/>
            <p:cNvGraphicFramePr>
              <a:graphicFrameLocks noChangeAspect="1"/>
            </p:cNvGraphicFramePr>
            <p:nvPr/>
          </p:nvGraphicFramePr>
          <p:xfrm>
            <a:off x="1824" y="2352"/>
            <a:ext cx="127" cy="1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391" name="Equation" r:id="rId59" imgW="228600" imgH="241300" progId="Equation.3">
                    <p:embed/>
                  </p:oleObj>
                </mc:Choice>
                <mc:Fallback>
                  <p:oleObj name="Equation" r:id="rId59" imgW="228600" imgH="2413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24" y="2352"/>
                          <a:ext cx="127" cy="1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629" name="Line 48"/>
            <p:cNvSpPr>
              <a:spLocks noChangeShapeType="1"/>
            </p:cNvSpPr>
            <p:nvPr/>
          </p:nvSpPr>
          <p:spPr bwMode="auto">
            <a:xfrm>
              <a:off x="1872" y="1728"/>
              <a:ext cx="0" cy="576"/>
            </a:xfrm>
            <a:prstGeom prst="line">
              <a:avLst/>
            </a:prstGeom>
            <a:noFill/>
            <a:ln w="9525" cap="rnd">
              <a:solidFill>
                <a:schemeClr val="tx2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20913" name="AutoShape 49"/>
          <p:cNvSpPr>
            <a:spLocks noChangeArrowheads="1"/>
          </p:cNvSpPr>
          <p:nvPr/>
        </p:nvSpPr>
        <p:spPr bwMode="auto">
          <a:xfrm>
            <a:off x="6324600" y="533400"/>
            <a:ext cx="609600" cy="304800"/>
          </a:xfrm>
          <a:prstGeom prst="parallelogram">
            <a:avLst>
              <a:gd name="adj" fmla="val 22620"/>
            </a:avLst>
          </a:prstGeom>
          <a:noFill/>
          <a:ln w="2857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420914" name="Object 50"/>
          <p:cNvGraphicFramePr>
            <a:graphicFrameLocks noChangeAspect="1"/>
          </p:cNvGraphicFramePr>
          <p:nvPr/>
        </p:nvGraphicFramePr>
        <p:xfrm>
          <a:off x="5203826" y="3681414"/>
          <a:ext cx="358775" cy="280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392" name="Equation" r:id="rId61" imgW="406048" imgH="317225" progId="Equation.3">
                  <p:embed/>
                </p:oleObj>
              </mc:Choice>
              <mc:Fallback>
                <p:oleObj name="Equation" r:id="rId61" imgW="406048" imgH="31722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03826" y="3681414"/>
                        <a:ext cx="358775" cy="280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0915" name="Line 51"/>
          <p:cNvSpPr>
            <a:spLocks noChangeShapeType="1"/>
          </p:cNvSpPr>
          <p:nvPr/>
        </p:nvSpPr>
        <p:spPr bwMode="auto">
          <a:xfrm flipV="1">
            <a:off x="5410200" y="1828800"/>
            <a:ext cx="0" cy="175260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0916" name="Arc 52"/>
          <p:cNvSpPr>
            <a:spLocks/>
          </p:cNvSpPr>
          <p:nvPr/>
        </p:nvSpPr>
        <p:spPr bwMode="auto">
          <a:xfrm rot="-7246178">
            <a:off x="4094957" y="1545432"/>
            <a:ext cx="836612" cy="2473325"/>
          </a:xfrm>
          <a:custGeom>
            <a:avLst/>
            <a:gdLst>
              <a:gd name="T0" fmla="*/ 2147483646 w 21600"/>
              <a:gd name="T1" fmla="*/ 0 h 29959"/>
              <a:gd name="T2" fmla="*/ 2147483646 w 21600"/>
              <a:gd name="T3" fmla="*/ 2147483646 h 29959"/>
              <a:gd name="T4" fmla="*/ 0 w 21600"/>
              <a:gd name="T5" fmla="*/ 2147483646 h 29959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9959" fill="none" extrusionOk="0">
                <a:moveTo>
                  <a:pt x="4248" y="-1"/>
                </a:moveTo>
                <a:cubicBezTo>
                  <a:pt x="14338" y="2023"/>
                  <a:pt x="21600" y="10886"/>
                  <a:pt x="21600" y="21178"/>
                </a:cubicBezTo>
                <a:cubicBezTo>
                  <a:pt x="21600" y="24203"/>
                  <a:pt x="20964" y="27194"/>
                  <a:pt x="19734" y="29958"/>
                </a:cubicBezTo>
              </a:path>
              <a:path w="21600" h="29959" stroke="0" extrusionOk="0">
                <a:moveTo>
                  <a:pt x="4248" y="-1"/>
                </a:moveTo>
                <a:cubicBezTo>
                  <a:pt x="14338" y="2023"/>
                  <a:pt x="21600" y="10886"/>
                  <a:pt x="21600" y="21178"/>
                </a:cubicBezTo>
                <a:cubicBezTo>
                  <a:pt x="21600" y="24203"/>
                  <a:pt x="20964" y="27194"/>
                  <a:pt x="19734" y="29958"/>
                </a:cubicBezTo>
                <a:lnTo>
                  <a:pt x="0" y="21178"/>
                </a:lnTo>
                <a:lnTo>
                  <a:pt x="4248" y="-1"/>
                </a:lnTo>
                <a:close/>
              </a:path>
            </a:pathLst>
          </a:custGeom>
          <a:noFill/>
          <a:ln w="28575">
            <a:solidFill>
              <a:srgbClr val="CC1818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20917" name="Group 53"/>
          <p:cNvGrpSpPr>
            <a:grpSpLocks/>
          </p:cNvGrpSpPr>
          <p:nvPr/>
        </p:nvGrpSpPr>
        <p:grpSpPr bwMode="auto">
          <a:xfrm>
            <a:off x="3379788" y="2667001"/>
            <a:ext cx="1116012" cy="214313"/>
            <a:chOff x="1169" y="1680"/>
            <a:chExt cx="703" cy="135"/>
          </a:xfrm>
        </p:grpSpPr>
        <p:sp>
          <p:nvSpPr>
            <p:cNvPr id="24626" name="Line 54"/>
            <p:cNvSpPr>
              <a:spLocks noChangeShapeType="1"/>
            </p:cNvSpPr>
            <p:nvPr/>
          </p:nvSpPr>
          <p:spPr bwMode="auto">
            <a:xfrm>
              <a:off x="1296" y="1728"/>
              <a:ext cx="576" cy="0"/>
            </a:xfrm>
            <a:prstGeom prst="line">
              <a:avLst/>
            </a:prstGeom>
            <a:noFill/>
            <a:ln w="9525" cap="rnd">
              <a:solidFill>
                <a:schemeClr val="tx2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4627" name="Object 55"/>
            <p:cNvGraphicFramePr>
              <a:graphicFrameLocks noChangeAspect="1"/>
            </p:cNvGraphicFramePr>
            <p:nvPr/>
          </p:nvGraphicFramePr>
          <p:xfrm>
            <a:off x="1169" y="1680"/>
            <a:ext cx="127" cy="1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393" name="Equation" r:id="rId63" imgW="228600" imgH="241300" progId="Equation.3">
                    <p:embed/>
                  </p:oleObj>
                </mc:Choice>
                <mc:Fallback>
                  <p:oleObj name="Equation" r:id="rId63" imgW="228600" imgH="2413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69" y="1680"/>
                          <a:ext cx="127" cy="1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20920" name="Group 56"/>
          <p:cNvGrpSpPr>
            <a:grpSpLocks/>
          </p:cNvGrpSpPr>
          <p:nvPr/>
        </p:nvGrpSpPr>
        <p:grpSpPr bwMode="auto">
          <a:xfrm>
            <a:off x="3222626" y="1676400"/>
            <a:ext cx="2187575" cy="280988"/>
            <a:chOff x="1070" y="1056"/>
            <a:chExt cx="1378" cy="177"/>
          </a:xfrm>
        </p:grpSpPr>
        <p:graphicFrame>
          <p:nvGraphicFramePr>
            <p:cNvPr id="24624" name="Object 57"/>
            <p:cNvGraphicFramePr>
              <a:graphicFrameLocks noChangeAspect="1"/>
            </p:cNvGraphicFramePr>
            <p:nvPr/>
          </p:nvGraphicFramePr>
          <p:xfrm>
            <a:off x="1070" y="1056"/>
            <a:ext cx="226" cy="1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394" name="Equation" r:id="rId64" imgW="406048" imgH="317225" progId="Equation.3">
                    <p:embed/>
                  </p:oleObj>
                </mc:Choice>
                <mc:Fallback>
                  <p:oleObj name="Equation" r:id="rId64" imgW="406048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70" y="1056"/>
                          <a:ext cx="226" cy="1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625" name="Line 58"/>
            <p:cNvSpPr>
              <a:spLocks noChangeShapeType="1"/>
            </p:cNvSpPr>
            <p:nvPr/>
          </p:nvSpPr>
          <p:spPr bwMode="auto">
            <a:xfrm>
              <a:off x="1296" y="1152"/>
              <a:ext cx="1152" cy="0"/>
            </a:xfrm>
            <a:prstGeom prst="line">
              <a:avLst/>
            </a:prstGeom>
            <a:noFill/>
            <a:ln w="9525" cap="rnd">
              <a:solidFill>
                <a:schemeClr val="tx2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420923" name="Object 59"/>
          <p:cNvGraphicFramePr>
            <a:graphicFrameLocks noChangeAspect="1"/>
          </p:cNvGraphicFramePr>
          <p:nvPr/>
        </p:nvGraphicFramePr>
        <p:xfrm>
          <a:off x="6787795" y="1380169"/>
          <a:ext cx="1474239" cy="9852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395" name="Equation" r:id="rId65" imgW="672840" imgH="419040" progId="Equation.DSMT4">
                  <p:embed/>
                </p:oleObj>
              </mc:Choice>
              <mc:Fallback>
                <p:oleObj name="Equation" r:id="rId65" imgW="67284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7795" y="1380169"/>
                        <a:ext cx="1474239" cy="9852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0936" name="Line 72"/>
          <p:cNvSpPr>
            <a:spLocks noChangeShapeType="1"/>
          </p:cNvSpPr>
          <p:nvPr/>
        </p:nvSpPr>
        <p:spPr bwMode="auto">
          <a:xfrm>
            <a:off x="3352801" y="2362200"/>
            <a:ext cx="2238375" cy="0"/>
          </a:xfrm>
          <a:prstGeom prst="line">
            <a:avLst/>
          </a:prstGeom>
          <a:noFill/>
          <a:ln w="28575">
            <a:solidFill>
              <a:srgbClr val="CC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5F8BC-3C02-4E82-A6AD-68405BC1CFA0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782393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20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209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209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209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209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420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20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420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420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20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420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209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209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4209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4209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420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420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420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4209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42087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20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500"/>
                                        <p:tgtEl>
                                          <p:spTgt spid="420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420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420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420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420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420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4208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4208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4208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4208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4208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4208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4208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4208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 nodeType="clickPar">
                      <p:stCondLst>
                        <p:cond delay="indefinite"/>
                      </p:stCondLst>
                      <p:childTnLst>
                        <p:par>
                          <p:cTn id="1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420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 nodeType="clickPar">
                      <p:stCondLst>
                        <p:cond delay="indefinite"/>
                      </p:stCondLst>
                      <p:childTnLst>
                        <p:par>
                          <p:cTn id="1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420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 nodeType="clickPar">
                      <p:stCondLst>
                        <p:cond delay="indefinite"/>
                      </p:stCondLst>
                      <p:childTnLst>
                        <p:par>
                          <p:cTn id="1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420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 nodeType="clickPar">
                      <p:stCondLst>
                        <p:cond delay="indefinite"/>
                      </p:stCondLst>
                      <p:childTnLst>
                        <p:par>
                          <p:cTn id="1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420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 nodeType="clickPar">
                      <p:stCondLst>
                        <p:cond delay="indefinite"/>
                      </p:stCondLst>
                      <p:childTnLst>
                        <p:par>
                          <p:cTn id="1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9" dur="500"/>
                                        <p:tgtEl>
                                          <p:spTgt spid="420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 nodeType="clickPar">
                      <p:stCondLst>
                        <p:cond delay="indefinite"/>
                      </p:stCondLst>
                      <p:childTnLst>
                        <p:par>
                          <p:cTn id="1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2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4" dur="1000" fill="hold"/>
                                        <p:tgtEl>
                                          <p:spTgt spid="4208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1000" fill="hold"/>
                                        <p:tgtEl>
                                          <p:spTgt spid="4208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1000" fill="hold"/>
                                        <p:tgtEl>
                                          <p:spTgt spid="4208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" dur="1000" fill="hold"/>
                                        <p:tgtEl>
                                          <p:spTgt spid="4208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 nodeType="clickPar">
                      <p:stCondLst>
                        <p:cond delay="indefinite"/>
                      </p:stCondLst>
                      <p:childTnLst>
                        <p:par>
                          <p:cTn id="1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0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2" dur="1000" fill="hold"/>
                                        <p:tgtEl>
                                          <p:spTgt spid="4208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1000" fill="hold"/>
                                        <p:tgtEl>
                                          <p:spTgt spid="4208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1000" fill="hold"/>
                                        <p:tgtEl>
                                          <p:spTgt spid="4208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1000" fill="hold"/>
                                        <p:tgtEl>
                                          <p:spTgt spid="4208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 nodeType="clickPar">
                      <p:stCondLst>
                        <p:cond delay="indefinite"/>
                      </p:stCondLst>
                      <p:childTnLst>
                        <p:par>
                          <p:cTn id="1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0" dur="500"/>
                                        <p:tgtEl>
                                          <p:spTgt spid="420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 nodeType="clickPar">
                      <p:stCondLst>
                        <p:cond delay="indefinite"/>
                      </p:stCondLst>
                      <p:childTnLst>
                        <p:par>
                          <p:cTn id="1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5" dur="500"/>
                                        <p:tgtEl>
                                          <p:spTgt spid="4208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 nodeType="clickPar">
                      <p:stCondLst>
                        <p:cond delay="indefinite"/>
                      </p:stCondLst>
                      <p:childTnLst>
                        <p:par>
                          <p:cTn id="1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0" dur="500"/>
                                        <p:tgtEl>
                                          <p:spTgt spid="4208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 nodeType="clickPar">
                      <p:stCondLst>
                        <p:cond delay="indefinite"/>
                      </p:stCondLst>
                      <p:childTnLst>
                        <p:par>
                          <p:cTn id="1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5" dur="500"/>
                                        <p:tgtEl>
                                          <p:spTgt spid="420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 nodeType="clickPar">
                      <p:stCondLst>
                        <p:cond delay="indefinite"/>
                      </p:stCondLst>
                      <p:childTnLst>
                        <p:par>
                          <p:cTn id="1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0" dur="500"/>
                                        <p:tgtEl>
                                          <p:spTgt spid="420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 nodeType="clickPar">
                      <p:stCondLst>
                        <p:cond delay="indefinite"/>
                      </p:stCondLst>
                      <p:childTnLst>
                        <p:par>
                          <p:cTn id="1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5" dur="500"/>
                                        <p:tgtEl>
                                          <p:spTgt spid="420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 nodeType="clickPar">
                      <p:stCondLst>
                        <p:cond delay="indefinite"/>
                      </p:stCondLst>
                      <p:childTnLst>
                        <p:par>
                          <p:cTn id="1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8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0" dur="1000" fill="hold"/>
                                        <p:tgtEl>
                                          <p:spTgt spid="4208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1" dur="1000" fill="hold"/>
                                        <p:tgtEl>
                                          <p:spTgt spid="4208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2" dur="1000" fill="hold"/>
                                        <p:tgtEl>
                                          <p:spTgt spid="4208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3" dur="1000" fill="hold"/>
                                        <p:tgtEl>
                                          <p:spTgt spid="4208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 nodeType="clickPar">
                      <p:stCondLst>
                        <p:cond delay="indefinite"/>
                      </p:stCondLst>
                      <p:childTnLst>
                        <p:par>
                          <p:cTn id="2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6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8" dur="1000" fill="hold"/>
                                        <p:tgtEl>
                                          <p:spTgt spid="4208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9" dur="1000" fill="hold"/>
                                        <p:tgtEl>
                                          <p:spTgt spid="4208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0" dur="1000" fill="hold"/>
                                        <p:tgtEl>
                                          <p:spTgt spid="4208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1" dur="1000" fill="hold"/>
                                        <p:tgtEl>
                                          <p:spTgt spid="4208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 nodeType="clickPar">
                      <p:stCondLst>
                        <p:cond delay="indefinite"/>
                      </p:stCondLst>
                      <p:childTnLst>
                        <p:par>
                          <p:cTn id="2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6" dur="500"/>
                                        <p:tgtEl>
                                          <p:spTgt spid="420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 nodeType="clickPar">
                      <p:stCondLst>
                        <p:cond delay="indefinite"/>
                      </p:stCondLst>
                      <p:childTnLst>
                        <p:par>
                          <p:cTn id="2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1" dur="500"/>
                                        <p:tgtEl>
                                          <p:spTgt spid="420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2" fill="hold" nodeType="clickPar">
                      <p:stCondLst>
                        <p:cond delay="indefinite"/>
                      </p:stCondLst>
                      <p:childTnLst>
                        <p:par>
                          <p:cTn id="2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6" dur="500"/>
                                        <p:tgtEl>
                                          <p:spTgt spid="420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0868" grpId="0" animBg="1"/>
      <p:bldP spid="420871" grpId="0" autoUpdateAnimBg="0"/>
      <p:bldP spid="420872" grpId="0" autoUpdateAnimBg="0"/>
      <p:bldP spid="420873" grpId="0" animBg="1"/>
      <p:bldP spid="420908" grpId="0" animBg="1"/>
      <p:bldP spid="420909" grpId="0" animBg="1"/>
      <p:bldP spid="420913" grpId="0" animBg="1"/>
      <p:bldP spid="420915" grpId="0" animBg="1"/>
      <p:bldP spid="420916" grpId="0" animBg="1"/>
      <p:bldP spid="42093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890" name="AutoShape 2"/>
          <p:cNvSpPr>
            <a:spLocks noChangeArrowheads="1"/>
          </p:cNvSpPr>
          <p:nvPr/>
        </p:nvSpPr>
        <p:spPr bwMode="auto">
          <a:xfrm>
            <a:off x="2438399" y="2057400"/>
            <a:ext cx="7428411" cy="3098074"/>
          </a:xfrm>
          <a:prstGeom prst="horizontalScroll">
            <a:avLst>
              <a:gd name="adj" fmla="val 5606"/>
            </a:avLst>
          </a:prstGeom>
          <a:gradFill rotWithShape="0">
            <a:gsLst>
              <a:gs pos="0">
                <a:srgbClr val="767647"/>
              </a:gs>
              <a:gs pos="50000">
                <a:srgbClr val="FFFF99"/>
              </a:gs>
              <a:gs pos="100000">
                <a:srgbClr val="767647"/>
              </a:gs>
            </a:gsLst>
            <a:lin ang="5400000" scaled="1"/>
          </a:gradFill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25604" name="Text Box 3"/>
          <p:cNvSpPr txBox="1">
            <a:spLocks noChangeArrowheads="1"/>
          </p:cNvSpPr>
          <p:nvPr/>
        </p:nvSpPr>
        <p:spPr bwMode="auto">
          <a:xfrm>
            <a:off x="4151313" y="1543050"/>
            <a:ext cx="41148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3200" u="sng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交换积分次序的步骤</a:t>
            </a:r>
          </a:p>
        </p:txBody>
      </p:sp>
      <p:sp>
        <p:nvSpPr>
          <p:cNvPr id="421892" name="Text Box 4"/>
          <p:cNvSpPr txBox="1">
            <a:spLocks noChangeArrowheads="1"/>
          </p:cNvSpPr>
          <p:nvPr/>
        </p:nvSpPr>
        <p:spPr bwMode="auto">
          <a:xfrm>
            <a:off x="2743200" y="2438400"/>
            <a:ext cx="6705600" cy="11523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lnSpc>
                <a:spcPct val="130000"/>
              </a:lnSpc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chemeClr val="tx2"/>
                </a:solidFill>
                <a:ea typeface="宋体" panose="02010600030101010101" pitchFamily="2" charset="-122"/>
              </a:rPr>
              <a:t>       </a:t>
            </a:r>
            <a:r>
              <a:rPr lang="en-US" altLang="zh-CN" b="1" dirty="0">
                <a:solidFill>
                  <a:srgbClr val="0000CC"/>
                </a:solidFill>
                <a:ea typeface="宋体" panose="02010600030101010101" pitchFamily="2" charset="-122"/>
              </a:rPr>
              <a:t>(A) </a:t>
            </a:r>
            <a:r>
              <a:rPr lang="zh-CN" altLang="en-US" b="1" dirty="0">
                <a:solidFill>
                  <a:srgbClr val="0000CC"/>
                </a:solidFill>
                <a:ea typeface="宋体" panose="02010600030101010101" pitchFamily="2" charset="-122"/>
              </a:rPr>
              <a:t>将已给的二次积分的积分限得出相应的二重积分的积分区域</a:t>
            </a:r>
            <a:r>
              <a:rPr lang="en-US" altLang="zh-CN" b="1" dirty="0">
                <a:solidFill>
                  <a:srgbClr val="0000CC"/>
                </a:solidFill>
                <a:ea typeface="宋体" panose="02010600030101010101" pitchFamily="2" charset="-122"/>
              </a:rPr>
              <a:t>,</a:t>
            </a:r>
          </a:p>
        </p:txBody>
      </p:sp>
      <p:sp>
        <p:nvSpPr>
          <p:cNvPr id="421893" name="Text Box 5"/>
          <p:cNvSpPr txBox="1">
            <a:spLocks noChangeArrowheads="1"/>
          </p:cNvSpPr>
          <p:nvPr/>
        </p:nvSpPr>
        <p:spPr bwMode="auto">
          <a:xfrm>
            <a:off x="3352800" y="3657601"/>
            <a:ext cx="6172200" cy="1039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lnSpc>
                <a:spcPct val="110000"/>
              </a:lnSpc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rgbClr val="0000CC"/>
                </a:solidFill>
                <a:ea typeface="宋体" panose="02010600030101010101" pitchFamily="2" charset="-122"/>
              </a:rPr>
              <a:t>(B)</a:t>
            </a:r>
            <a:r>
              <a:rPr lang="en-US" altLang="zh-CN" b="1" dirty="0">
                <a:solidFill>
                  <a:schemeClr val="tx2"/>
                </a:solidFill>
                <a:ea typeface="宋体" panose="02010600030101010101" pitchFamily="2" charset="-122"/>
              </a:rPr>
              <a:t> </a:t>
            </a:r>
            <a:r>
              <a:rPr lang="zh-CN" altLang="en-US" b="1" dirty="0">
                <a:solidFill>
                  <a:srgbClr val="0000CC"/>
                </a:solidFill>
                <a:ea typeface="宋体" panose="02010600030101010101" pitchFamily="2" charset="-122"/>
              </a:rPr>
              <a:t>按相反顺序</a:t>
            </a:r>
            <a:r>
              <a:rPr lang="zh-CN" altLang="zh-CN" dirty="0">
                <a:solidFill>
                  <a:srgbClr val="0000CC"/>
                </a:solidFill>
              </a:rPr>
              <a:t>确定</a:t>
            </a:r>
            <a:r>
              <a:rPr lang="zh-CN" altLang="en-US" dirty="0">
                <a:solidFill>
                  <a:srgbClr val="0000CC"/>
                </a:solidFill>
              </a:rPr>
              <a:t>积分限，</a:t>
            </a:r>
            <a:r>
              <a:rPr lang="zh-CN" altLang="en-US" b="1" dirty="0">
                <a:solidFill>
                  <a:srgbClr val="0000CC"/>
                </a:solidFill>
                <a:ea typeface="宋体" panose="02010600030101010101" pitchFamily="2" charset="-122"/>
              </a:rPr>
              <a:t>写出相应的二次积分</a:t>
            </a:r>
            <a:r>
              <a:rPr lang="en-US" altLang="zh-CN" b="1" dirty="0">
                <a:solidFill>
                  <a:srgbClr val="0000CC"/>
                </a:solidFill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421894" name="Rectangle 6"/>
          <p:cNvSpPr>
            <a:spLocks noChangeArrowheads="1"/>
          </p:cNvSpPr>
          <p:nvPr/>
        </p:nvSpPr>
        <p:spPr bwMode="auto">
          <a:xfrm>
            <a:off x="7313614" y="2962275"/>
            <a:ext cx="2325687" cy="592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lnSpc>
                <a:spcPct val="130000"/>
              </a:lnSpc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0000CC"/>
                </a:solidFill>
                <a:ea typeface="宋体" panose="02010600030101010101" pitchFamily="2" charset="-122"/>
              </a:rPr>
              <a:t>并画出草图</a:t>
            </a:r>
            <a:r>
              <a:rPr lang="en-US" altLang="zh-CN" b="1" dirty="0">
                <a:solidFill>
                  <a:srgbClr val="0000CC"/>
                </a:solidFill>
                <a:ea typeface="宋体" panose="02010600030101010101" pitchFamily="2" charset="-122"/>
              </a:rPr>
              <a:t>;</a:t>
            </a:r>
          </a:p>
        </p:txBody>
      </p:sp>
      <p:sp>
        <p:nvSpPr>
          <p:cNvPr id="13" name="Text Box 3"/>
          <p:cNvSpPr txBox="1">
            <a:spLocks noChangeArrowheads="1"/>
          </p:cNvSpPr>
          <p:nvPr/>
        </p:nvSpPr>
        <p:spPr bwMode="auto">
          <a:xfrm>
            <a:off x="3846514" y="901700"/>
            <a:ext cx="5297487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  <a:defRPr/>
            </a:pPr>
            <a:r>
              <a:rPr lang="zh-CN" altLang="zh-CN" sz="3200" b="1" dirty="0">
                <a:solidFill>
                  <a:srgbClr val="FF0000"/>
                </a:solidFill>
                <a:latin typeface="+mn-ea"/>
                <a:ea typeface="+mn-ea"/>
              </a:rPr>
              <a:t>二重积分的计算规律</a:t>
            </a:r>
            <a:r>
              <a:rPr lang="en-US" altLang="zh-CN" sz="3200" b="1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</a:rPr>
              <a:t>(1)</a:t>
            </a:r>
            <a:endParaRPr lang="zh-CN" altLang="en-US" sz="3200" b="1" dirty="0">
              <a:solidFill>
                <a:srgbClr val="FF33CC"/>
              </a:solidFill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5F8BC-3C02-4E82-A6AD-68405BC1CFA0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0078402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7" dur="500"/>
                                        <p:tgtEl>
                                          <p:spTgt spid="421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21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21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21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1890" grpId="0" animBg="1"/>
      <p:bldP spid="421892" grpId="0" autoUpdateAnimBg="0"/>
      <p:bldP spid="421893" grpId="0" autoUpdateAnimBg="0"/>
      <p:bldP spid="421894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8" name="Text Box 7"/>
          <p:cNvSpPr txBox="1">
            <a:spLocks noChangeArrowheads="1"/>
          </p:cNvSpPr>
          <p:nvPr/>
        </p:nvSpPr>
        <p:spPr bwMode="auto">
          <a:xfrm>
            <a:off x="2286000" y="304801"/>
            <a:ext cx="4572000" cy="5663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lnSpc>
                <a:spcPct val="110000"/>
              </a:lnSpc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rgbClr val="0000FF"/>
                </a:solidFill>
                <a:ea typeface="宋体" panose="02010600030101010101" pitchFamily="2" charset="-122"/>
              </a:rPr>
              <a:t>二次积分一定能交换次序</a:t>
            </a:r>
          </a:p>
        </p:txBody>
      </p:sp>
      <p:sp>
        <p:nvSpPr>
          <p:cNvPr id="422920" name="WordArt 8"/>
          <p:cNvSpPr>
            <a:spLocks noChangeArrowheads="1" noChangeShapeType="1" noTextEdit="1"/>
          </p:cNvSpPr>
          <p:nvPr/>
        </p:nvSpPr>
        <p:spPr bwMode="auto">
          <a:xfrm>
            <a:off x="6477000" y="304800"/>
            <a:ext cx="228600" cy="700088"/>
          </a:xfrm>
          <a:prstGeom prst="rect">
            <a:avLst/>
          </a:prstGeom>
        </p:spPr>
        <p:txBody>
          <a:bodyPr wrap="none" fromWordArt="1">
            <a:prstTxWarp prst="textCascadeUp">
              <a:avLst>
                <a:gd name="adj" fmla="val 44444"/>
              </a:avLst>
            </a:prstTxWarp>
            <a:scene3d>
              <a:camera prst="legacyPerspectiveFront">
                <a:rot lat="20519972" lon="1080000" rev="0"/>
              </a:camera>
              <a:lightRig rig="legacyHarsh2" dir="b"/>
            </a:scene3d>
            <a:sp3d extrusionH="430200" prstMaterial="legacyMatte">
              <a:extrusionClr>
                <a:srgbClr val="FF6600"/>
              </a:extrusionClr>
              <a:contourClr>
                <a:srgbClr val="FFE701"/>
              </a:contourClr>
            </a:sp3d>
          </a:bodyPr>
          <a:lstStyle/>
          <a:p>
            <a:r>
              <a:rPr lang="en-US" altLang="zh-CN" sz="3600" kern="10">
                <a:ln w="9525">
                  <a:round/>
                  <a:headEnd/>
                  <a:tailEnd/>
                </a:ln>
                <a:gradFill rotWithShape="1">
                  <a:gsLst>
                    <a:gs pos="0">
                      <a:srgbClr val="FFE701"/>
                    </a:gs>
                    <a:gs pos="100000">
                      <a:srgbClr val="FE3E02"/>
                    </a:gs>
                  </a:gsLst>
                  <a:lin ang="5400000" scaled="1"/>
                </a:gradFill>
                <a:latin typeface="宋体" panose="02010600030101010101" pitchFamily="2" charset="-122"/>
              </a:rPr>
              <a:t>?</a:t>
            </a:r>
            <a:endParaRPr lang="zh-CN" altLang="en-US" sz="3600" kern="10">
              <a:ln w="9525">
                <a:round/>
                <a:headEnd/>
                <a:tailEnd/>
              </a:ln>
              <a:gradFill rotWithShape="1">
                <a:gsLst>
                  <a:gs pos="0">
                    <a:srgbClr val="FFE701"/>
                  </a:gs>
                  <a:gs pos="100000">
                    <a:srgbClr val="FE3E02"/>
                  </a:gs>
                </a:gsLst>
                <a:lin ang="5400000" scaled="1"/>
              </a:gradFill>
              <a:latin typeface="宋体" panose="02010600030101010101" pitchFamily="2" charset="-122"/>
            </a:endParaRPr>
          </a:p>
        </p:txBody>
      </p:sp>
      <p:sp>
        <p:nvSpPr>
          <p:cNvPr id="422921" name="Text Box 9"/>
          <p:cNvSpPr txBox="1">
            <a:spLocks noChangeArrowheads="1"/>
          </p:cNvSpPr>
          <p:nvPr/>
        </p:nvSpPr>
        <p:spPr bwMode="auto">
          <a:xfrm>
            <a:off x="7010400" y="304801"/>
            <a:ext cx="685800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lnSpc>
                <a:spcPct val="110000"/>
              </a:lnSpc>
              <a:spcBef>
                <a:spcPct val="50000"/>
              </a:spcBef>
              <a:buFontTx/>
              <a:buNone/>
            </a:pPr>
            <a:r>
              <a:rPr lang="zh-CN" altLang="en-US">
                <a:solidFill>
                  <a:srgbClr val="0000FF"/>
                </a:solidFill>
                <a:ea typeface="黑体" panose="02010609060101010101" pitchFamily="49" charset="-122"/>
              </a:rPr>
              <a:t>答</a:t>
            </a:r>
            <a:endParaRPr lang="zh-CN" altLang="en-US">
              <a:solidFill>
                <a:schemeClr val="tx2"/>
              </a:solidFill>
              <a:ea typeface="宋体" panose="02010600030101010101" pitchFamily="2" charset="-122"/>
            </a:endParaRPr>
          </a:p>
        </p:txBody>
      </p:sp>
      <p:sp>
        <p:nvSpPr>
          <p:cNvPr id="422922" name="Text Box 10"/>
          <p:cNvSpPr txBox="1">
            <a:spLocks noChangeArrowheads="1"/>
          </p:cNvSpPr>
          <p:nvPr/>
        </p:nvSpPr>
        <p:spPr bwMode="auto">
          <a:xfrm>
            <a:off x="7467600" y="304801"/>
            <a:ext cx="1600200" cy="5275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lnSpc>
                <a:spcPct val="110000"/>
              </a:lnSpc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不一定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!</a:t>
            </a:r>
          </a:p>
        </p:txBody>
      </p:sp>
      <p:sp>
        <p:nvSpPr>
          <p:cNvPr id="422923" name="Text Box 11"/>
          <p:cNvSpPr txBox="1">
            <a:spLocks noChangeArrowheads="1"/>
          </p:cNvSpPr>
          <p:nvPr/>
        </p:nvSpPr>
        <p:spPr bwMode="auto">
          <a:xfrm>
            <a:off x="2224088" y="1433514"/>
            <a:ext cx="1600200" cy="5275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lnSpc>
                <a:spcPct val="110000"/>
              </a:lnSpc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0000CC"/>
                </a:solidFill>
                <a:ea typeface="宋体" panose="02010600030101010101" pitchFamily="2" charset="-122"/>
              </a:rPr>
              <a:t>例如</a:t>
            </a:r>
            <a:r>
              <a:rPr lang="en-US" altLang="zh-CN" b="1" dirty="0">
                <a:solidFill>
                  <a:srgbClr val="0000CC"/>
                </a:solidFill>
                <a:ea typeface="宋体" panose="02010600030101010101" pitchFamily="2" charset="-122"/>
              </a:rPr>
              <a:t>:</a:t>
            </a:r>
          </a:p>
        </p:txBody>
      </p:sp>
      <p:graphicFrame>
        <p:nvGraphicFramePr>
          <p:cNvPr id="422924" name="Object 12"/>
          <p:cNvGraphicFramePr>
            <a:graphicFrameLocks noChangeAspect="1"/>
          </p:cNvGraphicFramePr>
          <p:nvPr/>
        </p:nvGraphicFramePr>
        <p:xfrm>
          <a:off x="3276600" y="990600"/>
          <a:ext cx="6388100" cy="144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998" name="Equation" r:id="rId4" imgW="6388100" imgH="1447800" progId="Equation.3">
                  <p:embed/>
                </p:oleObj>
              </mc:Choice>
              <mc:Fallback>
                <p:oleObj name="Equation" r:id="rId4" imgW="6388100" imgH="1447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990600"/>
                        <a:ext cx="6388100" cy="144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2925" name="Object 13"/>
          <p:cNvGraphicFramePr>
            <a:graphicFrameLocks noChangeAspect="1"/>
          </p:cNvGraphicFramePr>
          <p:nvPr/>
        </p:nvGraphicFramePr>
        <p:xfrm>
          <a:off x="2413000" y="2730500"/>
          <a:ext cx="32258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999" name="Equation" r:id="rId6" imgW="3225800" imgH="698500" progId="Equation.3">
                  <p:embed/>
                </p:oleObj>
              </mc:Choice>
              <mc:Fallback>
                <p:oleObj name="Equation" r:id="rId6" imgW="3225800" imgH="698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3000" y="2730500"/>
                        <a:ext cx="3225800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2926" name="Text Box 14"/>
          <p:cNvSpPr txBox="1">
            <a:spLocks noChangeArrowheads="1"/>
          </p:cNvSpPr>
          <p:nvPr/>
        </p:nvSpPr>
        <p:spPr bwMode="auto">
          <a:xfrm>
            <a:off x="5562600" y="2778126"/>
            <a:ext cx="914400" cy="5663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lnSpc>
                <a:spcPct val="110000"/>
              </a:lnSpc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由于</a:t>
            </a:r>
          </a:p>
        </p:txBody>
      </p:sp>
      <p:graphicFrame>
        <p:nvGraphicFramePr>
          <p:cNvPr id="422927" name="Object 15"/>
          <p:cNvGraphicFramePr>
            <a:graphicFrameLocks noChangeAspect="1"/>
          </p:cNvGraphicFramePr>
          <p:nvPr/>
        </p:nvGraphicFramePr>
        <p:xfrm>
          <a:off x="6477000" y="2590800"/>
          <a:ext cx="21844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000" name="Equation" r:id="rId8" imgW="2184400" imgH="977900" progId="Equation.3">
                  <p:embed/>
                </p:oleObj>
              </mc:Choice>
              <mc:Fallback>
                <p:oleObj name="Equation" r:id="rId8" imgW="2184400" imgH="977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0" y="2590800"/>
                        <a:ext cx="2184400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2928" name="Text Box 16"/>
          <p:cNvSpPr txBox="1">
            <a:spLocks noChangeArrowheads="1"/>
          </p:cNvSpPr>
          <p:nvPr/>
        </p:nvSpPr>
        <p:spPr bwMode="auto">
          <a:xfrm>
            <a:off x="2033588" y="3819526"/>
            <a:ext cx="914400" cy="5275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lnSpc>
                <a:spcPct val="110000"/>
              </a:lnSpc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故</a:t>
            </a:r>
          </a:p>
        </p:txBody>
      </p:sp>
      <p:graphicFrame>
        <p:nvGraphicFramePr>
          <p:cNvPr id="422929" name="Object 17"/>
          <p:cNvGraphicFramePr>
            <a:graphicFrameLocks noChangeAspect="1"/>
          </p:cNvGraphicFramePr>
          <p:nvPr/>
        </p:nvGraphicFramePr>
        <p:xfrm>
          <a:off x="2667000" y="3771900"/>
          <a:ext cx="21209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001" name="Equation" r:id="rId10" imgW="2120900" imgH="698500" progId="Equation.3">
                  <p:embed/>
                </p:oleObj>
              </mc:Choice>
              <mc:Fallback>
                <p:oleObj name="Equation" r:id="rId10" imgW="2120900" imgH="698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3771900"/>
                        <a:ext cx="2120900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2930" name="Object 18"/>
          <p:cNvGraphicFramePr>
            <a:graphicFrameLocks noChangeAspect="1"/>
          </p:cNvGraphicFramePr>
          <p:nvPr/>
        </p:nvGraphicFramePr>
        <p:xfrm>
          <a:off x="6604000" y="4648200"/>
          <a:ext cx="19304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002" name="Equation" r:id="rId12" imgW="1930400" imgH="838200" progId="Equation.3">
                  <p:embed/>
                </p:oleObj>
              </mc:Choice>
              <mc:Fallback>
                <p:oleObj name="Equation" r:id="rId12" imgW="1930400" imgH="838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04000" y="4648200"/>
                        <a:ext cx="19304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2931" name="Object 19"/>
          <p:cNvGraphicFramePr>
            <a:graphicFrameLocks noChangeAspect="1"/>
          </p:cNvGraphicFramePr>
          <p:nvPr/>
        </p:nvGraphicFramePr>
        <p:xfrm>
          <a:off x="3136900" y="4724400"/>
          <a:ext cx="34163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003" name="Equation" r:id="rId14" imgW="3416300" imgH="698500" progId="Equation.3">
                  <p:embed/>
                </p:oleObj>
              </mc:Choice>
              <mc:Fallback>
                <p:oleObj name="Equation" r:id="rId14" imgW="3416300" imgH="698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6900" y="4724400"/>
                        <a:ext cx="3416300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2932" name="Text Box 20"/>
          <p:cNvSpPr txBox="1">
            <a:spLocks noChangeArrowheads="1"/>
          </p:cNvSpPr>
          <p:nvPr/>
        </p:nvSpPr>
        <p:spPr bwMode="auto">
          <a:xfrm>
            <a:off x="2209800" y="4772026"/>
            <a:ext cx="1219200" cy="5275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lnSpc>
                <a:spcPct val="110000"/>
              </a:lnSpc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所以</a:t>
            </a:r>
          </a:p>
        </p:txBody>
      </p:sp>
      <p:graphicFrame>
        <p:nvGraphicFramePr>
          <p:cNvPr id="422933" name="Object 21"/>
          <p:cNvGraphicFramePr>
            <a:graphicFrameLocks noChangeAspect="1"/>
          </p:cNvGraphicFramePr>
          <p:nvPr/>
        </p:nvGraphicFramePr>
        <p:xfrm>
          <a:off x="3505200" y="5486400"/>
          <a:ext cx="6985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004" name="Equation" r:id="rId16" imgW="698500" imgH="825500" progId="Equation.3">
                  <p:embed/>
                </p:oleObj>
              </mc:Choice>
              <mc:Fallback>
                <p:oleObj name="Equation" r:id="rId16" imgW="698500" imgH="825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5486400"/>
                        <a:ext cx="6985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2934" name="Object 22"/>
          <p:cNvGraphicFramePr>
            <a:graphicFrameLocks noChangeAspect="1"/>
          </p:cNvGraphicFramePr>
          <p:nvPr/>
        </p:nvGraphicFramePr>
        <p:xfrm>
          <a:off x="8686800" y="2895600"/>
          <a:ext cx="12065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005" name="Equation" r:id="rId18" imgW="1205977" imgH="393529" progId="Equation.3">
                  <p:embed/>
                </p:oleObj>
              </mc:Choice>
              <mc:Fallback>
                <p:oleObj name="Equation" r:id="rId18" imgW="1205977" imgH="39352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86800" y="2895600"/>
                        <a:ext cx="12065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2935" name="Object 23"/>
          <p:cNvGraphicFramePr>
            <a:graphicFrameLocks noChangeAspect="1"/>
          </p:cNvGraphicFramePr>
          <p:nvPr/>
        </p:nvGraphicFramePr>
        <p:xfrm>
          <a:off x="8559800" y="4787900"/>
          <a:ext cx="14224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006" name="Equation" r:id="rId20" imgW="1422400" imgH="546100" progId="Equation.3">
                  <p:embed/>
                </p:oleObj>
              </mc:Choice>
              <mc:Fallback>
                <p:oleObj name="Equation" r:id="rId20" imgW="1422400" imgH="546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59800" y="4787900"/>
                        <a:ext cx="1422400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2936" name="Object 24"/>
          <p:cNvGraphicFramePr>
            <a:graphicFrameLocks noChangeAspect="1"/>
          </p:cNvGraphicFramePr>
          <p:nvPr/>
        </p:nvGraphicFramePr>
        <p:xfrm>
          <a:off x="4800600" y="3657600"/>
          <a:ext cx="28829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007" name="Equation" r:id="rId22" imgW="2882900" imgH="977900" progId="Equation.3">
                  <p:embed/>
                </p:oleObj>
              </mc:Choice>
              <mc:Fallback>
                <p:oleObj name="Equation" r:id="rId22" imgW="2882900" imgH="977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3657600"/>
                        <a:ext cx="2882900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2937" name="Object 25"/>
          <p:cNvGraphicFramePr>
            <a:graphicFrameLocks noChangeAspect="1"/>
          </p:cNvGraphicFramePr>
          <p:nvPr/>
        </p:nvGraphicFramePr>
        <p:xfrm>
          <a:off x="7683500" y="3568700"/>
          <a:ext cx="1612900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008" name="Equation" r:id="rId24" imgW="1612900" imgH="1079500" progId="Equation.3">
                  <p:embed/>
                </p:oleObj>
              </mc:Choice>
              <mc:Fallback>
                <p:oleObj name="Equation" r:id="rId24" imgW="1612900" imgH="1079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83500" y="3568700"/>
                        <a:ext cx="1612900" cy="1079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2938" name="Object 26"/>
          <p:cNvGraphicFramePr>
            <a:graphicFrameLocks noChangeAspect="1"/>
          </p:cNvGraphicFramePr>
          <p:nvPr/>
        </p:nvGraphicFramePr>
        <p:xfrm>
          <a:off x="9334500" y="3702050"/>
          <a:ext cx="10287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009" name="Equation" r:id="rId26" imgW="1028700" imgH="838200" progId="Equation.3">
                  <p:embed/>
                </p:oleObj>
              </mc:Choice>
              <mc:Fallback>
                <p:oleObj name="Equation" r:id="rId26" imgW="1028700" imgH="838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34500" y="3702050"/>
                        <a:ext cx="10287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5F8BC-3C02-4E82-A6AD-68405BC1CFA0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3573897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229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229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229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229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229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22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22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22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22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22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422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422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422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422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422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422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422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422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422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422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4229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422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2920" grpId="0" animBg="1"/>
      <p:bldP spid="422921" grpId="0" autoUpdateAnimBg="0"/>
      <p:bldP spid="422922" grpId="0" autoUpdateAnimBg="0"/>
      <p:bldP spid="422923" grpId="0" autoUpdateAnimBg="0"/>
      <p:bldP spid="422926" grpId="0" autoUpdateAnimBg="0"/>
      <p:bldP spid="422928" grpId="0" autoUpdateAnimBg="0"/>
      <p:bldP spid="422932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938" name="AutoShape 2"/>
          <p:cNvSpPr>
            <a:spLocks noChangeArrowheads="1"/>
          </p:cNvSpPr>
          <p:nvPr/>
        </p:nvSpPr>
        <p:spPr bwMode="auto">
          <a:xfrm>
            <a:off x="4495800" y="5638800"/>
            <a:ext cx="5410200" cy="76200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00FF99"/>
              </a:gs>
              <a:gs pos="50000">
                <a:srgbClr val="FFFFFF"/>
              </a:gs>
              <a:gs pos="100000">
                <a:srgbClr val="00FF99"/>
              </a:gs>
            </a:gsLst>
            <a:lin ang="5400000" scaled="1"/>
          </a:gradFill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27652" name="AutoShape 3"/>
          <p:cNvSpPr>
            <a:spLocks noChangeArrowheads="1"/>
          </p:cNvSpPr>
          <p:nvPr/>
        </p:nvSpPr>
        <p:spPr bwMode="auto">
          <a:xfrm>
            <a:off x="2286000" y="381000"/>
            <a:ext cx="7543800" cy="1524000"/>
          </a:xfrm>
          <a:prstGeom prst="roundRect">
            <a:avLst>
              <a:gd name="adj" fmla="val 16667"/>
            </a:avLst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27654" name="Text Box 9"/>
          <p:cNvSpPr txBox="1">
            <a:spLocks noChangeArrowheads="1"/>
          </p:cNvSpPr>
          <p:nvPr/>
        </p:nvSpPr>
        <p:spPr bwMode="auto">
          <a:xfrm>
            <a:off x="2298700" y="838201"/>
            <a:ext cx="1600200" cy="5275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lnSpc>
                <a:spcPct val="110000"/>
              </a:lnSpc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0000CC"/>
                </a:solidFill>
                <a:ea typeface="宋体" panose="02010600030101010101" pitchFamily="2" charset="-122"/>
              </a:rPr>
              <a:t>例如</a:t>
            </a:r>
            <a:r>
              <a:rPr lang="en-US" altLang="zh-CN" b="1" dirty="0">
                <a:solidFill>
                  <a:srgbClr val="0000CC"/>
                </a:solidFill>
                <a:ea typeface="宋体" panose="02010600030101010101" pitchFamily="2" charset="-122"/>
              </a:rPr>
              <a:t>:</a:t>
            </a:r>
          </a:p>
        </p:txBody>
      </p:sp>
      <p:graphicFrame>
        <p:nvGraphicFramePr>
          <p:cNvPr id="27655" name="Object 10"/>
          <p:cNvGraphicFramePr>
            <a:graphicFrameLocks noChangeAspect="1"/>
          </p:cNvGraphicFramePr>
          <p:nvPr/>
        </p:nvGraphicFramePr>
        <p:xfrm>
          <a:off x="3289300" y="457200"/>
          <a:ext cx="6388100" cy="144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234" name="Equation" r:id="rId4" imgW="6388100" imgH="1447800" progId="Equation.3">
                  <p:embed/>
                </p:oleObj>
              </mc:Choice>
              <mc:Fallback>
                <p:oleObj name="Equation" r:id="rId4" imgW="6388100" imgH="1447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9300" y="457200"/>
                        <a:ext cx="6388100" cy="144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6" name="Object 11"/>
          <p:cNvGraphicFramePr>
            <a:graphicFrameLocks noChangeAspect="1"/>
          </p:cNvGraphicFramePr>
          <p:nvPr/>
        </p:nvGraphicFramePr>
        <p:xfrm>
          <a:off x="2514600" y="1981200"/>
          <a:ext cx="34163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235" name="Equation" r:id="rId6" imgW="3416300" imgH="698500" progId="Equation.3">
                  <p:embed/>
                </p:oleObj>
              </mc:Choice>
              <mc:Fallback>
                <p:oleObj name="Equation" r:id="rId6" imgW="3416300" imgH="698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1981200"/>
                        <a:ext cx="3416300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7" name="Object 12"/>
          <p:cNvGraphicFramePr>
            <a:graphicFrameLocks noChangeAspect="1"/>
          </p:cNvGraphicFramePr>
          <p:nvPr/>
        </p:nvGraphicFramePr>
        <p:xfrm>
          <a:off x="5994400" y="1917700"/>
          <a:ext cx="4064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236" name="Equation" r:id="rId8" imgW="406224" imgH="825142" progId="Equation.3">
                  <p:embed/>
                </p:oleObj>
              </mc:Choice>
              <mc:Fallback>
                <p:oleObj name="Equation" r:id="rId8" imgW="406224" imgH="82514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94400" y="1917700"/>
                        <a:ext cx="4064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3949" name="Object 13"/>
          <p:cNvGraphicFramePr>
            <a:graphicFrameLocks noChangeAspect="1"/>
          </p:cNvGraphicFramePr>
          <p:nvPr/>
        </p:nvGraphicFramePr>
        <p:xfrm>
          <a:off x="2514600" y="2806700"/>
          <a:ext cx="32385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237" name="Equation" r:id="rId10" imgW="3238500" imgH="698500" progId="Equation.3">
                  <p:embed/>
                </p:oleObj>
              </mc:Choice>
              <mc:Fallback>
                <p:oleObj name="Equation" r:id="rId10" imgW="3238500" imgH="698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2806700"/>
                        <a:ext cx="3238500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3950" name="Text Box 14"/>
          <p:cNvSpPr txBox="1">
            <a:spLocks noChangeArrowheads="1"/>
          </p:cNvSpPr>
          <p:nvPr/>
        </p:nvSpPr>
        <p:spPr bwMode="auto">
          <a:xfrm>
            <a:off x="5791200" y="2841626"/>
            <a:ext cx="914400" cy="5275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lnSpc>
                <a:spcPct val="110000"/>
              </a:lnSpc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0000CC"/>
                </a:solidFill>
                <a:ea typeface="宋体" panose="02010600030101010101" pitchFamily="2" charset="-122"/>
              </a:rPr>
              <a:t>由于</a:t>
            </a:r>
          </a:p>
        </p:txBody>
      </p:sp>
      <p:graphicFrame>
        <p:nvGraphicFramePr>
          <p:cNvPr id="423951" name="Object 15"/>
          <p:cNvGraphicFramePr>
            <a:graphicFrameLocks noChangeAspect="1"/>
          </p:cNvGraphicFramePr>
          <p:nvPr/>
        </p:nvGraphicFramePr>
        <p:xfrm>
          <a:off x="6642100" y="2654300"/>
          <a:ext cx="21971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238" name="Equation" r:id="rId12" imgW="2197100" imgH="977900" progId="Equation.3">
                  <p:embed/>
                </p:oleObj>
              </mc:Choice>
              <mc:Fallback>
                <p:oleObj name="Equation" r:id="rId12" imgW="2197100" imgH="977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42100" y="2654300"/>
                        <a:ext cx="2197100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3952" name="Text Box 16"/>
          <p:cNvSpPr txBox="1">
            <a:spLocks noChangeArrowheads="1"/>
          </p:cNvSpPr>
          <p:nvPr/>
        </p:nvSpPr>
        <p:spPr bwMode="auto">
          <a:xfrm>
            <a:off x="1854200" y="3875089"/>
            <a:ext cx="914400" cy="5663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lnSpc>
                <a:spcPct val="110000"/>
              </a:lnSpc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故</a:t>
            </a:r>
          </a:p>
        </p:txBody>
      </p:sp>
      <p:graphicFrame>
        <p:nvGraphicFramePr>
          <p:cNvPr id="423953" name="Object 17"/>
          <p:cNvGraphicFramePr>
            <a:graphicFrameLocks noChangeAspect="1"/>
          </p:cNvGraphicFramePr>
          <p:nvPr/>
        </p:nvGraphicFramePr>
        <p:xfrm>
          <a:off x="2514600" y="3771900"/>
          <a:ext cx="21336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239" name="Equation" r:id="rId14" imgW="2133600" imgH="698500" progId="Equation.3">
                  <p:embed/>
                </p:oleObj>
              </mc:Choice>
              <mc:Fallback>
                <p:oleObj name="Equation" r:id="rId14" imgW="2133600" imgH="698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3771900"/>
                        <a:ext cx="2133600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3954" name="Object 18"/>
          <p:cNvGraphicFramePr>
            <a:graphicFrameLocks noChangeAspect="1"/>
          </p:cNvGraphicFramePr>
          <p:nvPr/>
        </p:nvGraphicFramePr>
        <p:xfrm>
          <a:off x="6400800" y="4648200"/>
          <a:ext cx="19304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240" name="Equation" r:id="rId16" imgW="1930400" imgH="914400" progId="Equation.3">
                  <p:embed/>
                </p:oleObj>
              </mc:Choice>
              <mc:Fallback>
                <p:oleObj name="Equation" r:id="rId16" imgW="1930400" imgH="914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0" y="4648200"/>
                        <a:ext cx="19304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3955" name="Text Box 19"/>
          <p:cNvSpPr txBox="1">
            <a:spLocks noChangeArrowheads="1"/>
          </p:cNvSpPr>
          <p:nvPr/>
        </p:nvSpPr>
        <p:spPr bwMode="auto">
          <a:xfrm>
            <a:off x="1954213" y="4751389"/>
            <a:ext cx="1219200" cy="5663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lnSpc>
                <a:spcPct val="110000"/>
              </a:lnSpc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2"/>
                </a:solidFill>
                <a:ea typeface="宋体" panose="02010600030101010101" pitchFamily="2" charset="-122"/>
              </a:rPr>
              <a:t>所以</a:t>
            </a:r>
          </a:p>
        </p:txBody>
      </p:sp>
      <p:graphicFrame>
        <p:nvGraphicFramePr>
          <p:cNvPr id="423956" name="Object 20"/>
          <p:cNvGraphicFramePr>
            <a:graphicFrameLocks noChangeAspect="1"/>
          </p:cNvGraphicFramePr>
          <p:nvPr/>
        </p:nvGraphicFramePr>
        <p:xfrm>
          <a:off x="3257550" y="5486400"/>
          <a:ext cx="9398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241" name="Equation" r:id="rId18" imgW="939800" imgH="825500" progId="Equation.3">
                  <p:embed/>
                </p:oleObj>
              </mc:Choice>
              <mc:Fallback>
                <p:oleObj name="Equation" r:id="rId18" imgW="939800" imgH="825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57550" y="5486400"/>
                        <a:ext cx="9398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3957" name="Object 21"/>
          <p:cNvGraphicFramePr>
            <a:graphicFrameLocks noChangeAspect="1"/>
          </p:cNvGraphicFramePr>
          <p:nvPr/>
        </p:nvGraphicFramePr>
        <p:xfrm>
          <a:off x="2959100" y="4724400"/>
          <a:ext cx="34417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242" name="Equation" r:id="rId20" imgW="3441700" imgH="698500" progId="Equation.3">
                  <p:embed/>
                </p:oleObj>
              </mc:Choice>
              <mc:Fallback>
                <p:oleObj name="Equation" r:id="rId20" imgW="3441700" imgH="698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9100" y="4724400"/>
                        <a:ext cx="3441700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3958" name="Object 22"/>
          <p:cNvGraphicFramePr>
            <a:graphicFrameLocks noChangeAspect="1"/>
          </p:cNvGraphicFramePr>
          <p:nvPr/>
        </p:nvGraphicFramePr>
        <p:xfrm>
          <a:off x="4572000" y="5626100"/>
          <a:ext cx="27559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243" name="Equation" r:id="rId22" imgW="2755900" imgH="698500" progId="Equation.3">
                  <p:embed/>
                </p:oleObj>
              </mc:Choice>
              <mc:Fallback>
                <p:oleObj name="Equation" r:id="rId22" imgW="2755900" imgH="698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5626100"/>
                        <a:ext cx="2755900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3959" name="Object 23"/>
          <p:cNvGraphicFramePr>
            <a:graphicFrameLocks noChangeAspect="1"/>
          </p:cNvGraphicFramePr>
          <p:nvPr/>
        </p:nvGraphicFramePr>
        <p:xfrm>
          <a:off x="7391400" y="5638800"/>
          <a:ext cx="25527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244" name="Equation" r:id="rId24" imgW="2552700" imgH="698500" progId="Equation.3">
                  <p:embed/>
                </p:oleObj>
              </mc:Choice>
              <mc:Fallback>
                <p:oleObj name="Equation" r:id="rId24" imgW="2552700" imgH="698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1400" y="5638800"/>
                        <a:ext cx="2552700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3960" name="Object 24"/>
          <p:cNvGraphicFramePr>
            <a:graphicFrameLocks noChangeAspect="1"/>
          </p:cNvGraphicFramePr>
          <p:nvPr/>
        </p:nvGraphicFramePr>
        <p:xfrm>
          <a:off x="8851900" y="2971800"/>
          <a:ext cx="12065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245" name="Equation" r:id="rId26" imgW="1205977" imgH="393529" progId="Equation.3">
                  <p:embed/>
                </p:oleObj>
              </mc:Choice>
              <mc:Fallback>
                <p:oleObj name="Equation" r:id="rId26" imgW="1205977" imgH="39352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51900" y="2971800"/>
                        <a:ext cx="12065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3961" name="Object 25"/>
          <p:cNvGraphicFramePr>
            <a:graphicFrameLocks noChangeAspect="1"/>
          </p:cNvGraphicFramePr>
          <p:nvPr/>
        </p:nvGraphicFramePr>
        <p:xfrm>
          <a:off x="4686300" y="3670300"/>
          <a:ext cx="29337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246" name="Equation" r:id="rId28" imgW="2933700" imgH="977900" progId="Equation.3">
                  <p:embed/>
                </p:oleObj>
              </mc:Choice>
              <mc:Fallback>
                <p:oleObj name="Equation" r:id="rId28" imgW="2933700" imgH="977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6300" y="3670300"/>
                        <a:ext cx="2933700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3962" name="Object 26"/>
          <p:cNvGraphicFramePr>
            <a:graphicFrameLocks noChangeAspect="1"/>
          </p:cNvGraphicFramePr>
          <p:nvPr/>
        </p:nvGraphicFramePr>
        <p:xfrm>
          <a:off x="7607300" y="3581400"/>
          <a:ext cx="1612900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247" name="Equation" r:id="rId30" imgW="1612900" imgH="1079500" progId="Equation.3">
                  <p:embed/>
                </p:oleObj>
              </mc:Choice>
              <mc:Fallback>
                <p:oleObj name="Equation" r:id="rId30" imgW="1612900" imgH="1079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07300" y="3581400"/>
                        <a:ext cx="1612900" cy="1079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3963" name="Object 27"/>
          <p:cNvGraphicFramePr>
            <a:graphicFrameLocks noChangeAspect="1"/>
          </p:cNvGraphicFramePr>
          <p:nvPr/>
        </p:nvGraphicFramePr>
        <p:xfrm>
          <a:off x="9258300" y="3733800"/>
          <a:ext cx="10287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248" name="Equation" r:id="rId32" imgW="1028700" imgH="914400" progId="Equation.3">
                  <p:embed/>
                </p:oleObj>
              </mc:Choice>
              <mc:Fallback>
                <p:oleObj name="Equation" r:id="rId32" imgW="1028700" imgH="914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58300" y="3733800"/>
                        <a:ext cx="10287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3964" name="Object 28"/>
          <p:cNvGraphicFramePr>
            <a:graphicFrameLocks noChangeAspect="1"/>
          </p:cNvGraphicFramePr>
          <p:nvPr/>
        </p:nvGraphicFramePr>
        <p:xfrm>
          <a:off x="8382000" y="4800600"/>
          <a:ext cx="16891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249" name="Equation" r:id="rId34" imgW="1688367" imgH="545863" progId="Equation.3">
                  <p:embed/>
                </p:oleObj>
              </mc:Choice>
              <mc:Fallback>
                <p:oleObj name="Equation" r:id="rId34" imgW="1688367" imgH="54586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0" y="4800600"/>
                        <a:ext cx="1689100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3965" name="AutoShape 29"/>
          <p:cNvSpPr>
            <a:spLocks noChangeArrowheads="1"/>
          </p:cNvSpPr>
          <p:nvPr/>
        </p:nvSpPr>
        <p:spPr bwMode="auto">
          <a:xfrm>
            <a:off x="2438400" y="2057400"/>
            <a:ext cx="457200" cy="609600"/>
          </a:xfrm>
          <a:prstGeom prst="parallelogram">
            <a:avLst>
              <a:gd name="adj" fmla="val 25000"/>
            </a:avLst>
          </a:prstGeom>
          <a:noFill/>
          <a:ln w="2857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23966" name="AutoShape 30"/>
          <p:cNvSpPr>
            <a:spLocks noChangeArrowheads="1"/>
          </p:cNvSpPr>
          <p:nvPr/>
        </p:nvSpPr>
        <p:spPr bwMode="auto">
          <a:xfrm>
            <a:off x="5867400" y="1981200"/>
            <a:ext cx="533400" cy="762000"/>
          </a:xfrm>
          <a:prstGeom prst="parallelogram">
            <a:avLst>
              <a:gd name="adj" fmla="val 25000"/>
            </a:avLst>
          </a:prstGeom>
          <a:noFill/>
          <a:ln w="2857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zh-CN" sz="2000">
              <a:solidFill>
                <a:srgbClr val="0000FF"/>
              </a:solidFill>
              <a:ea typeface="宋体" panose="02010600030101010101" pitchFamily="2" charset="-122"/>
            </a:endParaRPr>
          </a:p>
        </p:txBody>
      </p:sp>
      <p:sp>
        <p:nvSpPr>
          <p:cNvPr id="423967" name="AutoShape 31"/>
          <p:cNvSpPr>
            <a:spLocks noChangeArrowheads="1"/>
          </p:cNvSpPr>
          <p:nvPr/>
        </p:nvSpPr>
        <p:spPr bwMode="auto">
          <a:xfrm>
            <a:off x="2895600" y="4800600"/>
            <a:ext cx="457200" cy="609600"/>
          </a:xfrm>
          <a:prstGeom prst="parallelogram">
            <a:avLst>
              <a:gd name="adj" fmla="val 25000"/>
            </a:avLst>
          </a:prstGeom>
          <a:noFill/>
          <a:ln w="2857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23968" name="AutoShape 32"/>
          <p:cNvSpPr>
            <a:spLocks noChangeArrowheads="1"/>
          </p:cNvSpPr>
          <p:nvPr/>
        </p:nvSpPr>
        <p:spPr bwMode="auto">
          <a:xfrm>
            <a:off x="3429000" y="5562600"/>
            <a:ext cx="762000" cy="762000"/>
          </a:xfrm>
          <a:prstGeom prst="parallelogram">
            <a:avLst>
              <a:gd name="adj" fmla="val 25000"/>
            </a:avLst>
          </a:prstGeom>
          <a:noFill/>
          <a:ln w="2857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zh-CN" sz="2000">
              <a:solidFill>
                <a:srgbClr val="0000FF"/>
              </a:solidFill>
              <a:ea typeface="宋体" panose="02010600030101010101" pitchFamily="2" charset="-122"/>
            </a:endParaRPr>
          </a:p>
        </p:txBody>
      </p:sp>
      <p:sp>
        <p:nvSpPr>
          <p:cNvPr id="423969" name="AutoShape 33" descr="花束"/>
          <p:cNvSpPr>
            <a:spLocks noChangeArrowheads="1"/>
          </p:cNvSpPr>
          <p:nvPr/>
        </p:nvSpPr>
        <p:spPr bwMode="auto">
          <a:xfrm>
            <a:off x="2286000" y="365125"/>
            <a:ext cx="7543800" cy="1524000"/>
          </a:xfrm>
          <a:prstGeom prst="roundRect">
            <a:avLst>
              <a:gd name="adj" fmla="val 16667"/>
            </a:avLst>
          </a:prstGeom>
          <a:blipFill dpi="0" rotWithShape="0">
            <a:blip r:embed="rId36"/>
            <a:srcRect/>
            <a:tile tx="0" ty="0" sx="100000" sy="100000" flip="none" algn="tl"/>
          </a:blipFill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23970" name="Text Box 34"/>
          <p:cNvSpPr txBox="1">
            <a:spLocks noChangeArrowheads="1"/>
          </p:cNvSpPr>
          <p:nvPr/>
        </p:nvSpPr>
        <p:spPr bwMode="auto">
          <a:xfrm>
            <a:off x="2819400" y="514350"/>
            <a:ext cx="1371600" cy="628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lnSpc>
                <a:spcPct val="110000"/>
              </a:lnSpc>
              <a:spcBef>
                <a:spcPct val="50000"/>
              </a:spcBef>
              <a:buFontTx/>
              <a:buNone/>
            </a:pPr>
            <a:r>
              <a:rPr lang="zh-CN" altLang="en-US" sz="320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说明</a:t>
            </a:r>
            <a:r>
              <a:rPr lang="en-US" altLang="zh-CN" sz="320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:</a:t>
            </a:r>
          </a:p>
        </p:txBody>
      </p:sp>
      <p:sp>
        <p:nvSpPr>
          <p:cNvPr id="423971" name="Text Box 35"/>
          <p:cNvSpPr txBox="1">
            <a:spLocks noChangeArrowheads="1"/>
          </p:cNvSpPr>
          <p:nvPr/>
        </p:nvSpPr>
        <p:spPr bwMode="auto">
          <a:xfrm>
            <a:off x="3886200" y="581026"/>
            <a:ext cx="5791200" cy="5275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lnSpc>
                <a:spcPct val="110000"/>
              </a:lnSpc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0000CC"/>
                </a:solidFill>
                <a:ea typeface="宋体" panose="02010600030101010101" pitchFamily="2" charset="-122"/>
              </a:rPr>
              <a:t>当</a:t>
            </a:r>
            <a:r>
              <a:rPr lang="en-US" altLang="zh-CN" b="1" i="1" dirty="0">
                <a:solidFill>
                  <a:srgbClr val="0000CC"/>
                </a:solidFill>
                <a:ea typeface="宋体" panose="02010600030101010101" pitchFamily="2" charset="-122"/>
              </a:rPr>
              <a:t>f </a:t>
            </a:r>
            <a:r>
              <a:rPr lang="en-US" altLang="zh-CN" b="1" dirty="0">
                <a:solidFill>
                  <a:srgbClr val="0000CC"/>
                </a:solidFill>
                <a:ea typeface="宋体" panose="02010600030101010101" pitchFamily="2" charset="-122"/>
              </a:rPr>
              <a:t>(</a:t>
            </a:r>
            <a:r>
              <a:rPr lang="en-US" altLang="zh-CN" b="1" i="1" dirty="0">
                <a:solidFill>
                  <a:srgbClr val="0000CC"/>
                </a:solidFill>
                <a:ea typeface="宋体" panose="02010600030101010101" pitchFamily="2" charset="-122"/>
              </a:rPr>
              <a:t>x</a:t>
            </a:r>
            <a:r>
              <a:rPr lang="en-US" altLang="zh-CN" b="1" dirty="0">
                <a:solidFill>
                  <a:srgbClr val="0000CC"/>
                </a:solidFill>
                <a:ea typeface="宋体" panose="02010600030101010101" pitchFamily="2" charset="-122"/>
              </a:rPr>
              <a:t>,</a:t>
            </a:r>
            <a:r>
              <a:rPr lang="en-US" altLang="zh-CN" b="1" i="1" dirty="0">
                <a:solidFill>
                  <a:srgbClr val="0000CC"/>
                </a:solidFill>
                <a:ea typeface="宋体" panose="02010600030101010101" pitchFamily="2" charset="-122"/>
              </a:rPr>
              <a:t> y</a:t>
            </a:r>
            <a:r>
              <a:rPr lang="en-US" altLang="zh-CN" b="1" dirty="0">
                <a:solidFill>
                  <a:srgbClr val="0000CC"/>
                </a:solidFill>
                <a:ea typeface="宋体" panose="02010600030101010101" pitchFamily="2" charset="-122"/>
              </a:rPr>
              <a:t>)</a:t>
            </a:r>
            <a:r>
              <a:rPr lang="zh-CN" altLang="en-US" b="1" dirty="0">
                <a:solidFill>
                  <a:srgbClr val="0000CC"/>
                </a:solidFill>
                <a:ea typeface="宋体" panose="02010600030101010101" pitchFamily="2" charset="-122"/>
              </a:rPr>
              <a:t>在所考虑的区域上连续时</a:t>
            </a:r>
            <a:r>
              <a:rPr lang="en-US" altLang="zh-CN" b="1" dirty="0">
                <a:solidFill>
                  <a:srgbClr val="0000CC"/>
                </a:solidFill>
                <a:ea typeface="宋体" panose="02010600030101010101" pitchFamily="2" charset="-122"/>
              </a:rPr>
              <a:t>,</a:t>
            </a:r>
          </a:p>
        </p:txBody>
      </p:sp>
      <p:sp>
        <p:nvSpPr>
          <p:cNvPr id="423972" name="Text Box 36"/>
          <p:cNvSpPr txBox="1">
            <a:spLocks noChangeArrowheads="1"/>
          </p:cNvSpPr>
          <p:nvPr/>
        </p:nvSpPr>
        <p:spPr bwMode="auto">
          <a:xfrm>
            <a:off x="2895600" y="1114426"/>
            <a:ext cx="5791200" cy="5275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lnSpc>
                <a:spcPct val="110000"/>
              </a:lnSpc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0000CC"/>
                </a:solidFill>
                <a:ea typeface="宋体" panose="02010600030101010101" pitchFamily="2" charset="-122"/>
              </a:rPr>
              <a:t>二次积分可以交换积分次序</a:t>
            </a:r>
            <a:r>
              <a:rPr lang="en-US" altLang="zh-CN" b="1" dirty="0">
                <a:solidFill>
                  <a:srgbClr val="0000CC"/>
                </a:solidFill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5F8BC-3C02-4E82-A6AD-68405BC1CFA0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788598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23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23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23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23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23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23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239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23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23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23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23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23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23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23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4239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4239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4239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4239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4239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4239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4239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4239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4239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4239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423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423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4239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4239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4239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4239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 nodeType="clickPar">
                      <p:stCondLst>
                        <p:cond delay="indefinite"/>
                      </p:stCondLst>
                      <p:childTnLst>
                        <p:par>
                          <p:cTn id="1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423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 nodeType="clickPar">
                      <p:stCondLst>
                        <p:cond delay="indefinite"/>
                      </p:stCondLst>
                      <p:childTnLst>
                        <p:par>
                          <p:cTn id="1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423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3938" grpId="0" animBg="1"/>
      <p:bldP spid="423950" grpId="0" autoUpdateAnimBg="0"/>
      <p:bldP spid="423952" grpId="0" autoUpdateAnimBg="0"/>
      <p:bldP spid="423955" grpId="0" autoUpdateAnimBg="0"/>
      <p:bldP spid="423965" grpId="0" animBg="1"/>
      <p:bldP spid="423966" grpId="0" animBg="1" autoUpdateAnimBg="0"/>
      <p:bldP spid="423967" grpId="0" animBg="1"/>
      <p:bldP spid="423968" grpId="0" animBg="1" autoUpdateAnimBg="0"/>
      <p:bldP spid="423969" grpId="0" animBg="1"/>
      <p:bldP spid="423970" grpId="0" autoUpdateAnimBg="0"/>
      <p:bldP spid="423971" grpId="0" autoUpdateAnimBg="0"/>
      <p:bldP spid="423972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010" name="AutoShape 2"/>
          <p:cNvSpPr>
            <a:spLocks noChangeArrowheads="1"/>
          </p:cNvSpPr>
          <p:nvPr/>
        </p:nvSpPr>
        <p:spPr bwMode="auto">
          <a:xfrm>
            <a:off x="4648200" y="709613"/>
            <a:ext cx="304800" cy="762000"/>
          </a:xfrm>
          <a:prstGeom prst="parallelogram">
            <a:avLst>
              <a:gd name="adj" fmla="val 25000"/>
            </a:avLst>
          </a:prstGeom>
          <a:gradFill rotWithShape="0">
            <a:gsLst>
              <a:gs pos="0">
                <a:srgbClr val="66FF33"/>
              </a:gs>
              <a:gs pos="50000">
                <a:srgbClr val="FF99CC"/>
              </a:gs>
              <a:gs pos="100000">
                <a:srgbClr val="66FF33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27011" name="AutoShape 3"/>
          <p:cNvSpPr>
            <a:spLocks noChangeArrowheads="1"/>
          </p:cNvSpPr>
          <p:nvPr/>
        </p:nvSpPr>
        <p:spPr bwMode="auto">
          <a:xfrm>
            <a:off x="3886200" y="709613"/>
            <a:ext cx="304800" cy="762000"/>
          </a:xfrm>
          <a:prstGeom prst="parallelogram">
            <a:avLst>
              <a:gd name="adj" fmla="val 25000"/>
            </a:avLst>
          </a:prstGeom>
          <a:gradFill rotWithShape="0">
            <a:gsLst>
              <a:gs pos="0">
                <a:srgbClr val="66FF33"/>
              </a:gs>
              <a:gs pos="50000">
                <a:srgbClr val="FF99CC"/>
              </a:gs>
              <a:gs pos="100000">
                <a:srgbClr val="66FF33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28677" name="Text Box 4"/>
          <p:cNvSpPr txBox="1">
            <a:spLocks noChangeArrowheads="1"/>
          </p:cNvSpPr>
          <p:nvPr/>
        </p:nvSpPr>
        <p:spPr bwMode="auto">
          <a:xfrm>
            <a:off x="2165350" y="792187"/>
            <a:ext cx="1676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例</a:t>
            </a:r>
            <a:r>
              <a:rPr lang="en-US" altLang="zh-CN" b="1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</a:rPr>
              <a:t>6</a:t>
            </a:r>
            <a:r>
              <a:rPr lang="zh-CN" altLang="en-US" dirty="0">
                <a:solidFill>
                  <a:schemeClr val="tx1"/>
                </a:solidFill>
                <a:ea typeface="宋体" panose="02010600030101010101" pitchFamily="2" charset="-122"/>
              </a:rPr>
              <a:t> 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求证</a:t>
            </a:r>
          </a:p>
        </p:txBody>
      </p:sp>
      <p:graphicFrame>
        <p:nvGraphicFramePr>
          <p:cNvPr id="28678" name="Object 5"/>
          <p:cNvGraphicFramePr>
            <a:graphicFrameLocks noChangeAspect="1"/>
          </p:cNvGraphicFramePr>
          <p:nvPr/>
        </p:nvGraphicFramePr>
        <p:xfrm>
          <a:off x="3797300" y="685801"/>
          <a:ext cx="5132388" cy="709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340" name="Equation" r:id="rId4" imgW="5054600" imgH="698500" progId="Equation.3">
                  <p:embed/>
                </p:oleObj>
              </mc:Choice>
              <mc:Fallback>
                <p:oleObj name="Equation" r:id="rId4" imgW="5054600" imgH="698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97300" y="685801"/>
                        <a:ext cx="5132388" cy="709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7014" name="Text Box 6"/>
          <p:cNvSpPr txBox="1">
            <a:spLocks noChangeArrowheads="1"/>
          </p:cNvSpPr>
          <p:nvPr/>
        </p:nvSpPr>
        <p:spPr bwMode="auto">
          <a:xfrm>
            <a:off x="3340100" y="1409700"/>
            <a:ext cx="3505200" cy="6524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lnSpc>
                <a:spcPct val="130000"/>
              </a:lnSpc>
              <a:spcBef>
                <a:spcPct val="50000"/>
              </a:spcBef>
              <a:buFontTx/>
              <a:buNone/>
            </a:pPr>
            <a:r>
              <a:rPr lang="en-US" altLang="zh-CN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左边的累次积分中</a:t>
            </a:r>
            <a:r>
              <a:rPr lang="en-US" altLang="zh-CN" b="1">
                <a:solidFill>
                  <a:schemeClr val="tx1"/>
                </a:solidFill>
                <a:ea typeface="宋体" panose="02010600030101010101" pitchFamily="2" charset="-122"/>
              </a:rPr>
              <a:t>,</a:t>
            </a:r>
          </a:p>
        </p:txBody>
      </p:sp>
      <p:sp>
        <p:nvSpPr>
          <p:cNvPr id="427015" name="AutoShape 7"/>
          <p:cNvSpPr>
            <a:spLocks noChangeArrowheads="1"/>
          </p:cNvSpPr>
          <p:nvPr/>
        </p:nvSpPr>
        <p:spPr bwMode="auto">
          <a:xfrm rot="-5298324">
            <a:off x="8153400" y="3352800"/>
            <a:ext cx="914400" cy="914400"/>
          </a:xfrm>
          <a:prstGeom prst="rtTriangle">
            <a:avLst/>
          </a:prstGeom>
          <a:gradFill rotWithShape="0">
            <a:gsLst>
              <a:gs pos="0">
                <a:srgbClr val="FFFFFF"/>
              </a:gs>
              <a:gs pos="100000">
                <a:srgbClr val="9966FF"/>
              </a:gs>
            </a:gsLst>
            <a:path path="shape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28575">
                <a:solidFill>
                  <a:srgbClr val="CC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27016" name="Text Box 8"/>
          <p:cNvSpPr txBox="1">
            <a:spLocks noChangeArrowheads="1"/>
          </p:cNvSpPr>
          <p:nvPr/>
        </p:nvSpPr>
        <p:spPr bwMode="auto">
          <a:xfrm>
            <a:off x="2286000" y="2452688"/>
            <a:ext cx="1524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积分域</a:t>
            </a:r>
          </a:p>
        </p:txBody>
      </p:sp>
      <p:sp>
        <p:nvSpPr>
          <p:cNvPr id="427017" name="Text Box 9"/>
          <p:cNvSpPr txBox="1">
            <a:spLocks noChangeArrowheads="1"/>
          </p:cNvSpPr>
          <p:nvPr/>
        </p:nvSpPr>
        <p:spPr bwMode="auto">
          <a:xfrm>
            <a:off x="2286000" y="2895601"/>
            <a:ext cx="1600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可表为</a:t>
            </a:r>
            <a:endParaRPr lang="zh-CN" altLang="en-US" sz="2400" b="1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27018" name="Line 10"/>
          <p:cNvSpPr>
            <a:spLocks noChangeShapeType="1"/>
          </p:cNvSpPr>
          <p:nvPr/>
        </p:nvSpPr>
        <p:spPr bwMode="auto">
          <a:xfrm flipV="1">
            <a:off x="8686800" y="3352800"/>
            <a:ext cx="0" cy="1143000"/>
          </a:xfrm>
          <a:prstGeom prst="line">
            <a:avLst/>
          </a:prstGeom>
          <a:noFill/>
          <a:ln w="38100">
            <a:solidFill>
              <a:srgbClr val="FF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7019" name="Line 11"/>
          <p:cNvSpPr>
            <a:spLocks noChangeShapeType="1"/>
          </p:cNvSpPr>
          <p:nvPr/>
        </p:nvSpPr>
        <p:spPr bwMode="auto">
          <a:xfrm>
            <a:off x="8001000" y="3886200"/>
            <a:ext cx="1676400" cy="0"/>
          </a:xfrm>
          <a:prstGeom prst="line">
            <a:avLst/>
          </a:prstGeom>
          <a:noFill/>
          <a:ln w="38100">
            <a:solidFill>
              <a:srgbClr val="00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7020" name="Rectangle 12"/>
          <p:cNvSpPr>
            <a:spLocks noChangeArrowheads="1"/>
          </p:cNvSpPr>
          <p:nvPr/>
        </p:nvSpPr>
        <p:spPr bwMode="auto">
          <a:xfrm>
            <a:off x="2362201" y="1447801"/>
            <a:ext cx="944563" cy="519113"/>
          </a:xfrm>
          <a:prstGeom prst="rect">
            <a:avLst/>
          </a:prstGeom>
          <a:gradFill rotWithShape="0">
            <a:gsLst>
              <a:gs pos="0">
                <a:srgbClr val="66FF33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rgbClr val="CC0000"/>
                </a:solidFill>
                <a:ea typeface="宋体" panose="02010600030101010101" pitchFamily="2" charset="-122"/>
              </a:rPr>
              <a:t>提示</a:t>
            </a:r>
          </a:p>
        </p:txBody>
      </p:sp>
      <p:graphicFrame>
        <p:nvGraphicFramePr>
          <p:cNvPr id="427021" name="Object 13"/>
          <p:cNvGraphicFramePr>
            <a:graphicFrameLocks noChangeAspect="1"/>
          </p:cNvGraphicFramePr>
          <p:nvPr/>
        </p:nvGraphicFramePr>
        <p:xfrm>
          <a:off x="2444750" y="3473450"/>
          <a:ext cx="2279650" cy="717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341" name="Equation" r:id="rId6" imgW="2222500" imgH="698500" progId="Equation.3">
                  <p:embed/>
                </p:oleObj>
              </mc:Choice>
              <mc:Fallback>
                <p:oleObj name="Equation" r:id="rId6" imgW="2222500" imgH="698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4750" y="3473450"/>
                        <a:ext cx="2279650" cy="717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7022" name="Object 14"/>
          <p:cNvGraphicFramePr>
            <a:graphicFrameLocks noChangeAspect="1"/>
          </p:cNvGraphicFramePr>
          <p:nvPr/>
        </p:nvGraphicFramePr>
        <p:xfrm>
          <a:off x="4724400" y="3505200"/>
          <a:ext cx="2509838" cy="750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342" name="Equation" r:id="rId8" imgW="2451100" imgH="736600" progId="Equation.3">
                  <p:embed/>
                </p:oleObj>
              </mc:Choice>
              <mc:Fallback>
                <p:oleObj name="Equation" r:id="rId8" imgW="2451100" imgH="736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3505200"/>
                        <a:ext cx="2509838" cy="750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7023" name="Object 15"/>
          <p:cNvGraphicFramePr>
            <a:graphicFrameLocks noChangeAspect="1"/>
          </p:cNvGraphicFramePr>
          <p:nvPr/>
        </p:nvGraphicFramePr>
        <p:xfrm>
          <a:off x="5029201" y="4384676"/>
          <a:ext cx="2849563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343" name="Equation" r:id="rId10" imgW="2755900" imgH="698500" progId="Equation.3">
                  <p:embed/>
                </p:oleObj>
              </mc:Choice>
              <mc:Fallback>
                <p:oleObj name="Equation" r:id="rId10" imgW="2755900" imgH="698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1" y="4384676"/>
                        <a:ext cx="2849563" cy="720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7024" name="Object 16"/>
          <p:cNvGraphicFramePr>
            <a:graphicFrameLocks noChangeAspect="1"/>
          </p:cNvGraphicFramePr>
          <p:nvPr/>
        </p:nvGraphicFramePr>
        <p:xfrm>
          <a:off x="2439988" y="5181600"/>
          <a:ext cx="2894012" cy="725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344" name="Equation" r:id="rId12" imgW="2781300" imgH="698500" progId="Equation.3">
                  <p:embed/>
                </p:oleObj>
              </mc:Choice>
              <mc:Fallback>
                <p:oleObj name="Equation" r:id="rId12" imgW="2781300" imgH="698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9988" y="5181600"/>
                        <a:ext cx="2894012" cy="725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7025" name="Text Box 17"/>
          <p:cNvSpPr txBox="1">
            <a:spLocks noChangeArrowheads="1"/>
          </p:cNvSpPr>
          <p:nvPr/>
        </p:nvSpPr>
        <p:spPr bwMode="auto">
          <a:xfrm>
            <a:off x="5181600" y="152401"/>
            <a:ext cx="4876800" cy="519113"/>
          </a:xfrm>
          <a:prstGeom prst="rect">
            <a:avLst/>
          </a:prstGeom>
          <a:gradFill rotWithShape="0">
            <a:gsLst>
              <a:gs pos="0">
                <a:srgbClr val="FF0000"/>
              </a:gs>
              <a:gs pos="50000">
                <a:srgbClr val="FFFFFF"/>
              </a:gs>
              <a:gs pos="100000">
                <a:srgbClr val="FF00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2"/>
                </a:solidFill>
                <a:ea typeface="宋体" panose="02010600030101010101" pitchFamily="2" charset="-122"/>
              </a:rPr>
              <a:t>定积分与积分变量的记法无关</a:t>
            </a:r>
            <a:endParaRPr lang="zh-CN" altLang="en-US" b="1">
              <a:solidFill>
                <a:srgbClr val="0000FF"/>
              </a:solidFill>
              <a:ea typeface="宋体" panose="02010600030101010101" pitchFamily="2" charset="-122"/>
            </a:endParaRPr>
          </a:p>
        </p:txBody>
      </p:sp>
      <p:sp>
        <p:nvSpPr>
          <p:cNvPr id="427026" name="Rectangle 18"/>
          <p:cNvSpPr>
            <a:spLocks noChangeArrowheads="1"/>
          </p:cNvSpPr>
          <p:nvPr/>
        </p:nvSpPr>
        <p:spPr bwMode="auto">
          <a:xfrm>
            <a:off x="2298701" y="1917700"/>
            <a:ext cx="2784475" cy="6524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lnSpc>
                <a:spcPct val="130000"/>
              </a:lnSpc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不能具体计算</a:t>
            </a:r>
            <a:r>
              <a:rPr lang="en-US" altLang="zh-CN" b="1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427027" name="Rectangle 19"/>
          <p:cNvSpPr>
            <a:spLocks noChangeArrowheads="1"/>
          </p:cNvSpPr>
          <p:nvPr/>
        </p:nvSpPr>
        <p:spPr bwMode="auto">
          <a:xfrm>
            <a:off x="4572000" y="1981201"/>
            <a:ext cx="12636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所以</a:t>
            </a:r>
            <a:r>
              <a:rPr lang="en-US" altLang="zh-CN" b="1">
                <a:solidFill>
                  <a:schemeClr val="tx1"/>
                </a:solidFill>
                <a:ea typeface="宋体" panose="02010600030101010101" pitchFamily="2" charset="-122"/>
              </a:rPr>
              <a:t>,</a:t>
            </a:r>
          </a:p>
        </p:txBody>
      </p:sp>
      <p:graphicFrame>
        <p:nvGraphicFramePr>
          <p:cNvPr id="427028" name="Object 20"/>
          <p:cNvGraphicFramePr>
            <a:graphicFrameLocks noChangeAspect="1"/>
          </p:cNvGraphicFramePr>
          <p:nvPr/>
        </p:nvGraphicFramePr>
        <p:xfrm>
          <a:off x="6540500" y="1600200"/>
          <a:ext cx="7747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345" name="Equation" r:id="rId14" imgW="774364" imgH="393529" progId="Equation.3">
                  <p:embed/>
                </p:oleObj>
              </mc:Choice>
              <mc:Fallback>
                <p:oleObj name="Equation" r:id="rId14" imgW="774364" imgH="39352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40500" y="1600200"/>
                        <a:ext cx="7747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7029" name="Rectangle 21"/>
          <p:cNvSpPr>
            <a:spLocks noChangeArrowheads="1"/>
          </p:cNvSpPr>
          <p:nvPr/>
        </p:nvSpPr>
        <p:spPr bwMode="auto">
          <a:xfrm>
            <a:off x="7162800" y="1409700"/>
            <a:ext cx="2819400" cy="6524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lnSpc>
                <a:spcPct val="130000"/>
              </a:lnSpc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是</a:t>
            </a:r>
            <a:r>
              <a:rPr lang="en-US" altLang="zh-CN" b="1" i="1">
                <a:solidFill>
                  <a:schemeClr val="tx1"/>
                </a:solidFill>
                <a:ea typeface="宋体" panose="02010600030101010101" pitchFamily="2" charset="-122"/>
              </a:rPr>
              <a:t>y</a:t>
            </a: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的抽象函数</a:t>
            </a:r>
            <a:r>
              <a:rPr lang="en-US" altLang="zh-CN" b="1">
                <a:solidFill>
                  <a:schemeClr val="tx1"/>
                </a:solidFill>
                <a:ea typeface="宋体" panose="02010600030101010101" pitchFamily="2" charset="-122"/>
              </a:rPr>
              <a:t>,</a:t>
            </a:r>
          </a:p>
        </p:txBody>
      </p:sp>
      <p:graphicFrame>
        <p:nvGraphicFramePr>
          <p:cNvPr id="28695" name="Object 22"/>
          <p:cNvGraphicFramePr>
            <a:graphicFrameLocks noChangeAspect="1"/>
          </p:cNvGraphicFramePr>
          <p:nvPr/>
        </p:nvGraphicFramePr>
        <p:xfrm>
          <a:off x="8991600" y="838200"/>
          <a:ext cx="10033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346" name="Equation" r:id="rId16" imgW="1002865" imgH="393529" progId="Equation.3">
                  <p:embed/>
                </p:oleObj>
              </mc:Choice>
              <mc:Fallback>
                <p:oleObj name="Equation" r:id="rId16" imgW="1002865" imgH="39352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91600" y="838200"/>
                        <a:ext cx="10033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7031" name="Object 23"/>
          <p:cNvGraphicFramePr>
            <a:graphicFrameLocks noChangeAspect="1"/>
          </p:cNvGraphicFramePr>
          <p:nvPr/>
        </p:nvGraphicFramePr>
        <p:xfrm>
          <a:off x="3719512" y="2498001"/>
          <a:ext cx="1480828" cy="5221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347" name="Equation" r:id="rId18" imgW="647640" imgH="203040" progId="Equation.DSMT4">
                  <p:embed/>
                </p:oleObj>
              </mc:Choice>
              <mc:Fallback>
                <p:oleObj name="Equation" r:id="rId18" imgW="6476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9512" y="2498001"/>
                        <a:ext cx="1480828" cy="5221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7032" name="Object 24"/>
          <p:cNvGraphicFramePr>
            <a:graphicFrameLocks noChangeAspect="1"/>
          </p:cNvGraphicFramePr>
          <p:nvPr/>
        </p:nvGraphicFramePr>
        <p:xfrm>
          <a:off x="5376544" y="2478939"/>
          <a:ext cx="1353184" cy="5211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348" name="Equation" r:id="rId20" imgW="622080" imgH="203040" progId="Equation.DSMT4">
                  <p:embed/>
                </p:oleObj>
              </mc:Choice>
              <mc:Fallback>
                <p:oleObj name="Equation" r:id="rId20" imgW="6220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76544" y="2478939"/>
                        <a:ext cx="1353184" cy="52114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7033" name="Object 25"/>
          <p:cNvGraphicFramePr>
            <a:graphicFrameLocks noChangeAspect="1"/>
          </p:cNvGraphicFramePr>
          <p:nvPr/>
        </p:nvGraphicFramePr>
        <p:xfrm>
          <a:off x="3743323" y="2966243"/>
          <a:ext cx="1462091" cy="4885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349" name="Equation" r:id="rId22" imgW="647640" imgH="203040" progId="Equation.DSMT4">
                  <p:embed/>
                </p:oleObj>
              </mc:Choice>
              <mc:Fallback>
                <p:oleObj name="Equation" r:id="rId22" imgW="6476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43323" y="2966243"/>
                        <a:ext cx="1462091" cy="48851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7034" name="Object 26"/>
          <p:cNvGraphicFramePr>
            <a:graphicFrameLocks noChangeAspect="1"/>
          </p:cNvGraphicFramePr>
          <p:nvPr/>
        </p:nvGraphicFramePr>
        <p:xfrm>
          <a:off x="5432425" y="2988082"/>
          <a:ext cx="1241423" cy="5123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350" name="Equation" r:id="rId24" imgW="622080" imgH="190440" progId="Equation.DSMT4">
                  <p:embed/>
                </p:oleObj>
              </mc:Choice>
              <mc:Fallback>
                <p:oleObj name="Equation" r:id="rId24" imgW="622080" imgH="1904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2425" y="2988082"/>
                        <a:ext cx="1241423" cy="51235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7035" name="Object 27"/>
          <p:cNvGraphicFramePr>
            <a:graphicFrameLocks noChangeAspect="1"/>
          </p:cNvGraphicFramePr>
          <p:nvPr/>
        </p:nvGraphicFramePr>
        <p:xfrm>
          <a:off x="2432051" y="4343401"/>
          <a:ext cx="2568575" cy="747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351" name="Equation" r:id="rId26" imgW="2387600" imgH="698500" progId="Equation.3">
                  <p:embed/>
                </p:oleObj>
              </mc:Choice>
              <mc:Fallback>
                <p:oleObj name="Equation" r:id="rId26" imgW="2387600" imgH="698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2051" y="4343401"/>
                        <a:ext cx="2568575" cy="747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7036" name="Text Box 28"/>
          <p:cNvSpPr txBox="1">
            <a:spLocks noChangeArrowheads="1"/>
          </p:cNvSpPr>
          <p:nvPr/>
        </p:nvSpPr>
        <p:spPr bwMode="auto">
          <a:xfrm>
            <a:off x="5943600" y="5334001"/>
            <a:ext cx="1066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0000CC"/>
                </a:solidFill>
                <a:ea typeface="宋体" panose="02010600030101010101" pitchFamily="2" charset="-122"/>
              </a:rPr>
              <a:t>证毕</a:t>
            </a:r>
            <a:r>
              <a:rPr lang="en-US" altLang="zh-CN" b="1" dirty="0">
                <a:solidFill>
                  <a:srgbClr val="0000CC"/>
                </a:solidFill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427037" name="Rectangle 29"/>
          <p:cNvSpPr>
            <a:spLocks noChangeArrowheads="1"/>
          </p:cNvSpPr>
          <p:nvPr/>
        </p:nvSpPr>
        <p:spPr bwMode="auto">
          <a:xfrm>
            <a:off x="5567363" y="1985963"/>
            <a:ext cx="28638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先交换积分次序</a:t>
            </a:r>
            <a:r>
              <a:rPr lang="en-US" altLang="zh-CN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</a:p>
        </p:txBody>
      </p:sp>
      <p:grpSp>
        <p:nvGrpSpPr>
          <p:cNvPr id="427043" name="Group 35"/>
          <p:cNvGrpSpPr>
            <a:grpSpLocks/>
          </p:cNvGrpSpPr>
          <p:nvPr/>
        </p:nvGrpSpPr>
        <p:grpSpPr bwMode="auto">
          <a:xfrm>
            <a:off x="7924800" y="3276600"/>
            <a:ext cx="1143000" cy="185738"/>
            <a:chOff x="4032" y="2064"/>
            <a:chExt cx="720" cy="117"/>
          </a:xfrm>
        </p:grpSpPr>
        <p:sp>
          <p:nvSpPr>
            <p:cNvPr id="28715" name="Line 36"/>
            <p:cNvSpPr>
              <a:spLocks noChangeShapeType="1"/>
            </p:cNvSpPr>
            <p:nvPr/>
          </p:nvSpPr>
          <p:spPr bwMode="auto">
            <a:xfrm>
              <a:off x="4176" y="2121"/>
              <a:ext cx="576" cy="0"/>
            </a:xfrm>
            <a:prstGeom prst="line">
              <a:avLst/>
            </a:prstGeom>
            <a:noFill/>
            <a:ln w="28575" cap="rnd">
              <a:solidFill>
                <a:srgbClr val="FF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8716" name="Object 37"/>
            <p:cNvGraphicFramePr>
              <a:graphicFrameLocks noChangeAspect="1"/>
            </p:cNvGraphicFramePr>
            <p:nvPr/>
          </p:nvGraphicFramePr>
          <p:xfrm>
            <a:off x="4032" y="2064"/>
            <a:ext cx="111" cy="1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352" name="Equation" r:id="rId28" imgW="228600" imgH="241300" progId="Equation.3">
                    <p:embed/>
                  </p:oleObj>
                </mc:Choice>
                <mc:Fallback>
                  <p:oleObj name="Equation" r:id="rId28" imgW="228600" imgH="2413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32" y="2064"/>
                          <a:ext cx="111" cy="1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27046" name="Group 38"/>
          <p:cNvGrpSpPr>
            <a:grpSpLocks/>
          </p:cNvGrpSpPr>
          <p:nvPr/>
        </p:nvGrpSpPr>
        <p:grpSpPr bwMode="auto">
          <a:xfrm>
            <a:off x="7880350" y="2590800"/>
            <a:ext cx="2146300" cy="1995488"/>
            <a:chOff x="4004" y="1632"/>
            <a:chExt cx="1352" cy="1257"/>
          </a:xfrm>
        </p:grpSpPr>
        <p:sp>
          <p:nvSpPr>
            <p:cNvPr id="28710" name="Line 39"/>
            <p:cNvSpPr>
              <a:spLocks noChangeShapeType="1"/>
            </p:cNvSpPr>
            <p:nvPr/>
          </p:nvSpPr>
          <p:spPr bwMode="auto">
            <a:xfrm flipV="1">
              <a:off x="4032" y="2688"/>
              <a:ext cx="1296" cy="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711" name="Line 40"/>
            <p:cNvSpPr>
              <a:spLocks noChangeShapeType="1"/>
            </p:cNvSpPr>
            <p:nvPr/>
          </p:nvSpPr>
          <p:spPr bwMode="auto">
            <a:xfrm flipV="1">
              <a:off x="4176" y="1641"/>
              <a:ext cx="0" cy="124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8712" name="Object 41"/>
            <p:cNvGraphicFramePr>
              <a:graphicFrameLocks noChangeAspect="1"/>
            </p:cNvGraphicFramePr>
            <p:nvPr/>
          </p:nvGraphicFramePr>
          <p:xfrm>
            <a:off x="5232" y="2762"/>
            <a:ext cx="124" cy="1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353" name="Equation" r:id="rId30" imgW="253890" imgH="241195" progId="Equation.3">
                    <p:embed/>
                  </p:oleObj>
                </mc:Choice>
                <mc:Fallback>
                  <p:oleObj name="Equation" r:id="rId30" imgW="253890" imgH="24119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32" y="2762"/>
                          <a:ext cx="124" cy="1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713" name="Object 42"/>
            <p:cNvGraphicFramePr>
              <a:graphicFrameLocks noChangeAspect="1"/>
            </p:cNvGraphicFramePr>
            <p:nvPr/>
          </p:nvGraphicFramePr>
          <p:xfrm>
            <a:off x="4004" y="1632"/>
            <a:ext cx="124" cy="1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354" name="Equation" r:id="rId32" imgW="253780" imgH="317225" progId="Equation.3">
                    <p:embed/>
                  </p:oleObj>
                </mc:Choice>
                <mc:Fallback>
                  <p:oleObj name="Equation" r:id="rId32" imgW="253780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04" y="1632"/>
                          <a:ext cx="124" cy="1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714" name="Object 43"/>
            <p:cNvGraphicFramePr>
              <a:graphicFrameLocks noChangeAspect="1"/>
            </p:cNvGraphicFramePr>
            <p:nvPr/>
          </p:nvGraphicFramePr>
          <p:xfrm>
            <a:off x="4033" y="2688"/>
            <a:ext cx="143" cy="1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355" name="Equation" r:id="rId34" imgW="291847" imgH="317225" progId="Equation.3">
                    <p:embed/>
                  </p:oleObj>
                </mc:Choice>
                <mc:Fallback>
                  <p:oleObj name="Equation" r:id="rId34" imgW="291847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33" y="2688"/>
                          <a:ext cx="143" cy="1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27052" name="Object 44"/>
          <p:cNvGraphicFramePr>
            <a:graphicFrameLocks noChangeAspect="1"/>
          </p:cNvGraphicFramePr>
          <p:nvPr/>
        </p:nvGraphicFramePr>
        <p:xfrm>
          <a:off x="8991601" y="4343401"/>
          <a:ext cx="176213" cy="187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356" name="Equation" r:id="rId36" imgW="228600" imgH="241300" progId="Equation.3">
                  <p:embed/>
                </p:oleObj>
              </mc:Choice>
              <mc:Fallback>
                <p:oleObj name="Equation" r:id="rId36" imgW="228600" imgH="241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91601" y="4343401"/>
                        <a:ext cx="176213" cy="187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7053" name="Line 45"/>
          <p:cNvSpPr>
            <a:spLocks noChangeShapeType="1"/>
          </p:cNvSpPr>
          <p:nvPr/>
        </p:nvSpPr>
        <p:spPr bwMode="auto">
          <a:xfrm flipV="1">
            <a:off x="8153400" y="3352800"/>
            <a:ext cx="914400" cy="9144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7054" name="Line 46"/>
          <p:cNvSpPr>
            <a:spLocks noChangeShapeType="1"/>
          </p:cNvSpPr>
          <p:nvPr/>
        </p:nvSpPr>
        <p:spPr bwMode="auto">
          <a:xfrm>
            <a:off x="9067800" y="3352800"/>
            <a:ext cx="0" cy="9144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427055" name="Object 47"/>
          <p:cNvGraphicFramePr>
            <a:graphicFrameLocks noChangeAspect="1"/>
          </p:cNvGraphicFramePr>
          <p:nvPr/>
        </p:nvGraphicFramePr>
        <p:xfrm>
          <a:off x="8991601" y="3292476"/>
          <a:ext cx="708025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357" name="Equation" r:id="rId37" imgW="914400" imgH="469900" progId="Equation.3">
                  <p:embed/>
                </p:oleObj>
              </mc:Choice>
              <mc:Fallback>
                <p:oleObj name="Equation" r:id="rId37" imgW="914400" imgH="469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91601" y="3292476"/>
                        <a:ext cx="708025" cy="365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5F8BC-3C02-4E82-A6AD-68405BC1CFA0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8703606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270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270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27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27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27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27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27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270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270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427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4270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270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270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4270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27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4270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4270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4270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4270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427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427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427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427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427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427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427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5" dur="500"/>
                                        <p:tgtEl>
                                          <p:spTgt spid="42701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27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0" dur="500"/>
                                        <p:tgtEl>
                                          <p:spTgt spid="427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427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427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427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 nodeType="clickPar">
                      <p:stCondLst>
                        <p:cond delay="indefinite"/>
                      </p:stCondLst>
                      <p:childTnLst>
                        <p:par>
                          <p:cTn id="1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427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 nodeType="clickPar">
                      <p:stCondLst>
                        <p:cond delay="indefinite"/>
                      </p:stCondLst>
                      <p:childTnLst>
                        <p:par>
                          <p:cTn id="1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427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 nodeType="clickPar">
                      <p:stCondLst>
                        <p:cond delay="indefinite"/>
                      </p:stCondLst>
                      <p:childTnLst>
                        <p:par>
                          <p:cTn id="1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427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 nodeType="clickPar">
                      <p:stCondLst>
                        <p:cond delay="indefinite"/>
                      </p:stCondLst>
                      <p:childTnLst>
                        <p:par>
                          <p:cTn id="1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500"/>
                                        <p:tgtEl>
                                          <p:spTgt spid="427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 nodeType="clickPar">
                      <p:stCondLst>
                        <p:cond delay="indefinite"/>
                      </p:stCondLst>
                      <p:childTnLst>
                        <p:par>
                          <p:cTn id="1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500"/>
                                        <p:tgtEl>
                                          <p:spTgt spid="427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 nodeType="clickPar">
                      <p:stCondLst>
                        <p:cond delay="indefinite"/>
                      </p:stCondLst>
                      <p:childTnLst>
                        <p:par>
                          <p:cTn id="1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5" dur="500"/>
                                        <p:tgtEl>
                                          <p:spTgt spid="427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 nodeType="clickPar">
                      <p:stCondLst>
                        <p:cond delay="indefinite"/>
                      </p:stCondLst>
                      <p:childTnLst>
                        <p:par>
                          <p:cTn id="1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0" dur="500"/>
                                        <p:tgtEl>
                                          <p:spTgt spid="427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 nodeType="clickPar">
                      <p:stCondLst>
                        <p:cond delay="indefinite"/>
                      </p:stCondLst>
                      <p:childTnLst>
                        <p:par>
                          <p:cTn id="1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5" dur="500"/>
                                        <p:tgtEl>
                                          <p:spTgt spid="427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7010" grpId="0" animBg="1"/>
      <p:bldP spid="427011" grpId="0" animBg="1"/>
      <p:bldP spid="427014" grpId="0" autoUpdateAnimBg="0"/>
      <p:bldP spid="427015" grpId="0" animBg="1"/>
      <p:bldP spid="427016" grpId="0" autoUpdateAnimBg="0"/>
      <p:bldP spid="427017" grpId="0" autoUpdateAnimBg="0"/>
      <p:bldP spid="427018" grpId="0" animBg="1"/>
      <p:bldP spid="427019" grpId="0" animBg="1"/>
      <p:bldP spid="427020" grpId="0" animBg="1" autoUpdateAnimBg="0"/>
      <p:bldP spid="427025" grpId="0" animBg="1" autoUpdateAnimBg="0"/>
      <p:bldP spid="427026" grpId="0" autoUpdateAnimBg="0"/>
      <p:bldP spid="427027" grpId="0" autoUpdateAnimBg="0"/>
      <p:bldP spid="427029" grpId="0" autoUpdateAnimBg="0"/>
      <p:bldP spid="427036" grpId="0" autoUpdateAnimBg="0"/>
      <p:bldP spid="427037" grpId="0" autoUpdateAnimBg="0"/>
      <p:bldP spid="427053" grpId="0" animBg="1"/>
      <p:bldP spid="42705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Text Box 2"/>
          <p:cNvSpPr txBox="1">
            <a:spLocks noChangeArrowheads="1"/>
          </p:cNvSpPr>
          <p:nvPr/>
        </p:nvSpPr>
        <p:spPr bwMode="auto">
          <a:xfrm>
            <a:off x="6070602" y="217488"/>
            <a:ext cx="3225800" cy="519113"/>
          </a:xfrm>
          <a:prstGeom prst="rect">
            <a:avLst/>
          </a:prstGeom>
          <a:gradFill rotWithShape="0">
            <a:gsLst>
              <a:gs pos="0">
                <a:srgbClr val="FF0000"/>
              </a:gs>
              <a:gs pos="100000">
                <a:srgbClr val="0080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dirty="0">
                <a:solidFill>
                  <a:schemeClr val="bg1"/>
                </a:solidFill>
                <a:ea typeface="宋体" panose="02010600030101010101" pitchFamily="2" charset="-122"/>
              </a:rPr>
              <a:t>1990 </a:t>
            </a:r>
            <a:r>
              <a:rPr lang="zh-CN" altLang="en-US" dirty="0">
                <a:solidFill>
                  <a:schemeClr val="bg1"/>
                </a:solidFill>
                <a:ea typeface="宋体" panose="02010600030101010101" pitchFamily="2" charset="-122"/>
              </a:rPr>
              <a:t>年研究生考题</a:t>
            </a:r>
          </a:p>
        </p:txBody>
      </p:sp>
      <p:graphicFrame>
        <p:nvGraphicFramePr>
          <p:cNvPr id="29700" name="Object 3"/>
          <p:cNvGraphicFramePr>
            <a:graphicFrameLocks noChangeAspect="1"/>
          </p:cNvGraphicFramePr>
          <p:nvPr/>
        </p:nvGraphicFramePr>
        <p:xfrm>
          <a:off x="3186114" y="762001"/>
          <a:ext cx="3609975" cy="766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68" name="Equation" r:id="rId4" imgW="3289300" imgH="698500" progId="Equation.3">
                  <p:embed/>
                </p:oleObj>
              </mc:Choice>
              <mc:Fallback>
                <p:oleObj name="Equation" r:id="rId4" imgW="3289300" imgH="698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6114" y="762001"/>
                        <a:ext cx="3609975" cy="766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496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3561237"/>
              </p:ext>
            </p:extLst>
          </p:nvPr>
        </p:nvGraphicFramePr>
        <p:xfrm>
          <a:off x="7130257" y="708450"/>
          <a:ext cx="1381125" cy="9397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69" name="Equation" r:id="rId6" imgW="761760" imgH="406080" progId="Equation.DSMT4">
                  <p:embed/>
                </p:oleObj>
              </mc:Choice>
              <mc:Fallback>
                <p:oleObj name="Equation" r:id="rId6" imgW="76176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30257" y="708450"/>
                        <a:ext cx="1381125" cy="93973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24965" name="Group 5"/>
          <p:cNvGrpSpPr>
            <a:grpSpLocks/>
          </p:cNvGrpSpPr>
          <p:nvPr/>
        </p:nvGrpSpPr>
        <p:grpSpPr bwMode="auto">
          <a:xfrm>
            <a:off x="7594601" y="2362200"/>
            <a:ext cx="2251075" cy="2135188"/>
            <a:chOff x="3824" y="1488"/>
            <a:chExt cx="1418" cy="1345"/>
          </a:xfrm>
        </p:grpSpPr>
        <p:graphicFrame>
          <p:nvGraphicFramePr>
            <p:cNvPr id="29718" name="Object 6"/>
            <p:cNvGraphicFramePr>
              <a:graphicFrameLocks noChangeAspect="1"/>
            </p:cNvGraphicFramePr>
            <p:nvPr/>
          </p:nvGraphicFramePr>
          <p:xfrm>
            <a:off x="4368" y="2205"/>
            <a:ext cx="561" cy="2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170" name="公式" r:id="rId8" imgW="393359" imgH="164957" progId="Equation.3">
                    <p:embed/>
                  </p:oleObj>
                </mc:Choice>
                <mc:Fallback>
                  <p:oleObj name="公式" r:id="rId8" imgW="393359" imgH="16495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8" y="2205"/>
                          <a:ext cx="561" cy="2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9719" name="Group 7"/>
            <p:cNvGrpSpPr>
              <a:grpSpLocks/>
            </p:cNvGrpSpPr>
            <p:nvPr/>
          </p:nvGrpSpPr>
          <p:grpSpPr bwMode="auto">
            <a:xfrm>
              <a:off x="3824" y="1488"/>
              <a:ext cx="1418" cy="1345"/>
              <a:chOff x="3824" y="1488"/>
              <a:chExt cx="1418" cy="1345"/>
            </a:xfrm>
          </p:grpSpPr>
          <p:sp>
            <p:nvSpPr>
              <p:cNvPr id="29720" name="AutoShape 8"/>
              <p:cNvSpPr>
                <a:spLocks noChangeArrowheads="1"/>
              </p:cNvSpPr>
              <p:nvPr/>
            </p:nvSpPr>
            <p:spPr bwMode="auto">
              <a:xfrm rot="5400000">
                <a:off x="4023" y="1785"/>
                <a:ext cx="849" cy="831"/>
              </a:xfrm>
              <a:prstGeom prst="rtTriangle">
                <a:avLst/>
              </a:prstGeom>
              <a:solidFill>
                <a:srgbClr val="0000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Blip>
                    <a:blip r:embed="rId3"/>
                  </a:buBlip>
                  <a:defRPr kumimoji="1" sz="28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Blip>
                    <a:blip r:embed="rId3"/>
                  </a:buBlip>
                  <a:defRPr kumimoji="1" sz="24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000">
                  <a:solidFill>
                    <a:schemeClr val="tx1"/>
                  </a:solidFill>
                  <a:ea typeface="宋体" panose="02010600030101010101" pitchFamily="2" charset="-122"/>
                </a:endParaRPr>
              </a:p>
            </p:txBody>
          </p:sp>
          <p:grpSp>
            <p:nvGrpSpPr>
              <p:cNvPr id="29721" name="Group 9"/>
              <p:cNvGrpSpPr>
                <a:grpSpLocks/>
              </p:cNvGrpSpPr>
              <p:nvPr/>
            </p:nvGrpSpPr>
            <p:grpSpPr bwMode="auto">
              <a:xfrm>
                <a:off x="3824" y="1488"/>
                <a:ext cx="1418" cy="1345"/>
                <a:chOff x="3824" y="1488"/>
                <a:chExt cx="1418" cy="1345"/>
              </a:xfrm>
            </p:grpSpPr>
            <p:sp>
              <p:nvSpPr>
                <p:cNvPr id="29722" name="Line 10"/>
                <p:cNvSpPr>
                  <a:spLocks noChangeShapeType="1"/>
                </p:cNvSpPr>
                <p:nvPr/>
              </p:nvSpPr>
              <p:spPr bwMode="auto">
                <a:xfrm flipV="1">
                  <a:off x="4032" y="1536"/>
                  <a:ext cx="0" cy="1263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9723" name="Line 11"/>
                <p:cNvSpPr>
                  <a:spLocks noChangeShapeType="1"/>
                </p:cNvSpPr>
                <p:nvPr/>
              </p:nvSpPr>
              <p:spPr bwMode="auto">
                <a:xfrm>
                  <a:off x="3824" y="2630"/>
                  <a:ext cx="1408" cy="1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graphicFrame>
              <p:nvGraphicFramePr>
                <p:cNvPr id="29724" name="Object 12"/>
                <p:cNvGraphicFramePr>
                  <a:graphicFrameLocks noChangeAspect="1"/>
                </p:cNvGraphicFramePr>
                <p:nvPr/>
              </p:nvGraphicFramePr>
              <p:xfrm>
                <a:off x="5088" y="2692"/>
                <a:ext cx="154" cy="141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1171" name="Equation" r:id="rId10" imgW="253890" imgH="241195" progId="Equation.3">
                        <p:embed/>
                      </p:oleObj>
                    </mc:Choice>
                    <mc:Fallback>
                      <p:oleObj name="Equation" r:id="rId10" imgW="253890" imgH="241195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1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5088" y="2692"/>
                              <a:ext cx="154" cy="141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29725" name="Object 13"/>
                <p:cNvGraphicFramePr>
                  <a:graphicFrameLocks noChangeAspect="1"/>
                </p:cNvGraphicFramePr>
                <p:nvPr/>
              </p:nvGraphicFramePr>
              <p:xfrm>
                <a:off x="3901" y="2640"/>
                <a:ext cx="131" cy="143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1172" name="Equation" r:id="rId12" imgW="215713" imgH="241091" progId="Equation.3">
                        <p:embed/>
                      </p:oleObj>
                    </mc:Choice>
                    <mc:Fallback>
                      <p:oleObj name="Equation" r:id="rId12" imgW="215713" imgH="241091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3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901" y="2640"/>
                              <a:ext cx="131" cy="143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29726" name="Object 14"/>
                <p:cNvGraphicFramePr>
                  <a:graphicFrameLocks noChangeAspect="1"/>
                </p:cNvGraphicFramePr>
                <p:nvPr/>
              </p:nvGraphicFramePr>
              <p:xfrm>
                <a:off x="3830" y="1488"/>
                <a:ext cx="154" cy="18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1173" name="Equation" r:id="rId14" imgW="253780" imgH="317225" progId="Equation.3">
                        <p:embed/>
                      </p:oleObj>
                    </mc:Choice>
                    <mc:Fallback>
                      <p:oleObj name="Equation" r:id="rId14" imgW="253780" imgH="317225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5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830" y="1488"/>
                              <a:ext cx="154" cy="188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29727" name="Object 15"/>
                <p:cNvGraphicFramePr>
                  <a:graphicFrameLocks noChangeAspect="1"/>
                </p:cNvGraphicFramePr>
                <p:nvPr/>
              </p:nvGraphicFramePr>
              <p:xfrm>
                <a:off x="4735" y="2625"/>
                <a:ext cx="161" cy="207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1174" name="公式" r:id="rId16" imgW="126780" imgH="164814" progId="Equation.3">
                        <p:embed/>
                      </p:oleObj>
                    </mc:Choice>
                    <mc:Fallback>
                      <p:oleObj name="公式" r:id="rId16" imgW="126780" imgH="164814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7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735" y="2625"/>
                              <a:ext cx="161" cy="207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29728" name="Object 16"/>
                <p:cNvGraphicFramePr>
                  <a:graphicFrameLocks noChangeAspect="1"/>
                </p:cNvGraphicFramePr>
                <p:nvPr/>
              </p:nvGraphicFramePr>
              <p:xfrm>
                <a:off x="3871" y="1713"/>
                <a:ext cx="161" cy="207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1175" name="公式" r:id="rId18" imgW="126780" imgH="164814" progId="Equation.3">
                        <p:embed/>
                      </p:oleObj>
                    </mc:Choice>
                    <mc:Fallback>
                      <p:oleObj name="公式" r:id="rId18" imgW="126780" imgH="164814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7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871" y="1713"/>
                              <a:ext cx="161" cy="207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</p:grpSp>
      </p:grpSp>
      <p:sp>
        <p:nvSpPr>
          <p:cNvPr id="424977" name="Text Box 17"/>
          <p:cNvSpPr txBox="1">
            <a:spLocks noChangeArrowheads="1"/>
          </p:cNvSpPr>
          <p:nvPr/>
        </p:nvSpPr>
        <p:spPr bwMode="auto">
          <a:xfrm>
            <a:off x="2362200" y="1704976"/>
            <a:ext cx="762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</a:p>
        </p:txBody>
      </p:sp>
      <p:graphicFrame>
        <p:nvGraphicFramePr>
          <p:cNvPr id="424978" name="Object 18"/>
          <p:cNvGraphicFramePr>
            <a:graphicFrameLocks noChangeAspect="1"/>
          </p:cNvGraphicFramePr>
          <p:nvPr/>
        </p:nvGraphicFramePr>
        <p:xfrm>
          <a:off x="3248025" y="1646238"/>
          <a:ext cx="2057400" cy="715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76" name="Equation" r:id="rId19" imgW="2006600" imgH="698500" progId="Equation.3">
                  <p:embed/>
                </p:oleObj>
              </mc:Choice>
              <mc:Fallback>
                <p:oleObj name="Equation" r:id="rId19" imgW="2006600" imgH="698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48025" y="1646238"/>
                        <a:ext cx="2057400" cy="715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4979" name="Object 19"/>
          <p:cNvGraphicFramePr>
            <a:graphicFrameLocks noChangeAspect="1"/>
          </p:cNvGraphicFramePr>
          <p:nvPr/>
        </p:nvGraphicFramePr>
        <p:xfrm>
          <a:off x="2943226" y="2462214"/>
          <a:ext cx="2466975" cy="744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77" name="Equation" r:id="rId21" imgW="2311400" imgH="698500" progId="Equation.3">
                  <p:embed/>
                </p:oleObj>
              </mc:Choice>
              <mc:Fallback>
                <p:oleObj name="Equation" r:id="rId21" imgW="2311400" imgH="698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43226" y="2462214"/>
                        <a:ext cx="2466975" cy="744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4981" name="Object 21"/>
          <p:cNvGraphicFramePr>
            <a:graphicFrameLocks noChangeAspect="1"/>
          </p:cNvGraphicFramePr>
          <p:nvPr/>
        </p:nvGraphicFramePr>
        <p:xfrm>
          <a:off x="2895601" y="4114800"/>
          <a:ext cx="1884363" cy="738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78" name="Equation" r:id="rId23" imgW="1778000" imgH="698500" progId="Equation.3">
                  <p:embed/>
                </p:oleObj>
              </mc:Choice>
              <mc:Fallback>
                <p:oleObj name="Equation" r:id="rId23" imgW="1778000" imgH="698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1" y="4114800"/>
                        <a:ext cx="1884363" cy="738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4982" name="Object 22"/>
          <p:cNvGraphicFramePr>
            <a:graphicFrameLocks noChangeAspect="1"/>
          </p:cNvGraphicFramePr>
          <p:nvPr/>
        </p:nvGraphicFramePr>
        <p:xfrm>
          <a:off x="2895600" y="4905376"/>
          <a:ext cx="2687638" cy="809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79" name="Equation" r:id="rId25" imgW="2730500" imgH="825500" progId="Equation.3">
                  <p:embed/>
                </p:oleObj>
              </mc:Choice>
              <mc:Fallback>
                <p:oleObj name="Equation" r:id="rId25" imgW="2730500" imgH="825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4905376"/>
                        <a:ext cx="2687638" cy="809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4983" name="Object 23"/>
          <p:cNvGraphicFramePr>
            <a:graphicFrameLocks noChangeAspect="1"/>
          </p:cNvGraphicFramePr>
          <p:nvPr/>
        </p:nvGraphicFramePr>
        <p:xfrm>
          <a:off x="5562600" y="4826001"/>
          <a:ext cx="2057400" cy="925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80" name="公式" r:id="rId27" imgW="901309" imgH="406224" progId="Equation.3">
                  <p:embed/>
                </p:oleObj>
              </mc:Choice>
              <mc:Fallback>
                <p:oleObj name="公式" r:id="rId27" imgW="901309" imgH="4062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2600" y="4826001"/>
                        <a:ext cx="2057400" cy="925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4984" name="Line 24"/>
          <p:cNvSpPr>
            <a:spLocks noChangeShapeType="1"/>
          </p:cNvSpPr>
          <p:nvPr/>
        </p:nvSpPr>
        <p:spPr bwMode="auto">
          <a:xfrm>
            <a:off x="7543800" y="3276600"/>
            <a:ext cx="16764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4991" name="Rectangle 31"/>
          <p:cNvSpPr>
            <a:spLocks noChangeArrowheads="1"/>
          </p:cNvSpPr>
          <p:nvPr/>
        </p:nvSpPr>
        <p:spPr bwMode="auto">
          <a:xfrm>
            <a:off x="5562600" y="1681164"/>
            <a:ext cx="2743200" cy="604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lang="zh-CN" altLang="en-US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交换积分次序</a:t>
            </a:r>
          </a:p>
        </p:txBody>
      </p:sp>
      <p:graphicFrame>
        <p:nvGraphicFramePr>
          <p:cNvPr id="25618" name="对象 1"/>
          <p:cNvGraphicFramePr>
            <a:graphicFrameLocks noChangeAspect="1"/>
          </p:cNvGraphicFramePr>
          <p:nvPr/>
        </p:nvGraphicFramePr>
        <p:xfrm>
          <a:off x="2871788" y="3157539"/>
          <a:ext cx="2863850" cy="955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81" name="Equation" r:id="rId29" imgW="990170" imgH="330057" progId="Equation.DSMT4">
                  <p:embed/>
                </p:oleObj>
              </mc:Choice>
              <mc:Fallback>
                <p:oleObj name="Equation" r:id="rId29" imgW="990170" imgH="33005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1788" y="3157539"/>
                        <a:ext cx="2863850" cy="955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5F8BC-3C02-4E82-A6AD-68405BC1CFA0}" type="slidenum">
              <a:rPr lang="zh-CN" altLang="en-US" smtClean="0"/>
              <a:t>24</a:t>
            </a:fld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2186265" y="985668"/>
            <a:ext cx="7264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634495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249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249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24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24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249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249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424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24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24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5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424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4249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424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4977" grpId="0" autoUpdateAnimBg="0"/>
      <p:bldP spid="424984" grpId="0" animBg="1"/>
      <p:bldP spid="424991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3874" name="Group 3074"/>
          <p:cNvGrpSpPr>
            <a:grpSpLocks/>
          </p:cNvGrpSpPr>
          <p:nvPr/>
        </p:nvGrpSpPr>
        <p:grpSpPr bwMode="auto">
          <a:xfrm>
            <a:off x="7315200" y="3581400"/>
            <a:ext cx="1295400" cy="1143000"/>
            <a:chOff x="4560" y="3120"/>
            <a:chExt cx="816" cy="720"/>
          </a:xfrm>
        </p:grpSpPr>
        <p:grpSp>
          <p:nvGrpSpPr>
            <p:cNvPr id="30777" name="Group 3075"/>
            <p:cNvGrpSpPr>
              <a:grpSpLocks/>
            </p:cNvGrpSpPr>
            <p:nvPr/>
          </p:nvGrpSpPr>
          <p:grpSpPr bwMode="auto">
            <a:xfrm>
              <a:off x="4560" y="3120"/>
              <a:ext cx="816" cy="720"/>
              <a:chOff x="4416" y="3264"/>
              <a:chExt cx="816" cy="720"/>
            </a:xfrm>
          </p:grpSpPr>
          <p:sp>
            <p:nvSpPr>
              <p:cNvPr id="30779" name="Line 3076"/>
              <p:cNvSpPr>
                <a:spLocks noChangeShapeType="1"/>
              </p:cNvSpPr>
              <p:nvPr/>
            </p:nvSpPr>
            <p:spPr bwMode="auto">
              <a:xfrm flipV="1">
                <a:off x="4848" y="3264"/>
                <a:ext cx="384" cy="384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780" name="Line 3077"/>
              <p:cNvSpPr>
                <a:spLocks noChangeShapeType="1"/>
              </p:cNvSpPr>
              <p:nvPr/>
            </p:nvSpPr>
            <p:spPr bwMode="auto">
              <a:xfrm>
                <a:off x="4848" y="3648"/>
                <a:ext cx="0" cy="336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781" name="Arc 3078"/>
              <p:cNvSpPr>
                <a:spLocks/>
              </p:cNvSpPr>
              <p:nvPr/>
            </p:nvSpPr>
            <p:spPr bwMode="auto">
              <a:xfrm flipV="1">
                <a:off x="4416" y="3265"/>
                <a:ext cx="816" cy="696"/>
              </a:xfrm>
              <a:custGeom>
                <a:avLst/>
                <a:gdLst>
                  <a:gd name="T0" fmla="*/ 0 w 21600"/>
                  <a:gd name="T1" fmla="*/ 0 h 20864"/>
                  <a:gd name="T2" fmla="*/ 0 w 21600"/>
                  <a:gd name="T3" fmla="*/ 0 h 20864"/>
                  <a:gd name="T4" fmla="*/ 0 w 21600"/>
                  <a:gd name="T5" fmla="*/ 0 h 2086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0864" fill="none" extrusionOk="0">
                    <a:moveTo>
                      <a:pt x="11334" y="-1"/>
                    </a:moveTo>
                    <a:cubicBezTo>
                      <a:pt x="17714" y="3932"/>
                      <a:pt x="21600" y="10891"/>
                      <a:pt x="21600" y="18387"/>
                    </a:cubicBezTo>
                    <a:cubicBezTo>
                      <a:pt x="21600" y="19214"/>
                      <a:pt x="21552" y="20041"/>
                      <a:pt x="21457" y="20863"/>
                    </a:cubicBezTo>
                  </a:path>
                  <a:path w="21600" h="20864" stroke="0" extrusionOk="0">
                    <a:moveTo>
                      <a:pt x="11334" y="-1"/>
                    </a:moveTo>
                    <a:cubicBezTo>
                      <a:pt x="17714" y="3932"/>
                      <a:pt x="21600" y="10891"/>
                      <a:pt x="21600" y="18387"/>
                    </a:cubicBezTo>
                    <a:cubicBezTo>
                      <a:pt x="21600" y="19214"/>
                      <a:pt x="21552" y="20041"/>
                      <a:pt x="21457" y="20863"/>
                    </a:cubicBezTo>
                    <a:lnTo>
                      <a:pt x="0" y="18387"/>
                    </a:lnTo>
                    <a:lnTo>
                      <a:pt x="11334" y="-1"/>
                    </a:lnTo>
                    <a:close/>
                  </a:path>
                </a:pathLst>
              </a:cu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30778" name="Freeform 3079"/>
            <p:cNvSpPr>
              <a:spLocks/>
            </p:cNvSpPr>
            <p:nvPr/>
          </p:nvSpPr>
          <p:spPr bwMode="auto">
            <a:xfrm>
              <a:off x="4992" y="3120"/>
              <a:ext cx="384" cy="704"/>
            </a:xfrm>
            <a:custGeom>
              <a:avLst/>
              <a:gdLst>
                <a:gd name="T0" fmla="*/ 384 w 384"/>
                <a:gd name="T1" fmla="*/ 0 h 704"/>
                <a:gd name="T2" fmla="*/ 0 w 384"/>
                <a:gd name="T3" fmla="*/ 384 h 704"/>
                <a:gd name="T4" fmla="*/ 0 w 384"/>
                <a:gd name="T5" fmla="*/ 704 h 704"/>
                <a:gd name="T6" fmla="*/ 82 w 384"/>
                <a:gd name="T7" fmla="*/ 638 h 704"/>
                <a:gd name="T8" fmla="*/ 165 w 384"/>
                <a:gd name="T9" fmla="*/ 585 h 704"/>
                <a:gd name="T10" fmla="*/ 293 w 384"/>
                <a:gd name="T11" fmla="*/ 430 h 704"/>
                <a:gd name="T12" fmla="*/ 366 w 384"/>
                <a:gd name="T13" fmla="*/ 210 h 704"/>
                <a:gd name="T14" fmla="*/ 384 w 384"/>
                <a:gd name="T15" fmla="*/ 0 h 70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84" h="704">
                  <a:moveTo>
                    <a:pt x="384" y="0"/>
                  </a:moveTo>
                  <a:lnTo>
                    <a:pt x="0" y="384"/>
                  </a:lnTo>
                  <a:cubicBezTo>
                    <a:pt x="0" y="491"/>
                    <a:pt x="0" y="597"/>
                    <a:pt x="0" y="704"/>
                  </a:cubicBezTo>
                  <a:cubicBezTo>
                    <a:pt x="68" y="682"/>
                    <a:pt x="28" y="673"/>
                    <a:pt x="82" y="638"/>
                  </a:cubicBezTo>
                  <a:cubicBezTo>
                    <a:pt x="102" y="608"/>
                    <a:pt x="135" y="605"/>
                    <a:pt x="165" y="585"/>
                  </a:cubicBezTo>
                  <a:cubicBezTo>
                    <a:pt x="201" y="531"/>
                    <a:pt x="246" y="474"/>
                    <a:pt x="293" y="430"/>
                  </a:cubicBezTo>
                  <a:cubicBezTo>
                    <a:pt x="317" y="357"/>
                    <a:pt x="342" y="284"/>
                    <a:pt x="366" y="210"/>
                  </a:cubicBezTo>
                  <a:cubicBezTo>
                    <a:pt x="376" y="140"/>
                    <a:pt x="384" y="71"/>
                    <a:pt x="384" y="0"/>
                  </a:cubicBez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57150" cap="flat" cmpd="sng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63880" name="Text Box 3080"/>
          <p:cNvSpPr txBox="1">
            <a:spLocks noChangeArrowheads="1"/>
          </p:cNvSpPr>
          <p:nvPr/>
        </p:nvSpPr>
        <p:spPr bwMode="auto">
          <a:xfrm>
            <a:off x="2066925" y="2233324"/>
            <a:ext cx="762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</a:p>
        </p:txBody>
      </p:sp>
      <p:graphicFrame>
        <p:nvGraphicFramePr>
          <p:cNvPr id="463881" name="Object 3081"/>
          <p:cNvGraphicFramePr>
            <a:graphicFrameLocks noChangeAspect="1"/>
          </p:cNvGraphicFramePr>
          <p:nvPr/>
        </p:nvGraphicFramePr>
        <p:xfrm>
          <a:off x="3340100" y="4267201"/>
          <a:ext cx="2451100" cy="811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92" name="Equation" r:id="rId4" imgW="2336800" imgH="774700" progId="Equation.3">
                  <p:embed/>
                </p:oleObj>
              </mc:Choice>
              <mc:Fallback>
                <p:oleObj name="Equation" r:id="rId4" imgW="2336800" imgH="774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0100" y="4267201"/>
                        <a:ext cx="2451100" cy="811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3882" name="Object 3082"/>
          <p:cNvGraphicFramePr>
            <a:graphicFrameLocks noChangeAspect="1"/>
          </p:cNvGraphicFramePr>
          <p:nvPr/>
        </p:nvGraphicFramePr>
        <p:xfrm>
          <a:off x="3352800" y="5105400"/>
          <a:ext cx="1676400" cy="819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93" name="Equation" r:id="rId6" imgW="1714500" imgH="838200" progId="Equation.3">
                  <p:embed/>
                </p:oleObj>
              </mc:Choice>
              <mc:Fallback>
                <p:oleObj name="Equation" r:id="rId6" imgW="1714500" imgH="838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5105400"/>
                        <a:ext cx="1676400" cy="819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7" name="Object 3083"/>
          <p:cNvGraphicFramePr>
            <a:graphicFrameLocks noChangeAspect="1"/>
          </p:cNvGraphicFramePr>
          <p:nvPr/>
        </p:nvGraphicFramePr>
        <p:xfrm>
          <a:off x="3124200" y="996950"/>
          <a:ext cx="6102350" cy="984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94" name="Equation" r:id="rId8" imgW="5143500" imgH="952500" progId="Equation.3">
                  <p:embed/>
                </p:oleObj>
              </mc:Choice>
              <mc:Fallback>
                <p:oleObj name="Equation" r:id="rId8" imgW="5143500" imgH="952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996950"/>
                        <a:ext cx="6102350" cy="984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3884" name="Line 3084"/>
          <p:cNvSpPr>
            <a:spLocks noChangeShapeType="1"/>
          </p:cNvSpPr>
          <p:nvPr/>
        </p:nvSpPr>
        <p:spPr bwMode="auto">
          <a:xfrm>
            <a:off x="7162800" y="4419600"/>
            <a:ext cx="1600200" cy="0"/>
          </a:xfrm>
          <a:prstGeom prst="line">
            <a:avLst/>
          </a:prstGeom>
          <a:noFill/>
          <a:ln w="28575">
            <a:solidFill>
              <a:srgbClr val="FF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3885" name="Line 3085"/>
          <p:cNvSpPr>
            <a:spLocks noChangeShapeType="1"/>
          </p:cNvSpPr>
          <p:nvPr/>
        </p:nvSpPr>
        <p:spPr bwMode="auto">
          <a:xfrm>
            <a:off x="7696200" y="3962400"/>
            <a:ext cx="1066800" cy="0"/>
          </a:xfrm>
          <a:prstGeom prst="line">
            <a:avLst/>
          </a:prstGeom>
          <a:noFill/>
          <a:ln w="28575">
            <a:solidFill>
              <a:srgbClr val="66FF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3886" name="Line 3086"/>
          <p:cNvSpPr>
            <a:spLocks noChangeShapeType="1"/>
          </p:cNvSpPr>
          <p:nvPr/>
        </p:nvSpPr>
        <p:spPr bwMode="auto">
          <a:xfrm flipV="1">
            <a:off x="8229600" y="3581400"/>
            <a:ext cx="0" cy="1143000"/>
          </a:xfrm>
          <a:prstGeom prst="line">
            <a:avLst/>
          </a:prstGeom>
          <a:noFill/>
          <a:ln w="28575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31" name="Text Box 3087"/>
          <p:cNvSpPr txBox="1">
            <a:spLocks noChangeArrowheads="1"/>
          </p:cNvSpPr>
          <p:nvPr/>
        </p:nvSpPr>
        <p:spPr bwMode="auto">
          <a:xfrm>
            <a:off x="3200400" y="471488"/>
            <a:ext cx="2514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000000"/>
                </a:solidFill>
                <a:ea typeface="宋体" panose="02010600030101010101" pitchFamily="2" charset="-122"/>
              </a:rPr>
              <a:t>计算积分</a:t>
            </a:r>
          </a:p>
        </p:txBody>
      </p:sp>
      <p:graphicFrame>
        <p:nvGraphicFramePr>
          <p:cNvPr id="463888" name="Object 3088"/>
          <p:cNvGraphicFramePr>
            <a:graphicFrameLocks noChangeAspect="1"/>
          </p:cNvGraphicFramePr>
          <p:nvPr/>
        </p:nvGraphicFramePr>
        <p:xfrm>
          <a:off x="3028950" y="1981200"/>
          <a:ext cx="12446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95" name="Equation" r:id="rId10" imgW="1244600" imgH="812800" progId="Equation.3">
                  <p:embed/>
                </p:oleObj>
              </mc:Choice>
              <mc:Fallback>
                <p:oleObj name="Equation" r:id="rId10" imgW="1244600" imgH="812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8950" y="1981200"/>
                        <a:ext cx="1244600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3889" name="Text Box 3089"/>
          <p:cNvSpPr txBox="1">
            <a:spLocks noChangeArrowheads="1"/>
          </p:cNvSpPr>
          <p:nvPr/>
        </p:nvSpPr>
        <p:spPr bwMode="auto">
          <a:xfrm>
            <a:off x="4191000" y="2224088"/>
            <a:ext cx="3886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不能用初等函数表示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</a:t>
            </a:r>
          </a:p>
        </p:txBody>
      </p:sp>
      <p:graphicFrame>
        <p:nvGraphicFramePr>
          <p:cNvPr id="463890" name="Object 3090"/>
          <p:cNvGraphicFramePr>
            <a:graphicFrameLocks noChangeAspect="1"/>
          </p:cNvGraphicFramePr>
          <p:nvPr/>
        </p:nvGraphicFramePr>
        <p:xfrm>
          <a:off x="3022600" y="2971800"/>
          <a:ext cx="2540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96" name="Equation" r:id="rId12" imgW="253890" imgH="228501" progId="Equation.3">
                  <p:embed/>
                </p:oleObj>
              </mc:Choice>
              <mc:Fallback>
                <p:oleObj name="Equation" r:id="rId12" imgW="253890" imgH="22850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2600" y="2971800"/>
                        <a:ext cx="254000" cy="228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3891" name="Text Box 3091"/>
          <p:cNvSpPr txBox="1">
            <a:spLocks noChangeArrowheads="1"/>
          </p:cNvSpPr>
          <p:nvPr/>
        </p:nvSpPr>
        <p:spPr bwMode="auto">
          <a:xfrm>
            <a:off x="3276600" y="2819401"/>
            <a:ext cx="3048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先交换积分次序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</a:p>
        </p:txBody>
      </p:sp>
      <p:graphicFrame>
        <p:nvGraphicFramePr>
          <p:cNvPr id="463892" name="Object 3092"/>
          <p:cNvGraphicFramePr>
            <a:graphicFrameLocks noChangeAspect="1"/>
          </p:cNvGraphicFramePr>
          <p:nvPr/>
        </p:nvGraphicFramePr>
        <p:xfrm>
          <a:off x="4394200" y="3276600"/>
          <a:ext cx="11430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97" name="Equation" r:id="rId14" imgW="1143000" imgH="876300" progId="Equation.3">
                  <p:embed/>
                </p:oleObj>
              </mc:Choice>
              <mc:Fallback>
                <p:oleObj name="Equation" r:id="rId14" imgW="1143000" imgH="876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94200" y="3276600"/>
                        <a:ext cx="1143000" cy="87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3893" name="Object 3093"/>
          <p:cNvGraphicFramePr>
            <a:graphicFrameLocks noChangeAspect="1"/>
          </p:cNvGraphicFramePr>
          <p:nvPr/>
        </p:nvGraphicFramePr>
        <p:xfrm>
          <a:off x="4575969" y="3450227"/>
          <a:ext cx="189994" cy="2216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98" name="Equation" r:id="rId16" imgW="139680" imgH="139680" progId="Equation.DSMT4">
                  <p:embed/>
                </p:oleObj>
              </mc:Choice>
              <mc:Fallback>
                <p:oleObj name="Equation" r:id="rId16" imgW="139680" imgH="139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5969" y="3450227"/>
                        <a:ext cx="189994" cy="2216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3894" name="Object 3094"/>
          <p:cNvGraphicFramePr>
            <a:graphicFrameLocks noChangeAspect="1"/>
          </p:cNvGraphicFramePr>
          <p:nvPr/>
        </p:nvGraphicFramePr>
        <p:xfrm>
          <a:off x="4500564" y="3844062"/>
          <a:ext cx="303238" cy="321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99" name="Equation" r:id="rId18" imgW="190440" imgH="203040" progId="Equation.DSMT4">
                  <p:embed/>
                </p:oleObj>
              </mc:Choice>
              <mc:Fallback>
                <p:oleObj name="Equation" r:id="rId18" imgW="1904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0564" y="3844062"/>
                        <a:ext cx="303238" cy="321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3895" name="Object 3095"/>
          <p:cNvGraphicFramePr>
            <a:graphicFrameLocks noChangeAspect="1"/>
          </p:cNvGraphicFramePr>
          <p:nvPr/>
        </p:nvGraphicFramePr>
        <p:xfrm>
          <a:off x="3613150" y="3429000"/>
          <a:ext cx="7366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00" name="Equation" r:id="rId20" imgW="736600" imgH="736600" progId="Equation.3">
                  <p:embed/>
                </p:oleObj>
              </mc:Choice>
              <mc:Fallback>
                <p:oleObj name="Equation" r:id="rId20" imgW="736600" imgH="736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13150" y="3429000"/>
                        <a:ext cx="7366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3896" name="Object 3096"/>
          <p:cNvGraphicFramePr>
            <a:graphicFrameLocks noChangeAspect="1"/>
          </p:cNvGraphicFramePr>
          <p:nvPr/>
        </p:nvGraphicFramePr>
        <p:xfrm>
          <a:off x="3060700" y="3581400"/>
          <a:ext cx="5207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01" name="Equation" r:id="rId22" imgW="520474" imgH="291973" progId="Equation.3">
                  <p:embed/>
                </p:oleObj>
              </mc:Choice>
              <mc:Fallback>
                <p:oleObj name="Equation" r:id="rId22" imgW="520474" imgH="29197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0700" y="3581400"/>
                        <a:ext cx="520700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3897" name="Object 3097"/>
          <p:cNvGraphicFramePr>
            <a:graphicFrameLocks noChangeAspect="1"/>
          </p:cNvGraphicFramePr>
          <p:nvPr/>
        </p:nvGraphicFramePr>
        <p:xfrm>
          <a:off x="3698875" y="3795524"/>
          <a:ext cx="349250" cy="585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02" name="Equation" r:id="rId24" imgW="152280" imgH="406080" progId="Equation.DSMT4">
                  <p:embed/>
                </p:oleObj>
              </mc:Choice>
              <mc:Fallback>
                <p:oleObj name="Equation" r:id="rId24" imgW="15228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98875" y="3795524"/>
                        <a:ext cx="349250" cy="585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3898" name="Object 3098"/>
          <p:cNvGraphicFramePr>
            <a:graphicFrameLocks noChangeAspect="1"/>
          </p:cNvGraphicFramePr>
          <p:nvPr/>
        </p:nvGraphicFramePr>
        <p:xfrm>
          <a:off x="3753643" y="3429000"/>
          <a:ext cx="306388" cy="2550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03" name="Equation" r:id="rId26" imgW="114120" imgH="164880" progId="Equation.DSMT4">
                  <p:embed/>
                </p:oleObj>
              </mc:Choice>
              <mc:Fallback>
                <p:oleObj name="Equation" r:id="rId26" imgW="114120" imgH="164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53643" y="3429000"/>
                        <a:ext cx="306388" cy="25500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63905" name="Group 3105"/>
          <p:cNvGrpSpPr>
            <a:grpSpLocks/>
          </p:cNvGrpSpPr>
          <p:nvPr/>
        </p:nvGrpSpPr>
        <p:grpSpPr bwMode="auto">
          <a:xfrm>
            <a:off x="7159626" y="3508376"/>
            <a:ext cx="1527175" cy="1597025"/>
            <a:chOff x="3550" y="2210"/>
            <a:chExt cx="962" cy="1006"/>
          </a:xfrm>
        </p:grpSpPr>
        <p:sp>
          <p:nvSpPr>
            <p:cNvPr id="30769" name="Line 3106"/>
            <p:cNvSpPr>
              <a:spLocks noChangeShapeType="1"/>
            </p:cNvSpPr>
            <p:nvPr/>
          </p:nvSpPr>
          <p:spPr bwMode="auto">
            <a:xfrm>
              <a:off x="4463" y="2258"/>
              <a:ext cx="0" cy="81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30770" name="Object 3107"/>
            <p:cNvGraphicFramePr>
              <a:graphicFrameLocks noChangeAspect="1"/>
            </p:cNvGraphicFramePr>
            <p:nvPr/>
          </p:nvGraphicFramePr>
          <p:xfrm>
            <a:off x="4415" y="3074"/>
            <a:ext cx="97" cy="1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004" name="Equation" r:id="rId28" imgW="114151" imgH="164885" progId="Equation.3">
                    <p:embed/>
                  </p:oleObj>
                </mc:Choice>
                <mc:Fallback>
                  <p:oleObj name="Equation" r:id="rId28" imgW="114151" imgH="16488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15" y="3074"/>
                          <a:ext cx="97" cy="14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71" name="Object 3108"/>
            <p:cNvGraphicFramePr>
              <a:graphicFrameLocks noChangeAspect="1"/>
            </p:cNvGraphicFramePr>
            <p:nvPr/>
          </p:nvGraphicFramePr>
          <p:xfrm>
            <a:off x="3550" y="2210"/>
            <a:ext cx="97" cy="1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005" name="Equation" r:id="rId30" imgW="114151" imgH="164885" progId="Equation.3">
                    <p:embed/>
                  </p:oleObj>
                </mc:Choice>
                <mc:Fallback>
                  <p:oleObj name="Equation" r:id="rId30" imgW="114151" imgH="16488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50" y="2210"/>
                          <a:ext cx="97" cy="14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772" name="Line 3109"/>
            <p:cNvSpPr>
              <a:spLocks noChangeShapeType="1"/>
            </p:cNvSpPr>
            <p:nvPr/>
          </p:nvSpPr>
          <p:spPr bwMode="auto">
            <a:xfrm flipH="1">
              <a:off x="3647" y="2258"/>
              <a:ext cx="81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63910" name="Line 3110"/>
          <p:cNvSpPr>
            <a:spLocks noChangeShapeType="1"/>
          </p:cNvSpPr>
          <p:nvPr/>
        </p:nvSpPr>
        <p:spPr bwMode="auto">
          <a:xfrm>
            <a:off x="8001000" y="4191000"/>
            <a:ext cx="0" cy="5334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463911" name="Group 3111"/>
          <p:cNvGrpSpPr>
            <a:grpSpLocks/>
          </p:cNvGrpSpPr>
          <p:nvPr/>
        </p:nvGrpSpPr>
        <p:grpSpPr bwMode="auto">
          <a:xfrm>
            <a:off x="7924800" y="4191000"/>
            <a:ext cx="120650" cy="1174750"/>
            <a:chOff x="4032" y="2640"/>
            <a:chExt cx="76" cy="740"/>
          </a:xfrm>
        </p:grpSpPr>
        <p:sp>
          <p:nvSpPr>
            <p:cNvPr id="30767" name="Line 3112"/>
            <p:cNvSpPr>
              <a:spLocks noChangeShapeType="1"/>
            </p:cNvSpPr>
            <p:nvPr/>
          </p:nvSpPr>
          <p:spPr bwMode="auto">
            <a:xfrm>
              <a:off x="4080" y="2640"/>
              <a:ext cx="0" cy="4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30768" name="Object 3113"/>
            <p:cNvGraphicFramePr>
              <a:graphicFrameLocks noChangeAspect="1"/>
            </p:cNvGraphicFramePr>
            <p:nvPr/>
          </p:nvGraphicFramePr>
          <p:xfrm>
            <a:off x="4032" y="3120"/>
            <a:ext cx="76" cy="2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006" name="Equation" r:id="rId31" imgW="241300" imgH="825500" progId="Equation.3">
                    <p:embed/>
                  </p:oleObj>
                </mc:Choice>
                <mc:Fallback>
                  <p:oleObj name="Equation" r:id="rId31" imgW="241300" imgH="8255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32" y="3120"/>
                          <a:ext cx="76" cy="2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63914" name="Group 3114"/>
          <p:cNvGrpSpPr>
            <a:grpSpLocks/>
          </p:cNvGrpSpPr>
          <p:nvPr/>
        </p:nvGrpSpPr>
        <p:grpSpPr bwMode="auto">
          <a:xfrm>
            <a:off x="7086600" y="4419600"/>
            <a:ext cx="914400" cy="412750"/>
            <a:chOff x="3528" y="2784"/>
            <a:chExt cx="576" cy="260"/>
          </a:xfrm>
        </p:grpSpPr>
        <p:sp>
          <p:nvSpPr>
            <p:cNvPr id="30765" name="Line 3115"/>
            <p:cNvSpPr>
              <a:spLocks noChangeShapeType="1"/>
            </p:cNvSpPr>
            <p:nvPr/>
          </p:nvSpPr>
          <p:spPr bwMode="auto">
            <a:xfrm flipH="1">
              <a:off x="3672" y="2928"/>
              <a:ext cx="43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30766" name="Object 3116"/>
            <p:cNvGraphicFramePr>
              <a:graphicFrameLocks noChangeAspect="1"/>
            </p:cNvGraphicFramePr>
            <p:nvPr/>
          </p:nvGraphicFramePr>
          <p:xfrm>
            <a:off x="3528" y="2784"/>
            <a:ext cx="72" cy="2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007" name="Equation" r:id="rId33" imgW="228600" imgH="825500" progId="Equation.3">
                    <p:embed/>
                  </p:oleObj>
                </mc:Choice>
                <mc:Fallback>
                  <p:oleObj name="Equation" r:id="rId33" imgW="228600" imgH="8255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28" y="2784"/>
                          <a:ext cx="72" cy="2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63917" name="Group 3117"/>
          <p:cNvGrpSpPr>
            <a:grpSpLocks/>
          </p:cNvGrpSpPr>
          <p:nvPr/>
        </p:nvGrpSpPr>
        <p:grpSpPr bwMode="auto">
          <a:xfrm>
            <a:off x="7315198" y="3138489"/>
            <a:ext cx="2098675" cy="1738313"/>
            <a:chOff x="3648" y="1977"/>
            <a:chExt cx="1322" cy="1095"/>
          </a:xfrm>
        </p:grpSpPr>
        <p:sp>
          <p:nvSpPr>
            <p:cNvPr id="30763" name="Line 3118"/>
            <p:cNvSpPr>
              <a:spLocks noChangeShapeType="1"/>
            </p:cNvSpPr>
            <p:nvPr/>
          </p:nvSpPr>
          <p:spPr bwMode="auto">
            <a:xfrm flipV="1">
              <a:off x="3648" y="2160"/>
              <a:ext cx="912" cy="912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30764" name="Object 3119"/>
            <p:cNvGraphicFramePr>
              <a:graphicFrameLocks noChangeAspect="1"/>
            </p:cNvGraphicFramePr>
            <p:nvPr/>
          </p:nvGraphicFramePr>
          <p:xfrm>
            <a:off x="4470" y="1977"/>
            <a:ext cx="500" cy="2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008" name="Equation" r:id="rId35" imgW="393480" imgH="164880" progId="Equation.DSMT4">
                    <p:embed/>
                  </p:oleObj>
                </mc:Choice>
                <mc:Fallback>
                  <p:oleObj name="Equation" r:id="rId35" imgW="3934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70" y="1977"/>
                          <a:ext cx="500" cy="2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63920" name="Group 3120"/>
          <p:cNvGrpSpPr>
            <a:grpSpLocks/>
          </p:cNvGrpSpPr>
          <p:nvPr/>
        </p:nvGrpSpPr>
        <p:grpSpPr bwMode="auto">
          <a:xfrm>
            <a:off x="7315202" y="3581401"/>
            <a:ext cx="2298701" cy="1274763"/>
            <a:chOff x="3648" y="2256"/>
            <a:chExt cx="1448" cy="803"/>
          </a:xfrm>
        </p:grpSpPr>
        <p:sp>
          <p:nvSpPr>
            <p:cNvPr id="30761" name="Arc 3121"/>
            <p:cNvSpPr>
              <a:spLocks/>
            </p:cNvSpPr>
            <p:nvPr/>
          </p:nvSpPr>
          <p:spPr bwMode="auto">
            <a:xfrm flipV="1">
              <a:off x="3648" y="2256"/>
              <a:ext cx="816" cy="803"/>
            </a:xfrm>
            <a:custGeom>
              <a:avLst/>
              <a:gdLst>
                <a:gd name="T0" fmla="*/ 0 w 21600"/>
                <a:gd name="T1" fmla="*/ 0 h 24077"/>
                <a:gd name="T2" fmla="*/ 0 w 21600"/>
                <a:gd name="T3" fmla="*/ 0 h 24077"/>
                <a:gd name="T4" fmla="*/ 0 w 21600"/>
                <a:gd name="T5" fmla="*/ 0 h 2407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4077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2427"/>
                    <a:pt x="21552" y="23254"/>
                    <a:pt x="21457" y="24076"/>
                  </a:cubicBezTo>
                </a:path>
                <a:path w="21600" h="24077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2427"/>
                    <a:pt x="21552" y="23254"/>
                    <a:pt x="21457" y="24076"/>
                  </a:cubicBez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30762" name="Object 3122"/>
            <p:cNvGraphicFramePr>
              <a:graphicFrameLocks noChangeAspect="1"/>
            </p:cNvGraphicFramePr>
            <p:nvPr/>
          </p:nvGraphicFramePr>
          <p:xfrm>
            <a:off x="4612" y="2341"/>
            <a:ext cx="484" cy="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009" name="Equation" r:id="rId37" imgW="444240" imgH="228600" progId="Equation.DSMT4">
                    <p:embed/>
                  </p:oleObj>
                </mc:Choice>
                <mc:Fallback>
                  <p:oleObj name="Equation" r:id="rId37" imgW="44424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12" y="2341"/>
                          <a:ext cx="484" cy="3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63923" name="Group 3123"/>
          <p:cNvGrpSpPr>
            <a:grpSpLocks/>
          </p:cNvGrpSpPr>
          <p:nvPr/>
        </p:nvGrpSpPr>
        <p:grpSpPr bwMode="auto">
          <a:xfrm>
            <a:off x="7086600" y="3962400"/>
            <a:ext cx="1371600" cy="412750"/>
            <a:chOff x="3504" y="2496"/>
            <a:chExt cx="864" cy="260"/>
          </a:xfrm>
        </p:grpSpPr>
        <p:sp>
          <p:nvSpPr>
            <p:cNvPr id="30758" name="Line 3124"/>
            <p:cNvSpPr>
              <a:spLocks noChangeShapeType="1"/>
            </p:cNvSpPr>
            <p:nvPr/>
          </p:nvSpPr>
          <p:spPr bwMode="auto">
            <a:xfrm flipH="1">
              <a:off x="3648" y="2640"/>
              <a:ext cx="43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30759" name="Object 3125"/>
            <p:cNvGraphicFramePr>
              <a:graphicFrameLocks noChangeAspect="1"/>
            </p:cNvGraphicFramePr>
            <p:nvPr/>
          </p:nvGraphicFramePr>
          <p:xfrm>
            <a:off x="3504" y="2496"/>
            <a:ext cx="76" cy="2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010" name="Equation" r:id="rId39" imgW="241300" imgH="825500" progId="Equation.3">
                    <p:embed/>
                  </p:oleObj>
                </mc:Choice>
                <mc:Fallback>
                  <p:oleObj name="Equation" r:id="rId39" imgW="241300" imgH="8255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04" y="2496"/>
                          <a:ext cx="76" cy="2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760" name="Line 3126"/>
            <p:cNvSpPr>
              <a:spLocks noChangeShapeType="1"/>
            </p:cNvSpPr>
            <p:nvPr/>
          </p:nvSpPr>
          <p:spPr bwMode="auto">
            <a:xfrm flipH="1">
              <a:off x="4080" y="2640"/>
              <a:ext cx="2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63927" name="Group 3127"/>
          <p:cNvGrpSpPr>
            <a:grpSpLocks/>
          </p:cNvGrpSpPr>
          <p:nvPr/>
        </p:nvGrpSpPr>
        <p:grpSpPr bwMode="auto">
          <a:xfrm>
            <a:off x="6934200" y="2967038"/>
            <a:ext cx="2590800" cy="2214562"/>
            <a:chOff x="2352" y="1821"/>
            <a:chExt cx="1632" cy="1395"/>
          </a:xfrm>
        </p:grpSpPr>
        <p:sp>
          <p:nvSpPr>
            <p:cNvPr id="30753" name="Line 3128"/>
            <p:cNvSpPr>
              <a:spLocks noChangeShapeType="1"/>
            </p:cNvSpPr>
            <p:nvPr/>
          </p:nvSpPr>
          <p:spPr bwMode="auto">
            <a:xfrm flipV="1">
              <a:off x="2592" y="1824"/>
              <a:ext cx="0" cy="13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54" name="Line 3129"/>
            <p:cNvSpPr>
              <a:spLocks noChangeShapeType="1"/>
            </p:cNvSpPr>
            <p:nvPr/>
          </p:nvSpPr>
          <p:spPr bwMode="auto">
            <a:xfrm>
              <a:off x="2352" y="3024"/>
              <a:ext cx="163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30755" name="Object 3130"/>
            <p:cNvGraphicFramePr>
              <a:graphicFrameLocks noChangeAspect="1"/>
            </p:cNvGraphicFramePr>
            <p:nvPr/>
          </p:nvGraphicFramePr>
          <p:xfrm>
            <a:off x="2448" y="3024"/>
            <a:ext cx="141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011" name="Equation" r:id="rId40" imgW="164814" imgH="177492" progId="Equation.3">
                    <p:embed/>
                  </p:oleObj>
                </mc:Choice>
                <mc:Fallback>
                  <p:oleObj name="Equation" r:id="rId40" imgW="164814" imgH="177492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48" y="3024"/>
                          <a:ext cx="141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56" name="Object 3131"/>
            <p:cNvGraphicFramePr>
              <a:graphicFrameLocks noChangeAspect="1"/>
            </p:cNvGraphicFramePr>
            <p:nvPr/>
          </p:nvGraphicFramePr>
          <p:xfrm>
            <a:off x="3854" y="3097"/>
            <a:ext cx="119" cy="1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012" name="Equation" r:id="rId42" imgW="139700" imgH="139700" progId="Equation.3">
                    <p:embed/>
                  </p:oleObj>
                </mc:Choice>
                <mc:Fallback>
                  <p:oleObj name="Equation" r:id="rId42" imgW="139700" imgH="1397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54" y="3097"/>
                          <a:ext cx="119" cy="1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57" name="Object 3132"/>
            <p:cNvGraphicFramePr>
              <a:graphicFrameLocks noChangeAspect="1"/>
            </p:cNvGraphicFramePr>
            <p:nvPr/>
          </p:nvGraphicFramePr>
          <p:xfrm>
            <a:off x="2448" y="1821"/>
            <a:ext cx="119" cy="1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013" name="Equation" r:id="rId44" imgW="139579" imgH="164957" progId="Equation.3">
                    <p:embed/>
                  </p:oleObj>
                </mc:Choice>
                <mc:Fallback>
                  <p:oleObj name="Equation" r:id="rId44" imgW="139579" imgH="16495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48" y="1821"/>
                          <a:ext cx="119" cy="14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文本框 1"/>
          <p:cNvSpPr txBox="1"/>
          <p:nvPr/>
        </p:nvSpPr>
        <p:spPr>
          <a:xfrm>
            <a:off x="1926114" y="467380"/>
            <a:ext cx="7280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5F8BC-3C02-4E82-A6AD-68405BC1CFA0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5251357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63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638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638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63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63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463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4639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463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463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463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463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463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463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463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46388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63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46388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63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463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463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463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4638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4638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4638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4638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4638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4638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4638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4638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463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4638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4638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 nodeType="clickPar">
                      <p:stCondLst>
                        <p:cond delay="indefinite"/>
                      </p:stCondLst>
                      <p:childTnLst>
                        <p:par>
                          <p:cTn id="1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4638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4638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 nodeType="clickPar">
                      <p:stCondLst>
                        <p:cond delay="indefinite"/>
                      </p:stCondLst>
                      <p:childTnLst>
                        <p:par>
                          <p:cTn id="1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4638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 nodeType="clickPar">
                      <p:stCondLst>
                        <p:cond delay="indefinite"/>
                      </p:stCondLst>
                      <p:childTnLst>
                        <p:par>
                          <p:cTn id="1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463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3880" grpId="0" autoUpdateAnimBg="0"/>
      <p:bldP spid="463884" grpId="0" animBg="1"/>
      <p:bldP spid="463885" grpId="0" animBg="1"/>
      <p:bldP spid="463886" grpId="0" animBg="1"/>
      <p:bldP spid="463889" grpId="0" autoUpdateAnimBg="0"/>
      <p:bldP spid="463891" grpId="0" autoUpdateAnimBg="0"/>
      <p:bldP spid="463910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ChangeArrowheads="1"/>
          </p:cNvSpPr>
          <p:nvPr/>
        </p:nvSpPr>
        <p:spPr bwMode="auto">
          <a:xfrm>
            <a:off x="1482059" y="609185"/>
            <a:ext cx="171553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例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9</a:t>
            </a:r>
            <a:r>
              <a:rPr lang="zh-CN" altLang="en-US" b="1" dirty="0">
                <a:solidFill>
                  <a:srgbClr val="0000FF"/>
                </a:solidFill>
                <a:ea typeface="宋体" panose="02010600030101010101" pitchFamily="2" charset="-122"/>
              </a:rPr>
              <a:t>  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计算</a:t>
            </a:r>
          </a:p>
        </p:txBody>
      </p:sp>
      <p:graphicFrame>
        <p:nvGraphicFramePr>
          <p:cNvPr id="9216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3009496"/>
              </p:ext>
            </p:extLst>
          </p:nvPr>
        </p:nvGraphicFramePr>
        <p:xfrm>
          <a:off x="3342055" y="336352"/>
          <a:ext cx="5153476" cy="10946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80" name="Equation" r:id="rId4" imgW="2552400" imgH="444240" progId="Equation.DSMT4">
                  <p:embed/>
                </p:oleObj>
              </mc:Choice>
              <mc:Fallback>
                <p:oleObj name="Equation" r:id="rId4" imgW="255240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2055" y="336352"/>
                        <a:ext cx="5153476" cy="10946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164" name="Rectangle 4"/>
          <p:cNvSpPr>
            <a:spLocks noChangeArrowheads="1"/>
          </p:cNvSpPr>
          <p:nvPr/>
        </p:nvSpPr>
        <p:spPr bwMode="auto">
          <a:xfrm>
            <a:off x="1554164" y="1411041"/>
            <a:ext cx="5429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解</a:t>
            </a:r>
          </a:p>
        </p:txBody>
      </p:sp>
      <p:sp>
        <p:nvSpPr>
          <p:cNvPr id="92165" name="Rectangle 5"/>
          <p:cNvSpPr>
            <a:spLocks noChangeArrowheads="1"/>
          </p:cNvSpPr>
          <p:nvPr/>
        </p:nvSpPr>
        <p:spPr bwMode="auto">
          <a:xfrm>
            <a:off x="2305347" y="1416844"/>
            <a:ext cx="34051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根据积分区域的特点</a:t>
            </a:r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7331126" y="1082506"/>
            <a:ext cx="3914775" cy="4495800"/>
            <a:chOff x="3312" y="912"/>
            <a:chExt cx="2466" cy="2832"/>
          </a:xfrm>
        </p:grpSpPr>
        <p:sp>
          <p:nvSpPr>
            <p:cNvPr id="31757" name="Line 7"/>
            <p:cNvSpPr>
              <a:spLocks noChangeShapeType="1"/>
            </p:cNvSpPr>
            <p:nvPr/>
          </p:nvSpPr>
          <p:spPr bwMode="auto">
            <a:xfrm>
              <a:off x="3648" y="1872"/>
              <a:ext cx="2112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1758" name="Group 8"/>
            <p:cNvGrpSpPr>
              <a:grpSpLocks/>
            </p:cNvGrpSpPr>
            <p:nvPr/>
          </p:nvGrpSpPr>
          <p:grpSpPr bwMode="auto">
            <a:xfrm>
              <a:off x="3312" y="912"/>
              <a:ext cx="2466" cy="2832"/>
              <a:chOff x="3312" y="912"/>
              <a:chExt cx="2466" cy="2832"/>
            </a:xfrm>
          </p:grpSpPr>
          <p:grpSp>
            <p:nvGrpSpPr>
              <p:cNvPr id="31759" name="Group 9"/>
              <p:cNvGrpSpPr>
                <a:grpSpLocks/>
              </p:cNvGrpSpPr>
              <p:nvPr/>
            </p:nvGrpSpPr>
            <p:grpSpPr bwMode="auto">
              <a:xfrm>
                <a:off x="3840" y="1848"/>
                <a:ext cx="1938" cy="1584"/>
                <a:chOff x="2064" y="1680"/>
                <a:chExt cx="1938" cy="1584"/>
              </a:xfrm>
            </p:grpSpPr>
            <p:grpSp>
              <p:nvGrpSpPr>
                <p:cNvPr id="31772" name="Group 10"/>
                <p:cNvGrpSpPr>
                  <a:grpSpLocks/>
                </p:cNvGrpSpPr>
                <p:nvPr/>
              </p:nvGrpSpPr>
              <p:grpSpPr bwMode="auto">
                <a:xfrm>
                  <a:off x="2064" y="1680"/>
                  <a:ext cx="1920" cy="1248"/>
                  <a:chOff x="2064" y="1680"/>
                  <a:chExt cx="1920" cy="1248"/>
                </a:xfrm>
              </p:grpSpPr>
              <p:sp>
                <p:nvSpPr>
                  <p:cNvPr id="31774" name="Arc 11"/>
                  <p:cNvSpPr>
                    <a:spLocks/>
                  </p:cNvSpPr>
                  <p:nvPr/>
                </p:nvSpPr>
                <p:spPr bwMode="auto">
                  <a:xfrm flipH="1">
                    <a:off x="2064" y="1680"/>
                    <a:ext cx="1920" cy="1230"/>
                  </a:xfrm>
                  <a:custGeom>
                    <a:avLst/>
                    <a:gdLst>
                      <a:gd name="T0" fmla="*/ 0 w 21600"/>
                      <a:gd name="T1" fmla="*/ 0 h 35672"/>
                      <a:gd name="T2" fmla="*/ 0 w 21600"/>
                      <a:gd name="T3" fmla="*/ 0 h 35672"/>
                      <a:gd name="T4" fmla="*/ 0 w 21600"/>
                      <a:gd name="T5" fmla="*/ 0 h 35672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35672"/>
                      <a:gd name="T11" fmla="*/ 21600 w 21600"/>
                      <a:gd name="T12" fmla="*/ 35672 h 35672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35672" fill="none" extrusionOk="0">
                        <a:moveTo>
                          <a:pt x="3873" y="0"/>
                        </a:moveTo>
                        <a:cubicBezTo>
                          <a:pt x="14139" y="1871"/>
                          <a:pt x="21600" y="10814"/>
                          <a:pt x="21600" y="21250"/>
                        </a:cubicBezTo>
                        <a:cubicBezTo>
                          <a:pt x="21600" y="26573"/>
                          <a:pt x="19634" y="31709"/>
                          <a:pt x="16079" y="35671"/>
                        </a:cubicBezTo>
                      </a:path>
                      <a:path w="21600" h="35672" stroke="0" extrusionOk="0">
                        <a:moveTo>
                          <a:pt x="3873" y="0"/>
                        </a:moveTo>
                        <a:cubicBezTo>
                          <a:pt x="14139" y="1871"/>
                          <a:pt x="21600" y="10814"/>
                          <a:pt x="21600" y="21250"/>
                        </a:cubicBezTo>
                        <a:cubicBezTo>
                          <a:pt x="21600" y="26573"/>
                          <a:pt x="19634" y="31709"/>
                          <a:pt x="16079" y="35671"/>
                        </a:cubicBezTo>
                        <a:lnTo>
                          <a:pt x="0" y="21250"/>
                        </a:lnTo>
                        <a:lnTo>
                          <a:pt x="3873" y="0"/>
                        </a:lnTo>
                        <a:close/>
                      </a:path>
                    </a:pathLst>
                  </a:custGeom>
                  <a:solidFill>
                    <a:srgbClr val="00FFFF"/>
                  </a:solidFill>
                  <a:ln w="9525">
                    <a:solidFill>
                      <a:schemeClr val="tx2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1775" name="Line 12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544" y="1680"/>
                    <a:ext cx="1104" cy="1248"/>
                  </a:xfrm>
                  <a:prstGeom prst="line">
                    <a:avLst/>
                  </a:prstGeom>
                  <a:noFill/>
                  <a:ln w="9525">
                    <a:solidFill>
                      <a:schemeClr val="tx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31773" name="AutoShape 13"/>
                <p:cNvSpPr>
                  <a:spLocks noChangeArrowheads="1"/>
                </p:cNvSpPr>
                <p:nvPr/>
              </p:nvSpPr>
              <p:spPr bwMode="auto">
                <a:xfrm rot="1738274">
                  <a:off x="2916" y="1731"/>
                  <a:ext cx="1086" cy="1533"/>
                </a:xfrm>
                <a:prstGeom prst="parallelogram">
                  <a:avLst>
                    <a:gd name="adj" fmla="val 25000"/>
                  </a:avLst>
                </a:prstGeom>
                <a:solidFill>
                  <a:srgbClr val="FFFFC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Blip>
                      <a:blip r:embed="rId3"/>
                    </a:buBlip>
                    <a:defRPr kumimoji="1" sz="28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Blip>
                      <a:blip r:embed="rId3"/>
                    </a:buBlip>
                    <a:defRPr kumimoji="1" sz="24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Blip>
                      <a:blip r:embed="rId3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Blip>
                      <a:blip r:embed="rId3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Blip>
                      <a:blip r:embed="rId3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Blip>
                      <a:blip r:embed="rId3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Blip>
                      <a:blip r:embed="rId3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Blip>
                      <a:blip r:embed="rId3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Blip>
                      <a:blip r:embed="rId3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000">
                    <a:solidFill>
                      <a:schemeClr val="tx1"/>
                    </a:solidFill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31760" name="Group 14"/>
              <p:cNvGrpSpPr>
                <a:grpSpLocks/>
              </p:cNvGrpSpPr>
              <p:nvPr/>
            </p:nvGrpSpPr>
            <p:grpSpPr bwMode="auto">
              <a:xfrm>
                <a:off x="3312" y="912"/>
                <a:ext cx="2448" cy="2832"/>
                <a:chOff x="3312" y="912"/>
                <a:chExt cx="2448" cy="2832"/>
              </a:xfrm>
            </p:grpSpPr>
            <p:sp>
              <p:nvSpPr>
                <p:cNvPr id="31770" name="Line 15"/>
                <p:cNvSpPr>
                  <a:spLocks noChangeShapeType="1"/>
                </p:cNvSpPr>
                <p:nvPr/>
              </p:nvSpPr>
              <p:spPr bwMode="auto">
                <a:xfrm>
                  <a:off x="3312" y="2640"/>
                  <a:ext cx="2448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771" name="Line 16"/>
                <p:cNvSpPr>
                  <a:spLocks noChangeShapeType="1"/>
                </p:cNvSpPr>
                <p:nvPr/>
              </p:nvSpPr>
              <p:spPr bwMode="auto">
                <a:xfrm flipV="1">
                  <a:off x="3840" y="912"/>
                  <a:ext cx="0" cy="2832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31761" name="Arc 17"/>
              <p:cNvSpPr>
                <a:spLocks/>
              </p:cNvSpPr>
              <p:nvPr/>
            </p:nvSpPr>
            <p:spPr bwMode="auto">
              <a:xfrm flipH="1">
                <a:off x="3840" y="1872"/>
                <a:ext cx="1680" cy="1393"/>
              </a:xfrm>
              <a:custGeom>
                <a:avLst/>
                <a:gdLst>
                  <a:gd name="T0" fmla="*/ 0 w 21600"/>
                  <a:gd name="T1" fmla="*/ 0 h 43199"/>
                  <a:gd name="T2" fmla="*/ 0 w 21600"/>
                  <a:gd name="T3" fmla="*/ 0 h 43199"/>
                  <a:gd name="T4" fmla="*/ 0 w 21600"/>
                  <a:gd name="T5" fmla="*/ 0 h 43199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43199"/>
                  <a:gd name="T11" fmla="*/ 21600 w 21600"/>
                  <a:gd name="T12" fmla="*/ 43199 h 4319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43199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440"/>
                      <a:pt x="12068" y="43073"/>
                      <a:pt x="228" y="43198"/>
                    </a:cubicBezTo>
                  </a:path>
                  <a:path w="21600" h="43199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440"/>
                      <a:pt x="12068" y="43073"/>
                      <a:pt x="228" y="43198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762" name="Line 18"/>
              <p:cNvSpPr>
                <a:spLocks noChangeShapeType="1"/>
              </p:cNvSpPr>
              <p:nvPr/>
            </p:nvSpPr>
            <p:spPr bwMode="auto">
              <a:xfrm flipV="1">
                <a:off x="3888" y="1488"/>
                <a:ext cx="1872" cy="206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763" name="Line 19"/>
              <p:cNvSpPr>
                <a:spLocks noChangeShapeType="1"/>
              </p:cNvSpPr>
              <p:nvPr/>
            </p:nvSpPr>
            <p:spPr bwMode="auto">
              <a:xfrm flipV="1">
                <a:off x="4332" y="1200"/>
                <a:ext cx="0" cy="2208"/>
              </a:xfrm>
              <a:prstGeom prst="line">
                <a:avLst/>
              </a:prstGeom>
              <a:noFill/>
              <a:ln w="38100">
                <a:solidFill>
                  <a:srgbClr val="0000FF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764" name="Text Box 20"/>
              <p:cNvSpPr txBox="1">
                <a:spLocks noChangeArrowheads="1"/>
              </p:cNvSpPr>
              <p:nvPr/>
            </p:nvSpPr>
            <p:spPr bwMode="auto">
              <a:xfrm>
                <a:off x="4080" y="2592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571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Blip>
                    <a:blip r:embed="rId3"/>
                  </a:buBlip>
                  <a:defRPr kumimoji="1" sz="28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Blip>
                    <a:blip r:embed="rId3"/>
                  </a:buBlip>
                  <a:defRPr kumimoji="1" sz="24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2400" b="1">
                    <a:solidFill>
                      <a:schemeClr val="tx1"/>
                    </a:solidFill>
                    <a:ea typeface="宋体" panose="02010600030101010101" pitchFamily="2" charset="-122"/>
                  </a:rPr>
                  <a:t>1</a:t>
                </a:r>
              </a:p>
            </p:txBody>
          </p:sp>
          <p:sp>
            <p:nvSpPr>
              <p:cNvPr id="31765" name="Line 21"/>
              <p:cNvSpPr>
                <a:spLocks noChangeShapeType="1"/>
              </p:cNvSpPr>
              <p:nvPr/>
            </p:nvSpPr>
            <p:spPr bwMode="auto">
              <a:xfrm>
                <a:off x="5424" y="1440"/>
                <a:ext cx="0" cy="1248"/>
              </a:xfrm>
              <a:prstGeom prst="line">
                <a:avLst/>
              </a:prstGeom>
              <a:noFill/>
              <a:ln w="38100">
                <a:solidFill>
                  <a:srgbClr val="0000FF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766" name="Text Box 22"/>
              <p:cNvSpPr txBox="1">
                <a:spLocks noChangeArrowheads="1"/>
              </p:cNvSpPr>
              <p:nvPr/>
            </p:nvSpPr>
            <p:spPr bwMode="auto">
              <a:xfrm>
                <a:off x="5376" y="2688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571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Blip>
                    <a:blip r:embed="rId3"/>
                  </a:buBlip>
                  <a:defRPr kumimoji="1" sz="28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Blip>
                    <a:blip r:embed="rId3"/>
                  </a:buBlip>
                  <a:defRPr kumimoji="1" sz="24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2400" b="1">
                    <a:solidFill>
                      <a:schemeClr val="tx1"/>
                    </a:solidFill>
                    <a:ea typeface="宋体" panose="02010600030101010101" pitchFamily="2" charset="-122"/>
                  </a:rPr>
                  <a:t>4</a:t>
                </a:r>
              </a:p>
            </p:txBody>
          </p:sp>
          <p:sp>
            <p:nvSpPr>
              <p:cNvPr id="31767" name="Line 23"/>
              <p:cNvSpPr>
                <a:spLocks noChangeShapeType="1"/>
              </p:cNvSpPr>
              <p:nvPr/>
            </p:nvSpPr>
            <p:spPr bwMode="auto">
              <a:xfrm>
                <a:off x="3504" y="3072"/>
                <a:ext cx="1584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768" name="Text Box 24"/>
              <p:cNvSpPr txBox="1">
                <a:spLocks noChangeArrowheads="1"/>
              </p:cNvSpPr>
              <p:nvPr/>
            </p:nvSpPr>
            <p:spPr bwMode="auto">
              <a:xfrm>
                <a:off x="3494" y="3072"/>
                <a:ext cx="276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571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Blip>
                    <a:blip r:embed="rId3"/>
                  </a:buBlip>
                  <a:defRPr kumimoji="1" sz="28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Blip>
                    <a:blip r:embed="rId3"/>
                  </a:buBlip>
                  <a:defRPr kumimoji="1" sz="24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2400" b="1">
                    <a:solidFill>
                      <a:schemeClr val="tx1"/>
                    </a:solidFill>
                    <a:ea typeface="宋体" panose="02010600030101010101" pitchFamily="2" charset="-122"/>
                  </a:rPr>
                  <a:t>-1</a:t>
                </a:r>
              </a:p>
            </p:txBody>
          </p:sp>
          <p:sp>
            <p:nvSpPr>
              <p:cNvPr id="31769" name="Text Box 25"/>
              <p:cNvSpPr txBox="1">
                <a:spLocks noChangeArrowheads="1"/>
              </p:cNvSpPr>
              <p:nvPr/>
            </p:nvSpPr>
            <p:spPr bwMode="auto">
              <a:xfrm>
                <a:off x="3446" y="1680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571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Blip>
                    <a:blip r:embed="rId3"/>
                  </a:buBlip>
                  <a:defRPr kumimoji="1" sz="28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Blip>
                    <a:blip r:embed="rId3"/>
                  </a:buBlip>
                  <a:defRPr kumimoji="1" sz="24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2400" b="1">
                    <a:solidFill>
                      <a:schemeClr val="tx1"/>
                    </a:solidFill>
                    <a:ea typeface="宋体" panose="02010600030101010101" pitchFamily="2" charset="-122"/>
                  </a:rPr>
                  <a:t>2</a:t>
                </a:r>
              </a:p>
            </p:txBody>
          </p:sp>
        </p:grpSp>
      </p:grpSp>
      <p:sp>
        <p:nvSpPr>
          <p:cNvPr id="92186" name="Rectangle 26"/>
          <p:cNvSpPr>
            <a:spLocks noChangeArrowheads="1"/>
          </p:cNvSpPr>
          <p:nvPr/>
        </p:nvSpPr>
        <p:spPr bwMode="auto">
          <a:xfrm>
            <a:off x="1835704" y="2006025"/>
            <a:ext cx="395653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应先对 </a:t>
            </a:r>
            <a:r>
              <a:rPr lang="en-US" altLang="zh-CN" sz="3200" b="1" i="1" dirty="0">
                <a:solidFill>
                  <a:schemeClr val="tx1"/>
                </a:solidFill>
                <a:ea typeface="宋体" panose="02010600030101010101" pitchFamily="2" charset="-122"/>
              </a:rPr>
              <a:t>x  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后对 </a:t>
            </a:r>
            <a:r>
              <a:rPr lang="zh-CN" altLang="en-US" sz="3200" b="1" i="1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sz="3200" b="1" i="1" dirty="0">
                <a:solidFill>
                  <a:schemeClr val="tx1"/>
                </a:solidFill>
                <a:ea typeface="宋体" panose="02010600030101010101" pitchFamily="2" charset="-122"/>
              </a:rPr>
              <a:t>y 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 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积分</a:t>
            </a:r>
          </a:p>
        </p:txBody>
      </p:sp>
      <p:graphicFrame>
        <p:nvGraphicFramePr>
          <p:cNvPr id="9218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7443055"/>
              </p:ext>
            </p:extLst>
          </p:nvPr>
        </p:nvGraphicFramePr>
        <p:xfrm>
          <a:off x="1981200" y="2646181"/>
          <a:ext cx="3619500" cy="1263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81" name="Equation" r:id="rId6" imgW="3619500" imgH="1104900" progId="Equation.3">
                  <p:embed/>
                </p:oleObj>
              </mc:Choice>
              <mc:Fallback>
                <p:oleObj name="Equation" r:id="rId6" imgW="3619500" imgH="1104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2646181"/>
                        <a:ext cx="3619500" cy="1263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Group 28"/>
          <p:cNvGrpSpPr>
            <a:grpSpLocks/>
          </p:cNvGrpSpPr>
          <p:nvPr/>
        </p:nvGrpSpPr>
        <p:grpSpPr bwMode="auto">
          <a:xfrm>
            <a:off x="1800226" y="3924300"/>
            <a:ext cx="3111500" cy="920750"/>
            <a:chOff x="1056" y="2544"/>
            <a:chExt cx="1960" cy="580"/>
          </a:xfrm>
        </p:grpSpPr>
        <p:sp>
          <p:nvSpPr>
            <p:cNvPr id="31755" name="Text Box 29"/>
            <p:cNvSpPr txBox="1">
              <a:spLocks noChangeArrowheads="1"/>
            </p:cNvSpPr>
            <p:nvPr/>
          </p:nvSpPr>
          <p:spPr bwMode="auto">
            <a:xfrm>
              <a:off x="1056" y="2640"/>
              <a:ext cx="85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但由于 </a:t>
              </a:r>
            </a:p>
          </p:txBody>
        </p:sp>
        <p:graphicFrame>
          <p:nvGraphicFramePr>
            <p:cNvPr id="31756" name="Object 4"/>
            <p:cNvGraphicFramePr>
              <a:graphicFrameLocks noChangeAspect="1"/>
            </p:cNvGraphicFramePr>
            <p:nvPr/>
          </p:nvGraphicFramePr>
          <p:xfrm>
            <a:off x="2112" y="2544"/>
            <a:ext cx="904" cy="5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682" name="Equation" r:id="rId8" imgW="1435100" imgH="838200" progId="Equation.3">
                    <p:embed/>
                  </p:oleObj>
                </mc:Choice>
                <mc:Fallback>
                  <p:oleObj name="Equation" r:id="rId8" imgW="1435100" imgH="838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12" y="2544"/>
                          <a:ext cx="904" cy="5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2191" name="Rectangle 31"/>
          <p:cNvSpPr>
            <a:spLocks noChangeArrowheads="1"/>
          </p:cNvSpPr>
          <p:nvPr/>
        </p:nvSpPr>
        <p:spPr bwMode="auto">
          <a:xfrm>
            <a:off x="1652063" y="5070475"/>
            <a:ext cx="5638800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对  </a:t>
            </a:r>
            <a:r>
              <a:rPr lang="en-US" altLang="zh-CN" sz="3200" b="1" i="1" dirty="0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  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的积分求不出，无法计</a:t>
            </a:r>
            <a:endParaRPr lang="en-US" altLang="zh-CN" b="1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算，须改变积分次序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  <a:endParaRPr lang="zh-CN" altLang="en-US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5F8BC-3C02-4E82-A6AD-68405BC1CFA0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964776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2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2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2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2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92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92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92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62" grpId="0" autoUpdateAnimBg="0"/>
      <p:bldP spid="92164" grpId="0" autoUpdateAnimBg="0"/>
      <p:bldP spid="92165" grpId="0" autoUpdateAnimBg="0"/>
      <p:bldP spid="92186" grpId="0" autoUpdateAnimBg="0"/>
      <p:bldP spid="92191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ChangeArrowheads="1"/>
          </p:cNvSpPr>
          <p:nvPr/>
        </p:nvSpPr>
        <p:spPr bwMode="auto">
          <a:xfrm>
            <a:off x="2057400" y="317501"/>
            <a:ext cx="2012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先</a:t>
            </a:r>
            <a:r>
              <a:rPr lang="zh-CN" altLang="en-US" b="1" i="1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i="1">
                <a:solidFill>
                  <a:schemeClr val="tx1"/>
                </a:solidFill>
                <a:ea typeface="宋体" panose="02010600030101010101" pitchFamily="2" charset="-122"/>
              </a:rPr>
              <a:t>y</a:t>
            </a:r>
            <a:r>
              <a:rPr lang="en-US" altLang="zh-CN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后</a:t>
            </a:r>
            <a:r>
              <a:rPr lang="zh-CN" altLang="en-US" b="1" i="1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i="1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r>
              <a:rPr lang="en-US" altLang="zh-CN" b="1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有</a:t>
            </a:r>
          </a:p>
        </p:txBody>
      </p:sp>
      <p:graphicFrame>
        <p:nvGraphicFramePr>
          <p:cNvPr id="93187" name="Object 2"/>
          <p:cNvGraphicFramePr>
            <a:graphicFrameLocks noChangeAspect="1"/>
          </p:cNvGraphicFramePr>
          <p:nvPr/>
        </p:nvGraphicFramePr>
        <p:xfrm>
          <a:off x="6248400" y="698500"/>
          <a:ext cx="3302000" cy="166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42" name="Equation" r:id="rId4" imgW="3302000" imgH="1587500" progId="Equation.3">
                  <p:embed/>
                </p:oleObj>
              </mc:Choice>
              <mc:Fallback>
                <p:oleObj name="Equation" r:id="rId4" imgW="3302000" imgH="1587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8400" y="698500"/>
                        <a:ext cx="3302000" cy="166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188" name="Object 3"/>
          <p:cNvGraphicFramePr>
            <a:graphicFrameLocks noChangeAspect="1"/>
          </p:cNvGraphicFramePr>
          <p:nvPr/>
        </p:nvGraphicFramePr>
        <p:xfrm>
          <a:off x="2438400" y="1752600"/>
          <a:ext cx="4978400" cy="266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43" name="Equation" r:id="rId6" imgW="4978400" imgH="2628900" progId="Equation.3">
                  <p:embed/>
                </p:oleObj>
              </mc:Choice>
              <mc:Fallback>
                <p:oleObj name="Equation" r:id="rId6" imgW="4978400" imgH="2628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1752600"/>
                        <a:ext cx="4978400" cy="2667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189" name="Object 4"/>
          <p:cNvGraphicFramePr>
            <a:graphicFrameLocks noChangeAspect="1"/>
          </p:cNvGraphicFramePr>
          <p:nvPr/>
        </p:nvGraphicFramePr>
        <p:xfrm>
          <a:off x="2590800" y="2286000"/>
          <a:ext cx="4635500" cy="320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44" name="Equation" r:id="rId8" imgW="4635500" imgH="3162300" progId="Equation.3">
                  <p:embed/>
                </p:oleObj>
              </mc:Choice>
              <mc:Fallback>
                <p:oleObj name="Equation" r:id="rId8" imgW="4635500" imgH="3162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2286000"/>
                        <a:ext cx="4635500" cy="320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190" name="Object 5"/>
          <p:cNvGraphicFramePr>
            <a:graphicFrameLocks noChangeAspect="1"/>
          </p:cNvGraphicFramePr>
          <p:nvPr/>
        </p:nvGraphicFramePr>
        <p:xfrm>
          <a:off x="2667000" y="2895600"/>
          <a:ext cx="3530600" cy="327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45" name="Equation" r:id="rId10" imgW="3530600" imgH="3162300" progId="Equation.3">
                  <p:embed/>
                </p:oleObj>
              </mc:Choice>
              <mc:Fallback>
                <p:oleObj name="Equation" r:id="rId10" imgW="3530600" imgH="3162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2895600"/>
                        <a:ext cx="3530600" cy="327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191" name="Object 6"/>
          <p:cNvGraphicFramePr>
            <a:graphicFrameLocks noChangeAspect="1"/>
          </p:cNvGraphicFramePr>
          <p:nvPr/>
        </p:nvGraphicFramePr>
        <p:xfrm>
          <a:off x="2667000" y="4965700"/>
          <a:ext cx="1981200" cy="1358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46" name="Equation" r:id="rId12" imgW="1955800" imgH="1358900" progId="Equation.3">
                  <p:embed/>
                </p:oleObj>
              </mc:Choice>
              <mc:Fallback>
                <p:oleObj name="Equation" r:id="rId12" imgW="1955800" imgH="1358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4965700"/>
                        <a:ext cx="1981200" cy="1358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192" name="Rectangle 8"/>
          <p:cNvSpPr>
            <a:spLocks noChangeArrowheads="1"/>
          </p:cNvSpPr>
          <p:nvPr/>
        </p:nvSpPr>
        <p:spPr bwMode="auto">
          <a:xfrm>
            <a:off x="4038600" y="914400"/>
            <a:ext cx="1676400" cy="914400"/>
          </a:xfrm>
          <a:prstGeom prst="rect">
            <a:avLst/>
          </a:prstGeom>
          <a:solidFill>
            <a:srgbClr val="CCECFF">
              <a:alpha val="50195"/>
            </a:srgbClr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93193" name="Object 7"/>
          <p:cNvGraphicFramePr>
            <a:graphicFrameLocks noChangeAspect="1"/>
          </p:cNvGraphicFramePr>
          <p:nvPr/>
        </p:nvGraphicFramePr>
        <p:xfrm>
          <a:off x="2438400" y="762000"/>
          <a:ext cx="3644900" cy="166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47" name="Equation" r:id="rId14" imgW="3644900" imgH="1587500" progId="Equation.3">
                  <p:embed/>
                </p:oleObj>
              </mc:Choice>
              <mc:Fallback>
                <p:oleObj name="Equation" r:id="rId14" imgW="3644900" imgH="1587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762000"/>
                        <a:ext cx="3644900" cy="166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194" name="Text Box 10"/>
          <p:cNvSpPr txBox="1">
            <a:spLocks noChangeArrowheads="1"/>
          </p:cNvSpPr>
          <p:nvPr/>
        </p:nvSpPr>
        <p:spPr bwMode="auto">
          <a:xfrm>
            <a:off x="4572001" y="1833563"/>
            <a:ext cx="1266693" cy="523220"/>
          </a:xfrm>
          <a:prstGeom prst="rect">
            <a:avLst/>
          </a:prstGeom>
          <a:solidFill>
            <a:schemeClr val="accent1"/>
          </a:solidFill>
          <a:ln w="9525">
            <a:solidFill>
              <a:srgbClr val="6600FF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奇函数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5F8BC-3C02-4E82-A6AD-68405BC1CFA0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2239150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3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3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3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93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2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4" dur="500"/>
                                        <p:tgtEl>
                                          <p:spTgt spid="93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93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93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93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93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186" grpId="0" autoUpdateAnimBg="0"/>
      <p:bldP spid="93192" grpId="0" animBg="1"/>
      <p:bldP spid="93194" grpId="0" animBg="1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文本框 3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438400" y="635001"/>
            <a:ext cx="7315200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Blip>
                <a:blip r:embed="rId2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60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                               </a:t>
            </a:r>
            <a:endParaRPr lang="en-US" altLang="zh-CN" sz="2600">
              <a:solidFill>
                <a:srgbClr val="639EF4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zh-CN" sz="2600">
              <a:solidFill>
                <a:srgbClr val="639EF4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60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                                   [</a:t>
            </a:r>
            <a:r>
              <a:rPr lang="zh-CN" altLang="en-US" sz="260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1]</a:t>
            </a:r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endParaRPr lang="zh-CN" altLang="en-US" sz="26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33796" name="圆角矩形 4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7696200" y="6215063"/>
            <a:ext cx="1543050" cy="411162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38100" algn="ctr">
            <a:solidFill>
              <a:srgbClr val="000000"/>
            </a:solidFill>
            <a:round/>
            <a:headEnd/>
            <a:tailEnd/>
          </a:ln>
        </p:spPr>
        <p:txBody>
          <a:bodyPr anchor="ctr" anchorCtr="1"/>
          <a:lstStyle>
            <a:lvl1pPr>
              <a:spcBef>
                <a:spcPct val="20000"/>
              </a:spcBef>
              <a:buBlip>
                <a:blip r:embed="rId2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sp>
        <p:nvSpPr>
          <p:cNvPr id="33797" name="矩形 10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524000" y="5849939"/>
            <a:ext cx="9144000" cy="365125"/>
          </a:xfrm>
          <a:prstGeom prst="rect">
            <a:avLst/>
          </a:prstGeom>
          <a:solidFill>
            <a:srgbClr val="FBFAE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round/>
                <a:headEnd/>
                <a:tailEnd/>
              </a14:hiddenLine>
            </a:ext>
          </a:extLst>
        </p:spPr>
        <p:txBody>
          <a:bodyPr wrap="none" anchor="ctr" anchorCtr="1"/>
          <a:lstStyle>
            <a:lvl1pPr>
              <a:spcBef>
                <a:spcPct val="20000"/>
              </a:spcBef>
              <a:buBlip>
                <a:blip r:embed="rId2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正常使用填空题需</a:t>
            </a:r>
            <a:r>
              <a:rPr lang="en-US" altLang="zh-CN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</a:p>
        </p:txBody>
      </p:sp>
      <p:sp>
        <p:nvSpPr>
          <p:cNvPr id="33798" name="Text Box 4"/>
          <p:cNvSpPr txBox="1">
            <a:spLocks noChangeArrowheads="1"/>
          </p:cNvSpPr>
          <p:nvPr/>
        </p:nvSpPr>
        <p:spPr bwMode="auto">
          <a:xfrm>
            <a:off x="1881982" y="1096080"/>
            <a:ext cx="2819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(1) 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</a:rPr>
              <a:t>D </a:t>
            </a: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是直线 </a:t>
            </a:r>
          </a:p>
        </p:txBody>
      </p:sp>
      <p:graphicFrame>
        <p:nvGraphicFramePr>
          <p:cNvPr id="33799" name="Object 5"/>
          <p:cNvGraphicFramePr>
            <a:graphicFrameLocks noChangeAspect="1"/>
          </p:cNvGraphicFramePr>
          <p:nvPr/>
        </p:nvGraphicFramePr>
        <p:xfrm>
          <a:off x="3952875" y="1108075"/>
          <a:ext cx="1911350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416" name="Equation" r:id="rId23" imgW="781005" imgH="143014" progId="Equation.DSMT4">
                  <p:embed/>
                </p:oleObj>
              </mc:Choice>
              <mc:Fallback>
                <p:oleObj name="Equation" r:id="rId23" imgW="781005" imgH="14301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75" y="1108075"/>
                        <a:ext cx="1911350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00" name="Object 26"/>
          <p:cNvGraphicFramePr>
            <a:graphicFrameLocks noChangeAspect="1"/>
          </p:cNvGraphicFramePr>
          <p:nvPr/>
        </p:nvGraphicFramePr>
        <p:xfrm>
          <a:off x="5886451" y="1130301"/>
          <a:ext cx="1190625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417" name="Equation" r:id="rId25" imgW="390503" imgH="104662" progId="Equation.DSMT4">
                  <p:embed/>
                </p:oleObj>
              </mc:Choice>
              <mc:Fallback>
                <p:oleObj name="Equation" r:id="rId25" imgW="390503" imgH="10466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86451" y="1130301"/>
                        <a:ext cx="1190625" cy="441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01" name="Text Box 6"/>
          <p:cNvSpPr txBox="1">
            <a:spLocks noChangeArrowheads="1"/>
          </p:cNvSpPr>
          <p:nvPr/>
        </p:nvSpPr>
        <p:spPr bwMode="auto">
          <a:xfrm>
            <a:off x="6964363" y="1019176"/>
            <a:ext cx="2819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所围成的闭区域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.</a:t>
            </a:r>
          </a:p>
        </p:txBody>
      </p:sp>
      <p:graphicFrame>
        <p:nvGraphicFramePr>
          <p:cNvPr id="33802" name="Object 3"/>
          <p:cNvGraphicFramePr>
            <a:graphicFrameLocks noChangeAspect="1"/>
          </p:cNvGraphicFramePr>
          <p:nvPr/>
        </p:nvGraphicFramePr>
        <p:xfrm>
          <a:off x="3402013" y="1677988"/>
          <a:ext cx="2660650" cy="868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418" name="Equation" r:id="rId27" imgW="1190513" imgH="352339" progId="Equation.DSMT4">
                  <p:embed/>
                </p:oleObj>
              </mc:Choice>
              <mc:Fallback>
                <p:oleObj name="Equation" r:id="rId27" imgW="1190513" imgH="35233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2013" y="1677988"/>
                        <a:ext cx="2660650" cy="868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03" name="矩形 18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2573000" y="0"/>
            <a:ext cx="3840480" cy="6858000"/>
          </a:xfrm>
          <a:prstGeom prst="rect">
            <a:avLst/>
          </a:prstGeom>
          <a:solidFill>
            <a:srgbClr val="FFFFFF"/>
          </a:solidFill>
          <a:ln w="12700" algn="ctr">
            <a:solidFill>
              <a:srgbClr val="9B9B9B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Blip>
                <a:blip r:embed="rId2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rgbClr val="FFFFFF"/>
              </a:solidFill>
              <a:ea typeface="宋体" panose="02010600030101010101" pitchFamily="2" charset="-122"/>
            </a:endParaRPr>
          </a:p>
        </p:txBody>
      </p:sp>
      <p:sp>
        <p:nvSpPr>
          <p:cNvPr id="33804" name="文本框 23"/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12661900" y="6526213"/>
            <a:ext cx="3662363" cy="461962"/>
          </a:xfrm>
          <a:prstGeom prst="rect">
            <a:avLst/>
          </a:prstGeom>
          <a:solidFill>
            <a:srgbClr val="FBFAE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Blip>
                <a:blip r:embed="rId2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可为此题添加文本、图片、公式等解析，且需将内容全部放在本区域内。正常使用需</a:t>
            </a:r>
            <a:r>
              <a:rPr lang="en-US" altLang="zh-CN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</a:t>
            </a:r>
          </a:p>
        </p:txBody>
      </p:sp>
      <p:sp>
        <p:nvSpPr>
          <p:cNvPr id="29" name="Text Box 17"/>
          <p:cNvSpPr txBox="1">
            <a:spLocks noChangeArrowheads="1"/>
          </p:cNvSpPr>
          <p:nvPr/>
        </p:nvSpPr>
        <p:spPr bwMode="auto">
          <a:xfrm>
            <a:off x="12671526" y="1181117"/>
            <a:ext cx="319067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2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400" b="1" dirty="0">
                <a:solidFill>
                  <a:schemeClr val="tx2"/>
                </a:solidFill>
                <a:ea typeface="楷体_GB2312" pitchFamily="49" charset="-122"/>
              </a:rPr>
              <a:t>(1)</a:t>
            </a:r>
            <a:r>
              <a:rPr lang="zh-CN" altLang="en-US" sz="2400" b="1" dirty="0">
                <a:solidFill>
                  <a:schemeClr val="tx2"/>
                </a:solidFill>
                <a:ea typeface="楷体_GB2312" pitchFamily="49" charset="-122"/>
              </a:rPr>
              <a:t>解</a:t>
            </a:r>
            <a:r>
              <a:rPr lang="en-US" altLang="zh-CN" sz="2400" b="1" dirty="0">
                <a:solidFill>
                  <a:schemeClr val="tx2"/>
                </a:solidFill>
                <a:ea typeface="楷体_GB2312" pitchFamily="49" charset="-122"/>
              </a:rPr>
              <a:t>: </a:t>
            </a:r>
            <a:r>
              <a:rPr lang="zh-CN" altLang="en-US" sz="2400" b="1" dirty="0">
                <a:solidFill>
                  <a:schemeClr val="tx1"/>
                </a:solidFill>
                <a:ea typeface="楷体_GB2312" pitchFamily="49" charset="-122"/>
              </a:rPr>
              <a:t>由被积函数可知</a:t>
            </a:r>
            <a:r>
              <a:rPr lang="en-US" altLang="zh-CN" sz="2400" b="1" dirty="0">
                <a:solidFill>
                  <a:schemeClr val="tx1"/>
                </a:solidFill>
                <a:ea typeface="楷体_GB2312" pitchFamily="49" charset="-122"/>
              </a:rPr>
              <a:t>,</a:t>
            </a:r>
          </a:p>
        </p:txBody>
      </p:sp>
      <p:sp>
        <p:nvSpPr>
          <p:cNvPr id="30" name="Text Box 27"/>
          <p:cNvSpPr txBox="1">
            <a:spLocks noChangeArrowheads="1"/>
          </p:cNvSpPr>
          <p:nvPr/>
        </p:nvSpPr>
        <p:spPr bwMode="auto">
          <a:xfrm>
            <a:off x="12641264" y="1531953"/>
            <a:ext cx="25019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400" b="1" dirty="0">
                <a:solidFill>
                  <a:schemeClr val="tx1"/>
                </a:solidFill>
                <a:ea typeface="楷体_GB2312" pitchFamily="49" charset="-122"/>
              </a:rPr>
              <a:t>先对 </a:t>
            </a:r>
            <a:r>
              <a:rPr lang="en-US" altLang="zh-CN" sz="2400" b="1" i="1" dirty="0">
                <a:solidFill>
                  <a:schemeClr val="tx1"/>
                </a:solidFill>
                <a:ea typeface="楷体_GB2312" pitchFamily="49" charset="-122"/>
              </a:rPr>
              <a:t>x</a:t>
            </a:r>
            <a:r>
              <a:rPr lang="en-US" altLang="zh-CN" sz="2400" b="1" dirty="0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zh-CN" altLang="en-US" sz="2400" b="1" dirty="0">
                <a:solidFill>
                  <a:schemeClr val="tx1"/>
                </a:solidFill>
                <a:ea typeface="楷体_GB2312" pitchFamily="49" charset="-122"/>
              </a:rPr>
              <a:t>积分不行</a:t>
            </a:r>
            <a:r>
              <a:rPr lang="en-US" altLang="zh-CN" sz="2400" b="1" dirty="0">
                <a:solidFill>
                  <a:schemeClr val="tx1"/>
                </a:solidFill>
                <a:ea typeface="楷体_GB2312" pitchFamily="49" charset="-122"/>
              </a:rPr>
              <a:t>, </a:t>
            </a:r>
          </a:p>
        </p:txBody>
      </p:sp>
      <p:sp>
        <p:nvSpPr>
          <p:cNvPr id="31" name="Text Box 18"/>
          <p:cNvSpPr txBox="1">
            <a:spLocks noChangeArrowheads="1"/>
          </p:cNvSpPr>
          <p:nvPr/>
        </p:nvSpPr>
        <p:spPr bwMode="auto">
          <a:xfrm>
            <a:off x="12668242" y="1895490"/>
            <a:ext cx="3235224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2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400" b="1" dirty="0">
                <a:solidFill>
                  <a:schemeClr val="tx1"/>
                </a:solidFill>
                <a:ea typeface="楷体_GB2312" pitchFamily="49" charset="-122"/>
              </a:rPr>
              <a:t>因此取</a:t>
            </a:r>
            <a:r>
              <a:rPr lang="en-US" altLang="zh-CN" sz="2400" b="1" i="1" dirty="0">
                <a:solidFill>
                  <a:schemeClr val="tx1"/>
                </a:solidFill>
                <a:ea typeface="楷体_GB2312" pitchFamily="49" charset="-122"/>
              </a:rPr>
              <a:t>D </a:t>
            </a:r>
            <a:r>
              <a:rPr lang="zh-CN" altLang="en-US" sz="2400" b="1" dirty="0">
                <a:solidFill>
                  <a:schemeClr val="tx1"/>
                </a:solidFill>
                <a:ea typeface="楷体_GB2312" pitchFamily="49" charset="-122"/>
              </a:rPr>
              <a:t>为</a:t>
            </a:r>
            <a:r>
              <a:rPr lang="en-US" altLang="zh-CN" sz="2400" b="1" i="1" dirty="0">
                <a:solidFill>
                  <a:schemeClr val="tx1"/>
                </a:solidFill>
                <a:ea typeface="楷体_GB2312" pitchFamily="49" charset="-122"/>
              </a:rPr>
              <a:t>X </a:t>
            </a:r>
            <a:r>
              <a:rPr lang="en-US" altLang="zh-CN" sz="2400" b="1" dirty="0">
                <a:solidFill>
                  <a:schemeClr val="tx1"/>
                </a:solidFill>
                <a:ea typeface="楷体_GB2312" pitchFamily="49" charset="-122"/>
              </a:rPr>
              <a:t>– </a:t>
            </a:r>
            <a:r>
              <a:rPr lang="zh-CN" altLang="en-US" sz="2400" b="1" dirty="0">
                <a:solidFill>
                  <a:schemeClr val="tx1"/>
                </a:solidFill>
                <a:ea typeface="楷体_GB2312" pitchFamily="49" charset="-122"/>
              </a:rPr>
              <a:t>型域 </a:t>
            </a:r>
            <a:r>
              <a:rPr lang="en-US" altLang="zh-CN" sz="2400" b="1" dirty="0">
                <a:solidFill>
                  <a:schemeClr val="tx1"/>
                </a:solidFill>
                <a:ea typeface="楷体_GB2312" pitchFamily="49" charset="-122"/>
              </a:rPr>
              <a:t>:</a:t>
            </a:r>
          </a:p>
        </p:txBody>
      </p:sp>
      <p:graphicFrame>
        <p:nvGraphicFramePr>
          <p:cNvPr id="32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207754"/>
              </p:ext>
            </p:extLst>
          </p:nvPr>
        </p:nvGraphicFramePr>
        <p:xfrm>
          <a:off x="12882384" y="2305067"/>
          <a:ext cx="1700391" cy="862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419" name="Equation" r:id="rId29" imgW="866708" imgH="409688" progId="Equation.DSMT4">
                  <p:embed/>
                </p:oleObj>
              </mc:Choice>
              <mc:Fallback>
                <p:oleObj name="Equation" r:id="rId29" imgW="866708" imgH="409688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82384" y="2305067"/>
                        <a:ext cx="1700391" cy="862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1902801"/>
              </p:ext>
            </p:extLst>
          </p:nvPr>
        </p:nvGraphicFramePr>
        <p:xfrm>
          <a:off x="12694952" y="3080227"/>
          <a:ext cx="2162445" cy="7483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420" name="Equation" r:id="rId31" imgW="1162184" imgH="352339" progId="Equation.DSMT4">
                  <p:embed/>
                </p:oleObj>
              </mc:Choice>
              <mc:Fallback>
                <p:oleObj name="Equation" r:id="rId31" imgW="1162184" imgH="35233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94952" y="3080227"/>
                        <a:ext cx="2162445" cy="74837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4097810"/>
              </p:ext>
            </p:extLst>
          </p:nvPr>
        </p:nvGraphicFramePr>
        <p:xfrm>
          <a:off x="12694952" y="3855254"/>
          <a:ext cx="2115595" cy="8156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421" name="Equation" r:id="rId33" imgW="1133497" imgH="352339" progId="Equation.DSMT4">
                  <p:embed/>
                </p:oleObj>
              </mc:Choice>
              <mc:Fallback>
                <p:oleObj name="Equation" r:id="rId33" imgW="1133497" imgH="35233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94952" y="3855254"/>
                        <a:ext cx="2115595" cy="8156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8244580"/>
              </p:ext>
            </p:extLst>
          </p:nvPr>
        </p:nvGraphicFramePr>
        <p:xfrm>
          <a:off x="14782419" y="3956230"/>
          <a:ext cx="1501016" cy="6609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422" name="Equation" r:id="rId35" imgW="790687" imgH="285670" progId="Equation.DSMT4">
                  <p:embed/>
                </p:oleObj>
              </mc:Choice>
              <mc:Fallback>
                <p:oleObj name="Equation" r:id="rId35" imgW="790687" imgH="28567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82419" y="3956230"/>
                        <a:ext cx="1501016" cy="66091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5005555"/>
              </p:ext>
            </p:extLst>
          </p:nvPr>
        </p:nvGraphicFramePr>
        <p:xfrm>
          <a:off x="12723812" y="4591675"/>
          <a:ext cx="1543050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423" name="Equation" r:id="rId37" imgW="790687" imgH="390691" progId="Equation.DSMT4">
                  <p:embed/>
                </p:oleObj>
              </mc:Choice>
              <mc:Fallback>
                <p:oleObj name="Equation" r:id="rId37" imgW="790687" imgH="390691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23812" y="4591675"/>
                        <a:ext cx="1543050" cy="806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4024778"/>
              </p:ext>
            </p:extLst>
          </p:nvPr>
        </p:nvGraphicFramePr>
        <p:xfrm>
          <a:off x="14323417" y="4798524"/>
          <a:ext cx="478015" cy="3275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424" name="Equation" r:id="rId39" imgW="181087" imgH="104662" progId="Equation.DSMT4">
                  <p:embed/>
                </p:oleObj>
              </mc:Choice>
              <mc:Fallback>
                <p:oleObj name="Equation" r:id="rId39" imgW="181087" imgH="10466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23417" y="4798524"/>
                        <a:ext cx="478015" cy="32757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3814" name="组合 37"/>
          <p:cNvGrpSpPr>
            <a:grpSpLocks/>
          </p:cNvGrpSpPr>
          <p:nvPr/>
        </p:nvGrpSpPr>
        <p:grpSpPr bwMode="auto">
          <a:xfrm>
            <a:off x="7964488" y="1662114"/>
            <a:ext cx="1981200" cy="1914525"/>
            <a:chOff x="7020272" y="2743199"/>
            <a:chExt cx="1981200" cy="1914526"/>
          </a:xfrm>
        </p:grpSpPr>
        <p:graphicFrame>
          <p:nvGraphicFramePr>
            <p:cNvPr id="33828" name="Object 12"/>
            <p:cNvGraphicFramePr>
              <a:graphicFrameLocks noChangeAspect="1"/>
            </p:cNvGraphicFramePr>
            <p:nvPr/>
          </p:nvGraphicFramePr>
          <p:xfrm>
            <a:off x="7236172" y="2743199"/>
            <a:ext cx="241300" cy="317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425" name="Equation" r:id="rId41" imgW="171405" imgH="247677" progId="Equation.3">
                    <p:embed/>
                  </p:oleObj>
                </mc:Choice>
                <mc:Fallback>
                  <p:oleObj name="Equation" r:id="rId41" imgW="171405" imgH="24767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36172" y="2743199"/>
                          <a:ext cx="241300" cy="3175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33829" name="组合 39"/>
            <p:cNvGrpSpPr>
              <a:grpSpLocks/>
            </p:cNvGrpSpPr>
            <p:nvPr/>
          </p:nvGrpSpPr>
          <p:grpSpPr bwMode="auto">
            <a:xfrm>
              <a:off x="7020272" y="3013074"/>
              <a:ext cx="1981200" cy="1644651"/>
              <a:chOff x="6858000" y="1371600"/>
              <a:chExt cx="1981200" cy="1644651"/>
            </a:xfrm>
          </p:grpSpPr>
          <p:sp>
            <p:nvSpPr>
              <p:cNvPr id="33830" name="Freeform 7"/>
              <p:cNvSpPr>
                <a:spLocks/>
              </p:cNvSpPr>
              <p:nvPr/>
            </p:nvSpPr>
            <p:spPr bwMode="auto">
              <a:xfrm>
                <a:off x="7010400" y="1676400"/>
                <a:ext cx="990600" cy="990600"/>
              </a:xfrm>
              <a:custGeom>
                <a:avLst/>
                <a:gdLst>
                  <a:gd name="T0" fmla="*/ 0 w 624"/>
                  <a:gd name="T1" fmla="*/ 2147483646 h 624"/>
                  <a:gd name="T2" fmla="*/ 2147483646 w 624"/>
                  <a:gd name="T3" fmla="*/ 2147483646 h 624"/>
                  <a:gd name="T4" fmla="*/ 2147483646 w 624"/>
                  <a:gd name="T5" fmla="*/ 0 h 624"/>
                  <a:gd name="T6" fmla="*/ 0 w 624"/>
                  <a:gd name="T7" fmla="*/ 2147483646 h 62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624" h="624">
                    <a:moveTo>
                      <a:pt x="0" y="624"/>
                    </a:moveTo>
                    <a:lnTo>
                      <a:pt x="624" y="624"/>
                    </a:lnTo>
                    <a:lnTo>
                      <a:pt x="624" y="0"/>
                    </a:lnTo>
                    <a:lnTo>
                      <a:pt x="0" y="624"/>
                    </a:lnTo>
                    <a:close/>
                  </a:path>
                </a:pathLst>
              </a:custGeom>
              <a:solidFill>
                <a:srgbClr val="33CC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3831" name="Line 8"/>
              <p:cNvSpPr>
                <a:spLocks noChangeShapeType="1"/>
              </p:cNvSpPr>
              <p:nvPr/>
            </p:nvSpPr>
            <p:spPr bwMode="auto">
              <a:xfrm>
                <a:off x="7010400" y="2667000"/>
                <a:ext cx="16002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3832" name="Line 9"/>
              <p:cNvSpPr>
                <a:spLocks noChangeShapeType="1"/>
              </p:cNvSpPr>
              <p:nvPr/>
            </p:nvSpPr>
            <p:spPr bwMode="auto">
              <a:xfrm flipV="1">
                <a:off x="7010400" y="1371600"/>
                <a:ext cx="0" cy="1295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33833" name="Object 10"/>
              <p:cNvGraphicFramePr>
                <a:graphicFrameLocks noChangeAspect="1"/>
              </p:cNvGraphicFramePr>
              <p:nvPr/>
            </p:nvGraphicFramePr>
            <p:xfrm>
              <a:off x="6858000" y="2730500"/>
              <a:ext cx="215900" cy="2413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5426" name="Equation" r:id="rId43" imgW="152400" imgH="171331" progId="Equation.3">
                      <p:embed/>
                    </p:oleObj>
                  </mc:Choice>
                  <mc:Fallback>
                    <p:oleObj name="Equation" r:id="rId43" imgW="152400" imgH="171331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858000" y="2730500"/>
                            <a:ext cx="215900" cy="2413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3834" name="Object 11"/>
              <p:cNvGraphicFramePr>
                <a:graphicFrameLocks noChangeAspect="1"/>
              </p:cNvGraphicFramePr>
              <p:nvPr/>
            </p:nvGraphicFramePr>
            <p:xfrm>
              <a:off x="8409033" y="2774951"/>
              <a:ext cx="228600" cy="2413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5427" name="Equation" r:id="rId45" imgW="162082" imgH="171331" progId="Equation.3">
                      <p:embed/>
                    </p:oleObj>
                  </mc:Choice>
                  <mc:Fallback>
                    <p:oleObj name="Equation" r:id="rId45" imgW="162082" imgH="171331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8409033" y="2774951"/>
                            <a:ext cx="228600" cy="2413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3835" name="Object 14"/>
              <p:cNvGraphicFramePr>
                <a:graphicFrameLocks noChangeAspect="1"/>
              </p:cNvGraphicFramePr>
              <p:nvPr/>
            </p:nvGraphicFramePr>
            <p:xfrm>
              <a:off x="7810500" y="2705100"/>
              <a:ext cx="266700" cy="2413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5428" name="Equation" r:id="rId47" imgW="200092" imgH="171331" progId="Equation.3">
                      <p:embed/>
                    </p:oleObj>
                  </mc:Choice>
                  <mc:Fallback>
                    <p:oleObj name="Equation" r:id="rId47" imgW="200092" imgH="171331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810500" y="2705100"/>
                            <a:ext cx="266700" cy="2413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3836" name="Object 15"/>
              <p:cNvGraphicFramePr>
                <a:graphicFrameLocks noChangeAspect="1"/>
              </p:cNvGraphicFramePr>
              <p:nvPr/>
            </p:nvGraphicFramePr>
            <p:xfrm>
              <a:off x="8013700" y="2197100"/>
              <a:ext cx="825500" cy="2413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5429" name="Equation" r:id="rId49" imgW="762000" imgH="171331" progId="Equation.3">
                      <p:embed/>
                    </p:oleObj>
                  </mc:Choice>
                  <mc:Fallback>
                    <p:oleObj name="Equation" r:id="rId49" imgW="762000" imgH="171331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8013700" y="2197100"/>
                            <a:ext cx="825500" cy="2413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3837" name="Object 16"/>
              <p:cNvGraphicFramePr>
                <a:graphicFrameLocks noChangeAspect="1"/>
              </p:cNvGraphicFramePr>
              <p:nvPr/>
            </p:nvGraphicFramePr>
            <p:xfrm>
              <a:off x="7035800" y="1676400"/>
              <a:ext cx="812800" cy="3175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5430" name="Equation" r:id="rId51" imgW="742995" imgH="247677" progId="Equation.3">
                      <p:embed/>
                    </p:oleObj>
                  </mc:Choice>
                  <mc:Fallback>
                    <p:oleObj name="Equation" r:id="rId51" imgW="742995" imgH="247677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035800" y="1676400"/>
                            <a:ext cx="812800" cy="3175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33815" name="组合 22"/>
          <p:cNvGrpSpPr>
            <a:grpSpLocks/>
          </p:cNvGrpSpPr>
          <p:nvPr>
            <p:custDataLst>
              <p:tags r:id="rId8"/>
            </p:custDataLst>
          </p:nvPr>
        </p:nvGrpSpPr>
        <p:grpSpPr bwMode="auto">
          <a:xfrm>
            <a:off x="12585700" y="0"/>
            <a:ext cx="3814763" cy="647700"/>
            <a:chOff x="9537700" y="0"/>
            <a:chExt cx="3815080" cy="647700"/>
          </a:xfrm>
        </p:grpSpPr>
        <p:sp>
          <p:nvSpPr>
            <p:cNvPr id="33825" name="RemarkBack"/>
            <p:cNvSpPr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9537700" y="12700"/>
              <a:ext cx="3815080" cy="635000"/>
            </a:xfrm>
            <a:prstGeom prst="rect">
              <a:avLst/>
            </a:prstGeom>
            <a:solidFill>
              <a:srgbClr val="F6F7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2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3826" name="RemarkBlock"/>
            <p:cNvSpPr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9537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2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3827" name="RemarkTitleText"/>
            <p:cNvSpPr txBox="1"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9779000" y="0"/>
              <a:ext cx="1905000" cy="635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2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答案解析</a:t>
              </a:r>
            </a:p>
          </p:txBody>
        </p:sp>
      </p:grpSp>
      <p:sp>
        <p:nvSpPr>
          <p:cNvPr id="33816" name="RemarkBack"/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12585700" y="12700"/>
            <a:ext cx="3814763" cy="635000"/>
          </a:xfrm>
          <a:prstGeom prst="rect">
            <a:avLst/>
          </a:prstGeom>
          <a:solidFill>
            <a:srgbClr val="F6F7F8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33817" name="RemarkBlock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12585700" y="12700"/>
            <a:ext cx="190500" cy="635000"/>
          </a:xfrm>
          <a:prstGeom prst="rect">
            <a:avLst/>
          </a:prstGeom>
          <a:solidFill>
            <a:srgbClr val="639EF4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33818" name="RemarkTitleText"/>
          <p:cNvSpPr txBox="1"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12827000" y="0"/>
            <a:ext cx="1905000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2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8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答案解析</a:t>
            </a:r>
            <a:endParaRPr lang="zh-CN" altLang="en-US" sz="18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5F8BC-3C02-4E82-A6AD-68405BC1CFA0}" type="slidenum">
              <a:rPr lang="zh-CN" altLang="en-US" smtClean="0"/>
              <a:t>28</a:t>
            </a:fld>
            <a:endParaRPr lang="zh-CN" altLang="en-US"/>
          </a:p>
        </p:txBody>
      </p:sp>
      <p:graphicFrame>
        <p:nvGraphicFramePr>
          <p:cNvPr id="4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4213055"/>
              </p:ext>
            </p:extLst>
          </p:nvPr>
        </p:nvGraphicFramePr>
        <p:xfrm>
          <a:off x="2048622" y="3686709"/>
          <a:ext cx="2859928" cy="9551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431" name="Equation" r:id="rId53" imgW="1358640" imgH="406080" progId="Equation.DSMT4">
                  <p:embed/>
                </p:oleObj>
              </mc:Choice>
              <mc:Fallback>
                <p:oleObj name="Equation" r:id="rId53" imgW="135864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8622" y="3686709"/>
                        <a:ext cx="2859928" cy="95518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8621395" y="4029631"/>
            <a:ext cx="22429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(2017</a:t>
            </a:r>
            <a:r>
              <a:rPr lang="zh-CN" altLang="en-US" sz="2400" b="1" dirty="0">
                <a:solidFill>
                  <a:srgbClr val="0000CC"/>
                </a:solidFill>
              </a:rPr>
              <a:t>年高数二</a:t>
            </a:r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2400" b="1" dirty="0">
              <a:solidFill>
                <a:srgbClr val="00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8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4088677"/>
              </p:ext>
            </p:extLst>
          </p:nvPr>
        </p:nvGraphicFramePr>
        <p:xfrm>
          <a:off x="12763484" y="5288497"/>
          <a:ext cx="2999436" cy="8045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432" name="Equation" r:id="rId55" imgW="1714320" imgH="406080" progId="Equation.DSMT4">
                  <p:embed/>
                </p:oleObj>
              </mc:Choice>
              <mc:Fallback>
                <p:oleObj name="Equation" r:id="rId55" imgW="171432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63484" y="5288497"/>
                        <a:ext cx="2999436" cy="80457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5892528"/>
              </p:ext>
            </p:extLst>
          </p:nvPr>
        </p:nvGraphicFramePr>
        <p:xfrm>
          <a:off x="12694953" y="6118686"/>
          <a:ext cx="1306797" cy="6982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433" name="Equation" r:id="rId57" imgW="850680" imgH="342720" progId="Equation.DSMT4">
                  <p:embed/>
                </p:oleObj>
              </mc:Choice>
              <mc:Fallback>
                <p:oleObj name="Equation" r:id="rId57" imgW="850680" imgH="342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94953" y="6118686"/>
                        <a:ext cx="1306797" cy="69820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9415506"/>
              </p:ext>
            </p:extLst>
          </p:nvPr>
        </p:nvGraphicFramePr>
        <p:xfrm>
          <a:off x="14097000" y="6283206"/>
          <a:ext cx="1027111" cy="3636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434" name="Equation" r:id="rId59" imgW="596880" imgH="177480" progId="Equation.DSMT4">
                  <p:embed/>
                </p:oleObj>
              </mc:Choice>
              <mc:Fallback>
                <p:oleObj name="Equation" r:id="rId59" imgW="59688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97000" y="6283206"/>
                        <a:ext cx="1027111" cy="36367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3819" name="组合 9"/>
          <p:cNvGrpSpPr>
            <a:grpSpLocks/>
          </p:cNvGrpSpPr>
          <p:nvPr>
            <p:custDataLst>
              <p:tags r:id="rId12"/>
            </p:custDataLst>
          </p:nvPr>
        </p:nvGrpSpPr>
        <p:grpSpPr bwMode="auto"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33821" name="TitleBackground"/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2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3822" name="ColorBlock"/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2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3823" name="TypeText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-1270000" y="0"/>
              <a:ext cx="1905000" cy="635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2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填空题</a:t>
              </a:r>
            </a:p>
          </p:txBody>
        </p:sp>
        <p:sp>
          <p:nvSpPr>
            <p:cNvPr id="33824" name="TipText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1905" y="109220"/>
              <a:ext cx="2286000" cy="50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2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5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3820" name="图片 2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6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42600" y="63500"/>
            <a:ext cx="14224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2"/>
    </p:custDataLst>
    <p:extLst>
      <p:ext uri="{BB962C8B-B14F-4D97-AF65-F5344CB8AC3E}">
        <p14:creationId xmlns:p14="http://schemas.microsoft.com/office/powerpoint/2010/main" val="1630013981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build="p" autoUpdateAnimBg="0"/>
      <p:bldP spid="30" grpId="0" build="p" autoUpdateAnimBg="0"/>
      <p:bldP spid="31" grpId="0" build="p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AutoShape 2" descr="花束"/>
          <p:cNvSpPr>
            <a:spLocks noChangeArrowheads="1"/>
          </p:cNvSpPr>
          <p:nvPr/>
        </p:nvSpPr>
        <p:spPr bwMode="auto">
          <a:xfrm>
            <a:off x="2479902" y="810419"/>
            <a:ext cx="7421562" cy="4694238"/>
          </a:xfrm>
          <a:prstGeom prst="horizontalScroll">
            <a:avLst>
              <a:gd name="adj" fmla="val 3940"/>
            </a:avLst>
          </a:prstGeom>
          <a:blipFill dpi="0" rotWithShape="0">
            <a:blip r:embed="rId3"/>
            <a:srcRect/>
            <a:tile tx="0" ty="0" sx="100000" sy="100000" flip="none" algn="tl"/>
          </a:blipFill>
          <a:ln w="19050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25993" name="Rectangle 9"/>
          <p:cNvSpPr>
            <a:spLocks noChangeArrowheads="1"/>
          </p:cNvSpPr>
          <p:nvPr/>
        </p:nvSpPr>
        <p:spPr bwMode="auto">
          <a:xfrm>
            <a:off x="3503614" y="1752601"/>
            <a:ext cx="32210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凡遇如下形式积分</a:t>
            </a:r>
            <a:r>
              <a:rPr lang="en-US" altLang="zh-CN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</a:p>
        </p:txBody>
      </p:sp>
      <p:graphicFrame>
        <p:nvGraphicFramePr>
          <p:cNvPr id="425994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8262670"/>
              </p:ext>
            </p:extLst>
          </p:nvPr>
        </p:nvGraphicFramePr>
        <p:xfrm>
          <a:off x="3374464" y="2346344"/>
          <a:ext cx="14224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75" name="Equation" r:id="rId5" imgW="1422400" imgH="838200" progId="Equation.3">
                  <p:embed/>
                </p:oleObj>
              </mc:Choice>
              <mc:Fallback>
                <p:oleObj name="Equation" r:id="rId5" imgW="1422400" imgH="838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74464" y="2346344"/>
                        <a:ext cx="14224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5995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407668"/>
              </p:ext>
            </p:extLst>
          </p:nvPr>
        </p:nvGraphicFramePr>
        <p:xfrm>
          <a:off x="4796864" y="3421939"/>
          <a:ext cx="11557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76" name="Equation" r:id="rId7" imgW="1155700" imgH="609600" progId="Equation.3">
                  <p:embed/>
                </p:oleObj>
              </mc:Choice>
              <mc:Fallback>
                <p:oleObj name="Equation" r:id="rId7" imgW="1155700" imgH="609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96864" y="3421939"/>
                        <a:ext cx="11557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5996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7970915"/>
              </p:ext>
            </p:extLst>
          </p:nvPr>
        </p:nvGraphicFramePr>
        <p:xfrm>
          <a:off x="7279898" y="3259705"/>
          <a:ext cx="853695" cy="7718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77" name="Equation" r:id="rId9" imgW="927100" imgH="838200" progId="Equation.3">
                  <p:embed/>
                </p:oleObj>
              </mc:Choice>
              <mc:Fallback>
                <p:oleObj name="Equation" r:id="rId9" imgW="927100" imgH="838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79898" y="3259705"/>
                        <a:ext cx="853695" cy="77183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5997" name="Rectangle 13"/>
          <p:cNvSpPr>
            <a:spLocks noChangeArrowheads="1"/>
          </p:cNvSpPr>
          <p:nvPr/>
        </p:nvSpPr>
        <p:spPr bwMode="auto">
          <a:xfrm>
            <a:off x="8189656" y="3421894"/>
            <a:ext cx="118749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等等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</a:p>
        </p:txBody>
      </p:sp>
      <p:sp>
        <p:nvSpPr>
          <p:cNvPr id="425999" name="Rectangle 15"/>
          <p:cNvSpPr>
            <a:spLocks noChangeArrowheads="1"/>
          </p:cNvSpPr>
          <p:nvPr/>
        </p:nvSpPr>
        <p:spPr bwMode="auto">
          <a:xfrm>
            <a:off x="3233649" y="4159251"/>
            <a:ext cx="363741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一定要放在后面积分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</a:p>
        </p:txBody>
      </p:sp>
      <p:graphicFrame>
        <p:nvGraphicFramePr>
          <p:cNvPr id="426000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88427"/>
              </p:ext>
            </p:extLst>
          </p:nvPr>
        </p:nvGraphicFramePr>
        <p:xfrm>
          <a:off x="6347465" y="2453387"/>
          <a:ext cx="14859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78" name="Equation" r:id="rId11" imgW="1485900" imgH="596900" progId="Equation.3">
                  <p:embed/>
                </p:oleObj>
              </mc:Choice>
              <mc:Fallback>
                <p:oleObj name="Equation" r:id="rId11" imgW="1485900" imgH="596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47465" y="2453387"/>
                        <a:ext cx="1485900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6001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6817929"/>
              </p:ext>
            </p:extLst>
          </p:nvPr>
        </p:nvGraphicFramePr>
        <p:xfrm>
          <a:off x="7848600" y="2436589"/>
          <a:ext cx="15240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79" name="Equation" r:id="rId13" imgW="1524000" imgH="596900" progId="Equation.3">
                  <p:embed/>
                </p:oleObj>
              </mc:Choice>
              <mc:Fallback>
                <p:oleObj name="Equation" r:id="rId13" imgW="1524000" imgH="596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48600" y="2436589"/>
                        <a:ext cx="1524000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6002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1315629"/>
              </p:ext>
            </p:extLst>
          </p:nvPr>
        </p:nvGraphicFramePr>
        <p:xfrm>
          <a:off x="3374464" y="3421939"/>
          <a:ext cx="12827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80" name="Equation" r:id="rId15" imgW="1282700" imgH="609600" progId="Equation.3">
                  <p:embed/>
                </p:oleObj>
              </mc:Choice>
              <mc:Fallback>
                <p:oleObj name="Equation" r:id="rId15" imgW="1282700" imgH="609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74464" y="3421939"/>
                        <a:ext cx="12827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6003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3998009"/>
              </p:ext>
            </p:extLst>
          </p:nvPr>
        </p:nvGraphicFramePr>
        <p:xfrm>
          <a:off x="6074229" y="3219200"/>
          <a:ext cx="10668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81" name="Equation" r:id="rId17" imgW="1066800" imgH="812800" progId="Equation.3">
                  <p:embed/>
                </p:oleObj>
              </mc:Choice>
              <mc:Fallback>
                <p:oleObj name="Equation" r:id="rId17" imgW="1066800" imgH="812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74229" y="3219200"/>
                        <a:ext cx="1066800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5F8BC-3C02-4E82-A6AD-68405BC1CFA0}" type="slidenum">
              <a:rPr lang="zh-CN" altLang="en-US" smtClean="0"/>
              <a:t>29</a:t>
            </a:fld>
            <a:endParaRPr lang="zh-CN" altLang="en-US"/>
          </a:p>
        </p:txBody>
      </p:sp>
      <p:graphicFrame>
        <p:nvGraphicFramePr>
          <p:cNvPr id="15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2440211"/>
              </p:ext>
            </p:extLst>
          </p:nvPr>
        </p:nvGraphicFramePr>
        <p:xfrm>
          <a:off x="4816689" y="2298274"/>
          <a:ext cx="1440906" cy="9071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82" name="Equation" r:id="rId19" imgW="685800" imgH="406080" progId="Equation.DSMT4">
                  <p:embed/>
                </p:oleObj>
              </mc:Choice>
              <mc:Fallback>
                <p:oleObj name="Equation" r:id="rId19" imgW="68580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16689" y="2298274"/>
                        <a:ext cx="1440906" cy="9071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20111870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25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25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26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26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26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25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26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25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25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259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62" dur="2000"/>
                                        <p:tgtEl>
                                          <p:spTgt spid="34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19" grpId="0" animBg="1"/>
      <p:bldP spid="425993" grpId="0" autoUpdateAnimBg="0"/>
      <p:bldP spid="425997" grpId="0" autoUpdateAnimBg="0"/>
      <p:bldP spid="425999" grpId="0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490" name="AutoShape 2"/>
          <p:cNvSpPr>
            <a:spLocks noChangeArrowheads="1"/>
          </p:cNvSpPr>
          <p:nvPr/>
        </p:nvSpPr>
        <p:spPr bwMode="auto">
          <a:xfrm>
            <a:off x="4191000" y="990600"/>
            <a:ext cx="1524000" cy="53340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00FFCC"/>
              </a:gs>
              <a:gs pos="50000">
                <a:schemeClr val="hlink"/>
              </a:gs>
              <a:gs pos="100000">
                <a:srgbClr val="00FFCC"/>
              </a:gs>
            </a:gsLst>
            <a:lin ang="5400000" scaled="1"/>
          </a:gra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447491" name="AutoShape 3"/>
          <p:cNvSpPr>
            <a:spLocks noChangeArrowheads="1"/>
          </p:cNvSpPr>
          <p:nvPr/>
        </p:nvSpPr>
        <p:spPr bwMode="auto">
          <a:xfrm>
            <a:off x="6705600" y="914400"/>
            <a:ext cx="3352800" cy="60960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66FF33"/>
              </a:gs>
              <a:gs pos="50000">
                <a:srgbClr val="00FFCC"/>
              </a:gs>
              <a:gs pos="100000">
                <a:srgbClr val="66FF33"/>
              </a:gs>
            </a:gsLst>
            <a:lin ang="5400000" scaled="1"/>
          </a:gradFill>
          <a:ln w="12700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47492" name="Text Box 4"/>
          <p:cNvSpPr txBox="1">
            <a:spLocks noChangeArrowheads="1"/>
          </p:cNvSpPr>
          <p:nvPr/>
        </p:nvSpPr>
        <p:spPr bwMode="auto">
          <a:xfrm>
            <a:off x="2743200" y="914401"/>
            <a:ext cx="1371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>
                <a:solidFill>
                  <a:schemeClr val="tx1"/>
                </a:solidFill>
                <a:ea typeface="宋体" panose="02010600030101010101" pitchFamily="2" charset="-122"/>
              </a:rPr>
              <a:t>  </a:t>
            </a: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计算</a:t>
            </a:r>
            <a:endParaRPr lang="zh-CN" altLang="en-US" sz="2400" b="1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447493" name="Object 5"/>
          <p:cNvGraphicFramePr>
            <a:graphicFrameLocks noChangeAspect="1"/>
          </p:cNvGraphicFramePr>
          <p:nvPr/>
        </p:nvGraphicFramePr>
        <p:xfrm>
          <a:off x="3713164" y="914400"/>
          <a:ext cx="2936875" cy="858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410" name="Equation" r:id="rId4" imgW="2781300" imgH="812800" progId="Equation.3">
                  <p:embed/>
                </p:oleObj>
              </mc:Choice>
              <mc:Fallback>
                <p:oleObj name="Equation" r:id="rId4" imgW="2781300" imgH="812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3164" y="914400"/>
                        <a:ext cx="2936875" cy="858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7494" name="Object 6"/>
          <p:cNvGraphicFramePr>
            <a:graphicFrameLocks noChangeAspect="1"/>
          </p:cNvGraphicFramePr>
          <p:nvPr/>
        </p:nvGraphicFramePr>
        <p:xfrm>
          <a:off x="6705600" y="1004889"/>
          <a:ext cx="3276600" cy="47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411" name="公式" r:id="rId6" imgW="1371600" imgH="203200" progId="Equation.3">
                  <p:embed/>
                </p:oleObj>
              </mc:Choice>
              <mc:Fallback>
                <p:oleObj name="公式" r:id="rId6" imgW="1371600" imgH="203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5600" y="1004889"/>
                        <a:ext cx="3276600" cy="471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7495" name="Text Box 7"/>
          <p:cNvSpPr txBox="1">
            <a:spLocks noChangeArrowheads="1"/>
          </p:cNvSpPr>
          <p:nvPr/>
        </p:nvSpPr>
        <p:spPr bwMode="auto">
          <a:xfrm>
            <a:off x="2514600" y="1752601"/>
            <a:ext cx="914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  <a:r>
              <a:rPr lang="zh-CN" altLang="en-US" dirty="0">
                <a:solidFill>
                  <a:schemeClr val="tx1"/>
                </a:solidFill>
                <a:ea typeface="宋体" panose="02010600030101010101" pitchFamily="2" charset="-122"/>
              </a:rPr>
              <a:t>  </a:t>
            </a:r>
          </a:p>
        </p:txBody>
      </p:sp>
      <p:sp>
        <p:nvSpPr>
          <p:cNvPr id="447496" name="Rectangle 8"/>
          <p:cNvSpPr>
            <a:spLocks noChangeArrowheads="1"/>
          </p:cNvSpPr>
          <p:nvPr/>
        </p:nvSpPr>
        <p:spPr bwMode="auto">
          <a:xfrm>
            <a:off x="3124200" y="1766888"/>
            <a:ext cx="3962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C00000"/>
                </a:solidFill>
                <a:ea typeface="宋体" panose="02010600030101010101" pitchFamily="2" charset="-122"/>
              </a:rPr>
              <a:t>积分区域</a:t>
            </a:r>
            <a:r>
              <a:rPr lang="en-US" altLang="zh-CN" b="1" i="1" dirty="0">
                <a:solidFill>
                  <a:srgbClr val="C00000"/>
                </a:solidFill>
                <a:ea typeface="宋体" panose="02010600030101010101" pitchFamily="2" charset="-122"/>
              </a:rPr>
              <a:t>D</a:t>
            </a:r>
            <a:r>
              <a:rPr lang="zh-CN" altLang="en-US" b="1" dirty="0">
                <a:solidFill>
                  <a:srgbClr val="C00000"/>
                </a:solidFill>
                <a:ea typeface="宋体" panose="02010600030101010101" pitchFamily="2" charset="-122"/>
              </a:rPr>
              <a:t>关于</a:t>
            </a:r>
            <a:r>
              <a:rPr lang="en-US" altLang="zh-CN" b="1" i="1" dirty="0">
                <a:solidFill>
                  <a:srgbClr val="C00000"/>
                </a:solidFill>
                <a:ea typeface="宋体" panose="02010600030101010101" pitchFamily="2" charset="-122"/>
              </a:rPr>
              <a:t>x</a:t>
            </a:r>
            <a:r>
              <a:rPr lang="zh-CN" altLang="en-US" b="1" dirty="0">
                <a:solidFill>
                  <a:srgbClr val="C00000"/>
                </a:solidFill>
                <a:ea typeface="宋体" panose="02010600030101010101" pitchFamily="2" charset="-122"/>
              </a:rPr>
              <a:t>轴对称</a:t>
            </a:r>
            <a:r>
              <a:rPr lang="en-US" altLang="zh-CN" b="1" dirty="0">
                <a:solidFill>
                  <a:srgbClr val="C00000"/>
                </a:solidFill>
                <a:ea typeface="宋体" panose="02010600030101010101" pitchFamily="2" charset="-122"/>
              </a:rPr>
              <a:t>,</a:t>
            </a:r>
          </a:p>
        </p:txBody>
      </p:sp>
      <p:sp>
        <p:nvSpPr>
          <p:cNvPr id="447497" name="Text Box 9"/>
          <p:cNvSpPr txBox="1">
            <a:spLocks noChangeArrowheads="1"/>
          </p:cNvSpPr>
          <p:nvPr/>
        </p:nvSpPr>
        <p:spPr bwMode="auto">
          <a:xfrm>
            <a:off x="3124200" y="2286001"/>
            <a:ext cx="4648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C00000"/>
                </a:solidFill>
                <a:ea typeface="宋体" panose="02010600030101010101" pitchFamily="2" charset="-122"/>
              </a:rPr>
              <a:t>被积函数关于</a:t>
            </a:r>
            <a:r>
              <a:rPr lang="en-US" altLang="zh-CN" b="1" i="1" dirty="0">
                <a:solidFill>
                  <a:srgbClr val="C00000"/>
                </a:solidFill>
                <a:ea typeface="宋体" panose="02010600030101010101" pitchFamily="2" charset="-122"/>
              </a:rPr>
              <a:t>y</a:t>
            </a:r>
            <a:r>
              <a:rPr lang="zh-CN" altLang="en-US" b="1" dirty="0">
                <a:solidFill>
                  <a:srgbClr val="C00000"/>
                </a:solidFill>
                <a:ea typeface="宋体" panose="02010600030101010101" pitchFamily="2" charset="-122"/>
              </a:rPr>
              <a:t>为偶函数</a:t>
            </a:r>
            <a:r>
              <a:rPr lang="en-US" altLang="zh-CN" b="1" dirty="0">
                <a:solidFill>
                  <a:srgbClr val="C00000"/>
                </a:solidFill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447498" name="Text Box 10"/>
          <p:cNvSpPr txBox="1">
            <a:spLocks noChangeArrowheads="1"/>
          </p:cNvSpPr>
          <p:nvPr/>
        </p:nvSpPr>
        <p:spPr bwMode="auto">
          <a:xfrm>
            <a:off x="3124200" y="3810001"/>
            <a:ext cx="1676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原式</a:t>
            </a:r>
            <a:r>
              <a:rPr lang="en-US" altLang="zh-CN" b="1">
                <a:solidFill>
                  <a:schemeClr val="tx1"/>
                </a:solidFill>
                <a:ea typeface="宋体" panose="02010600030101010101" pitchFamily="2" charset="-122"/>
              </a:rPr>
              <a:t>=</a:t>
            </a:r>
            <a:endParaRPr lang="en-US" altLang="zh-CN" sz="2400" b="1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47499" name="Text Box 11"/>
          <p:cNvSpPr txBox="1">
            <a:spLocks noChangeArrowheads="1"/>
          </p:cNvSpPr>
          <p:nvPr/>
        </p:nvSpPr>
        <p:spPr bwMode="auto">
          <a:xfrm>
            <a:off x="3124200" y="2986088"/>
            <a:ext cx="4495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记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D</a:t>
            </a:r>
            <a:r>
              <a:rPr lang="en-US" altLang="zh-CN" b="1" baseline="-25000" dirty="0">
                <a:solidFill>
                  <a:schemeClr val="tx1"/>
                </a:solidFill>
                <a:ea typeface="宋体" panose="02010600030101010101" pitchFamily="2" charset="-122"/>
              </a:rPr>
              <a:t>1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为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D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的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y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≥0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的部分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  <a:endParaRPr lang="en-US" altLang="zh-CN" sz="2400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447500" name="Object 12"/>
          <p:cNvGraphicFramePr>
            <a:graphicFrameLocks noChangeAspect="1"/>
          </p:cNvGraphicFramePr>
          <p:nvPr/>
        </p:nvGraphicFramePr>
        <p:xfrm>
          <a:off x="4381500" y="3733801"/>
          <a:ext cx="2954338" cy="942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412" name="Equation" r:id="rId8" imgW="2692400" imgH="863600" progId="Equation.3">
                  <p:embed/>
                </p:oleObj>
              </mc:Choice>
              <mc:Fallback>
                <p:oleObj name="Equation" r:id="rId8" imgW="2692400" imgH="863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1500" y="3733801"/>
                        <a:ext cx="2954338" cy="942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7501" name="Object 13"/>
          <p:cNvGraphicFramePr>
            <a:graphicFrameLocks noChangeAspect="1"/>
          </p:cNvGraphicFramePr>
          <p:nvPr/>
        </p:nvGraphicFramePr>
        <p:xfrm>
          <a:off x="3886201" y="4659314"/>
          <a:ext cx="2752725" cy="903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413" name="Equation" r:id="rId10" imgW="2616200" imgH="863600" progId="Equation.3">
                  <p:embed/>
                </p:oleObj>
              </mc:Choice>
              <mc:Fallback>
                <p:oleObj name="Equation" r:id="rId10" imgW="2616200" imgH="863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1" y="4659314"/>
                        <a:ext cx="2752725" cy="903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7502" name="Object 14"/>
          <p:cNvGraphicFramePr>
            <a:graphicFrameLocks noChangeAspect="1"/>
          </p:cNvGraphicFramePr>
          <p:nvPr/>
        </p:nvGraphicFramePr>
        <p:xfrm>
          <a:off x="6637338" y="4572001"/>
          <a:ext cx="3365500" cy="73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414" name="Equation" r:id="rId12" imgW="3187700" imgH="698500" progId="Equation.3">
                  <p:embed/>
                </p:oleObj>
              </mc:Choice>
              <mc:Fallback>
                <p:oleObj name="Equation" r:id="rId12" imgW="3187700" imgH="698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37338" y="4572001"/>
                        <a:ext cx="3365500" cy="733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7503" name="Rectangle 15"/>
          <p:cNvSpPr>
            <a:spLocks noChangeArrowheads="1"/>
          </p:cNvSpPr>
          <p:nvPr/>
        </p:nvSpPr>
        <p:spPr bwMode="auto">
          <a:xfrm>
            <a:off x="6705601" y="2971801"/>
            <a:ext cx="6191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则</a:t>
            </a:r>
          </a:p>
        </p:txBody>
      </p:sp>
      <p:graphicFrame>
        <p:nvGraphicFramePr>
          <p:cNvPr id="447504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9050910"/>
              </p:ext>
            </p:extLst>
          </p:nvPr>
        </p:nvGraphicFramePr>
        <p:xfrm>
          <a:off x="4121151" y="3871505"/>
          <a:ext cx="368299" cy="4230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415" name="Equation" r:id="rId14" imgW="126720" imgH="164880" progId="Equation.DSMT4">
                  <p:embed/>
                </p:oleObj>
              </mc:Choice>
              <mc:Fallback>
                <p:oleObj name="Equation" r:id="rId14" imgW="126720" imgH="164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21151" y="3871505"/>
                        <a:ext cx="368299" cy="42308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7505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4545184"/>
              </p:ext>
            </p:extLst>
          </p:nvPr>
        </p:nvGraphicFramePr>
        <p:xfrm>
          <a:off x="4381500" y="4301904"/>
          <a:ext cx="339727" cy="3748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416" name="Equation" r:id="rId16" imgW="203040" imgH="228600" progId="Equation.DSMT4">
                  <p:embed/>
                </p:oleObj>
              </mc:Choice>
              <mc:Fallback>
                <p:oleObj name="Equation" r:id="rId16" imgW="2030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1500" y="4301904"/>
                        <a:ext cx="339727" cy="37487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7506" name="Object 18"/>
          <p:cNvGraphicFramePr>
            <a:graphicFrameLocks noChangeAspect="1"/>
          </p:cNvGraphicFramePr>
          <p:nvPr/>
        </p:nvGraphicFramePr>
        <p:xfrm>
          <a:off x="3886200" y="5562600"/>
          <a:ext cx="5080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417" name="Equation" r:id="rId18" imgW="520700" imgH="838200" progId="Equation.3">
                  <p:embed/>
                </p:oleObj>
              </mc:Choice>
              <mc:Fallback>
                <p:oleObj name="Equation" r:id="rId18" imgW="520700" imgH="838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5562600"/>
                        <a:ext cx="508000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7507" name="AutoShape 19"/>
          <p:cNvSpPr>
            <a:spLocks noChangeArrowheads="1"/>
          </p:cNvSpPr>
          <p:nvPr/>
        </p:nvSpPr>
        <p:spPr bwMode="auto">
          <a:xfrm rot="-5400000">
            <a:off x="8420100" y="2476500"/>
            <a:ext cx="685800" cy="762000"/>
          </a:xfrm>
          <a:prstGeom prst="rtTriangle">
            <a:avLst/>
          </a:prstGeom>
          <a:solidFill>
            <a:srgbClr val="FF33CC"/>
          </a:solidFill>
          <a:ln>
            <a:noFill/>
          </a:ln>
          <a:extLs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47508" name="AutoShape 20"/>
          <p:cNvSpPr>
            <a:spLocks noChangeArrowheads="1"/>
          </p:cNvSpPr>
          <p:nvPr/>
        </p:nvSpPr>
        <p:spPr bwMode="auto">
          <a:xfrm rot="10709679">
            <a:off x="8382000" y="3200400"/>
            <a:ext cx="762000" cy="762000"/>
          </a:xfrm>
          <a:prstGeom prst="rtTriangle">
            <a:avLst/>
          </a:prstGeom>
          <a:solidFill>
            <a:srgbClr val="FF33CC"/>
          </a:solidFill>
          <a:ln>
            <a:noFill/>
          </a:ln>
          <a:extLs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pSp>
        <p:nvGrpSpPr>
          <p:cNvPr id="447509" name="Group 21"/>
          <p:cNvGrpSpPr>
            <a:grpSpLocks/>
          </p:cNvGrpSpPr>
          <p:nvPr/>
        </p:nvGrpSpPr>
        <p:grpSpPr bwMode="auto">
          <a:xfrm>
            <a:off x="8153400" y="2133600"/>
            <a:ext cx="1905000" cy="2057400"/>
            <a:chOff x="4128" y="2928"/>
            <a:chExt cx="1200" cy="1296"/>
          </a:xfrm>
        </p:grpSpPr>
        <p:graphicFrame>
          <p:nvGraphicFramePr>
            <p:cNvPr id="35882" name="Object 22"/>
            <p:cNvGraphicFramePr>
              <a:graphicFrameLocks noChangeAspect="1"/>
            </p:cNvGraphicFramePr>
            <p:nvPr/>
          </p:nvGraphicFramePr>
          <p:xfrm>
            <a:off x="5198" y="3648"/>
            <a:ext cx="130" cy="1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418" name="Equation" r:id="rId20" imgW="253890" imgH="241195" progId="Equation.3">
                    <p:embed/>
                  </p:oleObj>
                </mc:Choice>
                <mc:Fallback>
                  <p:oleObj name="Equation" r:id="rId20" imgW="253890" imgH="24119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98" y="3648"/>
                          <a:ext cx="130" cy="1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883" name="Line 23"/>
            <p:cNvSpPr>
              <a:spLocks noChangeShapeType="1"/>
            </p:cNvSpPr>
            <p:nvPr/>
          </p:nvSpPr>
          <p:spPr bwMode="auto">
            <a:xfrm flipV="1">
              <a:off x="4752" y="2928"/>
              <a:ext cx="0" cy="12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35884" name="Object 24"/>
            <p:cNvGraphicFramePr>
              <a:graphicFrameLocks noChangeAspect="1"/>
            </p:cNvGraphicFramePr>
            <p:nvPr/>
          </p:nvGraphicFramePr>
          <p:xfrm>
            <a:off x="4596" y="2935"/>
            <a:ext cx="105" cy="1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419" name="Equation" r:id="rId22" imgW="253780" imgH="317225" progId="Equation.3">
                    <p:embed/>
                  </p:oleObj>
                </mc:Choice>
                <mc:Fallback>
                  <p:oleObj name="Equation" r:id="rId22" imgW="253780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96" y="2935"/>
                          <a:ext cx="105" cy="1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885" name="Line 25"/>
            <p:cNvSpPr>
              <a:spLocks noChangeShapeType="1"/>
            </p:cNvSpPr>
            <p:nvPr/>
          </p:nvSpPr>
          <p:spPr bwMode="auto">
            <a:xfrm flipV="1">
              <a:off x="4128" y="3600"/>
              <a:ext cx="1200" cy="4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35886" name="Object 26"/>
            <p:cNvGraphicFramePr>
              <a:graphicFrameLocks noChangeAspect="1"/>
            </p:cNvGraphicFramePr>
            <p:nvPr/>
          </p:nvGraphicFramePr>
          <p:xfrm>
            <a:off x="4762" y="3600"/>
            <a:ext cx="129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420" name="Equation" r:id="rId24" imgW="215713" imgH="241091" progId="Equation.3">
                    <p:embed/>
                  </p:oleObj>
                </mc:Choice>
                <mc:Fallback>
                  <p:oleObj name="Equation" r:id="rId24" imgW="215713" imgH="241091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62" y="3600"/>
                          <a:ext cx="129" cy="1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47515" name="Text Box 27"/>
          <p:cNvSpPr txBox="1">
            <a:spLocks noChangeArrowheads="1"/>
          </p:cNvSpPr>
          <p:nvPr/>
        </p:nvSpPr>
        <p:spPr bwMode="auto">
          <a:xfrm>
            <a:off x="8686800" y="2743200"/>
            <a:ext cx="83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400" b="1" i="1" dirty="0">
                <a:solidFill>
                  <a:schemeClr val="tx1"/>
                </a:solidFill>
                <a:ea typeface="宋体" panose="02010600030101010101" pitchFamily="2" charset="-122"/>
              </a:rPr>
              <a:t>D</a:t>
            </a:r>
            <a:r>
              <a:rPr lang="en-US" altLang="zh-CN" sz="2400" b="1" baseline="-25000" dirty="0">
                <a:solidFill>
                  <a:schemeClr val="tx1"/>
                </a:solidFill>
                <a:ea typeface="宋体" panose="02010600030101010101" pitchFamily="2" charset="-122"/>
              </a:rPr>
              <a:t>1</a:t>
            </a:r>
            <a:endParaRPr lang="en-US" altLang="zh-CN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pSp>
        <p:nvGrpSpPr>
          <p:cNvPr id="447516" name="Group 28"/>
          <p:cNvGrpSpPr>
            <a:grpSpLocks/>
          </p:cNvGrpSpPr>
          <p:nvPr/>
        </p:nvGrpSpPr>
        <p:grpSpPr bwMode="auto">
          <a:xfrm>
            <a:off x="7419978" y="2393950"/>
            <a:ext cx="1876426" cy="1003300"/>
            <a:chOff x="3714" y="1508"/>
            <a:chExt cx="1182" cy="632"/>
          </a:xfrm>
        </p:grpSpPr>
        <p:graphicFrame>
          <p:nvGraphicFramePr>
            <p:cNvPr id="35877" name="Object 29"/>
            <p:cNvGraphicFramePr>
              <a:graphicFrameLocks noChangeAspect="1"/>
            </p:cNvGraphicFramePr>
            <p:nvPr/>
          </p:nvGraphicFramePr>
          <p:xfrm>
            <a:off x="4823" y="1508"/>
            <a:ext cx="73" cy="1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421" name="Equation" r:id="rId26" imgW="177569" imgH="304404" progId="Equation.3">
                    <p:embed/>
                  </p:oleObj>
                </mc:Choice>
                <mc:Fallback>
                  <p:oleObj name="Equation" r:id="rId26" imgW="177569" imgH="30440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23" y="1508"/>
                          <a:ext cx="73" cy="1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878" name="Object 30"/>
            <p:cNvGraphicFramePr>
              <a:graphicFrameLocks noChangeAspect="1"/>
            </p:cNvGraphicFramePr>
            <p:nvPr/>
          </p:nvGraphicFramePr>
          <p:xfrm>
            <a:off x="4139" y="2016"/>
            <a:ext cx="181" cy="1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422" name="Equation" r:id="rId28" imgW="444114" imgH="304536" progId="Equation.3">
                    <p:embed/>
                  </p:oleObj>
                </mc:Choice>
                <mc:Fallback>
                  <p:oleObj name="Equation" r:id="rId28" imgW="444114" imgH="304536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39" y="2016"/>
                          <a:ext cx="181" cy="1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35879" name="Group 31"/>
            <p:cNvGrpSpPr>
              <a:grpSpLocks/>
            </p:cNvGrpSpPr>
            <p:nvPr/>
          </p:nvGrpSpPr>
          <p:grpSpPr bwMode="auto">
            <a:xfrm>
              <a:off x="3714" y="1584"/>
              <a:ext cx="1086" cy="432"/>
              <a:chOff x="3714" y="1584"/>
              <a:chExt cx="1086" cy="432"/>
            </a:xfrm>
          </p:grpSpPr>
          <p:graphicFrame>
            <p:nvGraphicFramePr>
              <p:cNvPr id="35880" name="Object 32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265098203"/>
                  </p:ext>
                </p:extLst>
              </p:nvPr>
            </p:nvGraphicFramePr>
            <p:xfrm>
              <a:off x="3714" y="1585"/>
              <a:ext cx="775" cy="27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7423" name="Equation" r:id="rId30" imgW="685800" imgH="203040" progId="Equation.DSMT4">
                      <p:embed/>
                    </p:oleObj>
                  </mc:Choice>
                  <mc:Fallback>
                    <p:oleObj name="Equation" r:id="rId30" imgW="685800" imgH="20304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1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714" y="1585"/>
                            <a:ext cx="775" cy="27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5881" name="Line 33"/>
              <p:cNvSpPr>
                <a:spLocks noChangeShapeType="1"/>
              </p:cNvSpPr>
              <p:nvPr/>
            </p:nvSpPr>
            <p:spPr bwMode="auto">
              <a:xfrm flipH="1">
                <a:off x="4320" y="1584"/>
                <a:ext cx="480" cy="432"/>
              </a:xfrm>
              <a:prstGeom prst="line">
                <a:avLst/>
              </a:prstGeom>
              <a:noFill/>
              <a:ln w="28575">
                <a:solidFill>
                  <a:srgbClr val="FF006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447522" name="Group 34"/>
          <p:cNvGrpSpPr>
            <a:grpSpLocks/>
          </p:cNvGrpSpPr>
          <p:nvPr/>
        </p:nvGrpSpPr>
        <p:grpSpPr bwMode="auto">
          <a:xfrm>
            <a:off x="7493000" y="3200400"/>
            <a:ext cx="1651000" cy="882650"/>
            <a:chOff x="3760" y="2016"/>
            <a:chExt cx="1040" cy="556"/>
          </a:xfrm>
        </p:grpSpPr>
        <p:graphicFrame>
          <p:nvGraphicFramePr>
            <p:cNvPr id="35873" name="Object 35"/>
            <p:cNvGraphicFramePr>
              <a:graphicFrameLocks noChangeAspect="1"/>
            </p:cNvGraphicFramePr>
            <p:nvPr/>
          </p:nvGraphicFramePr>
          <p:xfrm>
            <a:off x="4608" y="2448"/>
            <a:ext cx="181" cy="1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424" name="Equation" r:id="rId32" imgW="444114" imgH="304536" progId="Equation.3">
                    <p:embed/>
                  </p:oleObj>
                </mc:Choice>
                <mc:Fallback>
                  <p:oleObj name="Equation" r:id="rId32" imgW="444114" imgH="304536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08" y="2448"/>
                          <a:ext cx="181" cy="1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35874" name="Group 36"/>
            <p:cNvGrpSpPr>
              <a:grpSpLocks/>
            </p:cNvGrpSpPr>
            <p:nvPr/>
          </p:nvGrpSpPr>
          <p:grpSpPr bwMode="auto">
            <a:xfrm>
              <a:off x="3760" y="2016"/>
              <a:ext cx="1040" cy="486"/>
              <a:chOff x="3760" y="2016"/>
              <a:chExt cx="1040" cy="486"/>
            </a:xfrm>
          </p:grpSpPr>
          <p:graphicFrame>
            <p:nvGraphicFramePr>
              <p:cNvPr id="35875" name="Object 37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28821051"/>
                  </p:ext>
                </p:extLst>
              </p:nvPr>
            </p:nvGraphicFramePr>
            <p:xfrm>
              <a:off x="3760" y="2238"/>
              <a:ext cx="752" cy="26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7425" name="Equation" r:id="rId34" imgW="685800" imgH="203040" progId="Equation.DSMT4">
                      <p:embed/>
                    </p:oleObj>
                  </mc:Choice>
                  <mc:Fallback>
                    <p:oleObj name="Equation" r:id="rId34" imgW="685800" imgH="20304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5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760" y="2238"/>
                            <a:ext cx="752" cy="26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5876" name="Line 38"/>
              <p:cNvSpPr>
                <a:spLocks noChangeShapeType="1"/>
              </p:cNvSpPr>
              <p:nvPr/>
            </p:nvSpPr>
            <p:spPr bwMode="auto">
              <a:xfrm>
                <a:off x="4320" y="2016"/>
                <a:ext cx="480" cy="480"/>
              </a:xfrm>
              <a:prstGeom prst="line">
                <a:avLst/>
              </a:prstGeom>
              <a:noFill/>
              <a:ln w="28575">
                <a:solidFill>
                  <a:srgbClr val="FF006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447527" name="Line 39"/>
          <p:cNvSpPr>
            <a:spLocks noChangeShapeType="1"/>
          </p:cNvSpPr>
          <p:nvPr/>
        </p:nvSpPr>
        <p:spPr bwMode="auto">
          <a:xfrm flipV="1">
            <a:off x="8686800" y="2514600"/>
            <a:ext cx="0" cy="68580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5F8BC-3C02-4E82-A6AD-68405BC1CFA0}" type="slidenum">
              <a:rPr lang="zh-CN" altLang="en-US" smtClean="0"/>
              <a:t>30</a:t>
            </a:fld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2051644" y="979022"/>
            <a:ext cx="9044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0351515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7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47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47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47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447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447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47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47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47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474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4474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447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4474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4474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447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447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4475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4475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4475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4475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447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447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447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4475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4475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4475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4475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19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5000" fill="hold"/>
                                        <p:tgtEl>
                                          <p:spTgt spid="4475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0" fill="hold"/>
                                        <p:tgtEl>
                                          <p:spTgt spid="4475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447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1" dur="500"/>
                                        <p:tgtEl>
                                          <p:spTgt spid="447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447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447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7490" grpId="0" animBg="1"/>
      <p:bldP spid="447491" grpId="0" animBg="1"/>
      <p:bldP spid="447492" grpId="0" autoUpdateAnimBg="0"/>
      <p:bldP spid="447495" grpId="0" autoUpdateAnimBg="0"/>
      <p:bldP spid="447496" grpId="0" autoUpdateAnimBg="0"/>
      <p:bldP spid="447497" grpId="0" autoUpdateAnimBg="0"/>
      <p:bldP spid="447498" grpId="0" autoUpdateAnimBg="0"/>
      <p:bldP spid="447499" grpId="0" autoUpdateAnimBg="0"/>
      <p:bldP spid="447503" grpId="0" autoUpdateAnimBg="0"/>
      <p:bldP spid="447507" grpId="0" animBg="1"/>
      <p:bldP spid="447508" grpId="0" animBg="1"/>
      <p:bldP spid="447515" grpId="0" autoUpdateAnimBg="0"/>
      <p:bldP spid="447527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ext Box 2"/>
          <p:cNvSpPr txBox="1">
            <a:spLocks noChangeArrowheads="1"/>
          </p:cNvSpPr>
          <p:nvPr/>
        </p:nvSpPr>
        <p:spPr bwMode="auto">
          <a:xfrm>
            <a:off x="1832428" y="434976"/>
            <a:ext cx="990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例</a:t>
            </a:r>
            <a:r>
              <a:rPr lang="en-US" altLang="zh-CN" b="1" dirty="0">
                <a:solidFill>
                  <a:srgbClr val="FF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11</a:t>
            </a:r>
            <a:endParaRPr lang="en-US" altLang="zh-CN" b="1" dirty="0">
              <a:solidFill>
                <a:srgbClr val="FF0000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8915" name="Text Box 3"/>
          <p:cNvSpPr txBox="1">
            <a:spLocks noChangeArrowheads="1"/>
          </p:cNvSpPr>
          <p:nvPr/>
        </p:nvSpPr>
        <p:spPr bwMode="auto">
          <a:xfrm>
            <a:off x="1981200" y="1328738"/>
            <a:ext cx="990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</a:p>
        </p:txBody>
      </p:sp>
      <p:graphicFrame>
        <p:nvGraphicFramePr>
          <p:cNvPr id="3686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9289622"/>
              </p:ext>
            </p:extLst>
          </p:nvPr>
        </p:nvGraphicFramePr>
        <p:xfrm>
          <a:off x="2823028" y="353219"/>
          <a:ext cx="6415299" cy="871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042" name="Equation" r:id="rId4" imgW="3073320" imgH="380880" progId="Equation.DSMT4">
                  <p:embed/>
                </p:oleObj>
              </mc:Choice>
              <mc:Fallback>
                <p:oleObj name="Equation" r:id="rId4" imgW="307332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3028" y="353219"/>
                        <a:ext cx="6415299" cy="871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8917" name="Group 5"/>
          <p:cNvGrpSpPr>
            <a:grpSpLocks/>
          </p:cNvGrpSpPr>
          <p:nvPr/>
        </p:nvGrpSpPr>
        <p:grpSpPr bwMode="auto">
          <a:xfrm>
            <a:off x="7175500" y="1339850"/>
            <a:ext cx="2952750" cy="2095500"/>
            <a:chOff x="3600" y="1296"/>
            <a:chExt cx="1860" cy="1320"/>
          </a:xfrm>
        </p:grpSpPr>
        <p:graphicFrame>
          <p:nvGraphicFramePr>
            <p:cNvPr id="36874" name="Object 6"/>
            <p:cNvGraphicFramePr>
              <a:graphicFrameLocks noChangeAspect="1"/>
            </p:cNvGraphicFramePr>
            <p:nvPr/>
          </p:nvGraphicFramePr>
          <p:xfrm>
            <a:off x="3600" y="1296"/>
            <a:ext cx="1860" cy="13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043" name="BMP 图象" r:id="rId6" imgW="2952381" imgH="2095793" progId="Paint.Picture">
                    <p:embed/>
                  </p:oleObj>
                </mc:Choice>
                <mc:Fallback>
                  <p:oleObj name="BMP 图象" r:id="rId6" imgW="2952381" imgH="2095793" progId="Paint.Picture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00" y="1296"/>
                          <a:ext cx="1860" cy="1320"/>
                        </a:xfrm>
                        <a:prstGeom prst="rect">
                          <a:avLst/>
                        </a:prstGeom>
                        <a:noFill/>
                        <a:ln w="3175">
                          <a:solidFill>
                            <a:schemeClr val="accent2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6875" name="Object 7"/>
            <p:cNvGraphicFramePr>
              <a:graphicFrameLocks noChangeAspect="1"/>
            </p:cNvGraphicFramePr>
            <p:nvPr/>
          </p:nvGraphicFramePr>
          <p:xfrm>
            <a:off x="3916" y="2160"/>
            <a:ext cx="164" cy="1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044" name="公式" r:id="rId8" imgW="380835" imgH="418918" progId="Equation.3">
                    <p:embed/>
                  </p:oleObj>
                </mc:Choice>
                <mc:Fallback>
                  <p:oleObj name="公式" r:id="rId8" imgW="380835" imgH="41891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16" y="2160"/>
                          <a:ext cx="164" cy="1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6876" name="Object 8"/>
            <p:cNvGraphicFramePr>
              <a:graphicFrameLocks noChangeAspect="1"/>
            </p:cNvGraphicFramePr>
            <p:nvPr/>
          </p:nvGraphicFramePr>
          <p:xfrm>
            <a:off x="4944" y="2208"/>
            <a:ext cx="169" cy="1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045" name="公式" r:id="rId10" imgW="393529" imgH="418918" progId="Equation.3">
                    <p:embed/>
                  </p:oleObj>
                </mc:Choice>
                <mc:Fallback>
                  <p:oleObj name="公式" r:id="rId10" imgW="393529" imgH="41891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44" y="2208"/>
                          <a:ext cx="169" cy="1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6877" name="Object 9"/>
            <p:cNvGraphicFramePr>
              <a:graphicFrameLocks noChangeAspect="1"/>
            </p:cNvGraphicFramePr>
            <p:nvPr/>
          </p:nvGraphicFramePr>
          <p:xfrm>
            <a:off x="4560" y="1872"/>
            <a:ext cx="168" cy="1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046" name="公式" r:id="rId12" imgW="393529" imgH="431613" progId="Equation.3">
                    <p:embed/>
                  </p:oleObj>
                </mc:Choice>
                <mc:Fallback>
                  <p:oleObj name="公式" r:id="rId12" imgW="393529" imgH="43161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60" y="1872"/>
                          <a:ext cx="168" cy="1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8922" name="Text Box 10"/>
          <p:cNvSpPr txBox="1">
            <a:spLocks noChangeArrowheads="1"/>
          </p:cNvSpPr>
          <p:nvPr/>
        </p:nvSpPr>
        <p:spPr bwMode="auto">
          <a:xfrm>
            <a:off x="2590800" y="1328738"/>
            <a:ext cx="4343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先去掉绝对值符号，如图</a:t>
            </a:r>
          </a:p>
        </p:txBody>
      </p:sp>
      <p:graphicFrame>
        <p:nvGraphicFramePr>
          <p:cNvPr id="38923" name="Object 11"/>
          <p:cNvGraphicFramePr>
            <a:graphicFrameLocks noChangeAspect="1"/>
          </p:cNvGraphicFramePr>
          <p:nvPr/>
        </p:nvGraphicFramePr>
        <p:xfrm>
          <a:off x="1981200" y="2133600"/>
          <a:ext cx="4648200" cy="171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047" name="公式" r:id="rId14" imgW="4572000" imgH="1638393" progId="Equation.3">
                  <p:embed/>
                </p:oleObj>
              </mc:Choice>
              <mc:Fallback>
                <p:oleObj name="公式" r:id="rId14" imgW="4572000" imgH="163839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2133600"/>
                        <a:ext cx="4648200" cy="171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24" name="Object 12"/>
          <p:cNvGraphicFramePr>
            <a:graphicFrameLocks noChangeAspect="1"/>
          </p:cNvGraphicFramePr>
          <p:nvPr/>
        </p:nvGraphicFramePr>
        <p:xfrm>
          <a:off x="1981200" y="4078288"/>
          <a:ext cx="5627688" cy="722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048" name="公式" r:id="rId16" imgW="5626100" imgH="723900" progId="Equation.3">
                  <p:embed/>
                </p:oleObj>
              </mc:Choice>
              <mc:Fallback>
                <p:oleObj name="公式" r:id="rId16" imgW="5626100" imgH="723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4078288"/>
                        <a:ext cx="5627688" cy="722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25" name="Object 13"/>
          <p:cNvGraphicFramePr>
            <a:graphicFrameLocks noChangeAspect="1"/>
          </p:cNvGraphicFramePr>
          <p:nvPr/>
        </p:nvGraphicFramePr>
        <p:xfrm>
          <a:off x="7696200" y="4057650"/>
          <a:ext cx="8001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049" name="公式" r:id="rId18" imgW="800100" imgH="838200" progId="Equation.3">
                  <p:embed/>
                </p:oleObj>
              </mc:Choice>
              <mc:Fallback>
                <p:oleObj name="公式" r:id="rId18" imgW="800100" imgH="838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96200" y="4057650"/>
                        <a:ext cx="8001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5F8BC-3C02-4E82-A6AD-68405BC1CFA0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6220209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8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8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75"/>
                                        <p:tgtEl>
                                          <p:spTgt spid="38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8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8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8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5" grpId="0" autoUpdateAnimBg="0"/>
      <p:bldP spid="38922" grpId="0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058" name="AutoShape 2"/>
          <p:cNvSpPr>
            <a:spLocks noChangeArrowheads="1"/>
          </p:cNvSpPr>
          <p:nvPr/>
        </p:nvSpPr>
        <p:spPr bwMode="auto">
          <a:xfrm>
            <a:off x="5295900" y="677141"/>
            <a:ext cx="1219200" cy="304800"/>
          </a:xfrm>
          <a:prstGeom prst="roundRect">
            <a:avLst>
              <a:gd name="adj" fmla="val 43333"/>
            </a:avLst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37893" name="Text Box 8"/>
          <p:cNvSpPr txBox="1">
            <a:spLocks noChangeArrowheads="1"/>
          </p:cNvSpPr>
          <p:nvPr/>
        </p:nvSpPr>
        <p:spPr bwMode="auto">
          <a:xfrm>
            <a:off x="7227434" y="172607"/>
            <a:ext cx="2797629" cy="461665"/>
          </a:xfrm>
          <a:prstGeom prst="rect">
            <a:avLst/>
          </a:prstGeom>
          <a:gradFill rotWithShape="0">
            <a:gsLst>
              <a:gs pos="0">
                <a:srgbClr val="FF0000"/>
              </a:gs>
              <a:gs pos="100000">
                <a:srgbClr val="0080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None/>
            </a:pPr>
            <a:r>
              <a:rPr lang="en-US" altLang="zh-CN" sz="2400" dirty="0">
                <a:solidFill>
                  <a:schemeClr val="bg1"/>
                </a:solidFill>
                <a:ea typeface="宋体" panose="02010600030101010101" pitchFamily="2" charset="-122"/>
              </a:rPr>
              <a:t>2002 </a:t>
            </a:r>
            <a:r>
              <a:rPr lang="zh-CN" altLang="en-US" sz="2400" dirty="0">
                <a:solidFill>
                  <a:schemeClr val="bg1"/>
                </a:solidFill>
                <a:ea typeface="宋体" panose="02010600030101010101" pitchFamily="2" charset="-122"/>
              </a:rPr>
              <a:t>年研究生考题</a:t>
            </a:r>
          </a:p>
        </p:txBody>
      </p:sp>
      <p:sp>
        <p:nvSpPr>
          <p:cNvPr id="37894" name="WordArt 9"/>
          <p:cNvSpPr>
            <a:spLocks noChangeArrowheads="1" noChangeShapeType="1" noTextEdit="1"/>
          </p:cNvSpPr>
          <p:nvPr/>
        </p:nvSpPr>
        <p:spPr bwMode="auto">
          <a:xfrm>
            <a:off x="2209800" y="609600"/>
            <a:ext cx="685800" cy="623888"/>
          </a:xfrm>
          <a:prstGeom prst="rect">
            <a:avLst/>
          </a:prstGeom>
        </p:spPr>
        <p:txBody>
          <a:bodyPr wrap="none" fromWordArt="1">
            <a:prstTxWarp prst="textCascadeUp">
              <a:avLst>
                <a:gd name="adj" fmla="val 44444"/>
              </a:avLst>
            </a:prstTxWarp>
            <a:scene3d>
              <a:camera prst="legacyPerspectiveFront">
                <a:rot lat="20519972" lon="1080000" rev="0"/>
              </a:camera>
              <a:lightRig rig="legacyHarsh2" dir="b"/>
            </a:scene3d>
            <a:sp3d extrusionH="430200" prstMaterial="legacyMatte">
              <a:extrusionClr>
                <a:srgbClr val="FF6600"/>
              </a:extrusionClr>
              <a:contourClr>
                <a:srgbClr val="FFE701"/>
              </a:contourClr>
            </a:sp3d>
          </a:bodyPr>
          <a:lstStyle/>
          <a:p>
            <a:endParaRPr lang="zh-CN" altLang="en-US" sz="3600" kern="10" dirty="0">
              <a:ln w="9525">
                <a:round/>
                <a:headEnd/>
                <a:tailEnd/>
              </a:ln>
              <a:gradFill rotWithShape="1">
                <a:gsLst>
                  <a:gs pos="0">
                    <a:srgbClr val="FFE701"/>
                  </a:gs>
                  <a:gs pos="100000">
                    <a:srgbClr val="FE3E02"/>
                  </a:gs>
                </a:gsLst>
                <a:lin ang="5400000" scaled="1"/>
              </a:gradFill>
              <a:latin typeface="宋体" panose="02010600030101010101" pitchFamily="2" charset="-122"/>
            </a:endParaRPr>
          </a:p>
        </p:txBody>
      </p:sp>
      <p:sp>
        <p:nvSpPr>
          <p:cNvPr id="37895" name="Text Box 10"/>
          <p:cNvSpPr txBox="1">
            <a:spLocks noChangeArrowheads="1"/>
          </p:cNvSpPr>
          <p:nvPr/>
        </p:nvSpPr>
        <p:spPr bwMode="auto">
          <a:xfrm>
            <a:off x="2618424" y="715328"/>
            <a:ext cx="2590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0000"/>
                    </a:gs>
                    <a:gs pos="100000">
                      <a:srgbClr val="008000"/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计算二重积分</a:t>
            </a:r>
          </a:p>
        </p:txBody>
      </p:sp>
      <p:graphicFrame>
        <p:nvGraphicFramePr>
          <p:cNvPr id="37896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9823473"/>
              </p:ext>
            </p:extLst>
          </p:nvPr>
        </p:nvGraphicFramePr>
        <p:xfrm>
          <a:off x="4815180" y="659672"/>
          <a:ext cx="25273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08" name="Equation" r:id="rId5" imgW="2527300" imgH="825500" progId="Equation.3">
                  <p:embed/>
                </p:oleObj>
              </mc:Choice>
              <mc:Fallback>
                <p:oleObj name="Equation" r:id="rId5" imgW="2527300" imgH="825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15180" y="659672"/>
                        <a:ext cx="25273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97" name="Text Box 12"/>
          <p:cNvSpPr txBox="1">
            <a:spLocks noChangeArrowheads="1"/>
          </p:cNvSpPr>
          <p:nvPr/>
        </p:nvSpPr>
        <p:spPr bwMode="auto">
          <a:xfrm>
            <a:off x="7368659" y="679662"/>
            <a:ext cx="1066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0000"/>
                    </a:gs>
                    <a:gs pos="100000">
                      <a:srgbClr val="008000"/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其中</a:t>
            </a:r>
          </a:p>
        </p:txBody>
      </p:sp>
      <p:graphicFrame>
        <p:nvGraphicFramePr>
          <p:cNvPr id="37898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4381273"/>
              </p:ext>
            </p:extLst>
          </p:nvPr>
        </p:nvGraphicFramePr>
        <p:xfrm>
          <a:off x="3048000" y="1445814"/>
          <a:ext cx="44958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09" name="Equation" r:id="rId7" imgW="4495800" imgH="444500" progId="Equation.3">
                  <p:embed/>
                </p:oleObj>
              </mc:Choice>
              <mc:Fallback>
                <p:oleObj name="Equation" r:id="rId7" imgW="4495800" imgH="444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1445814"/>
                        <a:ext cx="44958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29070" name="Group 14"/>
          <p:cNvGrpSpPr>
            <a:grpSpLocks/>
          </p:cNvGrpSpPr>
          <p:nvPr/>
        </p:nvGrpSpPr>
        <p:grpSpPr bwMode="auto">
          <a:xfrm>
            <a:off x="9180513" y="1098550"/>
            <a:ext cx="2146300" cy="1995487"/>
            <a:chOff x="4004" y="1632"/>
            <a:chExt cx="1352" cy="1257"/>
          </a:xfrm>
        </p:grpSpPr>
        <p:sp>
          <p:nvSpPr>
            <p:cNvPr id="37923" name="Line 15"/>
            <p:cNvSpPr>
              <a:spLocks noChangeShapeType="1"/>
            </p:cNvSpPr>
            <p:nvPr/>
          </p:nvSpPr>
          <p:spPr bwMode="auto">
            <a:xfrm flipV="1">
              <a:off x="4032" y="2688"/>
              <a:ext cx="1296" cy="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24" name="Line 16"/>
            <p:cNvSpPr>
              <a:spLocks noChangeShapeType="1"/>
            </p:cNvSpPr>
            <p:nvPr/>
          </p:nvSpPr>
          <p:spPr bwMode="auto">
            <a:xfrm flipV="1">
              <a:off x="4176" y="1641"/>
              <a:ext cx="0" cy="124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37925" name="Object 17"/>
            <p:cNvGraphicFramePr>
              <a:graphicFrameLocks noChangeAspect="1"/>
            </p:cNvGraphicFramePr>
            <p:nvPr/>
          </p:nvGraphicFramePr>
          <p:xfrm>
            <a:off x="5232" y="2762"/>
            <a:ext cx="124" cy="1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010" name="Equation" r:id="rId9" imgW="253890" imgH="241195" progId="Equation.3">
                    <p:embed/>
                  </p:oleObj>
                </mc:Choice>
                <mc:Fallback>
                  <p:oleObj name="Equation" r:id="rId9" imgW="253890" imgH="24119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32" y="2762"/>
                          <a:ext cx="124" cy="1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926" name="Object 18"/>
            <p:cNvGraphicFramePr>
              <a:graphicFrameLocks noChangeAspect="1"/>
            </p:cNvGraphicFramePr>
            <p:nvPr/>
          </p:nvGraphicFramePr>
          <p:xfrm>
            <a:off x="4004" y="1632"/>
            <a:ext cx="124" cy="1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011" name="Equation" r:id="rId11" imgW="253780" imgH="317225" progId="Equation.3">
                    <p:embed/>
                  </p:oleObj>
                </mc:Choice>
                <mc:Fallback>
                  <p:oleObj name="Equation" r:id="rId11" imgW="253780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04" y="1632"/>
                          <a:ext cx="124" cy="1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927" name="Object 19"/>
            <p:cNvGraphicFramePr>
              <a:graphicFrameLocks noChangeAspect="1"/>
            </p:cNvGraphicFramePr>
            <p:nvPr/>
          </p:nvGraphicFramePr>
          <p:xfrm>
            <a:off x="4033" y="2688"/>
            <a:ext cx="143" cy="1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012" name="Equation" r:id="rId13" imgW="291847" imgH="317225" progId="Equation.3">
                    <p:embed/>
                  </p:oleObj>
                </mc:Choice>
                <mc:Fallback>
                  <p:oleObj name="Equation" r:id="rId13" imgW="291847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33" y="2688"/>
                          <a:ext cx="143" cy="1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29076" name="Rectangle 20"/>
          <p:cNvSpPr>
            <a:spLocks noChangeArrowheads="1"/>
          </p:cNvSpPr>
          <p:nvPr/>
        </p:nvSpPr>
        <p:spPr bwMode="auto">
          <a:xfrm>
            <a:off x="9453563" y="1722437"/>
            <a:ext cx="1143000" cy="1066800"/>
          </a:xfrm>
          <a:prstGeom prst="rect">
            <a:avLst/>
          </a:prstGeom>
          <a:gradFill rotWithShape="0">
            <a:gsLst>
              <a:gs pos="0">
                <a:srgbClr val="00FF99"/>
              </a:gs>
              <a:gs pos="100000">
                <a:srgbClr val="FFFFFF"/>
              </a:gs>
            </a:gsLst>
            <a:path path="rect">
              <a:fillToRect t="100000" r="100000"/>
            </a:path>
          </a:gradFill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29077" name="Text Box 21"/>
          <p:cNvSpPr txBox="1">
            <a:spLocks noChangeArrowheads="1"/>
          </p:cNvSpPr>
          <p:nvPr/>
        </p:nvSpPr>
        <p:spPr bwMode="auto">
          <a:xfrm>
            <a:off x="1626586" y="1898978"/>
            <a:ext cx="78438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  <a:r>
              <a:rPr lang="zh-CN" altLang="en-US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</a:p>
        </p:txBody>
      </p:sp>
      <p:graphicFrame>
        <p:nvGraphicFramePr>
          <p:cNvPr id="429078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3841056"/>
              </p:ext>
            </p:extLst>
          </p:nvPr>
        </p:nvGraphicFramePr>
        <p:xfrm>
          <a:off x="9263233" y="1602195"/>
          <a:ext cx="127000" cy="217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13" name="Equation" r:id="rId15" imgW="177569" imgH="304404" progId="Equation.3">
                  <p:embed/>
                </p:oleObj>
              </mc:Choice>
              <mc:Fallback>
                <p:oleObj name="Equation" r:id="rId15" imgW="177569" imgH="30440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63233" y="1602195"/>
                        <a:ext cx="127000" cy="217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9079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1148775"/>
              </p:ext>
            </p:extLst>
          </p:nvPr>
        </p:nvGraphicFramePr>
        <p:xfrm>
          <a:off x="10518367" y="2792639"/>
          <a:ext cx="127000" cy="217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14" name="Equation" r:id="rId17" imgW="177569" imgH="304404" progId="Equation.3">
                  <p:embed/>
                </p:oleObj>
              </mc:Choice>
              <mc:Fallback>
                <p:oleObj name="Equation" r:id="rId17" imgW="177569" imgH="30440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18367" y="2792639"/>
                        <a:ext cx="127000" cy="217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9080" name="Line 24"/>
          <p:cNvSpPr>
            <a:spLocks noChangeShapeType="1"/>
          </p:cNvSpPr>
          <p:nvPr/>
        </p:nvSpPr>
        <p:spPr bwMode="auto">
          <a:xfrm flipV="1">
            <a:off x="9453563" y="1740309"/>
            <a:ext cx="1143000" cy="10668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429081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1152967"/>
              </p:ext>
            </p:extLst>
          </p:nvPr>
        </p:nvGraphicFramePr>
        <p:xfrm>
          <a:off x="9611926" y="1874432"/>
          <a:ext cx="333375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15" name="Equation" r:id="rId18" imgW="419100" imgH="419100" progId="Equation.3">
                  <p:embed/>
                </p:oleObj>
              </mc:Choice>
              <mc:Fallback>
                <p:oleObj name="Equation" r:id="rId18" imgW="419100" imgH="419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11926" y="1874432"/>
                        <a:ext cx="333375" cy="333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9082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2264408"/>
              </p:ext>
            </p:extLst>
          </p:nvPr>
        </p:nvGraphicFramePr>
        <p:xfrm>
          <a:off x="10155408" y="2369411"/>
          <a:ext cx="314325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16" name="Equation" r:id="rId20" imgW="393529" imgH="418918" progId="Equation.3">
                  <p:embed/>
                </p:oleObj>
              </mc:Choice>
              <mc:Fallback>
                <p:oleObj name="Equation" r:id="rId20" imgW="393529" imgH="41891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55408" y="2369411"/>
                        <a:ext cx="314325" cy="333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9083" name="Text Box 27"/>
          <p:cNvSpPr txBox="1">
            <a:spLocks noChangeArrowheads="1"/>
          </p:cNvSpPr>
          <p:nvPr/>
        </p:nvSpPr>
        <p:spPr bwMode="auto">
          <a:xfrm>
            <a:off x="2552065" y="1944605"/>
            <a:ext cx="1066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0000"/>
                    </a:gs>
                    <a:gs pos="100000">
                      <a:srgbClr val="008000"/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设</a:t>
            </a:r>
          </a:p>
        </p:txBody>
      </p:sp>
      <p:graphicFrame>
        <p:nvGraphicFramePr>
          <p:cNvPr id="429084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4806128"/>
              </p:ext>
            </p:extLst>
          </p:nvPr>
        </p:nvGraphicFramePr>
        <p:xfrm>
          <a:off x="3073400" y="2017314"/>
          <a:ext cx="46863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17" name="Equation" r:id="rId22" imgW="4686300" imgH="444500" progId="Equation.3">
                  <p:embed/>
                </p:oleObj>
              </mc:Choice>
              <mc:Fallback>
                <p:oleObj name="Equation" r:id="rId22" imgW="4686300" imgH="444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3400" y="2017314"/>
                        <a:ext cx="46863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9085" name="Object 29"/>
          <p:cNvGraphicFramePr>
            <a:graphicFrameLocks noChangeAspect="1"/>
          </p:cNvGraphicFramePr>
          <p:nvPr/>
        </p:nvGraphicFramePr>
        <p:xfrm>
          <a:off x="6213566" y="2044700"/>
          <a:ext cx="1203789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18" name="Equation" r:id="rId24" imgW="622080" imgH="203040" progId="Equation.DSMT4">
                  <p:embed/>
                </p:oleObj>
              </mc:Choice>
              <mc:Fallback>
                <p:oleObj name="Equation" r:id="rId24" imgW="6220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13566" y="2044700"/>
                        <a:ext cx="1203789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9086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1605897"/>
              </p:ext>
            </p:extLst>
          </p:nvPr>
        </p:nvGraphicFramePr>
        <p:xfrm>
          <a:off x="3048000" y="2556480"/>
          <a:ext cx="47117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19" name="Equation" r:id="rId26" imgW="4711700" imgH="444500" progId="Equation.3">
                  <p:embed/>
                </p:oleObj>
              </mc:Choice>
              <mc:Fallback>
                <p:oleObj name="Equation" r:id="rId26" imgW="4711700" imgH="444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2556480"/>
                        <a:ext cx="47117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9087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0159200"/>
              </p:ext>
            </p:extLst>
          </p:nvPr>
        </p:nvGraphicFramePr>
        <p:xfrm>
          <a:off x="6285468" y="2571555"/>
          <a:ext cx="1131887" cy="4665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20" name="Equation" r:id="rId28" imgW="609480" imgH="203040" progId="Equation.DSMT4">
                  <p:embed/>
                </p:oleObj>
              </mc:Choice>
              <mc:Fallback>
                <p:oleObj name="Equation" r:id="rId28" imgW="6094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85468" y="2571555"/>
                        <a:ext cx="1131887" cy="46658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9088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0049430"/>
              </p:ext>
            </p:extLst>
          </p:nvPr>
        </p:nvGraphicFramePr>
        <p:xfrm>
          <a:off x="1720215" y="3247433"/>
          <a:ext cx="27305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21" name="Equation" r:id="rId30" imgW="2730500" imgH="825500" progId="Equation.3">
                  <p:embed/>
                </p:oleObj>
              </mc:Choice>
              <mc:Fallback>
                <p:oleObj name="Equation" r:id="rId30" imgW="2730500" imgH="825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0215" y="3247433"/>
                        <a:ext cx="27305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9089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057472"/>
              </p:ext>
            </p:extLst>
          </p:nvPr>
        </p:nvGraphicFramePr>
        <p:xfrm>
          <a:off x="4572000" y="3200400"/>
          <a:ext cx="24384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22" name="Equation" r:id="rId32" imgW="2438400" imgH="876300" progId="Equation.3">
                  <p:embed/>
                </p:oleObj>
              </mc:Choice>
              <mc:Fallback>
                <p:oleObj name="Equation" r:id="rId32" imgW="2438400" imgH="876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3200400"/>
                        <a:ext cx="2438400" cy="87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9090" name="Object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8612525"/>
              </p:ext>
            </p:extLst>
          </p:nvPr>
        </p:nvGraphicFramePr>
        <p:xfrm>
          <a:off x="7060813" y="3195940"/>
          <a:ext cx="27178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23" name="Equation" r:id="rId34" imgW="2717800" imgH="876300" progId="Equation.3">
                  <p:embed/>
                </p:oleObj>
              </mc:Choice>
              <mc:Fallback>
                <p:oleObj name="Equation" r:id="rId34" imgW="2717800" imgH="876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60813" y="3195940"/>
                        <a:ext cx="2717800" cy="87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9091" name="Object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3507992"/>
              </p:ext>
            </p:extLst>
          </p:nvPr>
        </p:nvGraphicFramePr>
        <p:xfrm>
          <a:off x="3138623" y="3980348"/>
          <a:ext cx="18415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24" name="Equation" r:id="rId36" imgW="1841500" imgH="876300" progId="Equation.3">
                  <p:embed/>
                </p:oleObj>
              </mc:Choice>
              <mc:Fallback>
                <p:oleObj name="Equation" r:id="rId36" imgW="1841500" imgH="876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8623" y="3980348"/>
                        <a:ext cx="1841500" cy="87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9092" name="Object 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7967627"/>
              </p:ext>
            </p:extLst>
          </p:nvPr>
        </p:nvGraphicFramePr>
        <p:xfrm>
          <a:off x="4986660" y="4007092"/>
          <a:ext cx="18288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25" name="Equation" r:id="rId38" imgW="1828800" imgH="876300" progId="Equation.3">
                  <p:embed/>
                </p:oleObj>
              </mc:Choice>
              <mc:Fallback>
                <p:oleObj name="Equation" r:id="rId38" imgW="1828800" imgH="876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86660" y="4007092"/>
                        <a:ext cx="1828800" cy="87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9093" name="Object 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356575"/>
              </p:ext>
            </p:extLst>
          </p:nvPr>
        </p:nvGraphicFramePr>
        <p:xfrm>
          <a:off x="4450715" y="4792556"/>
          <a:ext cx="21717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26" name="Equation" r:id="rId40" imgW="2171700" imgH="698500" progId="Equation.3">
                  <p:embed/>
                </p:oleObj>
              </mc:Choice>
              <mc:Fallback>
                <p:oleObj name="Equation" r:id="rId40" imgW="2171700" imgH="698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50715" y="4792556"/>
                        <a:ext cx="2171700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9094" name="Line 38"/>
          <p:cNvSpPr>
            <a:spLocks noChangeShapeType="1"/>
          </p:cNvSpPr>
          <p:nvPr/>
        </p:nvSpPr>
        <p:spPr bwMode="auto">
          <a:xfrm flipV="1">
            <a:off x="10026990" y="1743076"/>
            <a:ext cx="1588" cy="10287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9095" name="Line 39"/>
          <p:cNvSpPr>
            <a:spLocks noChangeShapeType="1"/>
          </p:cNvSpPr>
          <p:nvPr/>
        </p:nvSpPr>
        <p:spPr bwMode="auto">
          <a:xfrm>
            <a:off x="9451567" y="2266883"/>
            <a:ext cx="1130300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429096" name="Object 4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3104068"/>
              </p:ext>
            </p:extLst>
          </p:nvPr>
        </p:nvGraphicFramePr>
        <p:xfrm>
          <a:off x="6657567" y="4806366"/>
          <a:ext cx="21463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27" name="Equation" r:id="rId42" imgW="2146300" imgH="698500" progId="Equation.3">
                  <p:embed/>
                </p:oleObj>
              </mc:Choice>
              <mc:Fallback>
                <p:oleObj name="Equation" r:id="rId42" imgW="2146300" imgH="698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7567" y="4806366"/>
                        <a:ext cx="2146300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9097" name="Object 4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1108902"/>
              </p:ext>
            </p:extLst>
          </p:nvPr>
        </p:nvGraphicFramePr>
        <p:xfrm>
          <a:off x="8799683" y="4983056"/>
          <a:ext cx="10541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28" name="Equation" r:id="rId44" imgW="1053643" imgH="317362" progId="Equation.3">
                  <p:embed/>
                </p:oleObj>
              </mc:Choice>
              <mc:Fallback>
                <p:oleObj name="Equation" r:id="rId44" imgW="1053643" imgH="31736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99683" y="4983056"/>
                        <a:ext cx="10541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9098" name="Object 4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6326333"/>
              </p:ext>
            </p:extLst>
          </p:nvPr>
        </p:nvGraphicFramePr>
        <p:xfrm>
          <a:off x="1743619" y="4771599"/>
          <a:ext cx="2683691" cy="8045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29" name="Equation" r:id="rId46" imgW="1346040" imgH="330120" progId="Equation.DSMT4">
                  <p:embed/>
                </p:oleObj>
              </mc:Choice>
              <mc:Fallback>
                <p:oleObj name="Equation" r:id="rId46" imgW="134604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43619" y="4771599"/>
                        <a:ext cx="2683691" cy="80450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5F8BC-3C02-4E82-A6AD-68405BC1CFA0}" type="slidenum">
              <a:rPr lang="zh-CN" altLang="en-US" smtClean="0"/>
              <a:t>32</a:t>
            </a:fld>
            <a:endParaRPr lang="zh-CN" altLang="en-US"/>
          </a:p>
        </p:txBody>
      </p:sp>
      <p:sp>
        <p:nvSpPr>
          <p:cNvPr id="39" name="Text Box 2"/>
          <p:cNvSpPr txBox="1">
            <a:spLocks noChangeArrowheads="1"/>
          </p:cNvSpPr>
          <p:nvPr/>
        </p:nvSpPr>
        <p:spPr bwMode="auto">
          <a:xfrm>
            <a:off x="1580357" y="685800"/>
            <a:ext cx="990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例</a:t>
            </a:r>
            <a:r>
              <a:rPr lang="en-US" altLang="zh-CN" b="1" dirty="0">
                <a:solidFill>
                  <a:srgbClr val="FF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12</a:t>
            </a:r>
            <a:endParaRPr lang="en-US" altLang="zh-CN" b="1" dirty="0">
              <a:solidFill>
                <a:srgbClr val="FF0000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368604" y="5651534"/>
            <a:ext cx="9455230" cy="828605"/>
            <a:chOff x="1368604" y="5651534"/>
            <a:chExt cx="9455230" cy="828605"/>
          </a:xfrm>
        </p:grpSpPr>
        <p:sp>
          <p:nvSpPr>
            <p:cNvPr id="40" name="Text Box 10"/>
            <p:cNvSpPr txBox="1">
              <a:spLocks noChangeArrowheads="1"/>
            </p:cNvSpPr>
            <p:nvPr/>
          </p:nvSpPr>
          <p:spPr bwMode="auto">
            <a:xfrm>
              <a:off x="5520060" y="5702868"/>
              <a:ext cx="2590800" cy="5191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0">
                    <a:gsLst>
                      <a:gs pos="0">
                        <a:srgbClr val="FF0000"/>
                      </a:gs>
                      <a:gs pos="100000">
                        <a:srgbClr val="008000"/>
                      </a:gs>
                    </a:gsLst>
                    <a:lin ang="5400000" scaled="1"/>
                  </a:gra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4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4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zh-CN" altLang="en-US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计算二重积分</a:t>
              </a:r>
            </a:p>
          </p:txBody>
        </p:sp>
        <p:graphicFrame>
          <p:nvGraphicFramePr>
            <p:cNvPr id="41" name="Object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28673127"/>
                </p:ext>
              </p:extLst>
            </p:nvPr>
          </p:nvGraphicFramePr>
          <p:xfrm>
            <a:off x="7758285" y="5651534"/>
            <a:ext cx="3065549" cy="8286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030" name="Equation" r:id="rId48" imgW="1612800" imgH="380880" progId="Equation.DSMT4">
                    <p:embed/>
                  </p:oleObj>
                </mc:Choice>
                <mc:Fallback>
                  <p:oleObj name="Equation" r:id="rId48" imgW="1612800" imgH="380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758285" y="5651534"/>
                          <a:ext cx="3065549" cy="8286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2" name="Text Box 12"/>
            <p:cNvSpPr txBox="1">
              <a:spLocks noChangeArrowheads="1"/>
            </p:cNvSpPr>
            <p:nvPr/>
          </p:nvSpPr>
          <p:spPr bwMode="auto">
            <a:xfrm>
              <a:off x="1368604" y="5688005"/>
              <a:ext cx="515963" cy="5191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0">
                    <a:gsLst>
                      <a:gs pos="0">
                        <a:srgbClr val="FF0000"/>
                      </a:gs>
                      <a:gs pos="100000">
                        <a:srgbClr val="008000"/>
                      </a:gs>
                    </a:gsLst>
                    <a:lin ang="5400000" scaled="1"/>
                  </a:gra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Blip>
                  <a:blip r:embed="rId4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4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zh-CN" altLang="en-US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设</a:t>
              </a:r>
            </a:p>
          </p:txBody>
        </p:sp>
        <p:graphicFrame>
          <p:nvGraphicFramePr>
            <p:cNvPr id="43" name="Object 1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82949598"/>
                </p:ext>
              </p:extLst>
            </p:nvPr>
          </p:nvGraphicFramePr>
          <p:xfrm>
            <a:off x="1806007" y="5695600"/>
            <a:ext cx="3610543" cy="5469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031" name="Equation" r:id="rId50" imgW="2311200" imgH="253800" progId="Equation.DSMT4">
                    <p:embed/>
                  </p:oleObj>
                </mc:Choice>
                <mc:Fallback>
                  <p:oleObj name="Equation" r:id="rId50" imgW="2311200" imgH="2538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06007" y="5695600"/>
                          <a:ext cx="3610543" cy="5469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4" name="Text Box 2"/>
          <p:cNvSpPr txBox="1">
            <a:spLocks noChangeArrowheads="1"/>
          </p:cNvSpPr>
          <p:nvPr/>
        </p:nvSpPr>
        <p:spPr bwMode="auto">
          <a:xfrm>
            <a:off x="589757" y="5689339"/>
            <a:ext cx="990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练习</a:t>
            </a:r>
            <a:endParaRPr lang="en-US" altLang="zh-CN" b="1" dirty="0">
              <a:solidFill>
                <a:srgbClr val="FF0000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889118" y="6206912"/>
            <a:ext cx="17363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b="1" dirty="0">
                <a:solidFill>
                  <a:srgbClr val="0000CC"/>
                </a:solidFill>
              </a:rPr>
              <a:t>南开大学</a:t>
            </a:r>
            <a:r>
              <a:rPr lang="en-US" altLang="zh-CN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2022)</a:t>
            </a:r>
            <a:endParaRPr lang="zh-CN" altLang="en-US" b="1" dirty="0">
              <a:solidFill>
                <a:srgbClr val="00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2354314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29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29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29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29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29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290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290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429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290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290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290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290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429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429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429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429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429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429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429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429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429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429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5" dur="500"/>
                                        <p:tgtEl>
                                          <p:spTgt spid="42909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29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429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429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429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429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 nodeType="clickPar">
                      <p:stCondLst>
                        <p:cond delay="indefinite"/>
                      </p:stCondLst>
                      <p:childTnLst>
                        <p:par>
                          <p:cTn id="1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4290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4290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2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9058" grpId="0" animBg="1"/>
      <p:bldP spid="429076" grpId="0" animBg="1"/>
      <p:bldP spid="429077" grpId="0" autoUpdateAnimBg="0"/>
      <p:bldP spid="429080" grpId="0" animBg="1"/>
      <p:bldP spid="429083" grpId="0" autoUpdateAnimBg="0"/>
      <p:bldP spid="429094" grpId="0" animBg="1"/>
      <p:bldP spid="429095" grpId="0" animBg="1"/>
      <p:bldP spid="44" grpId="0"/>
      <p:bldP spid="3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890" name="AutoShape 2"/>
          <p:cNvSpPr>
            <a:spLocks noChangeArrowheads="1"/>
          </p:cNvSpPr>
          <p:nvPr/>
        </p:nvSpPr>
        <p:spPr bwMode="auto">
          <a:xfrm>
            <a:off x="2393950" y="1890713"/>
            <a:ext cx="7302500" cy="3841750"/>
          </a:xfrm>
          <a:prstGeom prst="horizontalScroll">
            <a:avLst>
              <a:gd name="adj" fmla="val 5606"/>
            </a:avLst>
          </a:prstGeom>
          <a:gradFill rotWithShape="0">
            <a:gsLst>
              <a:gs pos="0">
                <a:srgbClr val="767647"/>
              </a:gs>
              <a:gs pos="50000">
                <a:srgbClr val="FFFF99"/>
              </a:gs>
              <a:gs pos="100000">
                <a:srgbClr val="767647"/>
              </a:gs>
            </a:gsLst>
            <a:lin ang="5400000" scaled="1"/>
          </a:gradFill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21508" name="Text Box 3"/>
          <p:cNvSpPr txBox="1">
            <a:spLocks noChangeArrowheads="1"/>
          </p:cNvSpPr>
          <p:nvPr/>
        </p:nvSpPr>
        <p:spPr bwMode="auto">
          <a:xfrm>
            <a:off x="3460751" y="1227138"/>
            <a:ext cx="5167313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  <a:defRPr/>
            </a:pPr>
            <a:r>
              <a:rPr lang="zh-CN" altLang="zh-CN" sz="3200" b="1" dirty="0">
                <a:solidFill>
                  <a:srgbClr val="FF0000"/>
                </a:solidFill>
                <a:latin typeface="+mn-ea"/>
                <a:ea typeface="+mn-ea"/>
              </a:rPr>
              <a:t>二重积分的计算规律</a:t>
            </a:r>
            <a:r>
              <a:rPr lang="en-US" altLang="zh-CN" sz="3200" b="1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</a:rPr>
              <a:t>(2)</a:t>
            </a:r>
            <a:endParaRPr lang="zh-CN" altLang="en-US" sz="3200" dirty="0">
              <a:solidFill>
                <a:srgbClr val="FF33CC"/>
              </a:solidFill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3" name="Rectangle 6"/>
          <p:cNvSpPr>
            <a:spLocks noChangeArrowheads="1"/>
          </p:cNvSpPr>
          <p:nvPr/>
        </p:nvSpPr>
        <p:spPr bwMode="auto">
          <a:xfrm>
            <a:off x="2905125" y="2325689"/>
            <a:ext cx="428625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(1)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注意利用对称性质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</a:t>
            </a:r>
          </a:p>
        </p:txBody>
      </p:sp>
      <p:sp>
        <p:nvSpPr>
          <p:cNvPr id="14" name="Rectangle 5"/>
          <p:cNvSpPr>
            <a:spLocks noChangeArrowheads="1"/>
          </p:cNvSpPr>
          <p:nvPr/>
        </p:nvSpPr>
        <p:spPr bwMode="auto">
          <a:xfrm>
            <a:off x="6489700" y="2320926"/>
            <a:ext cx="28067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以便简化计算</a:t>
            </a:r>
            <a:r>
              <a:rPr lang="en-US" altLang="zh-CN" b="1">
                <a:solidFill>
                  <a:schemeClr val="tx1"/>
                </a:solidFill>
                <a:ea typeface="宋体" panose="02010600030101010101" pitchFamily="2" charset="-122"/>
              </a:rPr>
              <a:t>;</a:t>
            </a:r>
          </a:p>
        </p:txBody>
      </p:sp>
      <p:sp>
        <p:nvSpPr>
          <p:cNvPr id="15" name="Rectangle 6"/>
          <p:cNvSpPr>
            <a:spLocks noChangeArrowheads="1"/>
          </p:cNvSpPr>
          <p:nvPr/>
        </p:nvSpPr>
        <p:spPr bwMode="auto">
          <a:xfrm>
            <a:off x="2889250" y="2865439"/>
            <a:ext cx="6664053" cy="954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en-US" altLang="zh-CN" sz="2800" b="1" dirty="0"/>
              <a:t> </a:t>
            </a:r>
            <a:r>
              <a:rPr lang="zh-CN" altLang="en-US" sz="2800" b="1" dirty="0"/>
              <a:t>被积函数中含有绝对值、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</a:t>
            </a:r>
          </a:p>
          <a:p>
            <a:pPr>
              <a:defRPr/>
            </a:pPr>
            <a:r>
              <a:rPr lang="zh-CN" altLang="en-US" sz="2800" b="1" dirty="0"/>
              <a:t>符号时</a:t>
            </a:r>
            <a:r>
              <a:rPr lang="en-US" altLang="zh-CN" sz="2800" b="1" dirty="0"/>
              <a:t>,</a:t>
            </a:r>
          </a:p>
        </p:txBody>
      </p:sp>
      <p:sp>
        <p:nvSpPr>
          <p:cNvPr id="16" name="Rectangle 8"/>
          <p:cNvSpPr>
            <a:spLocks noChangeArrowheads="1"/>
          </p:cNvSpPr>
          <p:nvPr/>
        </p:nvSpPr>
        <p:spPr bwMode="auto">
          <a:xfrm>
            <a:off x="4187825" y="3287714"/>
            <a:ext cx="4889500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应将积分域分割成几个子域</a:t>
            </a:r>
            <a:r>
              <a:rPr lang="en-US" altLang="zh-CN" b="1">
                <a:solidFill>
                  <a:schemeClr val="tx1"/>
                </a:solidFill>
                <a:ea typeface="宋体" panose="02010600030101010101" pitchFamily="2" charset="-122"/>
              </a:rPr>
              <a:t>,</a:t>
            </a:r>
          </a:p>
        </p:txBody>
      </p:sp>
      <p:sp>
        <p:nvSpPr>
          <p:cNvPr id="38922" name="矩形 16"/>
          <p:cNvSpPr>
            <a:spLocks noChangeArrowheads="1"/>
          </p:cNvSpPr>
          <p:nvPr/>
        </p:nvSpPr>
        <p:spPr bwMode="auto">
          <a:xfrm>
            <a:off x="2873376" y="3821114"/>
            <a:ext cx="6423025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使被积函数在每个子域中保持同一表达式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 </a:t>
            </a:r>
            <a:endParaRPr lang="zh-CN" altLang="en-US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9" name="Rectangle 11"/>
          <p:cNvSpPr>
            <a:spLocks noChangeArrowheads="1"/>
          </p:cNvSpPr>
          <p:nvPr/>
        </p:nvSpPr>
        <p:spPr bwMode="auto">
          <a:xfrm>
            <a:off x="2922587" y="4293396"/>
            <a:ext cx="6373813" cy="954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      以消除被积函数中的绝对值、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max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、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min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等符号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  <a:endParaRPr lang="zh-CN" altLang="en-US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5F8BC-3C02-4E82-A6AD-68405BC1CFA0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0240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8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37" dur="500"/>
                                        <p:tgtEl>
                                          <p:spTgt spid="421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1890" grpId="0" animBg="1"/>
      <p:bldP spid="13" grpId="0" autoUpdateAnimBg="0"/>
      <p:bldP spid="14" grpId="0" autoUpdateAnimBg="0"/>
      <p:bldP spid="15" grpId="0" autoUpdateAnimBg="0"/>
      <p:bldP spid="16" grpId="0" autoUpdateAnimBg="0"/>
      <p:bldP spid="38922" grpId="0"/>
      <p:bldP spid="19" grpId="0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034" name="AutoShape 2"/>
          <p:cNvSpPr>
            <a:spLocks noChangeArrowheads="1"/>
          </p:cNvSpPr>
          <p:nvPr/>
        </p:nvSpPr>
        <p:spPr bwMode="auto">
          <a:xfrm>
            <a:off x="4267200" y="2438400"/>
            <a:ext cx="1143000" cy="457200"/>
          </a:xfrm>
          <a:prstGeom prst="wedgeRoundRectCallout">
            <a:avLst>
              <a:gd name="adj1" fmla="val 46250"/>
              <a:gd name="adj2" fmla="val -101736"/>
              <a:gd name="adj3" fmla="val 16667"/>
            </a:avLst>
          </a:prstGeom>
          <a:gradFill rotWithShape="0">
            <a:gsLst>
              <a:gs pos="0">
                <a:srgbClr val="FFFF99"/>
              </a:gs>
              <a:gs pos="100000">
                <a:srgbClr val="66FF33"/>
              </a:gs>
            </a:gsLst>
            <a:path path="rect">
              <a:fillToRect l="50000" t="50000" r="50000" b="50000"/>
            </a:path>
          </a:gradFill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zh-CN">
              <a:solidFill>
                <a:srgbClr val="0000FF"/>
              </a:solidFill>
              <a:ea typeface="宋体" panose="02010600030101010101" pitchFamily="2" charset="-122"/>
            </a:endParaRPr>
          </a:p>
        </p:txBody>
      </p:sp>
      <p:sp>
        <p:nvSpPr>
          <p:cNvPr id="39940" name="Text Box 3"/>
          <p:cNvSpPr txBox="1">
            <a:spLocks noChangeArrowheads="1"/>
          </p:cNvSpPr>
          <p:nvPr/>
        </p:nvSpPr>
        <p:spPr bwMode="auto">
          <a:xfrm>
            <a:off x="2212339" y="591561"/>
            <a:ext cx="7924800" cy="111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50000"/>
              </a:spcBef>
              <a:buFontTx/>
              <a:buNone/>
              <a:defRPr/>
            </a:pP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例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13</a:t>
            </a:r>
            <a:r>
              <a:rPr lang="zh-CN" altLang="en-US" dirty="0">
                <a:solidFill>
                  <a:schemeClr val="tx1"/>
                </a:solidFill>
                <a:ea typeface="宋体" panose="02010600030101010101" pitchFamily="2" charset="-122"/>
              </a:rPr>
              <a:t> 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求两个底圆半径为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R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且这两个圆柱面的方程分别为</a:t>
            </a:r>
            <a:r>
              <a:rPr lang="zh-CN" altLang="en-US" dirty="0">
                <a:solidFill>
                  <a:schemeClr val="tx1"/>
                </a:solidFill>
                <a:ea typeface="宋体" panose="02010600030101010101" pitchFamily="2" charset="-122"/>
              </a:rPr>
              <a:t>                      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及</a:t>
            </a:r>
          </a:p>
        </p:txBody>
      </p:sp>
      <p:graphicFrame>
        <p:nvGraphicFramePr>
          <p:cNvPr id="39941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227821"/>
              </p:ext>
            </p:extLst>
          </p:nvPr>
        </p:nvGraphicFramePr>
        <p:xfrm>
          <a:off x="3316804" y="1122043"/>
          <a:ext cx="2122487" cy="579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118" name="公式" r:id="rId4" imgW="838200" imgH="228600" progId="Equation.3">
                  <p:embed/>
                </p:oleObj>
              </mc:Choice>
              <mc:Fallback>
                <p:oleObj name="公式" r:id="rId4" imgW="8382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6804" y="1122043"/>
                        <a:ext cx="2122487" cy="579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9386685"/>
              </p:ext>
            </p:extLst>
          </p:nvPr>
        </p:nvGraphicFramePr>
        <p:xfrm>
          <a:off x="6034088" y="1103313"/>
          <a:ext cx="1965325" cy="496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119" name="Equation" r:id="rId6" imgW="799920" imgH="203040" progId="Equation.DSMT4">
                  <p:embed/>
                </p:oleObj>
              </mc:Choice>
              <mc:Fallback>
                <p:oleObj name="Equation" r:id="rId6" imgW="7999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34088" y="1103313"/>
                        <a:ext cx="1965325" cy="496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8038" name="Text Box 6"/>
          <p:cNvSpPr txBox="1">
            <a:spLocks noChangeArrowheads="1"/>
          </p:cNvSpPr>
          <p:nvPr/>
        </p:nvSpPr>
        <p:spPr bwMode="auto">
          <a:xfrm>
            <a:off x="2209800" y="2376488"/>
            <a:ext cx="1524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dirty="0">
                <a:solidFill>
                  <a:schemeClr val="tx1"/>
                </a:solidFill>
                <a:ea typeface="宋体" panose="02010600030101010101" pitchFamily="2" charset="-122"/>
              </a:rPr>
              <a:t>  </a:t>
            </a: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  <a:r>
              <a:rPr lang="zh-CN" altLang="en-US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</a:p>
        </p:txBody>
      </p:sp>
      <p:graphicFrame>
        <p:nvGraphicFramePr>
          <p:cNvPr id="42803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1857227"/>
              </p:ext>
            </p:extLst>
          </p:nvPr>
        </p:nvGraphicFramePr>
        <p:xfrm>
          <a:off x="2726082" y="3200400"/>
          <a:ext cx="2352675" cy="836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120" name="Equation" r:id="rId8" imgW="2273300" imgH="812800" progId="Equation.3">
                  <p:embed/>
                </p:oleObj>
              </mc:Choice>
              <mc:Fallback>
                <p:oleObj name="Equation" r:id="rId8" imgW="2273300" imgH="812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26082" y="3200400"/>
                        <a:ext cx="2352675" cy="836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804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369336"/>
              </p:ext>
            </p:extLst>
          </p:nvPr>
        </p:nvGraphicFramePr>
        <p:xfrm>
          <a:off x="2752107" y="3998613"/>
          <a:ext cx="377825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121" name="Equation" r:id="rId10" imgW="3581400" imgH="736600" progId="Equation.3">
                  <p:embed/>
                </p:oleObj>
              </mc:Choice>
              <mc:Fallback>
                <p:oleObj name="Equation" r:id="rId10" imgW="3581400" imgH="736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52107" y="3998613"/>
                        <a:ext cx="3778250" cy="77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804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9203316"/>
              </p:ext>
            </p:extLst>
          </p:nvPr>
        </p:nvGraphicFramePr>
        <p:xfrm>
          <a:off x="2724388" y="4724853"/>
          <a:ext cx="1066800" cy="946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122" name="公式" r:id="rId12" imgW="457002" imgH="406224" progId="Equation.3">
                  <p:embed/>
                </p:oleObj>
              </mc:Choice>
              <mc:Fallback>
                <p:oleObj name="公式" r:id="rId12" imgW="457002" imgH="4062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24388" y="4724853"/>
                        <a:ext cx="1066800" cy="946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804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299807"/>
              </p:ext>
            </p:extLst>
          </p:nvPr>
        </p:nvGraphicFramePr>
        <p:xfrm>
          <a:off x="2655453" y="5546384"/>
          <a:ext cx="2286000" cy="890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123" name="Equation" r:id="rId14" imgW="1040948" imgH="406224" progId="Equation.3">
                  <p:embed/>
                </p:oleObj>
              </mc:Choice>
              <mc:Fallback>
                <p:oleObj name="Equation" r:id="rId14" imgW="1040948" imgH="4062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5453" y="5546384"/>
                        <a:ext cx="2286000" cy="890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48" name="Line 11"/>
          <p:cNvSpPr>
            <a:spLocks noChangeShapeType="1"/>
          </p:cNvSpPr>
          <p:nvPr/>
        </p:nvSpPr>
        <p:spPr bwMode="auto">
          <a:xfrm>
            <a:off x="8305800" y="3962400"/>
            <a:ext cx="0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949" name="Line 12"/>
          <p:cNvSpPr>
            <a:spLocks noChangeShapeType="1"/>
          </p:cNvSpPr>
          <p:nvPr/>
        </p:nvSpPr>
        <p:spPr bwMode="auto">
          <a:xfrm>
            <a:off x="8229600" y="4038600"/>
            <a:ext cx="0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8045" name="Line 13"/>
          <p:cNvSpPr>
            <a:spLocks noChangeShapeType="1"/>
          </p:cNvSpPr>
          <p:nvPr/>
        </p:nvSpPr>
        <p:spPr bwMode="auto">
          <a:xfrm>
            <a:off x="8251746" y="2590800"/>
            <a:ext cx="0" cy="13716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8046" name="Line 14"/>
          <p:cNvSpPr>
            <a:spLocks noChangeShapeType="1"/>
          </p:cNvSpPr>
          <p:nvPr/>
        </p:nvSpPr>
        <p:spPr bwMode="auto">
          <a:xfrm>
            <a:off x="9392372" y="2137356"/>
            <a:ext cx="0" cy="13716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8047" name="Line 15"/>
          <p:cNvSpPr>
            <a:spLocks noChangeShapeType="1"/>
          </p:cNvSpPr>
          <p:nvPr/>
        </p:nvSpPr>
        <p:spPr bwMode="auto">
          <a:xfrm flipH="1">
            <a:off x="8237912" y="2147888"/>
            <a:ext cx="457200" cy="4572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8048" name="Arc 16"/>
          <p:cNvSpPr>
            <a:spLocks/>
          </p:cNvSpPr>
          <p:nvPr/>
        </p:nvSpPr>
        <p:spPr bwMode="auto">
          <a:xfrm flipV="1">
            <a:off x="8257309" y="2061156"/>
            <a:ext cx="1135063" cy="533400"/>
          </a:xfrm>
          <a:custGeom>
            <a:avLst/>
            <a:gdLst>
              <a:gd name="T0" fmla="*/ 0 w 21455"/>
              <a:gd name="T1" fmla="*/ 0 h 21600"/>
              <a:gd name="T2" fmla="*/ 2147483646 w 21455"/>
              <a:gd name="T3" fmla="*/ 2147483646 h 21600"/>
              <a:gd name="T4" fmla="*/ 0 w 21455"/>
              <a:gd name="T5" fmla="*/ 2147483646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455" h="21600" fill="none" extrusionOk="0">
                <a:moveTo>
                  <a:pt x="0" y="0"/>
                </a:moveTo>
                <a:cubicBezTo>
                  <a:pt x="10964" y="0"/>
                  <a:pt x="20188" y="8214"/>
                  <a:pt x="21455" y="19104"/>
                </a:cubicBezTo>
              </a:path>
              <a:path w="21455" h="21600" stroke="0" extrusionOk="0">
                <a:moveTo>
                  <a:pt x="0" y="0"/>
                </a:moveTo>
                <a:cubicBezTo>
                  <a:pt x="10964" y="0"/>
                  <a:pt x="20188" y="8214"/>
                  <a:pt x="21455" y="19104"/>
                </a:cubicBez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8049" name="Line 17"/>
          <p:cNvSpPr>
            <a:spLocks noChangeShapeType="1"/>
          </p:cNvSpPr>
          <p:nvPr/>
        </p:nvSpPr>
        <p:spPr bwMode="auto">
          <a:xfrm>
            <a:off x="8695112" y="2144305"/>
            <a:ext cx="6858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8050" name="Line 18"/>
          <p:cNvSpPr>
            <a:spLocks noChangeShapeType="1"/>
          </p:cNvSpPr>
          <p:nvPr/>
        </p:nvSpPr>
        <p:spPr bwMode="auto">
          <a:xfrm>
            <a:off x="10652470" y="2975556"/>
            <a:ext cx="0" cy="533400"/>
          </a:xfrm>
          <a:prstGeom prst="line">
            <a:avLst/>
          </a:prstGeom>
          <a:noFill/>
          <a:ln w="28575">
            <a:solidFill>
              <a:srgbClr val="9966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8051" name="Arc 19"/>
          <p:cNvSpPr>
            <a:spLocks/>
          </p:cNvSpPr>
          <p:nvPr/>
        </p:nvSpPr>
        <p:spPr bwMode="auto">
          <a:xfrm flipH="1">
            <a:off x="8268070" y="2945794"/>
            <a:ext cx="457200" cy="990600"/>
          </a:xfrm>
          <a:custGeom>
            <a:avLst/>
            <a:gdLst>
              <a:gd name="T0" fmla="*/ 0 w 21600"/>
              <a:gd name="T1" fmla="*/ 0 h 21600"/>
              <a:gd name="T2" fmla="*/ 2147483646 w 21600"/>
              <a:gd name="T3" fmla="*/ 2147483646 h 21600"/>
              <a:gd name="T4" fmla="*/ 0 w 21600"/>
              <a:gd name="T5" fmla="*/ 2147483646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9966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8052" name="Line 20"/>
          <p:cNvSpPr>
            <a:spLocks noChangeShapeType="1"/>
          </p:cNvSpPr>
          <p:nvPr/>
        </p:nvSpPr>
        <p:spPr bwMode="auto">
          <a:xfrm>
            <a:off x="8728075" y="2950135"/>
            <a:ext cx="1905000" cy="0"/>
          </a:xfrm>
          <a:prstGeom prst="line">
            <a:avLst/>
          </a:prstGeom>
          <a:noFill/>
          <a:ln w="28575">
            <a:solidFill>
              <a:srgbClr val="9966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8053" name="Arc 21"/>
          <p:cNvSpPr>
            <a:spLocks/>
          </p:cNvSpPr>
          <p:nvPr/>
        </p:nvSpPr>
        <p:spPr bwMode="auto">
          <a:xfrm flipH="1">
            <a:off x="10263223" y="2958093"/>
            <a:ext cx="381000" cy="1011238"/>
          </a:xfrm>
          <a:custGeom>
            <a:avLst/>
            <a:gdLst>
              <a:gd name="T0" fmla="*/ 0 w 21600"/>
              <a:gd name="T1" fmla="*/ 0 h 22054"/>
              <a:gd name="T2" fmla="*/ 2147483646 w 21600"/>
              <a:gd name="T3" fmla="*/ 2147483646 h 22054"/>
              <a:gd name="T4" fmla="*/ 0 w 21600"/>
              <a:gd name="T5" fmla="*/ 2147483646 h 2205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2054" fill="none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1751"/>
                  <a:pt x="21598" y="21902"/>
                  <a:pt x="21595" y="22054"/>
                </a:cubicBezTo>
              </a:path>
              <a:path w="21600" h="22054" stroke="0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1751"/>
                  <a:pt x="21598" y="21902"/>
                  <a:pt x="21595" y="22054"/>
                </a:cubicBez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9966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8054" name="Line 22"/>
          <p:cNvSpPr>
            <a:spLocks noChangeShapeType="1"/>
          </p:cNvSpPr>
          <p:nvPr/>
        </p:nvSpPr>
        <p:spPr bwMode="auto">
          <a:xfrm>
            <a:off x="8279925" y="3962400"/>
            <a:ext cx="1981200" cy="0"/>
          </a:xfrm>
          <a:prstGeom prst="line">
            <a:avLst/>
          </a:prstGeom>
          <a:noFill/>
          <a:ln w="28575">
            <a:solidFill>
              <a:srgbClr val="9966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8055" name="Line 23"/>
          <p:cNvSpPr>
            <a:spLocks noChangeShapeType="1"/>
          </p:cNvSpPr>
          <p:nvPr/>
        </p:nvSpPr>
        <p:spPr bwMode="auto">
          <a:xfrm flipH="1">
            <a:off x="10271470" y="3516909"/>
            <a:ext cx="381000" cy="457200"/>
          </a:xfrm>
          <a:prstGeom prst="line">
            <a:avLst/>
          </a:prstGeom>
          <a:noFill/>
          <a:ln w="28575">
            <a:solidFill>
              <a:srgbClr val="9966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8056" name="Arc 24"/>
          <p:cNvSpPr>
            <a:spLocks/>
          </p:cNvSpPr>
          <p:nvPr/>
        </p:nvSpPr>
        <p:spPr bwMode="auto">
          <a:xfrm rot="10800000" flipH="1">
            <a:off x="8276730" y="2774667"/>
            <a:ext cx="1130300" cy="1143000"/>
          </a:xfrm>
          <a:custGeom>
            <a:avLst/>
            <a:gdLst>
              <a:gd name="T0" fmla="*/ 0 w 21370"/>
              <a:gd name="T1" fmla="*/ 0 h 21600"/>
              <a:gd name="T2" fmla="*/ 2147483646 w 21370"/>
              <a:gd name="T3" fmla="*/ 2147483646 h 21600"/>
              <a:gd name="T4" fmla="*/ 0 w 21370"/>
              <a:gd name="T5" fmla="*/ 2147483646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370" h="21600" fill="none" extrusionOk="0">
                <a:moveTo>
                  <a:pt x="0" y="0"/>
                </a:moveTo>
                <a:cubicBezTo>
                  <a:pt x="10714" y="0"/>
                  <a:pt x="19810" y="7855"/>
                  <a:pt x="21369" y="18456"/>
                </a:cubicBezTo>
              </a:path>
              <a:path w="21370" h="21600" stroke="0" extrusionOk="0">
                <a:moveTo>
                  <a:pt x="0" y="0"/>
                </a:moveTo>
                <a:cubicBezTo>
                  <a:pt x="10714" y="0"/>
                  <a:pt x="19810" y="7855"/>
                  <a:pt x="21369" y="18456"/>
                </a:cubicBez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A500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8057" name="Arc 25"/>
          <p:cNvSpPr>
            <a:spLocks/>
          </p:cNvSpPr>
          <p:nvPr/>
        </p:nvSpPr>
        <p:spPr bwMode="auto">
          <a:xfrm flipV="1">
            <a:off x="8281878" y="3412046"/>
            <a:ext cx="1135062" cy="533400"/>
          </a:xfrm>
          <a:custGeom>
            <a:avLst/>
            <a:gdLst>
              <a:gd name="T0" fmla="*/ 0 w 21450"/>
              <a:gd name="T1" fmla="*/ 0 h 21600"/>
              <a:gd name="T2" fmla="*/ 2147483646 w 21450"/>
              <a:gd name="T3" fmla="*/ 2147483646 h 21600"/>
              <a:gd name="T4" fmla="*/ 0 w 21450"/>
              <a:gd name="T5" fmla="*/ 2147483646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450" h="21600" fill="none" extrusionOk="0">
                <a:moveTo>
                  <a:pt x="0" y="0"/>
                </a:moveTo>
                <a:cubicBezTo>
                  <a:pt x="10946" y="0"/>
                  <a:pt x="20161" y="8188"/>
                  <a:pt x="21449" y="19058"/>
                </a:cubicBezTo>
              </a:path>
              <a:path w="21450" h="21600" stroke="0" extrusionOk="0">
                <a:moveTo>
                  <a:pt x="0" y="0"/>
                </a:moveTo>
                <a:cubicBezTo>
                  <a:pt x="10946" y="0"/>
                  <a:pt x="20161" y="8188"/>
                  <a:pt x="21449" y="19058"/>
                </a:cubicBez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rot="10800000" wrap="none" anchor="ctr"/>
          <a:lstStyle/>
          <a:p>
            <a:endParaRPr lang="zh-CN" altLang="en-US"/>
          </a:p>
        </p:txBody>
      </p:sp>
      <p:graphicFrame>
        <p:nvGraphicFramePr>
          <p:cNvPr id="428058" name="Object 26"/>
          <p:cNvGraphicFramePr>
            <a:graphicFrameLocks noChangeAspect="1"/>
          </p:cNvGraphicFramePr>
          <p:nvPr/>
        </p:nvGraphicFramePr>
        <p:xfrm>
          <a:off x="3163888" y="2355850"/>
          <a:ext cx="2786062" cy="84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124" name="Equation" r:id="rId16" imgW="2667000" imgH="812800" progId="Equation.3">
                  <p:embed/>
                </p:oleObj>
              </mc:Choice>
              <mc:Fallback>
                <p:oleObj name="Equation" r:id="rId16" imgW="2667000" imgH="812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3888" y="2355850"/>
                        <a:ext cx="2786062" cy="844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8059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0168620"/>
              </p:ext>
            </p:extLst>
          </p:nvPr>
        </p:nvGraphicFramePr>
        <p:xfrm>
          <a:off x="10137139" y="4316236"/>
          <a:ext cx="1489711" cy="5783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125" name="Equation" r:id="rId18" imgW="888840" imgH="266400" progId="Equation.DSMT4">
                  <p:embed/>
                </p:oleObj>
              </mc:Choice>
              <mc:Fallback>
                <p:oleObj name="Equation" r:id="rId18" imgW="888840" imgH="266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37139" y="4316236"/>
                        <a:ext cx="1489711" cy="57830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28060" name="Group 28"/>
          <p:cNvGrpSpPr>
            <a:grpSpLocks/>
          </p:cNvGrpSpPr>
          <p:nvPr/>
        </p:nvGrpSpPr>
        <p:grpSpPr bwMode="auto">
          <a:xfrm>
            <a:off x="5251451" y="112714"/>
            <a:ext cx="4114800" cy="1219200"/>
            <a:chOff x="2352" y="48"/>
            <a:chExt cx="2592" cy="768"/>
          </a:xfrm>
        </p:grpSpPr>
        <p:sp>
          <p:nvSpPr>
            <p:cNvPr id="40025" name="Oval 29"/>
            <p:cNvSpPr>
              <a:spLocks noChangeArrowheads="1"/>
            </p:cNvSpPr>
            <p:nvPr/>
          </p:nvSpPr>
          <p:spPr bwMode="auto">
            <a:xfrm>
              <a:off x="2352" y="48"/>
              <a:ext cx="2592" cy="768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50000">
                  <a:srgbClr val="FFFF99"/>
                </a:gs>
                <a:gs pos="100000">
                  <a:srgbClr val="FF0000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57150">
                  <a:solidFill>
                    <a:srgbClr val="FF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graphicFrame>
          <p:nvGraphicFramePr>
            <p:cNvPr id="40026" name="Object 30"/>
            <p:cNvGraphicFramePr>
              <a:graphicFrameLocks noChangeAspect="1"/>
            </p:cNvGraphicFramePr>
            <p:nvPr/>
          </p:nvGraphicFramePr>
          <p:xfrm>
            <a:off x="2551" y="129"/>
            <a:ext cx="2201" cy="3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126" name="Equation" r:id="rId20" imgW="3390900" imgH="469900" progId="Equation.3">
                    <p:embed/>
                  </p:oleObj>
                </mc:Choice>
                <mc:Fallback>
                  <p:oleObj name="Equation" r:id="rId20" imgW="3390900" imgH="4699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51" y="129"/>
                          <a:ext cx="2201" cy="30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28063" name="Object 31"/>
          <p:cNvGraphicFramePr>
            <a:graphicFrameLocks noChangeAspect="1"/>
          </p:cNvGraphicFramePr>
          <p:nvPr/>
        </p:nvGraphicFramePr>
        <p:xfrm>
          <a:off x="5584826" y="609600"/>
          <a:ext cx="3559175" cy="49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127" name="Equation" r:id="rId22" imgW="3378200" imgH="469900" progId="Equation.3">
                  <p:embed/>
                </p:oleObj>
              </mc:Choice>
              <mc:Fallback>
                <p:oleObj name="Equation" r:id="rId22" imgW="3378200" imgH="469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4826" y="609600"/>
                        <a:ext cx="3559175" cy="496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67" name="Rectangle 32"/>
          <p:cNvSpPr>
            <a:spLocks noChangeArrowheads="1"/>
          </p:cNvSpPr>
          <p:nvPr/>
        </p:nvSpPr>
        <p:spPr bwMode="auto">
          <a:xfrm>
            <a:off x="7962729" y="1077516"/>
            <a:ext cx="2108200" cy="6093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求所围成的</a:t>
            </a:r>
          </a:p>
        </p:txBody>
      </p:sp>
      <p:sp>
        <p:nvSpPr>
          <p:cNvPr id="39968" name="Rectangle 33"/>
          <p:cNvSpPr>
            <a:spLocks noChangeArrowheads="1"/>
          </p:cNvSpPr>
          <p:nvPr/>
        </p:nvSpPr>
        <p:spPr bwMode="auto">
          <a:xfrm>
            <a:off x="2162500" y="1625192"/>
            <a:ext cx="232862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立体的体积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</a:p>
        </p:txBody>
      </p:sp>
      <p:grpSp>
        <p:nvGrpSpPr>
          <p:cNvPr id="428066" name="Group 34"/>
          <p:cNvGrpSpPr>
            <a:grpSpLocks/>
          </p:cNvGrpSpPr>
          <p:nvPr/>
        </p:nvGrpSpPr>
        <p:grpSpPr bwMode="auto">
          <a:xfrm>
            <a:off x="7829471" y="1608138"/>
            <a:ext cx="3282950" cy="2895600"/>
            <a:chOff x="2012" y="1728"/>
            <a:chExt cx="2068" cy="1824"/>
          </a:xfrm>
        </p:grpSpPr>
        <p:sp>
          <p:nvSpPr>
            <p:cNvPr id="40018" name="Line 35"/>
            <p:cNvSpPr>
              <a:spLocks noChangeShapeType="1"/>
            </p:cNvSpPr>
            <p:nvPr/>
          </p:nvSpPr>
          <p:spPr bwMode="auto">
            <a:xfrm>
              <a:off x="2544" y="2928"/>
              <a:ext cx="14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019" name="Line 36"/>
            <p:cNvSpPr>
              <a:spLocks noChangeShapeType="1"/>
            </p:cNvSpPr>
            <p:nvPr/>
          </p:nvSpPr>
          <p:spPr bwMode="auto">
            <a:xfrm flipV="1">
              <a:off x="2544" y="1728"/>
              <a:ext cx="0" cy="1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020" name="Line 37"/>
            <p:cNvSpPr>
              <a:spLocks noChangeShapeType="1"/>
            </p:cNvSpPr>
            <p:nvPr/>
          </p:nvSpPr>
          <p:spPr bwMode="auto">
            <a:xfrm flipH="1">
              <a:off x="2012" y="2928"/>
              <a:ext cx="532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40021" name="Object 38"/>
            <p:cNvGraphicFramePr>
              <a:graphicFrameLocks noChangeAspect="1"/>
            </p:cNvGraphicFramePr>
            <p:nvPr/>
          </p:nvGraphicFramePr>
          <p:xfrm>
            <a:off x="2075" y="3427"/>
            <a:ext cx="133" cy="1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128" name="Equation" r:id="rId24" imgW="253890" imgH="241195" progId="Equation.3">
                    <p:embed/>
                  </p:oleObj>
                </mc:Choice>
                <mc:Fallback>
                  <p:oleObj name="Equation" r:id="rId24" imgW="253890" imgH="24119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75" y="3427"/>
                          <a:ext cx="133" cy="1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0022" name="Object 39"/>
            <p:cNvGraphicFramePr>
              <a:graphicFrameLocks noChangeAspect="1"/>
            </p:cNvGraphicFramePr>
            <p:nvPr/>
          </p:nvGraphicFramePr>
          <p:xfrm>
            <a:off x="2400" y="2850"/>
            <a:ext cx="113" cy="1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129" name="Equation" r:id="rId26" imgW="215713" imgH="241091" progId="Equation.3">
                    <p:embed/>
                  </p:oleObj>
                </mc:Choice>
                <mc:Fallback>
                  <p:oleObj name="Equation" r:id="rId26" imgW="215713" imgH="241091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00" y="2850"/>
                          <a:ext cx="113" cy="1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0023" name="Object 40"/>
            <p:cNvGraphicFramePr>
              <a:graphicFrameLocks noChangeAspect="1"/>
            </p:cNvGraphicFramePr>
            <p:nvPr/>
          </p:nvGraphicFramePr>
          <p:xfrm>
            <a:off x="3948" y="2976"/>
            <a:ext cx="132" cy="1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130" name="Equation" r:id="rId28" imgW="253780" imgH="317225" progId="Equation.3">
                    <p:embed/>
                  </p:oleObj>
                </mc:Choice>
                <mc:Fallback>
                  <p:oleObj name="Equation" r:id="rId28" imgW="253780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48" y="2976"/>
                          <a:ext cx="132" cy="1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0024" name="Object 41"/>
            <p:cNvGraphicFramePr>
              <a:graphicFrameLocks noChangeAspect="1"/>
            </p:cNvGraphicFramePr>
            <p:nvPr/>
          </p:nvGraphicFramePr>
          <p:xfrm>
            <a:off x="2400" y="1740"/>
            <a:ext cx="106" cy="1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131" name="Equation" r:id="rId30" imgW="203024" imgH="253780" progId="Equation.3">
                    <p:embed/>
                  </p:oleObj>
                </mc:Choice>
                <mc:Fallback>
                  <p:oleObj name="Equation" r:id="rId30" imgW="203024" imgH="2537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00" y="1740"/>
                          <a:ext cx="106" cy="1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28074" name="Group 42"/>
          <p:cNvGrpSpPr>
            <a:grpSpLocks/>
          </p:cNvGrpSpPr>
          <p:nvPr/>
        </p:nvGrpSpPr>
        <p:grpSpPr bwMode="auto">
          <a:xfrm>
            <a:off x="8986995" y="4327184"/>
            <a:ext cx="1754188" cy="1441450"/>
            <a:chOff x="3888" y="2736"/>
            <a:chExt cx="1105" cy="908"/>
          </a:xfrm>
        </p:grpSpPr>
        <p:sp>
          <p:nvSpPr>
            <p:cNvPr id="40009" name="Arc 43"/>
            <p:cNvSpPr>
              <a:spLocks/>
            </p:cNvSpPr>
            <p:nvPr/>
          </p:nvSpPr>
          <p:spPr bwMode="auto">
            <a:xfrm>
              <a:off x="4080" y="2976"/>
              <a:ext cx="480" cy="48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FFFFFF"/>
                </a:gs>
                <a:gs pos="100000">
                  <a:srgbClr val="66FF33"/>
                </a:gs>
              </a:gsLst>
              <a:lin ang="2700000" scaled="1"/>
            </a:gradFill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40010" name="Group 44"/>
            <p:cNvGrpSpPr>
              <a:grpSpLocks/>
            </p:cNvGrpSpPr>
            <p:nvPr/>
          </p:nvGrpSpPr>
          <p:grpSpPr bwMode="auto">
            <a:xfrm>
              <a:off x="3888" y="2736"/>
              <a:ext cx="1105" cy="906"/>
              <a:chOff x="2448" y="3072"/>
              <a:chExt cx="1105" cy="906"/>
            </a:xfrm>
          </p:grpSpPr>
          <p:sp>
            <p:nvSpPr>
              <p:cNvPr id="40013" name="Line 45"/>
              <p:cNvSpPr>
                <a:spLocks noChangeShapeType="1"/>
              </p:cNvSpPr>
              <p:nvPr/>
            </p:nvSpPr>
            <p:spPr bwMode="auto">
              <a:xfrm flipV="1">
                <a:off x="2496" y="3792"/>
                <a:ext cx="1056" cy="9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014" name="Line 46"/>
              <p:cNvSpPr>
                <a:spLocks noChangeShapeType="1"/>
              </p:cNvSpPr>
              <p:nvPr/>
            </p:nvSpPr>
            <p:spPr bwMode="auto">
              <a:xfrm flipV="1">
                <a:off x="2640" y="3072"/>
                <a:ext cx="0" cy="873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40015" name="Object 47"/>
              <p:cNvGraphicFramePr>
                <a:graphicFrameLocks noChangeAspect="1"/>
              </p:cNvGraphicFramePr>
              <p:nvPr/>
            </p:nvGraphicFramePr>
            <p:xfrm>
              <a:off x="2496" y="3797"/>
              <a:ext cx="124" cy="13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6132" name="Equation" r:id="rId32" imgW="215713" imgH="241091" progId="Equation.3">
                      <p:embed/>
                    </p:oleObj>
                  </mc:Choice>
                  <mc:Fallback>
                    <p:oleObj name="Equation" r:id="rId32" imgW="215713" imgH="241091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496" y="3797"/>
                            <a:ext cx="124" cy="13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0016" name="Object 48"/>
              <p:cNvGraphicFramePr>
                <a:graphicFrameLocks noChangeAspect="1"/>
              </p:cNvGraphicFramePr>
              <p:nvPr/>
            </p:nvGraphicFramePr>
            <p:xfrm>
              <a:off x="3408" y="3840"/>
              <a:ext cx="145" cy="1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6133" name="Equation" r:id="rId34" imgW="253890" imgH="241195" progId="Equation.3">
                      <p:embed/>
                    </p:oleObj>
                  </mc:Choice>
                  <mc:Fallback>
                    <p:oleObj name="Equation" r:id="rId34" imgW="253890" imgH="241195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408" y="3840"/>
                            <a:ext cx="145" cy="1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0017" name="Object 49"/>
              <p:cNvGraphicFramePr>
                <a:graphicFrameLocks noChangeAspect="1"/>
              </p:cNvGraphicFramePr>
              <p:nvPr/>
            </p:nvGraphicFramePr>
            <p:xfrm>
              <a:off x="2448" y="3072"/>
              <a:ext cx="146" cy="18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6134" name="Equation" r:id="rId36" imgW="253780" imgH="317225" progId="Equation.3">
                      <p:embed/>
                    </p:oleObj>
                  </mc:Choice>
                  <mc:Fallback>
                    <p:oleObj name="Equation" r:id="rId36" imgW="253780" imgH="317225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448" y="3072"/>
                            <a:ext cx="146" cy="18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40011" name="Object 50"/>
            <p:cNvGraphicFramePr>
              <a:graphicFrameLocks noChangeAspect="1"/>
            </p:cNvGraphicFramePr>
            <p:nvPr/>
          </p:nvGraphicFramePr>
          <p:xfrm>
            <a:off x="4319" y="3206"/>
            <a:ext cx="150" cy="1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135" name="Equation" r:id="rId38" imgW="164880" imgH="164880" progId="Equation.DSMT4">
                    <p:embed/>
                  </p:oleObj>
                </mc:Choice>
                <mc:Fallback>
                  <p:oleObj name="Equation" r:id="rId38" imgW="1648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19" y="3206"/>
                          <a:ext cx="150" cy="1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0012" name="Object 51"/>
            <p:cNvGraphicFramePr>
              <a:graphicFrameLocks noChangeAspect="1"/>
            </p:cNvGraphicFramePr>
            <p:nvPr/>
          </p:nvGraphicFramePr>
          <p:xfrm>
            <a:off x="4464" y="3504"/>
            <a:ext cx="140" cy="1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136" name="Equation" r:id="rId40" imgW="291973" imgH="291973" progId="Equation.3">
                    <p:embed/>
                  </p:oleObj>
                </mc:Choice>
                <mc:Fallback>
                  <p:oleObj name="Equation" r:id="rId40" imgW="291973" imgH="29197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64" y="3504"/>
                          <a:ext cx="140" cy="1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28084" name="Line 52"/>
          <p:cNvSpPr>
            <a:spLocks noChangeShapeType="1"/>
          </p:cNvSpPr>
          <p:nvPr/>
        </p:nvSpPr>
        <p:spPr bwMode="auto">
          <a:xfrm flipV="1">
            <a:off x="9566190" y="4570072"/>
            <a:ext cx="0" cy="114300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428085" name="Object 5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4624782"/>
              </p:ext>
            </p:extLst>
          </p:nvPr>
        </p:nvGraphicFramePr>
        <p:xfrm>
          <a:off x="3219968" y="3245156"/>
          <a:ext cx="1470860" cy="5490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137" name="Equation" r:id="rId42" imgW="634680" imgH="253800" progId="Equation.DSMT4">
                  <p:embed/>
                </p:oleObj>
              </mc:Choice>
              <mc:Fallback>
                <p:oleObj name="Equation" r:id="rId42" imgW="63468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9968" y="3245156"/>
                        <a:ext cx="1470860" cy="54907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8086" name="Object 5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009940"/>
              </p:ext>
            </p:extLst>
          </p:nvPr>
        </p:nvGraphicFramePr>
        <p:xfrm>
          <a:off x="3873954" y="3978062"/>
          <a:ext cx="623136" cy="3347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138" name="Equation" r:id="rId44" imgW="634680" imgH="253800" progId="Equation.DSMT4">
                  <p:embed/>
                </p:oleObj>
              </mc:Choice>
              <mc:Fallback>
                <p:oleObj name="Equation" r:id="rId44" imgW="63468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73954" y="3978062"/>
                        <a:ext cx="623136" cy="3347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8087" name="Object 5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034890"/>
              </p:ext>
            </p:extLst>
          </p:nvPr>
        </p:nvGraphicFramePr>
        <p:xfrm>
          <a:off x="3798453" y="4528751"/>
          <a:ext cx="388938" cy="250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139" name="Equation" r:id="rId46" imgW="126720" imgH="177480" progId="Equation.DSMT4">
                  <p:embed/>
                </p:oleObj>
              </mc:Choice>
              <mc:Fallback>
                <p:oleObj name="Equation" r:id="rId46" imgW="12672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98453" y="4528751"/>
                        <a:ext cx="388938" cy="250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8088" name="Object 5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0929565"/>
              </p:ext>
            </p:extLst>
          </p:nvPr>
        </p:nvGraphicFramePr>
        <p:xfrm>
          <a:off x="3016250" y="4122737"/>
          <a:ext cx="7366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140" name="Equation" r:id="rId48" imgW="736600" imgH="596900" progId="Equation.3">
                  <p:embed/>
                </p:oleObj>
              </mc:Choice>
              <mc:Fallback>
                <p:oleObj name="Equation" r:id="rId48" imgW="736600" imgH="596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6250" y="4122737"/>
                        <a:ext cx="736600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8089" name="Object 5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6298385"/>
              </p:ext>
            </p:extLst>
          </p:nvPr>
        </p:nvGraphicFramePr>
        <p:xfrm>
          <a:off x="3132654" y="4526977"/>
          <a:ext cx="368300" cy="236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141" name="Equation" r:id="rId50" imgW="126720" imgH="177480" progId="Equation.DSMT4">
                  <p:embed/>
                </p:oleObj>
              </mc:Choice>
              <mc:Fallback>
                <p:oleObj name="Equation" r:id="rId50" imgW="12672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2654" y="4526977"/>
                        <a:ext cx="368300" cy="236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8090" name="Object 5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8368666"/>
              </p:ext>
            </p:extLst>
          </p:nvPr>
        </p:nvGraphicFramePr>
        <p:xfrm>
          <a:off x="3167933" y="4081563"/>
          <a:ext cx="204952" cy="2063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142" name="Equation" r:id="rId52" imgW="164880" imgH="164880" progId="Equation.DSMT4">
                  <p:embed/>
                </p:oleObj>
              </mc:Choice>
              <mc:Fallback>
                <p:oleObj name="Equation" r:id="rId52" imgW="164880" imgH="164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7933" y="4081563"/>
                        <a:ext cx="204952" cy="20637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28091" name="Group 59"/>
          <p:cNvGrpSpPr>
            <a:grpSpLocks/>
          </p:cNvGrpSpPr>
          <p:nvPr/>
        </p:nvGrpSpPr>
        <p:grpSpPr bwMode="auto">
          <a:xfrm>
            <a:off x="8902204" y="3207465"/>
            <a:ext cx="457200" cy="685800"/>
            <a:chOff x="4224" y="2016"/>
            <a:chExt cx="288" cy="432"/>
          </a:xfrm>
        </p:grpSpPr>
        <p:sp>
          <p:nvSpPr>
            <p:cNvPr id="40002" name="Line 60"/>
            <p:cNvSpPr>
              <a:spLocks noChangeShapeType="1"/>
            </p:cNvSpPr>
            <p:nvPr/>
          </p:nvSpPr>
          <p:spPr bwMode="auto">
            <a:xfrm>
              <a:off x="4512" y="2016"/>
              <a:ext cx="0" cy="192"/>
            </a:xfrm>
            <a:prstGeom prst="line">
              <a:avLst/>
            </a:prstGeom>
            <a:noFill/>
            <a:ln w="28575">
              <a:solidFill>
                <a:srgbClr val="CC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003" name="Line 61"/>
            <p:cNvSpPr>
              <a:spLocks noChangeShapeType="1"/>
            </p:cNvSpPr>
            <p:nvPr/>
          </p:nvSpPr>
          <p:spPr bwMode="auto">
            <a:xfrm>
              <a:off x="4416" y="2160"/>
              <a:ext cx="0" cy="144"/>
            </a:xfrm>
            <a:prstGeom prst="line">
              <a:avLst/>
            </a:prstGeom>
            <a:noFill/>
            <a:ln w="28575">
              <a:solidFill>
                <a:srgbClr val="CC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004" name="Line 62"/>
            <p:cNvSpPr>
              <a:spLocks noChangeShapeType="1"/>
            </p:cNvSpPr>
            <p:nvPr/>
          </p:nvSpPr>
          <p:spPr bwMode="auto">
            <a:xfrm>
              <a:off x="4368" y="2208"/>
              <a:ext cx="0" cy="144"/>
            </a:xfrm>
            <a:prstGeom prst="line">
              <a:avLst/>
            </a:prstGeom>
            <a:noFill/>
            <a:ln w="28575">
              <a:solidFill>
                <a:srgbClr val="CC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005" name="Line 63"/>
            <p:cNvSpPr>
              <a:spLocks noChangeShapeType="1"/>
            </p:cNvSpPr>
            <p:nvPr/>
          </p:nvSpPr>
          <p:spPr bwMode="auto">
            <a:xfrm>
              <a:off x="4272" y="2304"/>
              <a:ext cx="0" cy="96"/>
            </a:xfrm>
            <a:prstGeom prst="line">
              <a:avLst/>
            </a:prstGeom>
            <a:noFill/>
            <a:ln w="28575">
              <a:solidFill>
                <a:srgbClr val="CC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006" name="Line 64"/>
            <p:cNvSpPr>
              <a:spLocks noChangeShapeType="1"/>
            </p:cNvSpPr>
            <p:nvPr/>
          </p:nvSpPr>
          <p:spPr bwMode="auto">
            <a:xfrm>
              <a:off x="4464" y="2064"/>
              <a:ext cx="0" cy="192"/>
            </a:xfrm>
            <a:prstGeom prst="line">
              <a:avLst/>
            </a:prstGeom>
            <a:noFill/>
            <a:ln w="28575">
              <a:solidFill>
                <a:srgbClr val="CC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007" name="Line 65"/>
            <p:cNvSpPr>
              <a:spLocks noChangeShapeType="1"/>
            </p:cNvSpPr>
            <p:nvPr/>
          </p:nvSpPr>
          <p:spPr bwMode="auto">
            <a:xfrm>
              <a:off x="4320" y="2256"/>
              <a:ext cx="0" cy="144"/>
            </a:xfrm>
            <a:prstGeom prst="line">
              <a:avLst/>
            </a:prstGeom>
            <a:noFill/>
            <a:ln w="28575">
              <a:solidFill>
                <a:srgbClr val="CC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008" name="Line 66"/>
            <p:cNvSpPr>
              <a:spLocks noChangeShapeType="1"/>
            </p:cNvSpPr>
            <p:nvPr/>
          </p:nvSpPr>
          <p:spPr bwMode="auto">
            <a:xfrm>
              <a:off x="4224" y="2352"/>
              <a:ext cx="0" cy="96"/>
            </a:xfrm>
            <a:prstGeom prst="line">
              <a:avLst/>
            </a:prstGeom>
            <a:noFill/>
            <a:ln w="28575">
              <a:solidFill>
                <a:srgbClr val="CC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428104" name="Object 72"/>
          <p:cNvGraphicFramePr>
            <a:graphicFrameLocks noChangeAspect="1"/>
          </p:cNvGraphicFramePr>
          <p:nvPr/>
        </p:nvGraphicFramePr>
        <p:xfrm>
          <a:off x="4918076" y="1792288"/>
          <a:ext cx="2390775" cy="417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143" name="Equation" r:id="rId54" imgW="2448082" imgH="304667" progId="Equation.3">
                  <p:embed/>
                </p:oleObj>
              </mc:Choice>
              <mc:Fallback>
                <p:oleObj name="Equation" r:id="rId54" imgW="2448082" imgH="30466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18076" y="1792288"/>
                        <a:ext cx="2390775" cy="417512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rgbClr val="FFFF99"/>
                          </a:gs>
                          <a:gs pos="100000">
                            <a:srgbClr val="66FF33"/>
                          </a:gs>
                        </a:gsLst>
                        <a:lin ang="5400000" scaled="1"/>
                      </a:gra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8105" name="WordArt 73"/>
          <p:cNvSpPr>
            <a:spLocks noChangeArrowheads="1" noChangeShapeType="1" noTextEdit="1"/>
          </p:cNvSpPr>
          <p:nvPr/>
        </p:nvSpPr>
        <p:spPr bwMode="auto">
          <a:xfrm>
            <a:off x="7848600" y="5655921"/>
            <a:ext cx="228600" cy="700087"/>
          </a:xfrm>
          <a:prstGeom prst="rect">
            <a:avLst/>
          </a:prstGeom>
        </p:spPr>
        <p:txBody>
          <a:bodyPr wrap="none" fromWordArt="1">
            <a:prstTxWarp prst="textCascadeUp">
              <a:avLst>
                <a:gd name="adj" fmla="val 44444"/>
              </a:avLst>
            </a:prstTxWarp>
            <a:scene3d>
              <a:camera prst="legacyPerspectiveFront">
                <a:rot lat="20519972" lon="1080000" rev="0"/>
              </a:camera>
              <a:lightRig rig="legacyHarsh2" dir="b"/>
            </a:scene3d>
            <a:sp3d extrusionH="430200" prstMaterial="legacyMatte">
              <a:extrusionClr>
                <a:srgbClr val="FF6600"/>
              </a:extrusionClr>
              <a:contourClr>
                <a:srgbClr val="FFE701"/>
              </a:contourClr>
            </a:sp3d>
          </a:bodyPr>
          <a:lstStyle/>
          <a:p>
            <a:r>
              <a:rPr lang="en-US" altLang="zh-CN" sz="3600" kern="10" dirty="0">
                <a:ln w="9525">
                  <a:round/>
                  <a:headEnd/>
                  <a:tailEnd/>
                </a:ln>
                <a:gradFill rotWithShape="1">
                  <a:gsLst>
                    <a:gs pos="0">
                      <a:srgbClr val="FFE701"/>
                    </a:gs>
                    <a:gs pos="100000">
                      <a:srgbClr val="FE3E02"/>
                    </a:gs>
                  </a:gsLst>
                  <a:lin ang="5400000" scaled="1"/>
                </a:gradFill>
                <a:latin typeface="宋体" panose="02010600030101010101" pitchFamily="2" charset="-122"/>
              </a:rPr>
              <a:t>?</a:t>
            </a:r>
            <a:endParaRPr lang="zh-CN" altLang="en-US" sz="3600" kern="10" dirty="0">
              <a:ln w="9525">
                <a:round/>
                <a:headEnd/>
                <a:tailEnd/>
              </a:ln>
              <a:gradFill rotWithShape="1">
                <a:gsLst>
                  <a:gs pos="0">
                    <a:srgbClr val="FFE701"/>
                  </a:gs>
                  <a:gs pos="100000">
                    <a:srgbClr val="FE3E02"/>
                  </a:gs>
                </a:gsLst>
                <a:lin ang="5400000" scaled="1"/>
              </a:gradFill>
              <a:latin typeface="宋体" panose="02010600030101010101" pitchFamily="2" charset="-122"/>
            </a:endParaRPr>
          </a:p>
        </p:txBody>
      </p:sp>
      <p:sp>
        <p:nvSpPr>
          <p:cNvPr id="428106" name="Text Box 74"/>
          <p:cNvSpPr txBox="1">
            <a:spLocks noChangeArrowheads="1"/>
          </p:cNvSpPr>
          <p:nvPr/>
        </p:nvSpPr>
        <p:spPr bwMode="auto">
          <a:xfrm>
            <a:off x="5181600" y="5713696"/>
            <a:ext cx="3276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000000"/>
                </a:solidFill>
                <a:ea typeface="宋体" panose="02010600030101010101" pitchFamily="2" charset="-122"/>
              </a:rPr>
              <a:t>还有别的做法吗</a:t>
            </a:r>
          </a:p>
        </p:txBody>
      </p:sp>
      <p:grpSp>
        <p:nvGrpSpPr>
          <p:cNvPr id="428107" name="Group 75"/>
          <p:cNvGrpSpPr>
            <a:grpSpLocks/>
          </p:cNvGrpSpPr>
          <p:nvPr/>
        </p:nvGrpSpPr>
        <p:grpSpPr bwMode="auto">
          <a:xfrm>
            <a:off x="8267998" y="3004934"/>
            <a:ext cx="1143000" cy="838200"/>
            <a:chOff x="3792" y="1920"/>
            <a:chExt cx="720" cy="528"/>
          </a:xfrm>
        </p:grpSpPr>
        <p:sp>
          <p:nvSpPr>
            <p:cNvPr id="39986" name="Line 76"/>
            <p:cNvSpPr>
              <a:spLocks noChangeShapeType="1"/>
            </p:cNvSpPr>
            <p:nvPr/>
          </p:nvSpPr>
          <p:spPr bwMode="auto">
            <a:xfrm>
              <a:off x="3984" y="1920"/>
              <a:ext cx="528" cy="0"/>
            </a:xfrm>
            <a:prstGeom prst="line">
              <a:avLst/>
            </a:prstGeom>
            <a:noFill/>
            <a:ln w="9525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87" name="Line 77"/>
            <p:cNvSpPr>
              <a:spLocks noChangeShapeType="1"/>
            </p:cNvSpPr>
            <p:nvPr/>
          </p:nvSpPr>
          <p:spPr bwMode="auto">
            <a:xfrm>
              <a:off x="3840" y="2112"/>
              <a:ext cx="576" cy="0"/>
            </a:xfrm>
            <a:prstGeom prst="line">
              <a:avLst/>
            </a:prstGeom>
            <a:noFill/>
            <a:ln w="9525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88" name="Line 78"/>
            <p:cNvSpPr>
              <a:spLocks noChangeShapeType="1"/>
            </p:cNvSpPr>
            <p:nvPr/>
          </p:nvSpPr>
          <p:spPr bwMode="auto">
            <a:xfrm>
              <a:off x="3840" y="2256"/>
              <a:ext cx="480" cy="0"/>
            </a:xfrm>
            <a:prstGeom prst="line">
              <a:avLst/>
            </a:prstGeom>
            <a:noFill/>
            <a:ln w="9525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89" name="Line 79"/>
            <p:cNvSpPr>
              <a:spLocks noChangeShapeType="1"/>
            </p:cNvSpPr>
            <p:nvPr/>
          </p:nvSpPr>
          <p:spPr bwMode="auto">
            <a:xfrm>
              <a:off x="3792" y="2304"/>
              <a:ext cx="480" cy="0"/>
            </a:xfrm>
            <a:prstGeom prst="line">
              <a:avLst/>
            </a:prstGeom>
            <a:noFill/>
            <a:ln w="9525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90" name="Line 80"/>
            <p:cNvSpPr>
              <a:spLocks noChangeShapeType="1"/>
            </p:cNvSpPr>
            <p:nvPr/>
          </p:nvSpPr>
          <p:spPr bwMode="auto">
            <a:xfrm>
              <a:off x="3888" y="2064"/>
              <a:ext cx="576" cy="0"/>
            </a:xfrm>
            <a:prstGeom prst="line">
              <a:avLst/>
            </a:prstGeom>
            <a:noFill/>
            <a:ln w="9525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91" name="Line 81"/>
            <p:cNvSpPr>
              <a:spLocks noChangeShapeType="1"/>
            </p:cNvSpPr>
            <p:nvPr/>
          </p:nvSpPr>
          <p:spPr bwMode="auto">
            <a:xfrm>
              <a:off x="3840" y="2208"/>
              <a:ext cx="528" cy="0"/>
            </a:xfrm>
            <a:prstGeom prst="line">
              <a:avLst/>
            </a:prstGeom>
            <a:noFill/>
            <a:ln w="9525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92" name="Line 82"/>
            <p:cNvSpPr>
              <a:spLocks noChangeShapeType="1"/>
            </p:cNvSpPr>
            <p:nvPr/>
          </p:nvSpPr>
          <p:spPr bwMode="auto">
            <a:xfrm>
              <a:off x="3936" y="1968"/>
              <a:ext cx="528" cy="0"/>
            </a:xfrm>
            <a:prstGeom prst="line">
              <a:avLst/>
            </a:prstGeom>
            <a:noFill/>
            <a:ln w="9525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93" name="Line 83"/>
            <p:cNvSpPr>
              <a:spLocks noChangeShapeType="1"/>
            </p:cNvSpPr>
            <p:nvPr/>
          </p:nvSpPr>
          <p:spPr bwMode="auto">
            <a:xfrm>
              <a:off x="3888" y="2016"/>
              <a:ext cx="576" cy="0"/>
            </a:xfrm>
            <a:prstGeom prst="line">
              <a:avLst/>
            </a:prstGeom>
            <a:noFill/>
            <a:ln w="9525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94" name="Line 84"/>
            <p:cNvSpPr>
              <a:spLocks noChangeShapeType="1"/>
            </p:cNvSpPr>
            <p:nvPr/>
          </p:nvSpPr>
          <p:spPr bwMode="auto">
            <a:xfrm>
              <a:off x="3840" y="2160"/>
              <a:ext cx="576" cy="0"/>
            </a:xfrm>
            <a:prstGeom prst="line">
              <a:avLst/>
            </a:prstGeom>
            <a:noFill/>
            <a:ln w="9525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95" name="Line 85"/>
            <p:cNvSpPr>
              <a:spLocks noChangeShapeType="1"/>
            </p:cNvSpPr>
            <p:nvPr/>
          </p:nvSpPr>
          <p:spPr bwMode="auto">
            <a:xfrm>
              <a:off x="3792" y="2352"/>
              <a:ext cx="432" cy="0"/>
            </a:xfrm>
            <a:prstGeom prst="line">
              <a:avLst/>
            </a:prstGeom>
            <a:noFill/>
            <a:ln w="9525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96" name="Line 86"/>
            <p:cNvSpPr>
              <a:spLocks noChangeShapeType="1"/>
            </p:cNvSpPr>
            <p:nvPr/>
          </p:nvSpPr>
          <p:spPr bwMode="auto">
            <a:xfrm>
              <a:off x="3792" y="2400"/>
              <a:ext cx="336" cy="0"/>
            </a:xfrm>
            <a:prstGeom prst="line">
              <a:avLst/>
            </a:prstGeom>
            <a:noFill/>
            <a:ln w="9525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97" name="Line 87"/>
            <p:cNvSpPr>
              <a:spLocks noChangeShapeType="1"/>
            </p:cNvSpPr>
            <p:nvPr/>
          </p:nvSpPr>
          <p:spPr bwMode="auto">
            <a:xfrm>
              <a:off x="3792" y="2448"/>
              <a:ext cx="240" cy="0"/>
            </a:xfrm>
            <a:prstGeom prst="line">
              <a:avLst/>
            </a:prstGeom>
            <a:noFill/>
            <a:ln w="9525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28122" name="Freeform 90"/>
          <p:cNvSpPr>
            <a:spLocks/>
          </p:cNvSpPr>
          <p:nvPr/>
        </p:nvSpPr>
        <p:spPr bwMode="auto">
          <a:xfrm>
            <a:off x="8245365" y="2952750"/>
            <a:ext cx="1171575" cy="987425"/>
          </a:xfrm>
          <a:custGeom>
            <a:avLst/>
            <a:gdLst>
              <a:gd name="T0" fmla="*/ 2147483646 w 738"/>
              <a:gd name="T1" fmla="*/ 0 h 622"/>
              <a:gd name="T2" fmla="*/ 2147483646 w 738"/>
              <a:gd name="T3" fmla="*/ 0 h 622"/>
              <a:gd name="T4" fmla="*/ 2147483646 w 738"/>
              <a:gd name="T5" fmla="*/ 2147483646 h 622"/>
              <a:gd name="T6" fmla="*/ 2147483646 w 738"/>
              <a:gd name="T7" fmla="*/ 2147483646 h 622"/>
              <a:gd name="T8" fmla="*/ 2147483646 w 738"/>
              <a:gd name="T9" fmla="*/ 2147483646 h 622"/>
              <a:gd name="T10" fmla="*/ 2147483646 w 738"/>
              <a:gd name="T11" fmla="*/ 2147483646 h 622"/>
              <a:gd name="T12" fmla="*/ 2147483646 w 738"/>
              <a:gd name="T13" fmla="*/ 2147483646 h 622"/>
              <a:gd name="T14" fmla="*/ 2147483646 w 738"/>
              <a:gd name="T15" fmla="*/ 2147483646 h 622"/>
              <a:gd name="T16" fmla="*/ 2147483646 w 738"/>
              <a:gd name="T17" fmla="*/ 2147483646 h 622"/>
              <a:gd name="T18" fmla="*/ 2147483646 w 738"/>
              <a:gd name="T19" fmla="*/ 2147483646 h 622"/>
              <a:gd name="T20" fmla="*/ 0 w 738"/>
              <a:gd name="T21" fmla="*/ 2147483646 h 622"/>
              <a:gd name="T22" fmla="*/ 2147483646 w 738"/>
              <a:gd name="T23" fmla="*/ 2147483646 h 622"/>
              <a:gd name="T24" fmla="*/ 2147483646 w 738"/>
              <a:gd name="T25" fmla="*/ 0 h 622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738" h="622">
                <a:moveTo>
                  <a:pt x="738" y="0"/>
                </a:moveTo>
                <a:lnTo>
                  <a:pt x="286" y="0"/>
                </a:lnTo>
                <a:lnTo>
                  <a:pt x="213" y="19"/>
                </a:lnTo>
                <a:lnTo>
                  <a:pt x="144" y="85"/>
                </a:lnTo>
                <a:lnTo>
                  <a:pt x="112" y="119"/>
                </a:lnTo>
                <a:lnTo>
                  <a:pt x="94" y="165"/>
                </a:lnTo>
                <a:lnTo>
                  <a:pt x="66" y="220"/>
                </a:lnTo>
                <a:lnTo>
                  <a:pt x="39" y="311"/>
                </a:lnTo>
                <a:lnTo>
                  <a:pt x="21" y="366"/>
                </a:lnTo>
                <a:lnTo>
                  <a:pt x="11" y="448"/>
                </a:lnTo>
                <a:lnTo>
                  <a:pt x="0" y="565"/>
                </a:lnTo>
                <a:lnTo>
                  <a:pt x="2" y="622"/>
                </a:lnTo>
                <a:lnTo>
                  <a:pt x="738" y="0"/>
                </a:lnTo>
                <a:close/>
              </a:path>
            </a:pathLst>
          </a:custGeom>
          <a:gradFill rotWithShape="0">
            <a:gsLst>
              <a:gs pos="0">
                <a:srgbClr val="762F76"/>
              </a:gs>
              <a:gs pos="100000">
                <a:srgbClr val="FF66FF"/>
              </a:gs>
            </a:gsLst>
            <a:path path="rect">
              <a:fillToRect l="50000" t="50000" r="50000" b="50000"/>
            </a:path>
          </a:gradFill>
          <a:ln w="28575" cap="flat" cmpd="sng">
            <a:solidFill>
              <a:srgbClr val="FF00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8123" name="Freeform 91"/>
          <p:cNvSpPr>
            <a:spLocks/>
          </p:cNvSpPr>
          <p:nvPr/>
        </p:nvSpPr>
        <p:spPr bwMode="auto">
          <a:xfrm>
            <a:off x="8242229" y="2975556"/>
            <a:ext cx="1165225" cy="993775"/>
          </a:xfrm>
          <a:custGeom>
            <a:avLst/>
            <a:gdLst>
              <a:gd name="T0" fmla="*/ 2147483646 w 734"/>
              <a:gd name="T1" fmla="*/ 2147483646 h 626"/>
              <a:gd name="T2" fmla="*/ 2147483646 w 734"/>
              <a:gd name="T3" fmla="*/ 0 h 626"/>
              <a:gd name="T4" fmla="*/ 0 w 734"/>
              <a:gd name="T5" fmla="*/ 2147483646 h 626"/>
              <a:gd name="T6" fmla="*/ 2147483646 w 734"/>
              <a:gd name="T7" fmla="*/ 2147483646 h 626"/>
              <a:gd name="T8" fmla="*/ 2147483646 w 734"/>
              <a:gd name="T9" fmla="*/ 2147483646 h 626"/>
              <a:gd name="T10" fmla="*/ 2147483646 w 734"/>
              <a:gd name="T11" fmla="*/ 2147483646 h 626"/>
              <a:gd name="T12" fmla="*/ 2147483646 w 734"/>
              <a:gd name="T13" fmla="*/ 2147483646 h 626"/>
              <a:gd name="T14" fmla="*/ 2147483646 w 734"/>
              <a:gd name="T15" fmla="*/ 2147483646 h 626"/>
              <a:gd name="T16" fmla="*/ 2147483646 w 734"/>
              <a:gd name="T17" fmla="*/ 2147483646 h 626"/>
              <a:gd name="T18" fmla="*/ 2147483646 w 734"/>
              <a:gd name="T19" fmla="*/ 2147483646 h 626"/>
              <a:gd name="T20" fmla="*/ 2147483646 w 734"/>
              <a:gd name="T21" fmla="*/ 2147483646 h 62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734" h="626">
                <a:moveTo>
                  <a:pt x="734" y="339"/>
                </a:moveTo>
                <a:lnTo>
                  <a:pt x="734" y="0"/>
                </a:lnTo>
                <a:lnTo>
                  <a:pt x="0" y="626"/>
                </a:lnTo>
                <a:lnTo>
                  <a:pt x="201" y="622"/>
                </a:lnTo>
                <a:lnTo>
                  <a:pt x="276" y="613"/>
                </a:lnTo>
                <a:lnTo>
                  <a:pt x="359" y="595"/>
                </a:lnTo>
                <a:lnTo>
                  <a:pt x="432" y="567"/>
                </a:lnTo>
                <a:lnTo>
                  <a:pt x="542" y="521"/>
                </a:lnTo>
                <a:lnTo>
                  <a:pt x="633" y="467"/>
                </a:lnTo>
                <a:lnTo>
                  <a:pt x="688" y="412"/>
                </a:lnTo>
                <a:lnTo>
                  <a:pt x="734" y="339"/>
                </a:lnTo>
                <a:close/>
              </a:path>
            </a:pathLst>
          </a:custGeom>
          <a:gradFill rotWithShape="0">
            <a:gsLst>
              <a:gs pos="0">
                <a:srgbClr val="760000"/>
              </a:gs>
              <a:gs pos="100000">
                <a:srgbClr val="FF0000"/>
              </a:gs>
            </a:gsLst>
            <a:path path="rect">
              <a:fillToRect l="50000" t="50000" r="50000" b="50000"/>
            </a:path>
          </a:gradFill>
          <a:ln w="28575" cap="flat" cmpd="sng">
            <a:solidFill>
              <a:srgbClr val="FF00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solidFill>
                <a:srgbClr val="FF5050"/>
              </a:solidFill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5F8BC-3C02-4E82-A6AD-68405BC1CFA0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7570423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28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28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28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28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28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428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28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428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28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28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428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428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428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4280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4280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4280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4280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4280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4280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500"/>
                                        <p:tgtEl>
                                          <p:spTgt spid="428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428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6" dur="500"/>
                                        <p:tgtEl>
                                          <p:spTgt spid="428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428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5" dur="500"/>
                                        <p:tgtEl>
                                          <p:spTgt spid="428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4280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4280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428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428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6" dur="500"/>
                                        <p:tgtEl>
                                          <p:spTgt spid="428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4281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4281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 nodeType="clickPar">
                      <p:stCondLst>
                        <p:cond delay="indefinite"/>
                      </p:stCondLst>
                      <p:childTnLst>
                        <p:par>
                          <p:cTn id="1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428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 nodeType="clickPar">
                      <p:stCondLst>
                        <p:cond delay="indefinite"/>
                      </p:stCondLst>
                      <p:childTnLst>
                        <p:par>
                          <p:cTn id="1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0" presetID="19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2" dur="5000" fill="hold"/>
                                        <p:tgtEl>
                                          <p:spTgt spid="4280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5000" fill="hold"/>
                                        <p:tgtEl>
                                          <p:spTgt spid="4280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 nodeType="clickPar">
                      <p:stCondLst>
                        <p:cond delay="indefinite"/>
                      </p:stCondLst>
                      <p:childTnLst>
                        <p:par>
                          <p:cTn id="1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8" dur="500"/>
                                        <p:tgtEl>
                                          <p:spTgt spid="428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 nodeType="clickPar">
                      <p:stCondLst>
                        <p:cond delay="indefinite"/>
                      </p:stCondLst>
                      <p:childTnLst>
                        <p:par>
                          <p:cTn id="1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500"/>
                                        <p:tgtEl>
                                          <p:spTgt spid="428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 nodeType="clickPar">
                      <p:stCondLst>
                        <p:cond delay="indefinite"/>
                      </p:stCondLst>
                      <p:childTnLst>
                        <p:par>
                          <p:cTn id="1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8" dur="500"/>
                                        <p:tgtEl>
                                          <p:spTgt spid="428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 nodeType="clickPar">
                      <p:stCondLst>
                        <p:cond delay="indefinite"/>
                      </p:stCondLst>
                      <p:childTnLst>
                        <p:par>
                          <p:cTn id="1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3" dur="500"/>
                                        <p:tgtEl>
                                          <p:spTgt spid="428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 nodeType="clickPar">
                      <p:stCondLst>
                        <p:cond delay="indefinite"/>
                      </p:stCondLst>
                      <p:childTnLst>
                        <p:par>
                          <p:cTn id="1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8" dur="500"/>
                                        <p:tgtEl>
                                          <p:spTgt spid="428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 nodeType="clickPar">
                      <p:stCondLst>
                        <p:cond delay="indefinite"/>
                      </p:stCondLst>
                      <p:childTnLst>
                        <p:par>
                          <p:cTn id="1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3" dur="500"/>
                                        <p:tgtEl>
                                          <p:spTgt spid="428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 nodeType="clickPar">
                      <p:stCondLst>
                        <p:cond delay="indefinite"/>
                      </p:stCondLst>
                      <p:childTnLst>
                        <p:par>
                          <p:cTn id="1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8" dur="500"/>
                                        <p:tgtEl>
                                          <p:spTgt spid="428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 nodeType="clickPar">
                      <p:stCondLst>
                        <p:cond delay="indefinite"/>
                      </p:stCondLst>
                      <p:childTnLst>
                        <p:par>
                          <p:cTn id="1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3" dur="500"/>
                                        <p:tgtEl>
                                          <p:spTgt spid="428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 nodeType="clickPar">
                      <p:stCondLst>
                        <p:cond delay="indefinite"/>
                      </p:stCondLst>
                      <p:childTnLst>
                        <p:par>
                          <p:cTn id="1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8" dur="500"/>
                                        <p:tgtEl>
                                          <p:spTgt spid="428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 nodeType="clickPar">
                      <p:stCondLst>
                        <p:cond delay="indefinite"/>
                      </p:stCondLst>
                      <p:childTnLst>
                        <p:par>
                          <p:cTn id="1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3" dur="75"/>
                                        <p:tgtEl>
                                          <p:spTgt spid="428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 nodeType="clickPar">
                      <p:stCondLst>
                        <p:cond delay="indefinite"/>
                      </p:stCondLst>
                      <p:childTnLst>
                        <p:par>
                          <p:cTn id="1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6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8" dur="1000" fill="hold"/>
                                        <p:tgtEl>
                                          <p:spTgt spid="4281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9" dur="1000" fill="hold"/>
                                        <p:tgtEl>
                                          <p:spTgt spid="4281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0" dur="1000" fill="hold"/>
                                        <p:tgtEl>
                                          <p:spTgt spid="428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1" dur="1000" fill="hold"/>
                                        <p:tgtEl>
                                          <p:spTgt spid="428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 nodeType="clickPar">
                      <p:stCondLst>
                        <p:cond delay="indefinite"/>
                      </p:stCondLst>
                      <p:childTnLst>
                        <p:par>
                          <p:cTn id="2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4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6" dur="500" fill="hold"/>
                                        <p:tgtEl>
                                          <p:spTgt spid="4280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7" dur="500" fill="hold"/>
                                        <p:tgtEl>
                                          <p:spTgt spid="4280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8034" grpId="0" animBg="1" autoUpdateAnimBg="0"/>
      <p:bldP spid="428038" grpId="0" autoUpdateAnimBg="0"/>
      <p:bldP spid="428045" grpId="0" animBg="1"/>
      <p:bldP spid="428046" grpId="0" animBg="1"/>
      <p:bldP spid="428047" grpId="0" animBg="1"/>
      <p:bldP spid="428048" grpId="0" animBg="1"/>
      <p:bldP spid="428049" grpId="0" animBg="1"/>
      <p:bldP spid="428050" grpId="0" animBg="1"/>
      <p:bldP spid="428051" grpId="0" animBg="1"/>
      <p:bldP spid="428052" grpId="0" animBg="1"/>
      <p:bldP spid="428053" grpId="0" animBg="1"/>
      <p:bldP spid="428054" grpId="0" animBg="1"/>
      <p:bldP spid="428055" grpId="0" animBg="1"/>
      <p:bldP spid="428056" grpId="0" animBg="1"/>
      <p:bldP spid="428057" grpId="0" animBg="1"/>
      <p:bldP spid="428084" grpId="0" animBg="1"/>
      <p:bldP spid="428105" grpId="0" animBg="1"/>
      <p:bldP spid="428106" grpId="0" autoUpdateAnimBg="0"/>
      <p:bldP spid="428122" grpId="0" animBg="1"/>
      <p:bldP spid="428123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809750" y="657880"/>
            <a:ext cx="91082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endParaRPr lang="zh-CN" altLang="en-US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0964" name="对象 3"/>
          <p:cNvGraphicFramePr>
            <a:graphicFrameLocks noChangeAspect="1"/>
          </p:cNvGraphicFramePr>
          <p:nvPr/>
        </p:nvGraphicFramePr>
        <p:xfrm>
          <a:off x="2692400" y="681038"/>
          <a:ext cx="5576888" cy="525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14" name="Equation" r:id="rId3" imgW="2425700" imgH="228600" progId="Equation.DSMT4">
                  <p:embed/>
                </p:oleObj>
              </mc:Choice>
              <mc:Fallback>
                <p:oleObj name="Equation" r:id="rId3" imgW="24257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2400" y="681038"/>
                        <a:ext cx="5576888" cy="525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5" name="对象 4"/>
          <p:cNvGraphicFramePr>
            <a:graphicFrameLocks noChangeAspect="1"/>
          </p:cNvGraphicFramePr>
          <p:nvPr/>
        </p:nvGraphicFramePr>
        <p:xfrm>
          <a:off x="2349500" y="1181100"/>
          <a:ext cx="5380038" cy="865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15" name="Equation" r:id="rId5" imgW="2451100" imgH="393700" progId="Equation.DSMT4">
                  <p:embed/>
                </p:oleObj>
              </mc:Choice>
              <mc:Fallback>
                <p:oleObj name="Equation" r:id="rId5" imgW="2451100" imgH="3937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9500" y="1181100"/>
                        <a:ext cx="5380038" cy="865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0739296"/>
              </p:ext>
            </p:extLst>
          </p:nvPr>
        </p:nvGraphicFramePr>
        <p:xfrm>
          <a:off x="7854156" y="1229658"/>
          <a:ext cx="2735263" cy="855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16" name="Equation" r:id="rId7" imgW="1218671" imgH="380835" progId="Equation.DSMT4">
                  <p:embed/>
                </p:oleObj>
              </mc:Choice>
              <mc:Fallback>
                <p:oleObj name="Equation" r:id="rId7" imgW="1218671" imgH="380835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54156" y="1229658"/>
                        <a:ext cx="2735263" cy="855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67" name="文本框 6"/>
          <p:cNvSpPr txBox="1">
            <a:spLocks noChangeArrowheads="1"/>
          </p:cNvSpPr>
          <p:nvPr/>
        </p:nvSpPr>
        <p:spPr bwMode="auto">
          <a:xfrm>
            <a:off x="8543925" y="1877497"/>
            <a:ext cx="28765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9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9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1" dirty="0">
                <a:solidFill>
                  <a:srgbClr val="0000CC"/>
                </a:solidFill>
                <a:ea typeface="宋体" panose="02010600030101010101" pitchFamily="2" charset="-122"/>
              </a:rPr>
              <a:t>(2020</a:t>
            </a:r>
            <a:r>
              <a:rPr lang="zh-CN" altLang="en-US" sz="2400" b="1" dirty="0">
                <a:solidFill>
                  <a:srgbClr val="0000CC"/>
                </a:solidFill>
                <a:ea typeface="宋体" panose="02010600030101010101" pitchFamily="2" charset="-122"/>
              </a:rPr>
              <a:t>年考研高数三</a:t>
            </a:r>
            <a:r>
              <a:rPr lang="en-US" altLang="zh-CN" sz="2400" b="1" dirty="0">
                <a:solidFill>
                  <a:srgbClr val="0000CC"/>
                </a:solidFill>
                <a:ea typeface="宋体" panose="02010600030101010101" pitchFamily="2" charset="-122"/>
              </a:rPr>
              <a:t>)</a:t>
            </a:r>
            <a:endParaRPr lang="zh-CN" altLang="en-US" sz="2400" b="1" dirty="0">
              <a:solidFill>
                <a:srgbClr val="0000CC"/>
              </a:solidFill>
              <a:ea typeface="宋体" panose="02010600030101010101" pitchFamily="2" charset="-122"/>
            </a:endParaRPr>
          </a:p>
        </p:txBody>
      </p:sp>
      <p:sp>
        <p:nvSpPr>
          <p:cNvPr id="8" name="文本框 7"/>
          <p:cNvSpPr txBox="1">
            <a:spLocks noChangeArrowheads="1"/>
          </p:cNvSpPr>
          <p:nvPr/>
        </p:nvSpPr>
        <p:spPr bwMode="auto">
          <a:xfrm>
            <a:off x="1786327" y="1986251"/>
            <a:ext cx="54451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9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9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解</a:t>
            </a:r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5123398"/>
              </p:ext>
            </p:extLst>
          </p:nvPr>
        </p:nvGraphicFramePr>
        <p:xfrm>
          <a:off x="2665405" y="1950135"/>
          <a:ext cx="3234882" cy="930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17" name="Equation" r:id="rId10" imgW="1473200" imgH="381000" progId="Equation.DSMT4">
                  <p:embed/>
                </p:oleObj>
              </mc:Choice>
              <mc:Fallback>
                <p:oleObj name="Equation" r:id="rId10" imgW="1473200" imgH="38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5405" y="1950135"/>
                        <a:ext cx="3234882" cy="930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2366525"/>
              </p:ext>
            </p:extLst>
          </p:nvPr>
        </p:nvGraphicFramePr>
        <p:xfrm>
          <a:off x="3277393" y="2610278"/>
          <a:ext cx="4002087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18" name="Equation" r:id="rId12" imgW="1586811" imgH="266584" progId="Equation.DSMT4">
                  <p:embed/>
                </p:oleObj>
              </mc:Choice>
              <mc:Fallback>
                <p:oleObj name="Equation" r:id="rId12" imgW="1586811" imgH="26658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7393" y="2610278"/>
                        <a:ext cx="4002087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0"/>
          <p:cNvSpPr txBox="1">
            <a:spLocks noChangeArrowheads="1"/>
          </p:cNvSpPr>
          <p:nvPr/>
        </p:nvSpPr>
        <p:spPr bwMode="auto">
          <a:xfrm>
            <a:off x="1785937" y="2757821"/>
            <a:ext cx="16208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9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9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依题意有</a:t>
            </a:r>
          </a:p>
        </p:txBody>
      </p:sp>
      <p:sp>
        <p:nvSpPr>
          <p:cNvPr id="12" name="文本框 11"/>
          <p:cNvSpPr txBox="1">
            <a:spLocks noChangeArrowheads="1"/>
          </p:cNvSpPr>
          <p:nvPr/>
        </p:nvSpPr>
        <p:spPr bwMode="auto">
          <a:xfrm>
            <a:off x="1765300" y="3480270"/>
            <a:ext cx="26987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9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9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两边同时积分有</a:t>
            </a:r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4531913"/>
              </p:ext>
            </p:extLst>
          </p:nvPr>
        </p:nvGraphicFramePr>
        <p:xfrm>
          <a:off x="4338839" y="3386930"/>
          <a:ext cx="6489700" cy="896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19" name="Equation" r:id="rId14" imgW="3213000" imgH="393480" progId="Equation.DSMT4">
                  <p:embed/>
                </p:oleObj>
              </mc:Choice>
              <mc:Fallback>
                <p:oleObj name="Equation" r:id="rId14" imgW="321300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38839" y="3386930"/>
                        <a:ext cx="6489700" cy="896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文本框 13"/>
          <p:cNvSpPr txBox="1">
            <a:spLocks noChangeArrowheads="1"/>
          </p:cNvSpPr>
          <p:nvPr/>
        </p:nvSpPr>
        <p:spPr bwMode="auto">
          <a:xfrm>
            <a:off x="1785937" y="4238367"/>
            <a:ext cx="38354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9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9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由于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D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关于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y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轴对称，</a:t>
            </a:r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3006983"/>
              </p:ext>
            </p:extLst>
          </p:nvPr>
        </p:nvGraphicFramePr>
        <p:xfrm>
          <a:off x="5437728" y="4174911"/>
          <a:ext cx="3017838" cy="869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20" name="Equation" r:id="rId16" imgW="1320227" imgH="380835" progId="Equation.DSMT4">
                  <p:embed/>
                </p:oleObj>
              </mc:Choice>
              <mc:Fallback>
                <p:oleObj name="Equation" r:id="rId16" imgW="1320227" imgH="380835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7728" y="4174911"/>
                        <a:ext cx="3017838" cy="869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文本框 15"/>
          <p:cNvSpPr txBox="1">
            <a:spLocks noChangeArrowheads="1"/>
          </p:cNvSpPr>
          <p:nvPr/>
        </p:nvSpPr>
        <p:spPr bwMode="auto">
          <a:xfrm>
            <a:off x="8391271" y="4251638"/>
            <a:ext cx="1265237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9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9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且有，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5F8BC-3C02-4E82-A6AD-68405BC1CFA0}" type="slidenum">
              <a:rPr lang="zh-CN" altLang="en-US" smtClean="0"/>
              <a:t>35</a:t>
            </a:fld>
            <a:endParaRPr lang="zh-CN" altLang="en-US"/>
          </a:p>
        </p:txBody>
      </p:sp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8547819"/>
              </p:ext>
            </p:extLst>
          </p:nvPr>
        </p:nvGraphicFramePr>
        <p:xfrm>
          <a:off x="1904746" y="4841157"/>
          <a:ext cx="6486525" cy="1008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21" name="Equation" r:id="rId18" imgW="3022600" imgH="469900" progId="Equation.DSMT4">
                  <p:embed/>
                </p:oleObj>
              </mc:Choice>
              <mc:Fallback>
                <p:oleObj name="Equation" r:id="rId18" imgW="3022600" imgH="469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4746" y="4841157"/>
                        <a:ext cx="6486525" cy="1008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4153953"/>
              </p:ext>
            </p:extLst>
          </p:nvPr>
        </p:nvGraphicFramePr>
        <p:xfrm>
          <a:off x="2349500" y="5724524"/>
          <a:ext cx="2114550" cy="814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22" name="Equation" r:id="rId20" imgW="990170" imgH="380835" progId="Equation.DSMT4">
                  <p:embed/>
                </p:oleObj>
              </mc:Choice>
              <mc:Fallback>
                <p:oleObj name="Equation" r:id="rId20" imgW="990170" imgH="380835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9500" y="5724524"/>
                        <a:ext cx="2114550" cy="814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8026360"/>
              </p:ext>
            </p:extLst>
          </p:nvPr>
        </p:nvGraphicFramePr>
        <p:xfrm>
          <a:off x="4464050" y="5743646"/>
          <a:ext cx="2563813" cy="1004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23" name="Equation" r:id="rId22" imgW="1295400" imgH="508000" progId="Equation.DSMT4">
                  <p:embed/>
                </p:oleObj>
              </mc:Choice>
              <mc:Fallback>
                <p:oleObj name="Equation" r:id="rId22" imgW="1295400" imgH="508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64050" y="5743646"/>
                        <a:ext cx="2563813" cy="1004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9734951"/>
              </p:ext>
            </p:extLst>
          </p:nvPr>
        </p:nvGraphicFramePr>
        <p:xfrm>
          <a:off x="7039768" y="5776264"/>
          <a:ext cx="930275" cy="906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24" name="Equation" r:id="rId24" imgW="419040" imgH="406080" progId="Equation.DSMT4">
                  <p:embed/>
                </p:oleObj>
              </mc:Choice>
              <mc:Fallback>
                <p:oleObj name="Equation" r:id="rId24" imgW="41904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39768" y="5776264"/>
                        <a:ext cx="930275" cy="906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63206235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  <p:bldP spid="12" grpId="0"/>
      <p:bldP spid="14" grpId="0"/>
      <p:bldP spid="16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>
            <a:spLocks noChangeArrowheads="1"/>
          </p:cNvSpPr>
          <p:nvPr/>
        </p:nvSpPr>
        <p:spPr bwMode="auto">
          <a:xfrm>
            <a:off x="2059732" y="643136"/>
            <a:ext cx="12668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于是，</a:t>
            </a:r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5314410"/>
              </p:ext>
            </p:extLst>
          </p:nvPr>
        </p:nvGraphicFramePr>
        <p:xfrm>
          <a:off x="3505944" y="433846"/>
          <a:ext cx="3921125" cy="915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86" name="Equation" r:id="rId4" imgW="1739900" imgH="406400" progId="Equation.DSMT4">
                  <p:embed/>
                </p:oleObj>
              </mc:Choice>
              <mc:Fallback>
                <p:oleObj name="Equation" r:id="rId4" imgW="1739900" imgH="406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944" y="433846"/>
                        <a:ext cx="3921125" cy="915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5659454"/>
              </p:ext>
            </p:extLst>
          </p:nvPr>
        </p:nvGraphicFramePr>
        <p:xfrm>
          <a:off x="2150091" y="1249816"/>
          <a:ext cx="6311900" cy="989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87" name="Equation" r:id="rId6" imgW="2921000" imgH="457200" progId="Equation.DSMT4">
                  <p:embed/>
                </p:oleObj>
              </mc:Choice>
              <mc:Fallback>
                <p:oleObj name="Equation" r:id="rId6" imgW="29210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0091" y="1249816"/>
                        <a:ext cx="6311900" cy="989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1573860"/>
              </p:ext>
            </p:extLst>
          </p:nvPr>
        </p:nvGraphicFramePr>
        <p:xfrm>
          <a:off x="2140816" y="2331510"/>
          <a:ext cx="2917825" cy="1044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88" name="Equation" r:id="rId8" imgW="1384300" imgH="495300" progId="Equation.DSMT4">
                  <p:embed/>
                </p:oleObj>
              </mc:Choice>
              <mc:Fallback>
                <p:oleObj name="Equation" r:id="rId8" imgW="1384300" imgH="4953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0816" y="2331510"/>
                        <a:ext cx="2917825" cy="1044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4778738"/>
              </p:ext>
            </p:extLst>
          </p:nvPr>
        </p:nvGraphicFramePr>
        <p:xfrm>
          <a:off x="5136251" y="2368394"/>
          <a:ext cx="3563938" cy="1044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89" name="Equation" r:id="rId10" imgW="1688367" imgH="495085" progId="Equation.DSMT4">
                  <p:embed/>
                </p:oleObj>
              </mc:Choice>
              <mc:Fallback>
                <p:oleObj name="Equation" r:id="rId10" imgW="1688367" imgH="495085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36251" y="2368394"/>
                        <a:ext cx="3563938" cy="1044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96" name="对象 14"/>
          <p:cNvGraphicFramePr>
            <a:graphicFrameLocks noChangeAspect="1"/>
          </p:cNvGraphicFramePr>
          <p:nvPr/>
        </p:nvGraphicFramePr>
        <p:xfrm>
          <a:off x="7670800" y="3352800"/>
          <a:ext cx="9144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90" name="Equation" r:id="rId12" imgW="437454" imgH="680484" progId="Equation.DSMT4">
                  <p:embed/>
                </p:oleObj>
              </mc:Choice>
              <mc:Fallback>
                <p:oleObj name="Equation" r:id="rId12" imgW="437454" imgH="68048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70800" y="3352800"/>
                        <a:ext cx="914400" cy="203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0928531"/>
              </p:ext>
            </p:extLst>
          </p:nvPr>
        </p:nvGraphicFramePr>
        <p:xfrm>
          <a:off x="2020927" y="3376085"/>
          <a:ext cx="2892425" cy="992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91" name="Equation" r:id="rId14" imgW="1371600" imgH="469900" progId="Equation.DSMT4">
                  <p:embed/>
                </p:oleObj>
              </mc:Choice>
              <mc:Fallback>
                <p:oleObj name="Equation" r:id="rId14" imgW="1371600" imgH="469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0927" y="3376085"/>
                        <a:ext cx="2892425" cy="992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9697131"/>
              </p:ext>
            </p:extLst>
          </p:nvPr>
        </p:nvGraphicFramePr>
        <p:xfrm>
          <a:off x="4946820" y="3366816"/>
          <a:ext cx="2827338" cy="90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92" name="Equation" r:id="rId16" imgW="1308100" imgH="419100" progId="Equation.DSMT4">
                  <p:embed/>
                </p:oleObj>
              </mc:Choice>
              <mc:Fallback>
                <p:oleObj name="Equation" r:id="rId16" imgW="1308100" imgH="419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46820" y="3366816"/>
                        <a:ext cx="2827338" cy="904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6170352"/>
              </p:ext>
            </p:extLst>
          </p:nvPr>
        </p:nvGraphicFramePr>
        <p:xfrm>
          <a:off x="7774158" y="3422843"/>
          <a:ext cx="2359025" cy="793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93" name="Equation" r:id="rId18" imgW="1205977" imgH="406224" progId="Equation.DSMT4">
                  <p:embed/>
                </p:oleObj>
              </mc:Choice>
              <mc:Fallback>
                <p:oleObj name="Equation" r:id="rId18" imgW="1205977" imgH="40622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74158" y="3422843"/>
                        <a:ext cx="2359025" cy="793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5F8BC-3C02-4E82-A6AD-68405BC1CFA0}" type="slidenum">
              <a:rPr lang="zh-CN" altLang="en-US" smtClean="0"/>
              <a:t>36</a:t>
            </a:fld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4913352" y="3376085"/>
            <a:ext cx="5268245" cy="905804"/>
          </a:xfrm>
          <a:prstGeom prst="rect">
            <a:avLst/>
          </a:prstGeom>
          <a:noFill/>
          <a:ln w="317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22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4670597"/>
              </p:ext>
            </p:extLst>
          </p:nvPr>
        </p:nvGraphicFramePr>
        <p:xfrm>
          <a:off x="8610600" y="5645150"/>
          <a:ext cx="3094038" cy="893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94" name="Equation" r:id="rId20" imgW="1409400" imgH="406080" progId="Equation.DSMT4">
                  <p:embed/>
                </p:oleObj>
              </mc:Choice>
              <mc:Fallback>
                <p:oleObj name="Equation" r:id="rId20" imgW="140940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10600" y="5645150"/>
                        <a:ext cx="3094038" cy="893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" name="组合 14"/>
          <p:cNvGrpSpPr/>
          <p:nvPr/>
        </p:nvGrpSpPr>
        <p:grpSpPr>
          <a:xfrm>
            <a:off x="1698686" y="4568958"/>
            <a:ext cx="9341961" cy="1850421"/>
            <a:chOff x="1698686" y="4568958"/>
            <a:chExt cx="9341961" cy="1850421"/>
          </a:xfrm>
        </p:grpSpPr>
        <p:graphicFrame>
          <p:nvGraphicFramePr>
            <p:cNvPr id="19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30342216"/>
                </p:ext>
              </p:extLst>
            </p:nvPr>
          </p:nvGraphicFramePr>
          <p:xfrm>
            <a:off x="2601497" y="4587405"/>
            <a:ext cx="8439150" cy="4968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395" name="Equation" r:id="rId22" imgW="3670200" imgH="215640" progId="Equation.DSMT4">
                    <p:embed/>
                  </p:oleObj>
                </mc:Choice>
                <mc:Fallback>
                  <p:oleObj name="Equation" r:id="rId22" imgW="3670200" imgH="2156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01497" y="4587405"/>
                          <a:ext cx="8439150" cy="4968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" name="对象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82765900"/>
                </p:ext>
              </p:extLst>
            </p:nvPr>
          </p:nvGraphicFramePr>
          <p:xfrm>
            <a:off x="1836495" y="5084292"/>
            <a:ext cx="5295900" cy="838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396" name="Equation" r:id="rId24" imgW="2412720" imgH="380880" progId="Equation.DSMT4">
                    <p:embed/>
                  </p:oleObj>
                </mc:Choice>
                <mc:Fallback>
                  <p:oleObj name="Equation" r:id="rId24" imgW="2412720" imgH="380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36495" y="5084292"/>
                          <a:ext cx="5295900" cy="838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" name="对象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12559184"/>
                </p:ext>
              </p:extLst>
            </p:nvPr>
          </p:nvGraphicFramePr>
          <p:xfrm>
            <a:off x="1747577" y="5878042"/>
            <a:ext cx="6092825" cy="5413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397" name="Equation" r:id="rId26" imgW="2717640" imgH="241200" progId="Equation.DSMT4">
                    <p:embed/>
                  </p:oleObj>
                </mc:Choice>
                <mc:Fallback>
                  <p:oleObj name="Equation" r:id="rId26" imgW="271764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47577" y="5878042"/>
                          <a:ext cx="6092825" cy="5413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文本框 3"/>
            <p:cNvSpPr txBox="1"/>
            <p:nvPr/>
          </p:nvSpPr>
          <p:spPr>
            <a:xfrm>
              <a:off x="1698686" y="4568958"/>
              <a:ext cx="90281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b="1" dirty="0">
                  <a:solidFill>
                    <a:srgbClr val="FF0000"/>
                  </a:solidFill>
                </a:rPr>
                <a:t>练习</a:t>
              </a:r>
            </a:p>
          </p:txBody>
        </p:sp>
        <p:graphicFrame>
          <p:nvGraphicFramePr>
            <p:cNvPr id="23" name="对象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3280232"/>
                </p:ext>
              </p:extLst>
            </p:nvPr>
          </p:nvGraphicFramePr>
          <p:xfrm>
            <a:off x="7315370" y="5089528"/>
            <a:ext cx="2817813" cy="9128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398" name="Equation" r:id="rId28" imgW="1257120" imgH="406080" progId="Equation.DSMT4">
                    <p:embed/>
                  </p:oleObj>
                </mc:Choice>
                <mc:Fallback>
                  <p:oleObj name="Equation" r:id="rId28" imgW="1257120" imgH="4060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315370" y="5089528"/>
                          <a:ext cx="2817813" cy="9128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4952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3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HASREMARK" val="True"/>
  <p:tag name="PROBLEMSCORE" val="5.0"/>
  <p:tag name="PROBLEMBLANK" val="[{&quot;Num&quot;:1,&quot;Score&quot;:5.0,&quot;Answers&quot;:[&quot;2&quot;],&quot;CaseSensitive&quot;:false,&quot;FuzzyMatch&quot;:false}]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3" val="PRODUCTVERSIONTIP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3276</TotalTime>
  <Words>1117</Words>
  <Application>Microsoft Office PowerPoint</Application>
  <PresentationFormat>宽屏</PresentationFormat>
  <Paragraphs>278</Paragraphs>
  <Slides>36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36</vt:i4>
      </vt:variant>
    </vt:vector>
  </HeadingPairs>
  <TitlesOfParts>
    <vt:vector size="50" baseType="lpstr">
      <vt:lpstr>黑体</vt:lpstr>
      <vt:lpstr>华文宋体</vt:lpstr>
      <vt:lpstr>华文行楷</vt:lpstr>
      <vt:lpstr>隶书</vt:lpstr>
      <vt:lpstr>宋体</vt:lpstr>
      <vt:lpstr>Microsoft Yahei</vt:lpstr>
      <vt:lpstr>Arial</vt:lpstr>
      <vt:lpstr>Calibri</vt:lpstr>
      <vt:lpstr>Calibri Light</vt:lpstr>
      <vt:lpstr>Times New Roman</vt:lpstr>
      <vt:lpstr>Office 主题</vt:lpstr>
      <vt:lpstr>Equation</vt:lpstr>
      <vt:lpstr>公式</vt:lpstr>
      <vt:lpstr>BMP 图象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dell</dc:creator>
  <cp:lastModifiedBy>Wenzhuang</cp:lastModifiedBy>
  <cp:revision>64</cp:revision>
  <dcterms:created xsi:type="dcterms:W3CDTF">2020-02-22T00:48:38Z</dcterms:created>
  <dcterms:modified xsi:type="dcterms:W3CDTF">2022-08-14T13:27:25Z</dcterms:modified>
</cp:coreProperties>
</file>