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309" r:id="rId10"/>
    <p:sldId id="269" r:id="rId11"/>
    <p:sldId id="270" r:id="rId12"/>
    <p:sldId id="271" r:id="rId13"/>
    <p:sldId id="272" r:id="rId14"/>
    <p:sldId id="310" r:id="rId15"/>
    <p:sldId id="273" r:id="rId16"/>
    <p:sldId id="274" r:id="rId17"/>
    <p:sldId id="292" r:id="rId18"/>
    <p:sldId id="293" r:id="rId19"/>
    <p:sldId id="294" r:id="rId20"/>
    <p:sldId id="295" r:id="rId21"/>
    <p:sldId id="296" r:id="rId22"/>
    <p:sldId id="297" r:id="rId23"/>
    <p:sldId id="306" r:id="rId24"/>
    <p:sldId id="307" r:id="rId25"/>
    <p:sldId id="299" r:id="rId26"/>
    <p:sldId id="300" r:id="rId27"/>
    <p:sldId id="301" r:id="rId28"/>
    <p:sldId id="302" r:id="rId29"/>
    <p:sldId id="303" r:id="rId30"/>
    <p:sldId id="308" r:id="rId31"/>
    <p:sldId id="311" r:id="rId32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114" d="100"/>
          <a:sy n="114" d="100"/>
        </p:scale>
        <p:origin x="108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w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7.w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image" Target="../media/image15.emf"/><Relationship Id="rId6" Type="http://schemas.openxmlformats.org/officeDocument/2006/relationships/image" Target="../media/image20.wmf"/><Relationship Id="rId11" Type="http://schemas.openxmlformats.org/officeDocument/2006/relationships/image" Target="../media/image25.emf"/><Relationship Id="rId5" Type="http://schemas.openxmlformats.org/officeDocument/2006/relationships/image" Target="../media/image19.wmf"/><Relationship Id="rId10" Type="http://schemas.openxmlformats.org/officeDocument/2006/relationships/image" Target="../media/image24.emf"/><Relationship Id="rId4" Type="http://schemas.openxmlformats.org/officeDocument/2006/relationships/image" Target="../media/image18.wmf"/><Relationship Id="rId9" Type="http://schemas.openxmlformats.org/officeDocument/2006/relationships/image" Target="../media/image23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w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31.wmf"/><Relationship Id="rId5" Type="http://schemas.openxmlformats.org/officeDocument/2006/relationships/image" Target="../media/image30.emf"/><Relationship Id="rId10" Type="http://schemas.openxmlformats.org/officeDocument/2006/relationships/image" Target="../media/image35.wmf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image" Target="../media/image48.emf"/><Relationship Id="rId3" Type="http://schemas.openxmlformats.org/officeDocument/2006/relationships/image" Target="../media/image38.emf"/><Relationship Id="rId7" Type="http://schemas.openxmlformats.org/officeDocument/2006/relationships/image" Target="../media/image42.emf"/><Relationship Id="rId12" Type="http://schemas.openxmlformats.org/officeDocument/2006/relationships/image" Target="../media/image47.emf"/><Relationship Id="rId17" Type="http://schemas.openxmlformats.org/officeDocument/2006/relationships/image" Target="../media/image52.emf"/><Relationship Id="rId2" Type="http://schemas.openxmlformats.org/officeDocument/2006/relationships/image" Target="../media/image37.wmf"/><Relationship Id="rId16" Type="http://schemas.openxmlformats.org/officeDocument/2006/relationships/image" Target="../media/image51.emf"/><Relationship Id="rId1" Type="http://schemas.openxmlformats.org/officeDocument/2006/relationships/image" Target="../media/image36.emf"/><Relationship Id="rId6" Type="http://schemas.openxmlformats.org/officeDocument/2006/relationships/image" Target="../media/image41.wmf"/><Relationship Id="rId11" Type="http://schemas.openxmlformats.org/officeDocument/2006/relationships/image" Target="../media/image46.emf"/><Relationship Id="rId5" Type="http://schemas.openxmlformats.org/officeDocument/2006/relationships/image" Target="../media/image40.wmf"/><Relationship Id="rId15" Type="http://schemas.openxmlformats.org/officeDocument/2006/relationships/image" Target="../media/image50.emf"/><Relationship Id="rId10" Type="http://schemas.openxmlformats.org/officeDocument/2006/relationships/image" Target="../media/image45.emf"/><Relationship Id="rId4" Type="http://schemas.openxmlformats.org/officeDocument/2006/relationships/image" Target="../media/image39.emf"/><Relationship Id="rId9" Type="http://schemas.openxmlformats.org/officeDocument/2006/relationships/image" Target="../media/image44.emf"/><Relationship Id="rId14" Type="http://schemas.openxmlformats.org/officeDocument/2006/relationships/image" Target="../media/image49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image" Target="../media/image55.emf"/><Relationship Id="rId7" Type="http://schemas.openxmlformats.org/officeDocument/2006/relationships/image" Target="../media/image59.emf"/><Relationship Id="rId12" Type="http://schemas.openxmlformats.org/officeDocument/2006/relationships/image" Target="../media/image64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Relationship Id="rId6" Type="http://schemas.openxmlformats.org/officeDocument/2006/relationships/image" Target="../media/image58.emf"/><Relationship Id="rId11" Type="http://schemas.openxmlformats.org/officeDocument/2006/relationships/image" Target="../media/image63.emf"/><Relationship Id="rId5" Type="http://schemas.openxmlformats.org/officeDocument/2006/relationships/image" Target="../media/image57.emf"/><Relationship Id="rId10" Type="http://schemas.openxmlformats.org/officeDocument/2006/relationships/image" Target="../media/image62.emf"/><Relationship Id="rId4" Type="http://schemas.openxmlformats.org/officeDocument/2006/relationships/image" Target="../media/image56.emf"/><Relationship Id="rId9" Type="http://schemas.openxmlformats.org/officeDocument/2006/relationships/image" Target="../media/image61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4" Type="http://schemas.openxmlformats.org/officeDocument/2006/relationships/image" Target="../media/image68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1.wmf"/><Relationship Id="rId7" Type="http://schemas.openxmlformats.org/officeDocument/2006/relationships/image" Target="../media/image75.emf"/><Relationship Id="rId2" Type="http://schemas.openxmlformats.org/officeDocument/2006/relationships/image" Target="../media/image70.emf"/><Relationship Id="rId1" Type="http://schemas.openxmlformats.org/officeDocument/2006/relationships/image" Target="../media/image69.emf"/><Relationship Id="rId6" Type="http://schemas.openxmlformats.org/officeDocument/2006/relationships/image" Target="../media/image74.emf"/><Relationship Id="rId5" Type="http://schemas.openxmlformats.org/officeDocument/2006/relationships/image" Target="../media/image73.emf"/><Relationship Id="rId4" Type="http://schemas.openxmlformats.org/officeDocument/2006/relationships/image" Target="../media/image72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3" Type="http://schemas.openxmlformats.org/officeDocument/2006/relationships/image" Target="../media/image79.wmf"/><Relationship Id="rId7" Type="http://schemas.openxmlformats.org/officeDocument/2006/relationships/image" Target="../media/image83.emf"/><Relationship Id="rId2" Type="http://schemas.openxmlformats.org/officeDocument/2006/relationships/image" Target="../media/image78.wmf"/><Relationship Id="rId1" Type="http://schemas.openxmlformats.org/officeDocument/2006/relationships/image" Target="../media/image77.e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Relationship Id="rId9" Type="http://schemas.openxmlformats.org/officeDocument/2006/relationships/image" Target="../media/image85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3" Type="http://schemas.openxmlformats.org/officeDocument/2006/relationships/image" Target="../media/image88.emf"/><Relationship Id="rId7" Type="http://schemas.openxmlformats.org/officeDocument/2006/relationships/image" Target="../media/image92.emf"/><Relationship Id="rId2" Type="http://schemas.openxmlformats.org/officeDocument/2006/relationships/image" Target="../media/image87.emf"/><Relationship Id="rId1" Type="http://schemas.openxmlformats.org/officeDocument/2006/relationships/image" Target="../media/image86.emf"/><Relationship Id="rId6" Type="http://schemas.openxmlformats.org/officeDocument/2006/relationships/image" Target="../media/image91.emf"/><Relationship Id="rId11" Type="http://schemas.openxmlformats.org/officeDocument/2006/relationships/image" Target="../media/image96.emf"/><Relationship Id="rId5" Type="http://schemas.openxmlformats.org/officeDocument/2006/relationships/image" Target="../media/image90.emf"/><Relationship Id="rId10" Type="http://schemas.openxmlformats.org/officeDocument/2006/relationships/image" Target="../media/image95.emf"/><Relationship Id="rId4" Type="http://schemas.openxmlformats.org/officeDocument/2006/relationships/image" Target="../media/image89.emf"/><Relationship Id="rId9" Type="http://schemas.openxmlformats.org/officeDocument/2006/relationships/image" Target="../media/image94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3" Type="http://schemas.openxmlformats.org/officeDocument/2006/relationships/image" Target="../media/image99.wmf"/><Relationship Id="rId7" Type="http://schemas.openxmlformats.org/officeDocument/2006/relationships/image" Target="../media/image103.emf"/><Relationship Id="rId2" Type="http://schemas.openxmlformats.org/officeDocument/2006/relationships/image" Target="../media/image98.wmf"/><Relationship Id="rId1" Type="http://schemas.openxmlformats.org/officeDocument/2006/relationships/image" Target="../media/image97.emf"/><Relationship Id="rId6" Type="http://schemas.openxmlformats.org/officeDocument/2006/relationships/image" Target="../media/image102.emf"/><Relationship Id="rId5" Type="http://schemas.openxmlformats.org/officeDocument/2006/relationships/image" Target="../media/image101.emf"/><Relationship Id="rId4" Type="http://schemas.openxmlformats.org/officeDocument/2006/relationships/image" Target="../media/image100.emf"/><Relationship Id="rId9" Type="http://schemas.openxmlformats.org/officeDocument/2006/relationships/image" Target="../media/image10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4" Type="http://schemas.openxmlformats.org/officeDocument/2006/relationships/image" Target="../media/image6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emf"/><Relationship Id="rId13" Type="http://schemas.openxmlformats.org/officeDocument/2006/relationships/image" Target="../media/image121.emf"/><Relationship Id="rId18" Type="http://schemas.openxmlformats.org/officeDocument/2006/relationships/image" Target="../media/image126.emf"/><Relationship Id="rId3" Type="http://schemas.openxmlformats.org/officeDocument/2006/relationships/image" Target="../media/image111.emf"/><Relationship Id="rId7" Type="http://schemas.openxmlformats.org/officeDocument/2006/relationships/image" Target="../media/image115.emf"/><Relationship Id="rId12" Type="http://schemas.openxmlformats.org/officeDocument/2006/relationships/image" Target="../media/image120.emf"/><Relationship Id="rId17" Type="http://schemas.openxmlformats.org/officeDocument/2006/relationships/image" Target="../media/image125.emf"/><Relationship Id="rId2" Type="http://schemas.openxmlformats.org/officeDocument/2006/relationships/image" Target="../media/image110.emf"/><Relationship Id="rId16" Type="http://schemas.openxmlformats.org/officeDocument/2006/relationships/image" Target="../media/image124.emf"/><Relationship Id="rId1" Type="http://schemas.openxmlformats.org/officeDocument/2006/relationships/image" Target="../media/image109.wmf"/><Relationship Id="rId6" Type="http://schemas.openxmlformats.org/officeDocument/2006/relationships/image" Target="../media/image114.emf"/><Relationship Id="rId11" Type="http://schemas.openxmlformats.org/officeDocument/2006/relationships/image" Target="../media/image119.emf"/><Relationship Id="rId5" Type="http://schemas.openxmlformats.org/officeDocument/2006/relationships/image" Target="../media/image113.emf"/><Relationship Id="rId15" Type="http://schemas.openxmlformats.org/officeDocument/2006/relationships/image" Target="../media/image123.emf"/><Relationship Id="rId10" Type="http://schemas.openxmlformats.org/officeDocument/2006/relationships/image" Target="../media/image118.emf"/><Relationship Id="rId4" Type="http://schemas.openxmlformats.org/officeDocument/2006/relationships/image" Target="../media/image112.emf"/><Relationship Id="rId9" Type="http://schemas.openxmlformats.org/officeDocument/2006/relationships/image" Target="../media/image117.emf"/><Relationship Id="rId14" Type="http://schemas.openxmlformats.org/officeDocument/2006/relationships/image" Target="../media/image122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emf"/><Relationship Id="rId13" Type="http://schemas.openxmlformats.org/officeDocument/2006/relationships/image" Target="../media/image139.emf"/><Relationship Id="rId3" Type="http://schemas.openxmlformats.org/officeDocument/2006/relationships/image" Target="../media/image129.emf"/><Relationship Id="rId7" Type="http://schemas.openxmlformats.org/officeDocument/2006/relationships/image" Target="../media/image133.emf"/><Relationship Id="rId12" Type="http://schemas.openxmlformats.org/officeDocument/2006/relationships/image" Target="../media/image138.emf"/><Relationship Id="rId2" Type="http://schemas.openxmlformats.org/officeDocument/2006/relationships/image" Target="../media/image128.emf"/><Relationship Id="rId1" Type="http://schemas.openxmlformats.org/officeDocument/2006/relationships/image" Target="../media/image127.emf"/><Relationship Id="rId6" Type="http://schemas.openxmlformats.org/officeDocument/2006/relationships/image" Target="../media/image132.emf"/><Relationship Id="rId11" Type="http://schemas.openxmlformats.org/officeDocument/2006/relationships/image" Target="../media/image137.emf"/><Relationship Id="rId5" Type="http://schemas.openxmlformats.org/officeDocument/2006/relationships/image" Target="../media/image131.emf"/><Relationship Id="rId10" Type="http://schemas.openxmlformats.org/officeDocument/2006/relationships/image" Target="../media/image136.emf"/><Relationship Id="rId4" Type="http://schemas.openxmlformats.org/officeDocument/2006/relationships/image" Target="../media/image130.emf"/><Relationship Id="rId9" Type="http://schemas.openxmlformats.org/officeDocument/2006/relationships/image" Target="../media/image135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emf"/><Relationship Id="rId1" Type="http://schemas.openxmlformats.org/officeDocument/2006/relationships/image" Target="../media/image140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emf"/><Relationship Id="rId3" Type="http://schemas.openxmlformats.org/officeDocument/2006/relationships/image" Target="../media/image145.emf"/><Relationship Id="rId7" Type="http://schemas.openxmlformats.org/officeDocument/2006/relationships/image" Target="../media/image149.emf"/><Relationship Id="rId2" Type="http://schemas.openxmlformats.org/officeDocument/2006/relationships/image" Target="../media/image144.emf"/><Relationship Id="rId1" Type="http://schemas.openxmlformats.org/officeDocument/2006/relationships/image" Target="../media/image143.emf"/><Relationship Id="rId6" Type="http://schemas.openxmlformats.org/officeDocument/2006/relationships/image" Target="../media/image148.emf"/><Relationship Id="rId5" Type="http://schemas.openxmlformats.org/officeDocument/2006/relationships/image" Target="../media/image147.emf"/><Relationship Id="rId10" Type="http://schemas.openxmlformats.org/officeDocument/2006/relationships/image" Target="../media/image152.emf"/><Relationship Id="rId4" Type="http://schemas.openxmlformats.org/officeDocument/2006/relationships/image" Target="../media/image146.emf"/><Relationship Id="rId9" Type="http://schemas.openxmlformats.org/officeDocument/2006/relationships/image" Target="../media/image151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3" Type="http://schemas.openxmlformats.org/officeDocument/2006/relationships/image" Target="../media/image155.emf"/><Relationship Id="rId7" Type="http://schemas.openxmlformats.org/officeDocument/2006/relationships/image" Target="../media/image159.wmf"/><Relationship Id="rId12" Type="http://schemas.openxmlformats.org/officeDocument/2006/relationships/image" Target="../media/image164.wmf"/><Relationship Id="rId2" Type="http://schemas.openxmlformats.org/officeDocument/2006/relationships/image" Target="../media/image154.emf"/><Relationship Id="rId1" Type="http://schemas.openxmlformats.org/officeDocument/2006/relationships/image" Target="../media/image153.emf"/><Relationship Id="rId6" Type="http://schemas.openxmlformats.org/officeDocument/2006/relationships/image" Target="../media/image158.wmf"/><Relationship Id="rId11" Type="http://schemas.openxmlformats.org/officeDocument/2006/relationships/image" Target="../media/image163.wmf"/><Relationship Id="rId5" Type="http://schemas.openxmlformats.org/officeDocument/2006/relationships/image" Target="../media/image157.wmf"/><Relationship Id="rId10" Type="http://schemas.openxmlformats.org/officeDocument/2006/relationships/image" Target="../media/image162.wmf"/><Relationship Id="rId4" Type="http://schemas.openxmlformats.org/officeDocument/2006/relationships/image" Target="../media/image156.emf"/><Relationship Id="rId9" Type="http://schemas.openxmlformats.org/officeDocument/2006/relationships/image" Target="../media/image161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emf"/><Relationship Id="rId13" Type="http://schemas.openxmlformats.org/officeDocument/2006/relationships/image" Target="../media/image177.wmf"/><Relationship Id="rId18" Type="http://schemas.openxmlformats.org/officeDocument/2006/relationships/image" Target="../media/image182.emf"/><Relationship Id="rId3" Type="http://schemas.openxmlformats.org/officeDocument/2006/relationships/image" Target="../media/image167.emf"/><Relationship Id="rId7" Type="http://schemas.openxmlformats.org/officeDocument/2006/relationships/image" Target="../media/image171.emf"/><Relationship Id="rId12" Type="http://schemas.openxmlformats.org/officeDocument/2006/relationships/image" Target="../media/image176.wmf"/><Relationship Id="rId17" Type="http://schemas.openxmlformats.org/officeDocument/2006/relationships/image" Target="../media/image181.wmf"/><Relationship Id="rId2" Type="http://schemas.openxmlformats.org/officeDocument/2006/relationships/image" Target="../media/image166.emf"/><Relationship Id="rId16" Type="http://schemas.openxmlformats.org/officeDocument/2006/relationships/image" Target="../media/image180.wmf"/><Relationship Id="rId1" Type="http://schemas.openxmlformats.org/officeDocument/2006/relationships/image" Target="../media/image165.emf"/><Relationship Id="rId6" Type="http://schemas.openxmlformats.org/officeDocument/2006/relationships/image" Target="../media/image170.emf"/><Relationship Id="rId11" Type="http://schemas.openxmlformats.org/officeDocument/2006/relationships/image" Target="../media/image175.wmf"/><Relationship Id="rId5" Type="http://schemas.openxmlformats.org/officeDocument/2006/relationships/image" Target="../media/image169.wmf"/><Relationship Id="rId15" Type="http://schemas.openxmlformats.org/officeDocument/2006/relationships/image" Target="../media/image179.wmf"/><Relationship Id="rId10" Type="http://schemas.openxmlformats.org/officeDocument/2006/relationships/image" Target="../media/image174.emf"/><Relationship Id="rId4" Type="http://schemas.openxmlformats.org/officeDocument/2006/relationships/image" Target="../media/image168.emf"/><Relationship Id="rId9" Type="http://schemas.openxmlformats.org/officeDocument/2006/relationships/image" Target="../media/image173.emf"/><Relationship Id="rId14" Type="http://schemas.openxmlformats.org/officeDocument/2006/relationships/image" Target="../media/image178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emf"/><Relationship Id="rId2" Type="http://schemas.openxmlformats.org/officeDocument/2006/relationships/image" Target="../media/image184.emf"/><Relationship Id="rId1" Type="http://schemas.openxmlformats.org/officeDocument/2006/relationships/image" Target="../media/image183.emf"/><Relationship Id="rId4" Type="http://schemas.openxmlformats.org/officeDocument/2006/relationships/image" Target="../media/image186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emf"/><Relationship Id="rId3" Type="http://schemas.openxmlformats.org/officeDocument/2006/relationships/image" Target="../media/image189.emf"/><Relationship Id="rId7" Type="http://schemas.openxmlformats.org/officeDocument/2006/relationships/image" Target="../media/image193.emf"/><Relationship Id="rId12" Type="http://schemas.openxmlformats.org/officeDocument/2006/relationships/image" Target="../media/image198.emf"/><Relationship Id="rId2" Type="http://schemas.openxmlformats.org/officeDocument/2006/relationships/image" Target="../media/image188.emf"/><Relationship Id="rId1" Type="http://schemas.openxmlformats.org/officeDocument/2006/relationships/image" Target="../media/image187.emf"/><Relationship Id="rId6" Type="http://schemas.openxmlformats.org/officeDocument/2006/relationships/image" Target="../media/image192.emf"/><Relationship Id="rId11" Type="http://schemas.openxmlformats.org/officeDocument/2006/relationships/image" Target="../media/image197.emf"/><Relationship Id="rId5" Type="http://schemas.openxmlformats.org/officeDocument/2006/relationships/image" Target="../media/image191.emf"/><Relationship Id="rId10" Type="http://schemas.openxmlformats.org/officeDocument/2006/relationships/image" Target="../media/image196.wmf"/><Relationship Id="rId4" Type="http://schemas.openxmlformats.org/officeDocument/2006/relationships/image" Target="../media/image190.emf"/><Relationship Id="rId9" Type="http://schemas.openxmlformats.org/officeDocument/2006/relationships/image" Target="../media/image195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3" Type="http://schemas.openxmlformats.org/officeDocument/2006/relationships/image" Target="../media/image200.wmf"/><Relationship Id="rId7" Type="http://schemas.openxmlformats.org/officeDocument/2006/relationships/image" Target="../media/image204.wmf"/><Relationship Id="rId2" Type="http://schemas.openxmlformats.org/officeDocument/2006/relationships/image" Target="../media/image199.wmf"/><Relationship Id="rId1" Type="http://schemas.openxmlformats.org/officeDocument/2006/relationships/image" Target="../media/image189.emf"/><Relationship Id="rId6" Type="http://schemas.openxmlformats.org/officeDocument/2006/relationships/image" Target="../media/image203.wmf"/><Relationship Id="rId5" Type="http://schemas.openxmlformats.org/officeDocument/2006/relationships/image" Target="../media/image202.wmf"/><Relationship Id="rId10" Type="http://schemas.openxmlformats.org/officeDocument/2006/relationships/image" Target="../media/image198.emf"/><Relationship Id="rId4" Type="http://schemas.openxmlformats.org/officeDocument/2006/relationships/image" Target="../media/image201.wmf"/><Relationship Id="rId9" Type="http://schemas.openxmlformats.org/officeDocument/2006/relationships/image" Target="../media/image206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3" Type="http://schemas.openxmlformats.org/officeDocument/2006/relationships/image" Target="../media/image208.wmf"/><Relationship Id="rId7" Type="http://schemas.openxmlformats.org/officeDocument/2006/relationships/image" Target="../media/image211.wmf"/><Relationship Id="rId2" Type="http://schemas.openxmlformats.org/officeDocument/2006/relationships/image" Target="../media/image207.wmf"/><Relationship Id="rId1" Type="http://schemas.openxmlformats.org/officeDocument/2006/relationships/image" Target="../media/image189.emf"/><Relationship Id="rId6" Type="http://schemas.openxmlformats.org/officeDocument/2006/relationships/image" Target="../media/image210.wmf"/><Relationship Id="rId5" Type="http://schemas.openxmlformats.org/officeDocument/2006/relationships/image" Target="../media/image209.wmf"/><Relationship Id="rId4" Type="http://schemas.openxmlformats.org/officeDocument/2006/relationships/image" Target="../media/image198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emf"/><Relationship Id="rId13" Type="http://schemas.openxmlformats.org/officeDocument/2006/relationships/image" Target="../media/image225.emf"/><Relationship Id="rId18" Type="http://schemas.openxmlformats.org/officeDocument/2006/relationships/image" Target="../media/image230.emf"/><Relationship Id="rId26" Type="http://schemas.openxmlformats.org/officeDocument/2006/relationships/image" Target="../media/image238.emf"/><Relationship Id="rId3" Type="http://schemas.openxmlformats.org/officeDocument/2006/relationships/image" Target="../media/image215.emf"/><Relationship Id="rId21" Type="http://schemas.openxmlformats.org/officeDocument/2006/relationships/image" Target="../media/image233.emf"/><Relationship Id="rId7" Type="http://schemas.openxmlformats.org/officeDocument/2006/relationships/image" Target="../media/image219.emf"/><Relationship Id="rId12" Type="http://schemas.openxmlformats.org/officeDocument/2006/relationships/image" Target="../media/image224.emf"/><Relationship Id="rId17" Type="http://schemas.openxmlformats.org/officeDocument/2006/relationships/image" Target="../media/image229.emf"/><Relationship Id="rId25" Type="http://schemas.openxmlformats.org/officeDocument/2006/relationships/image" Target="../media/image237.emf"/><Relationship Id="rId2" Type="http://schemas.openxmlformats.org/officeDocument/2006/relationships/image" Target="../media/image214.emf"/><Relationship Id="rId16" Type="http://schemas.openxmlformats.org/officeDocument/2006/relationships/image" Target="../media/image228.emf"/><Relationship Id="rId20" Type="http://schemas.openxmlformats.org/officeDocument/2006/relationships/image" Target="../media/image232.emf"/><Relationship Id="rId29" Type="http://schemas.openxmlformats.org/officeDocument/2006/relationships/image" Target="../media/image241.emf"/><Relationship Id="rId1" Type="http://schemas.openxmlformats.org/officeDocument/2006/relationships/image" Target="../media/image213.emf"/><Relationship Id="rId6" Type="http://schemas.openxmlformats.org/officeDocument/2006/relationships/image" Target="../media/image218.emf"/><Relationship Id="rId11" Type="http://schemas.openxmlformats.org/officeDocument/2006/relationships/image" Target="../media/image223.emf"/><Relationship Id="rId24" Type="http://schemas.openxmlformats.org/officeDocument/2006/relationships/image" Target="../media/image236.emf"/><Relationship Id="rId5" Type="http://schemas.openxmlformats.org/officeDocument/2006/relationships/image" Target="../media/image217.emf"/><Relationship Id="rId15" Type="http://schemas.openxmlformats.org/officeDocument/2006/relationships/image" Target="../media/image227.emf"/><Relationship Id="rId23" Type="http://schemas.openxmlformats.org/officeDocument/2006/relationships/image" Target="../media/image235.emf"/><Relationship Id="rId28" Type="http://schemas.openxmlformats.org/officeDocument/2006/relationships/image" Target="../media/image240.emf"/><Relationship Id="rId10" Type="http://schemas.openxmlformats.org/officeDocument/2006/relationships/image" Target="../media/image222.emf"/><Relationship Id="rId19" Type="http://schemas.openxmlformats.org/officeDocument/2006/relationships/image" Target="../media/image231.emf"/><Relationship Id="rId4" Type="http://schemas.openxmlformats.org/officeDocument/2006/relationships/image" Target="../media/image216.emf"/><Relationship Id="rId9" Type="http://schemas.openxmlformats.org/officeDocument/2006/relationships/image" Target="../media/image221.emf"/><Relationship Id="rId14" Type="http://schemas.openxmlformats.org/officeDocument/2006/relationships/image" Target="../media/image226.emf"/><Relationship Id="rId22" Type="http://schemas.openxmlformats.org/officeDocument/2006/relationships/image" Target="../media/image234.emf"/><Relationship Id="rId27" Type="http://schemas.openxmlformats.org/officeDocument/2006/relationships/image" Target="../media/image239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emf"/><Relationship Id="rId13" Type="http://schemas.openxmlformats.org/officeDocument/2006/relationships/image" Target="../media/image254.emf"/><Relationship Id="rId3" Type="http://schemas.openxmlformats.org/officeDocument/2006/relationships/image" Target="../media/image244.emf"/><Relationship Id="rId7" Type="http://schemas.openxmlformats.org/officeDocument/2006/relationships/image" Target="../media/image248.emf"/><Relationship Id="rId12" Type="http://schemas.openxmlformats.org/officeDocument/2006/relationships/image" Target="../media/image253.emf"/><Relationship Id="rId2" Type="http://schemas.openxmlformats.org/officeDocument/2006/relationships/image" Target="../media/image243.emf"/><Relationship Id="rId1" Type="http://schemas.openxmlformats.org/officeDocument/2006/relationships/image" Target="../media/image242.emf"/><Relationship Id="rId6" Type="http://schemas.openxmlformats.org/officeDocument/2006/relationships/image" Target="../media/image247.emf"/><Relationship Id="rId11" Type="http://schemas.openxmlformats.org/officeDocument/2006/relationships/image" Target="../media/image252.emf"/><Relationship Id="rId5" Type="http://schemas.openxmlformats.org/officeDocument/2006/relationships/image" Target="../media/image246.emf"/><Relationship Id="rId10" Type="http://schemas.openxmlformats.org/officeDocument/2006/relationships/image" Target="../media/image251.emf"/><Relationship Id="rId4" Type="http://schemas.openxmlformats.org/officeDocument/2006/relationships/image" Target="../media/image245.wmf"/><Relationship Id="rId9" Type="http://schemas.openxmlformats.org/officeDocument/2006/relationships/image" Target="../media/image250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13" Type="http://schemas.openxmlformats.org/officeDocument/2006/relationships/image" Target="../media/image267.emf"/><Relationship Id="rId3" Type="http://schemas.openxmlformats.org/officeDocument/2006/relationships/image" Target="../media/image257.emf"/><Relationship Id="rId7" Type="http://schemas.openxmlformats.org/officeDocument/2006/relationships/image" Target="../media/image261.wmf"/><Relationship Id="rId12" Type="http://schemas.openxmlformats.org/officeDocument/2006/relationships/image" Target="../media/image266.emf"/><Relationship Id="rId2" Type="http://schemas.openxmlformats.org/officeDocument/2006/relationships/image" Target="../media/image256.emf"/><Relationship Id="rId1" Type="http://schemas.openxmlformats.org/officeDocument/2006/relationships/image" Target="../media/image255.emf"/><Relationship Id="rId6" Type="http://schemas.openxmlformats.org/officeDocument/2006/relationships/image" Target="../media/image260.emf"/><Relationship Id="rId11" Type="http://schemas.openxmlformats.org/officeDocument/2006/relationships/image" Target="../media/image265.emf"/><Relationship Id="rId5" Type="http://schemas.openxmlformats.org/officeDocument/2006/relationships/image" Target="../media/image259.emf"/><Relationship Id="rId15" Type="http://schemas.openxmlformats.org/officeDocument/2006/relationships/image" Target="../media/image269.emf"/><Relationship Id="rId10" Type="http://schemas.openxmlformats.org/officeDocument/2006/relationships/image" Target="../media/image264.emf"/><Relationship Id="rId4" Type="http://schemas.openxmlformats.org/officeDocument/2006/relationships/image" Target="../media/image258.wmf"/><Relationship Id="rId9" Type="http://schemas.openxmlformats.org/officeDocument/2006/relationships/image" Target="../media/image263.emf"/><Relationship Id="rId14" Type="http://schemas.openxmlformats.org/officeDocument/2006/relationships/image" Target="../media/image268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emf"/><Relationship Id="rId13" Type="http://schemas.openxmlformats.org/officeDocument/2006/relationships/image" Target="../media/image282.wmf"/><Relationship Id="rId18" Type="http://schemas.openxmlformats.org/officeDocument/2006/relationships/image" Target="../media/image287.wmf"/><Relationship Id="rId3" Type="http://schemas.openxmlformats.org/officeDocument/2006/relationships/image" Target="../media/image272.wmf"/><Relationship Id="rId7" Type="http://schemas.openxmlformats.org/officeDocument/2006/relationships/image" Target="../media/image276.emf"/><Relationship Id="rId12" Type="http://schemas.openxmlformats.org/officeDocument/2006/relationships/image" Target="../media/image281.emf"/><Relationship Id="rId17" Type="http://schemas.openxmlformats.org/officeDocument/2006/relationships/image" Target="../media/image286.wmf"/><Relationship Id="rId2" Type="http://schemas.openxmlformats.org/officeDocument/2006/relationships/image" Target="../media/image271.wmf"/><Relationship Id="rId16" Type="http://schemas.openxmlformats.org/officeDocument/2006/relationships/image" Target="../media/image285.emf"/><Relationship Id="rId1" Type="http://schemas.openxmlformats.org/officeDocument/2006/relationships/image" Target="../media/image270.emf"/><Relationship Id="rId6" Type="http://schemas.openxmlformats.org/officeDocument/2006/relationships/image" Target="../media/image275.emf"/><Relationship Id="rId11" Type="http://schemas.openxmlformats.org/officeDocument/2006/relationships/image" Target="../media/image280.emf"/><Relationship Id="rId5" Type="http://schemas.openxmlformats.org/officeDocument/2006/relationships/image" Target="../media/image274.emf"/><Relationship Id="rId15" Type="http://schemas.openxmlformats.org/officeDocument/2006/relationships/image" Target="../media/image284.wmf"/><Relationship Id="rId10" Type="http://schemas.openxmlformats.org/officeDocument/2006/relationships/image" Target="../media/image279.emf"/><Relationship Id="rId4" Type="http://schemas.openxmlformats.org/officeDocument/2006/relationships/image" Target="../media/image273.wmf"/><Relationship Id="rId9" Type="http://schemas.openxmlformats.org/officeDocument/2006/relationships/image" Target="../media/image278.emf"/><Relationship Id="rId14" Type="http://schemas.openxmlformats.org/officeDocument/2006/relationships/image" Target="../media/image283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emf"/><Relationship Id="rId3" Type="http://schemas.openxmlformats.org/officeDocument/2006/relationships/image" Target="../media/image290.emf"/><Relationship Id="rId7" Type="http://schemas.openxmlformats.org/officeDocument/2006/relationships/image" Target="../media/image294.emf"/><Relationship Id="rId2" Type="http://schemas.openxmlformats.org/officeDocument/2006/relationships/image" Target="../media/image289.wmf"/><Relationship Id="rId1" Type="http://schemas.openxmlformats.org/officeDocument/2006/relationships/image" Target="../media/image288.emf"/><Relationship Id="rId6" Type="http://schemas.openxmlformats.org/officeDocument/2006/relationships/image" Target="../media/image293.emf"/><Relationship Id="rId11" Type="http://schemas.openxmlformats.org/officeDocument/2006/relationships/image" Target="../media/image298.emf"/><Relationship Id="rId5" Type="http://schemas.openxmlformats.org/officeDocument/2006/relationships/image" Target="../media/image292.emf"/><Relationship Id="rId10" Type="http://schemas.openxmlformats.org/officeDocument/2006/relationships/image" Target="../media/image297.emf"/><Relationship Id="rId4" Type="http://schemas.openxmlformats.org/officeDocument/2006/relationships/image" Target="../media/image291.emf"/><Relationship Id="rId9" Type="http://schemas.openxmlformats.org/officeDocument/2006/relationships/image" Target="../media/image296.e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emf"/><Relationship Id="rId13" Type="http://schemas.openxmlformats.org/officeDocument/2006/relationships/image" Target="../media/image311.wmf"/><Relationship Id="rId18" Type="http://schemas.openxmlformats.org/officeDocument/2006/relationships/image" Target="../media/image316.wmf"/><Relationship Id="rId3" Type="http://schemas.openxmlformats.org/officeDocument/2006/relationships/image" Target="../media/image301.emf"/><Relationship Id="rId21" Type="http://schemas.openxmlformats.org/officeDocument/2006/relationships/image" Target="../media/image319.emf"/><Relationship Id="rId7" Type="http://schemas.openxmlformats.org/officeDocument/2006/relationships/image" Target="../media/image305.wmf"/><Relationship Id="rId12" Type="http://schemas.openxmlformats.org/officeDocument/2006/relationships/image" Target="../media/image310.emf"/><Relationship Id="rId17" Type="http://schemas.openxmlformats.org/officeDocument/2006/relationships/image" Target="../media/image315.emf"/><Relationship Id="rId2" Type="http://schemas.openxmlformats.org/officeDocument/2006/relationships/image" Target="../media/image300.emf"/><Relationship Id="rId16" Type="http://schemas.openxmlformats.org/officeDocument/2006/relationships/image" Target="../media/image314.wmf"/><Relationship Id="rId20" Type="http://schemas.openxmlformats.org/officeDocument/2006/relationships/image" Target="../media/image318.emf"/><Relationship Id="rId1" Type="http://schemas.openxmlformats.org/officeDocument/2006/relationships/image" Target="../media/image299.emf"/><Relationship Id="rId6" Type="http://schemas.openxmlformats.org/officeDocument/2006/relationships/image" Target="../media/image304.wmf"/><Relationship Id="rId11" Type="http://schemas.openxmlformats.org/officeDocument/2006/relationships/image" Target="../media/image309.wmf"/><Relationship Id="rId5" Type="http://schemas.openxmlformats.org/officeDocument/2006/relationships/image" Target="../media/image303.wmf"/><Relationship Id="rId15" Type="http://schemas.openxmlformats.org/officeDocument/2006/relationships/image" Target="../media/image313.emf"/><Relationship Id="rId10" Type="http://schemas.openxmlformats.org/officeDocument/2006/relationships/image" Target="../media/image308.emf"/><Relationship Id="rId19" Type="http://schemas.openxmlformats.org/officeDocument/2006/relationships/image" Target="../media/image317.emf"/><Relationship Id="rId4" Type="http://schemas.openxmlformats.org/officeDocument/2006/relationships/image" Target="../media/image302.wmf"/><Relationship Id="rId9" Type="http://schemas.openxmlformats.org/officeDocument/2006/relationships/image" Target="../media/image307.emf"/><Relationship Id="rId14" Type="http://schemas.openxmlformats.org/officeDocument/2006/relationships/image" Target="../media/image312.emf"/><Relationship Id="rId22" Type="http://schemas.openxmlformats.org/officeDocument/2006/relationships/image" Target="../media/image32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2022/2/27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2022/2/27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xmlns="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xmlns="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A5D25A9-9DB8-4221-88E7-EF172E0B7B2D}" type="slidenum">
              <a:rPr lang="en-US" altLang="zh-CN" sz="1200"/>
              <a:pPr eaLnBrk="1" hangingPunct="1"/>
              <a:t>3</a:t>
            </a:fld>
            <a:endParaRPr lang="en-US" altLang="zh-CN" sz="1200"/>
          </a:p>
        </p:txBody>
      </p:sp>
      <p:sp>
        <p:nvSpPr>
          <p:cNvPr id="357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832775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06BF63-FE4F-4A30-A564-9697FDD740F0}" type="slidenum">
              <a:rPr lang="en-US" altLang="zh-CN" sz="1200"/>
              <a:pPr eaLnBrk="1" hangingPunct="1"/>
              <a:t>4</a:t>
            </a:fld>
            <a:endParaRPr lang="en-US" altLang="zh-CN" sz="1200"/>
          </a:p>
        </p:txBody>
      </p:sp>
      <p:sp>
        <p:nvSpPr>
          <p:cNvPr id="358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774976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EB783A2-3439-4F47-9035-E5ABE8A00EC9}" type="slidenum">
              <a:rPr lang="en-US" altLang="zh-CN" sz="1200"/>
              <a:pPr eaLnBrk="1" hangingPunct="1"/>
              <a:t>5</a:t>
            </a:fld>
            <a:endParaRPr lang="en-US" altLang="zh-CN" sz="1200"/>
          </a:p>
        </p:txBody>
      </p:sp>
      <p:sp>
        <p:nvSpPr>
          <p:cNvPr id="359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421577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337E576-C42D-4A48-81CB-D2C7A00AE378}" type="slidenum">
              <a:rPr lang="en-US" altLang="zh-CN" sz="1200"/>
              <a:pPr eaLnBrk="1" hangingPunct="1"/>
              <a:t>10</a:t>
            </a:fld>
            <a:endParaRPr lang="en-US" altLang="zh-CN" sz="1200"/>
          </a:p>
        </p:txBody>
      </p:sp>
      <p:sp>
        <p:nvSpPr>
          <p:cNvPr id="360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04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170858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7CF037-2890-4941-85C5-E9A2C62BBB78}" type="slidenum">
              <a:rPr lang="en-US" altLang="zh-CN" sz="1200"/>
              <a:pPr eaLnBrk="1" hangingPunct="1"/>
              <a:t>11</a:t>
            </a:fld>
            <a:endParaRPr lang="en-US" altLang="zh-CN" sz="1200"/>
          </a:p>
        </p:txBody>
      </p:sp>
      <p:sp>
        <p:nvSpPr>
          <p:cNvPr id="361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1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169138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C80920B-727E-4A48-B867-A61C96E12172}" type="slidenum">
              <a:rPr lang="en-US" altLang="zh-CN" sz="1200"/>
              <a:pPr eaLnBrk="1" hangingPunct="1"/>
              <a:t>17</a:t>
            </a:fld>
            <a:endParaRPr lang="en-US" altLang="zh-CN" sz="1200"/>
          </a:p>
        </p:txBody>
      </p:sp>
      <p:sp>
        <p:nvSpPr>
          <p:cNvPr id="362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2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mtClean="0"/>
              <a:t>运行时</a:t>
            </a:r>
            <a:r>
              <a:rPr lang="en-US" altLang="zh-CN" smtClean="0"/>
              <a:t>, </a:t>
            </a:r>
            <a:r>
              <a:rPr lang="zh-CN" altLang="en-US" smtClean="0"/>
              <a:t>点击按钮“雅可比”</a:t>
            </a:r>
            <a:r>
              <a:rPr lang="en-US" altLang="zh-CN" smtClean="0"/>
              <a:t>, </a:t>
            </a:r>
            <a:r>
              <a:rPr lang="zh-CN" altLang="en-US" smtClean="0"/>
              <a:t>可显示雅可比的简介</a:t>
            </a:r>
            <a:r>
              <a:rPr lang="en-US" altLang="zh-CN" smtClean="0"/>
              <a:t>, </a:t>
            </a:r>
            <a:r>
              <a:rPr lang="zh-CN" altLang="en-US" smtClean="0"/>
              <a:t>并自动返回</a:t>
            </a:r>
            <a:r>
              <a:rPr lang="en-US" altLang="zh-CN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4653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C1C1C49-C1A2-4712-8C2C-427B16BAC546}" type="slidenum">
              <a:rPr lang="en-US" altLang="zh-CN" sz="1200"/>
              <a:pPr eaLnBrk="1" hangingPunct="1"/>
              <a:t>18</a:t>
            </a:fld>
            <a:endParaRPr lang="en-US" altLang="zh-CN" sz="1200"/>
          </a:p>
        </p:txBody>
      </p:sp>
      <p:sp>
        <p:nvSpPr>
          <p:cNvPr id="363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3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053159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3C1308-7AE1-4FBC-A234-E610FFE54554}" type="slidenum">
              <a:rPr lang="en-US" altLang="zh-CN" sz="1200"/>
              <a:pPr eaLnBrk="1" hangingPunct="1"/>
              <a:t>19</a:t>
            </a:fld>
            <a:endParaRPr lang="en-US" altLang="zh-CN" sz="1200"/>
          </a:p>
        </p:txBody>
      </p:sp>
      <p:sp>
        <p:nvSpPr>
          <p:cNvPr id="364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4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7532149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354AC7-8D26-46FE-93B5-486844DD5429}" type="slidenum">
              <a:rPr lang="en-US" altLang="zh-CN" sz="1200"/>
              <a:pPr eaLnBrk="1" hangingPunct="1"/>
              <a:t>20</a:t>
            </a:fld>
            <a:endParaRPr lang="en-US" altLang="zh-CN" sz="1200"/>
          </a:p>
        </p:txBody>
      </p:sp>
      <p:sp>
        <p:nvSpPr>
          <p:cNvPr id="365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mtClean="0"/>
              <a:t>运行时</a:t>
            </a:r>
            <a:r>
              <a:rPr lang="en-US" altLang="zh-CN" smtClean="0"/>
              <a:t>, </a:t>
            </a:r>
            <a:r>
              <a:rPr lang="zh-CN" altLang="en-US" smtClean="0"/>
              <a:t>点击按钮 “公式”</a:t>
            </a:r>
            <a:r>
              <a:rPr lang="en-US" altLang="zh-CN" smtClean="0"/>
              <a:t>,</a:t>
            </a:r>
            <a:r>
              <a:rPr lang="zh-CN" altLang="en-US" smtClean="0"/>
              <a:t>可显示二阶线性方程组解的公式</a:t>
            </a:r>
            <a:r>
              <a:rPr lang="en-US" altLang="zh-CN" smtClean="0"/>
              <a:t>, </a:t>
            </a:r>
            <a:r>
              <a:rPr lang="zh-CN" altLang="en-US" smtClean="0"/>
              <a:t>演示结束自动返回</a:t>
            </a:r>
            <a:r>
              <a:rPr lang="en-US" altLang="zh-CN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0745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2022/2/27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2022/2/27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2022/2/27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xmlns="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2022/2/27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xmlns="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xmlns="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xmlns="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2022/2/27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xmlns="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xmlns="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xmlns="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2022/2/27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xmlns="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xmlns="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xmlns="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2022/2/27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xmlns="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xmlns="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xmlns="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2022/2/27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xmlns="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xmlns="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xmlns="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2022/2/27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xmlns="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xmlns="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2022/2/27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2022/2/27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6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xmlns="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xmlns="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2022/2/27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e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emf"/><Relationship Id="rId1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3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emf"/><Relationship Id="rId12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2.wmf"/><Relationship Id="rId5" Type="http://schemas.openxmlformats.org/officeDocument/2006/relationships/image" Target="../media/image9.emf"/><Relationship Id="rId15" Type="http://schemas.openxmlformats.org/officeDocument/2006/relationships/image" Target="../media/image14.e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19.wmf"/><Relationship Id="rId18" Type="http://schemas.openxmlformats.org/officeDocument/2006/relationships/oleObject" Target="../embeddings/oleObject22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23.e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1.wmf"/><Relationship Id="rId25" Type="http://schemas.openxmlformats.org/officeDocument/2006/relationships/image" Target="../media/image25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1.bin"/><Relationship Id="rId20" Type="http://schemas.openxmlformats.org/officeDocument/2006/relationships/oleObject" Target="../embeddings/oleObject23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8.wmf"/><Relationship Id="rId24" Type="http://schemas.openxmlformats.org/officeDocument/2006/relationships/oleObject" Target="../embeddings/oleObject25.bin"/><Relationship Id="rId5" Type="http://schemas.openxmlformats.org/officeDocument/2006/relationships/image" Target="../media/image15.emf"/><Relationship Id="rId15" Type="http://schemas.openxmlformats.org/officeDocument/2006/relationships/image" Target="../media/image20.wmf"/><Relationship Id="rId23" Type="http://schemas.openxmlformats.org/officeDocument/2006/relationships/image" Target="../media/image24.e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22.e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20.bin"/><Relationship Id="rId22" Type="http://schemas.openxmlformats.org/officeDocument/2006/relationships/oleObject" Target="../embeddings/oleObject2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oleObject" Target="../embeddings/oleObject31.bin"/><Relationship Id="rId18" Type="http://schemas.openxmlformats.org/officeDocument/2006/relationships/image" Target="../media/image33.emf"/><Relationship Id="rId3" Type="http://schemas.openxmlformats.org/officeDocument/2006/relationships/oleObject" Target="../embeddings/oleObject26.bin"/><Relationship Id="rId21" Type="http://schemas.openxmlformats.org/officeDocument/2006/relationships/oleObject" Target="../embeddings/oleObject35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0.emf"/><Relationship Id="rId1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.wmf"/><Relationship Id="rId20" Type="http://schemas.openxmlformats.org/officeDocument/2006/relationships/image" Target="../media/image34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10" Type="http://schemas.openxmlformats.org/officeDocument/2006/relationships/image" Target="../media/image29.emf"/><Relationship Id="rId19" Type="http://schemas.openxmlformats.org/officeDocument/2006/relationships/oleObject" Target="../embeddings/oleObject34.bin"/><Relationship Id="rId4" Type="http://schemas.openxmlformats.org/officeDocument/2006/relationships/image" Target="../media/image26.e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1.wmf"/><Relationship Id="rId22" Type="http://schemas.openxmlformats.org/officeDocument/2006/relationships/image" Target="../media/image35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1.bin"/><Relationship Id="rId18" Type="http://schemas.openxmlformats.org/officeDocument/2006/relationships/image" Target="../media/image43.emf"/><Relationship Id="rId26" Type="http://schemas.openxmlformats.org/officeDocument/2006/relationships/image" Target="../media/image47.emf"/><Relationship Id="rId3" Type="http://schemas.openxmlformats.org/officeDocument/2006/relationships/oleObject" Target="../embeddings/oleObject36.bin"/><Relationship Id="rId21" Type="http://schemas.openxmlformats.org/officeDocument/2006/relationships/oleObject" Target="../embeddings/oleObject45.bin"/><Relationship Id="rId34" Type="http://schemas.openxmlformats.org/officeDocument/2006/relationships/image" Target="../media/image51.emf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43.bin"/><Relationship Id="rId25" Type="http://schemas.openxmlformats.org/officeDocument/2006/relationships/oleObject" Target="../embeddings/oleObject47.bin"/><Relationship Id="rId33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emf"/><Relationship Id="rId20" Type="http://schemas.openxmlformats.org/officeDocument/2006/relationships/image" Target="../media/image44.emf"/><Relationship Id="rId29" Type="http://schemas.openxmlformats.org/officeDocument/2006/relationships/oleObject" Target="../embeddings/oleObject49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40.bin"/><Relationship Id="rId24" Type="http://schemas.openxmlformats.org/officeDocument/2006/relationships/image" Target="../media/image46.emf"/><Relationship Id="rId32" Type="http://schemas.openxmlformats.org/officeDocument/2006/relationships/image" Target="../media/image50.emf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2.bin"/><Relationship Id="rId23" Type="http://schemas.openxmlformats.org/officeDocument/2006/relationships/oleObject" Target="../embeddings/oleObject46.bin"/><Relationship Id="rId28" Type="http://schemas.openxmlformats.org/officeDocument/2006/relationships/image" Target="../media/image48.emf"/><Relationship Id="rId36" Type="http://schemas.openxmlformats.org/officeDocument/2006/relationships/image" Target="../media/image52.emf"/><Relationship Id="rId10" Type="http://schemas.openxmlformats.org/officeDocument/2006/relationships/image" Target="../media/image39.emf"/><Relationship Id="rId19" Type="http://schemas.openxmlformats.org/officeDocument/2006/relationships/oleObject" Target="../embeddings/oleObject44.bin"/><Relationship Id="rId31" Type="http://schemas.openxmlformats.org/officeDocument/2006/relationships/oleObject" Target="../embeddings/oleObject50.bin"/><Relationship Id="rId4" Type="http://schemas.openxmlformats.org/officeDocument/2006/relationships/image" Target="../media/image36.e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1.wmf"/><Relationship Id="rId22" Type="http://schemas.openxmlformats.org/officeDocument/2006/relationships/image" Target="../media/image45.emf"/><Relationship Id="rId27" Type="http://schemas.openxmlformats.org/officeDocument/2006/relationships/oleObject" Target="../embeddings/oleObject48.bin"/><Relationship Id="rId30" Type="http://schemas.openxmlformats.org/officeDocument/2006/relationships/image" Target="../media/image49.emf"/><Relationship Id="rId35" Type="http://schemas.openxmlformats.org/officeDocument/2006/relationships/oleObject" Target="../embeddings/oleObject52.bin"/><Relationship Id="rId8" Type="http://schemas.openxmlformats.org/officeDocument/2006/relationships/image" Target="../media/image38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13" Type="http://schemas.openxmlformats.org/officeDocument/2006/relationships/oleObject" Target="../embeddings/oleObject58.bin"/><Relationship Id="rId18" Type="http://schemas.openxmlformats.org/officeDocument/2006/relationships/image" Target="../media/image60.emf"/><Relationship Id="rId26" Type="http://schemas.openxmlformats.org/officeDocument/2006/relationships/image" Target="../media/image64.emf"/><Relationship Id="rId3" Type="http://schemas.openxmlformats.org/officeDocument/2006/relationships/oleObject" Target="../embeddings/oleObject53.bin"/><Relationship Id="rId21" Type="http://schemas.openxmlformats.org/officeDocument/2006/relationships/oleObject" Target="../embeddings/oleObject62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57.emf"/><Relationship Id="rId17" Type="http://schemas.openxmlformats.org/officeDocument/2006/relationships/oleObject" Target="../embeddings/oleObject60.bin"/><Relationship Id="rId25" Type="http://schemas.openxmlformats.org/officeDocument/2006/relationships/oleObject" Target="../embeddings/oleObject6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9.emf"/><Relationship Id="rId20" Type="http://schemas.openxmlformats.org/officeDocument/2006/relationships/image" Target="../media/image61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54.emf"/><Relationship Id="rId11" Type="http://schemas.openxmlformats.org/officeDocument/2006/relationships/oleObject" Target="../embeddings/oleObject57.bin"/><Relationship Id="rId24" Type="http://schemas.openxmlformats.org/officeDocument/2006/relationships/image" Target="../media/image63.emf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23" Type="http://schemas.openxmlformats.org/officeDocument/2006/relationships/oleObject" Target="../embeddings/oleObject63.bin"/><Relationship Id="rId10" Type="http://schemas.openxmlformats.org/officeDocument/2006/relationships/image" Target="../media/image56.emf"/><Relationship Id="rId19" Type="http://schemas.openxmlformats.org/officeDocument/2006/relationships/oleObject" Target="../embeddings/oleObject61.bin"/><Relationship Id="rId4" Type="http://schemas.openxmlformats.org/officeDocument/2006/relationships/image" Target="../media/image53.e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58.emf"/><Relationship Id="rId22" Type="http://schemas.openxmlformats.org/officeDocument/2006/relationships/image" Target="../media/image62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6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13" Type="http://schemas.openxmlformats.org/officeDocument/2006/relationships/image" Target="../media/image73.emf"/><Relationship Id="rId18" Type="http://schemas.openxmlformats.org/officeDocument/2006/relationships/oleObject" Target="../embeddings/oleObject76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70.emf"/><Relationship Id="rId12" Type="http://schemas.openxmlformats.org/officeDocument/2006/relationships/oleObject" Target="../embeddings/oleObject73.bin"/><Relationship Id="rId17" Type="http://schemas.openxmlformats.org/officeDocument/2006/relationships/image" Target="../media/image7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5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72.emf"/><Relationship Id="rId5" Type="http://schemas.openxmlformats.org/officeDocument/2006/relationships/image" Target="../media/image69.emf"/><Relationship Id="rId15" Type="http://schemas.openxmlformats.org/officeDocument/2006/relationships/image" Target="../media/image74.emf"/><Relationship Id="rId10" Type="http://schemas.openxmlformats.org/officeDocument/2006/relationships/oleObject" Target="../embeddings/oleObject72.bin"/><Relationship Id="rId19" Type="http://schemas.openxmlformats.org/officeDocument/2006/relationships/image" Target="../media/image76.wmf"/><Relationship Id="rId4" Type="http://schemas.openxmlformats.org/officeDocument/2006/relationships/oleObject" Target="../embeddings/oleObject69.bin"/><Relationship Id="rId9" Type="http://schemas.openxmlformats.org/officeDocument/2006/relationships/image" Target="../media/image71.wmf"/><Relationship Id="rId14" Type="http://schemas.openxmlformats.org/officeDocument/2006/relationships/oleObject" Target="../embeddings/oleObject7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81.wmf"/><Relationship Id="rId18" Type="http://schemas.openxmlformats.org/officeDocument/2006/relationships/oleObject" Target="../embeddings/oleObject84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85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81.bin"/><Relationship Id="rId17" Type="http://schemas.openxmlformats.org/officeDocument/2006/relationships/image" Target="../media/image8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3.bin"/><Relationship Id="rId20" Type="http://schemas.openxmlformats.org/officeDocument/2006/relationships/oleObject" Target="../embeddings/oleObject85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80.wmf"/><Relationship Id="rId5" Type="http://schemas.openxmlformats.org/officeDocument/2006/relationships/image" Target="../media/image77.emf"/><Relationship Id="rId15" Type="http://schemas.openxmlformats.org/officeDocument/2006/relationships/image" Target="../media/image82.wmf"/><Relationship Id="rId10" Type="http://schemas.openxmlformats.org/officeDocument/2006/relationships/oleObject" Target="../embeddings/oleObject80.bin"/><Relationship Id="rId19" Type="http://schemas.openxmlformats.org/officeDocument/2006/relationships/image" Target="../media/image84.emf"/><Relationship Id="rId4" Type="http://schemas.openxmlformats.org/officeDocument/2006/relationships/oleObject" Target="../embeddings/oleObject77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8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13" Type="http://schemas.openxmlformats.org/officeDocument/2006/relationships/oleObject" Target="../embeddings/oleObject91.bin"/><Relationship Id="rId18" Type="http://schemas.openxmlformats.org/officeDocument/2006/relationships/image" Target="../media/image93.emf"/><Relationship Id="rId3" Type="http://schemas.openxmlformats.org/officeDocument/2006/relationships/oleObject" Target="../embeddings/oleObject86.bin"/><Relationship Id="rId21" Type="http://schemas.openxmlformats.org/officeDocument/2006/relationships/oleObject" Target="../embeddings/oleObject95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90.emf"/><Relationship Id="rId17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2.emf"/><Relationship Id="rId20" Type="http://schemas.openxmlformats.org/officeDocument/2006/relationships/image" Target="../media/image94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7.emf"/><Relationship Id="rId11" Type="http://schemas.openxmlformats.org/officeDocument/2006/relationships/oleObject" Target="../embeddings/oleObject90.bin"/><Relationship Id="rId24" Type="http://schemas.openxmlformats.org/officeDocument/2006/relationships/image" Target="../media/image96.emf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2.bin"/><Relationship Id="rId23" Type="http://schemas.openxmlformats.org/officeDocument/2006/relationships/oleObject" Target="../embeddings/oleObject96.bin"/><Relationship Id="rId10" Type="http://schemas.openxmlformats.org/officeDocument/2006/relationships/image" Target="../media/image89.emf"/><Relationship Id="rId19" Type="http://schemas.openxmlformats.org/officeDocument/2006/relationships/oleObject" Target="../embeddings/oleObject94.bin"/><Relationship Id="rId4" Type="http://schemas.openxmlformats.org/officeDocument/2006/relationships/image" Target="../media/image86.e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91.emf"/><Relationship Id="rId22" Type="http://schemas.openxmlformats.org/officeDocument/2006/relationships/image" Target="../media/image95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102.bin"/><Relationship Id="rId18" Type="http://schemas.openxmlformats.org/officeDocument/2006/relationships/image" Target="../media/image104.em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101.emf"/><Relationship Id="rId17" Type="http://schemas.openxmlformats.org/officeDocument/2006/relationships/oleObject" Target="../embeddings/oleObject10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3.emf"/><Relationship Id="rId20" Type="http://schemas.openxmlformats.org/officeDocument/2006/relationships/image" Target="../media/image105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03.bin"/><Relationship Id="rId10" Type="http://schemas.openxmlformats.org/officeDocument/2006/relationships/image" Target="../media/image100.emf"/><Relationship Id="rId19" Type="http://schemas.openxmlformats.org/officeDocument/2006/relationships/oleObject" Target="../embeddings/oleObject105.bin"/><Relationship Id="rId4" Type="http://schemas.openxmlformats.org/officeDocument/2006/relationships/image" Target="../media/image97.e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102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107.bin"/><Relationship Id="rId10" Type="http://schemas.openxmlformats.org/officeDocument/2006/relationships/image" Target="../media/image68.wmf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09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116.emf"/><Relationship Id="rId26" Type="http://schemas.openxmlformats.org/officeDocument/2006/relationships/image" Target="../media/image120.emf"/><Relationship Id="rId21" Type="http://schemas.openxmlformats.org/officeDocument/2006/relationships/oleObject" Target="../embeddings/oleObject119.bin"/><Relationship Id="rId34" Type="http://schemas.openxmlformats.org/officeDocument/2006/relationships/image" Target="../media/image124.emf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13.emf"/><Relationship Id="rId17" Type="http://schemas.openxmlformats.org/officeDocument/2006/relationships/oleObject" Target="../embeddings/oleObject117.bin"/><Relationship Id="rId25" Type="http://schemas.openxmlformats.org/officeDocument/2006/relationships/oleObject" Target="../embeddings/oleObject121.bin"/><Relationship Id="rId33" Type="http://schemas.openxmlformats.org/officeDocument/2006/relationships/oleObject" Target="../embeddings/oleObject125.bin"/><Relationship Id="rId38" Type="http://schemas.openxmlformats.org/officeDocument/2006/relationships/image" Target="../media/image12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5.emf"/><Relationship Id="rId20" Type="http://schemas.openxmlformats.org/officeDocument/2006/relationships/image" Target="../media/image117.emf"/><Relationship Id="rId29" Type="http://schemas.openxmlformats.org/officeDocument/2006/relationships/oleObject" Target="../embeddings/oleObject123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0.emf"/><Relationship Id="rId11" Type="http://schemas.openxmlformats.org/officeDocument/2006/relationships/oleObject" Target="../embeddings/oleObject114.bin"/><Relationship Id="rId24" Type="http://schemas.openxmlformats.org/officeDocument/2006/relationships/image" Target="../media/image119.emf"/><Relationship Id="rId32" Type="http://schemas.openxmlformats.org/officeDocument/2006/relationships/image" Target="../media/image123.emf"/><Relationship Id="rId37" Type="http://schemas.openxmlformats.org/officeDocument/2006/relationships/oleObject" Target="../embeddings/oleObject127.bin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23" Type="http://schemas.openxmlformats.org/officeDocument/2006/relationships/oleObject" Target="../embeddings/oleObject120.bin"/><Relationship Id="rId28" Type="http://schemas.openxmlformats.org/officeDocument/2006/relationships/image" Target="../media/image121.emf"/><Relationship Id="rId36" Type="http://schemas.openxmlformats.org/officeDocument/2006/relationships/image" Target="../media/image125.emf"/><Relationship Id="rId10" Type="http://schemas.openxmlformats.org/officeDocument/2006/relationships/image" Target="../media/image112.emf"/><Relationship Id="rId19" Type="http://schemas.openxmlformats.org/officeDocument/2006/relationships/oleObject" Target="../embeddings/oleObject118.bin"/><Relationship Id="rId31" Type="http://schemas.openxmlformats.org/officeDocument/2006/relationships/oleObject" Target="../embeddings/oleObject124.bin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14.emf"/><Relationship Id="rId22" Type="http://schemas.openxmlformats.org/officeDocument/2006/relationships/image" Target="../media/image118.emf"/><Relationship Id="rId27" Type="http://schemas.openxmlformats.org/officeDocument/2006/relationships/oleObject" Target="../embeddings/oleObject122.bin"/><Relationship Id="rId30" Type="http://schemas.openxmlformats.org/officeDocument/2006/relationships/image" Target="../media/image122.emf"/><Relationship Id="rId35" Type="http://schemas.openxmlformats.org/officeDocument/2006/relationships/oleObject" Target="../embeddings/oleObject126.bin"/><Relationship Id="rId8" Type="http://schemas.openxmlformats.org/officeDocument/2006/relationships/image" Target="../media/image111.emf"/><Relationship Id="rId3" Type="http://schemas.openxmlformats.org/officeDocument/2006/relationships/oleObject" Target="../embeddings/oleObject11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emf"/><Relationship Id="rId13" Type="http://schemas.openxmlformats.org/officeDocument/2006/relationships/oleObject" Target="../embeddings/oleObject133.bin"/><Relationship Id="rId18" Type="http://schemas.openxmlformats.org/officeDocument/2006/relationships/image" Target="../media/image134.emf"/><Relationship Id="rId26" Type="http://schemas.openxmlformats.org/officeDocument/2006/relationships/image" Target="../media/image138.emf"/><Relationship Id="rId3" Type="http://schemas.openxmlformats.org/officeDocument/2006/relationships/oleObject" Target="../embeddings/oleObject128.bin"/><Relationship Id="rId21" Type="http://schemas.openxmlformats.org/officeDocument/2006/relationships/oleObject" Target="../embeddings/oleObject137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31.emf"/><Relationship Id="rId17" Type="http://schemas.openxmlformats.org/officeDocument/2006/relationships/oleObject" Target="../embeddings/oleObject135.bin"/><Relationship Id="rId25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3.emf"/><Relationship Id="rId20" Type="http://schemas.openxmlformats.org/officeDocument/2006/relationships/image" Target="../media/image135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8.emf"/><Relationship Id="rId11" Type="http://schemas.openxmlformats.org/officeDocument/2006/relationships/oleObject" Target="../embeddings/oleObject132.bin"/><Relationship Id="rId24" Type="http://schemas.openxmlformats.org/officeDocument/2006/relationships/image" Target="../media/image137.emf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4.bin"/><Relationship Id="rId23" Type="http://schemas.openxmlformats.org/officeDocument/2006/relationships/oleObject" Target="../embeddings/oleObject138.bin"/><Relationship Id="rId28" Type="http://schemas.openxmlformats.org/officeDocument/2006/relationships/image" Target="../media/image139.emf"/><Relationship Id="rId10" Type="http://schemas.openxmlformats.org/officeDocument/2006/relationships/image" Target="../media/image130.emf"/><Relationship Id="rId19" Type="http://schemas.openxmlformats.org/officeDocument/2006/relationships/oleObject" Target="../embeddings/oleObject136.bin"/><Relationship Id="rId4" Type="http://schemas.openxmlformats.org/officeDocument/2006/relationships/image" Target="../media/image127.e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32.emf"/><Relationship Id="rId22" Type="http://schemas.openxmlformats.org/officeDocument/2006/relationships/image" Target="../media/image136.emf"/><Relationship Id="rId27" Type="http://schemas.openxmlformats.org/officeDocument/2006/relationships/oleObject" Target="../embeddings/oleObject14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4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42.bin"/><Relationship Id="rId5" Type="http://schemas.openxmlformats.org/officeDocument/2006/relationships/image" Target="../media/image140.emf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4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image" Target="../media/image147.emf"/><Relationship Id="rId18" Type="http://schemas.openxmlformats.org/officeDocument/2006/relationships/oleObject" Target="../embeddings/oleObject151.bin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151.emf"/><Relationship Id="rId7" Type="http://schemas.openxmlformats.org/officeDocument/2006/relationships/image" Target="../media/image144.emf"/><Relationship Id="rId12" Type="http://schemas.openxmlformats.org/officeDocument/2006/relationships/oleObject" Target="../embeddings/oleObject148.bin"/><Relationship Id="rId17" Type="http://schemas.openxmlformats.org/officeDocument/2006/relationships/image" Target="../media/image14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0.bin"/><Relationship Id="rId20" Type="http://schemas.openxmlformats.org/officeDocument/2006/relationships/oleObject" Target="../embeddings/oleObject152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146.emf"/><Relationship Id="rId5" Type="http://schemas.openxmlformats.org/officeDocument/2006/relationships/image" Target="../media/image143.emf"/><Relationship Id="rId15" Type="http://schemas.openxmlformats.org/officeDocument/2006/relationships/image" Target="../media/image148.emf"/><Relationship Id="rId23" Type="http://schemas.openxmlformats.org/officeDocument/2006/relationships/image" Target="../media/image152.emf"/><Relationship Id="rId10" Type="http://schemas.openxmlformats.org/officeDocument/2006/relationships/oleObject" Target="../embeddings/oleObject147.bin"/><Relationship Id="rId19" Type="http://schemas.openxmlformats.org/officeDocument/2006/relationships/image" Target="../media/image150.emf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45.emf"/><Relationship Id="rId14" Type="http://schemas.openxmlformats.org/officeDocument/2006/relationships/oleObject" Target="../embeddings/oleObject149.bin"/><Relationship Id="rId22" Type="http://schemas.openxmlformats.org/officeDocument/2006/relationships/oleObject" Target="../embeddings/oleObject15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6.bin"/><Relationship Id="rId13" Type="http://schemas.openxmlformats.org/officeDocument/2006/relationships/image" Target="../media/image157.wmf"/><Relationship Id="rId18" Type="http://schemas.openxmlformats.org/officeDocument/2006/relationships/oleObject" Target="../embeddings/oleObject161.bin"/><Relationship Id="rId26" Type="http://schemas.openxmlformats.org/officeDocument/2006/relationships/oleObject" Target="../embeddings/oleObject165.bin"/><Relationship Id="rId3" Type="http://schemas.openxmlformats.org/officeDocument/2006/relationships/notesSlide" Target="../notesSlides/notesSlide8.xml"/><Relationship Id="rId21" Type="http://schemas.openxmlformats.org/officeDocument/2006/relationships/image" Target="../media/image161.wmf"/><Relationship Id="rId7" Type="http://schemas.openxmlformats.org/officeDocument/2006/relationships/image" Target="../media/image154.emf"/><Relationship Id="rId12" Type="http://schemas.openxmlformats.org/officeDocument/2006/relationships/oleObject" Target="../embeddings/oleObject158.bin"/><Relationship Id="rId17" Type="http://schemas.openxmlformats.org/officeDocument/2006/relationships/image" Target="../media/image159.wmf"/><Relationship Id="rId25" Type="http://schemas.openxmlformats.org/officeDocument/2006/relationships/image" Target="../media/image16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0.bin"/><Relationship Id="rId20" Type="http://schemas.openxmlformats.org/officeDocument/2006/relationships/oleObject" Target="../embeddings/oleObject162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55.bin"/><Relationship Id="rId11" Type="http://schemas.openxmlformats.org/officeDocument/2006/relationships/image" Target="../media/image156.emf"/><Relationship Id="rId24" Type="http://schemas.openxmlformats.org/officeDocument/2006/relationships/oleObject" Target="../embeddings/oleObject164.bin"/><Relationship Id="rId5" Type="http://schemas.openxmlformats.org/officeDocument/2006/relationships/image" Target="../media/image153.emf"/><Relationship Id="rId15" Type="http://schemas.openxmlformats.org/officeDocument/2006/relationships/image" Target="../media/image158.wmf"/><Relationship Id="rId23" Type="http://schemas.openxmlformats.org/officeDocument/2006/relationships/image" Target="../media/image162.wmf"/><Relationship Id="rId10" Type="http://schemas.openxmlformats.org/officeDocument/2006/relationships/oleObject" Target="../embeddings/oleObject157.bin"/><Relationship Id="rId19" Type="http://schemas.openxmlformats.org/officeDocument/2006/relationships/image" Target="../media/image160.wmf"/><Relationship Id="rId4" Type="http://schemas.openxmlformats.org/officeDocument/2006/relationships/oleObject" Target="../embeddings/oleObject154.bin"/><Relationship Id="rId9" Type="http://schemas.openxmlformats.org/officeDocument/2006/relationships/image" Target="../media/image155.emf"/><Relationship Id="rId14" Type="http://schemas.openxmlformats.org/officeDocument/2006/relationships/oleObject" Target="../embeddings/oleObject159.bin"/><Relationship Id="rId22" Type="http://schemas.openxmlformats.org/officeDocument/2006/relationships/oleObject" Target="../embeddings/oleObject163.bin"/><Relationship Id="rId27" Type="http://schemas.openxmlformats.org/officeDocument/2006/relationships/image" Target="../media/image164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9.wmf"/><Relationship Id="rId18" Type="http://schemas.openxmlformats.org/officeDocument/2006/relationships/oleObject" Target="../embeddings/oleObject173.bin"/><Relationship Id="rId26" Type="http://schemas.openxmlformats.org/officeDocument/2006/relationships/oleObject" Target="../embeddings/oleObject177.bin"/><Relationship Id="rId39" Type="http://schemas.openxmlformats.org/officeDocument/2006/relationships/image" Target="../media/image182.emf"/><Relationship Id="rId21" Type="http://schemas.openxmlformats.org/officeDocument/2006/relationships/image" Target="../media/image173.emf"/><Relationship Id="rId34" Type="http://schemas.openxmlformats.org/officeDocument/2006/relationships/oleObject" Target="../embeddings/oleObject181.bin"/><Relationship Id="rId7" Type="http://schemas.openxmlformats.org/officeDocument/2006/relationships/image" Target="../media/image166.emf"/><Relationship Id="rId12" Type="http://schemas.openxmlformats.org/officeDocument/2006/relationships/oleObject" Target="../embeddings/oleObject170.bin"/><Relationship Id="rId17" Type="http://schemas.openxmlformats.org/officeDocument/2006/relationships/image" Target="../media/image171.emf"/><Relationship Id="rId25" Type="http://schemas.openxmlformats.org/officeDocument/2006/relationships/image" Target="../media/image175.wmf"/><Relationship Id="rId33" Type="http://schemas.openxmlformats.org/officeDocument/2006/relationships/image" Target="../media/image179.wmf"/><Relationship Id="rId38" Type="http://schemas.openxmlformats.org/officeDocument/2006/relationships/oleObject" Target="../embeddings/oleObject18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2.bin"/><Relationship Id="rId20" Type="http://schemas.openxmlformats.org/officeDocument/2006/relationships/oleObject" Target="../embeddings/oleObject174.bin"/><Relationship Id="rId29" Type="http://schemas.openxmlformats.org/officeDocument/2006/relationships/image" Target="../media/image177.w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67.bin"/><Relationship Id="rId11" Type="http://schemas.openxmlformats.org/officeDocument/2006/relationships/image" Target="../media/image168.emf"/><Relationship Id="rId24" Type="http://schemas.openxmlformats.org/officeDocument/2006/relationships/oleObject" Target="../embeddings/oleObject176.bin"/><Relationship Id="rId32" Type="http://schemas.openxmlformats.org/officeDocument/2006/relationships/oleObject" Target="../embeddings/oleObject180.bin"/><Relationship Id="rId37" Type="http://schemas.openxmlformats.org/officeDocument/2006/relationships/image" Target="../media/image181.wmf"/><Relationship Id="rId5" Type="http://schemas.openxmlformats.org/officeDocument/2006/relationships/image" Target="../media/image165.emf"/><Relationship Id="rId15" Type="http://schemas.openxmlformats.org/officeDocument/2006/relationships/image" Target="../media/image170.emf"/><Relationship Id="rId23" Type="http://schemas.openxmlformats.org/officeDocument/2006/relationships/image" Target="../media/image174.emf"/><Relationship Id="rId28" Type="http://schemas.openxmlformats.org/officeDocument/2006/relationships/oleObject" Target="../embeddings/oleObject178.bin"/><Relationship Id="rId36" Type="http://schemas.openxmlformats.org/officeDocument/2006/relationships/oleObject" Target="../embeddings/oleObject182.bin"/><Relationship Id="rId10" Type="http://schemas.openxmlformats.org/officeDocument/2006/relationships/oleObject" Target="../embeddings/oleObject169.bin"/><Relationship Id="rId19" Type="http://schemas.openxmlformats.org/officeDocument/2006/relationships/image" Target="../media/image172.emf"/><Relationship Id="rId31" Type="http://schemas.openxmlformats.org/officeDocument/2006/relationships/image" Target="../media/image178.emf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67.emf"/><Relationship Id="rId14" Type="http://schemas.openxmlformats.org/officeDocument/2006/relationships/oleObject" Target="../embeddings/oleObject171.bin"/><Relationship Id="rId22" Type="http://schemas.openxmlformats.org/officeDocument/2006/relationships/oleObject" Target="../embeddings/oleObject175.bin"/><Relationship Id="rId27" Type="http://schemas.openxmlformats.org/officeDocument/2006/relationships/image" Target="../media/image176.wmf"/><Relationship Id="rId30" Type="http://schemas.openxmlformats.org/officeDocument/2006/relationships/oleObject" Target="../embeddings/oleObject179.bin"/><Relationship Id="rId35" Type="http://schemas.openxmlformats.org/officeDocument/2006/relationships/image" Target="../media/image180.wmf"/><Relationship Id="rId8" Type="http://schemas.openxmlformats.org/officeDocument/2006/relationships/oleObject" Target="../embeddings/oleObject168.bin"/><Relationship Id="rId3" Type="http://schemas.openxmlformats.org/officeDocument/2006/relationships/notesSlide" Target="../notesSlides/notesSlide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emf"/><Relationship Id="rId3" Type="http://schemas.openxmlformats.org/officeDocument/2006/relationships/oleObject" Target="../embeddings/oleObject184.bin"/><Relationship Id="rId7" Type="http://schemas.openxmlformats.org/officeDocument/2006/relationships/oleObject" Target="../embeddings/oleObject1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84.emf"/><Relationship Id="rId5" Type="http://schemas.openxmlformats.org/officeDocument/2006/relationships/oleObject" Target="../embeddings/oleObject185.bin"/><Relationship Id="rId10" Type="http://schemas.openxmlformats.org/officeDocument/2006/relationships/image" Target="../media/image186.emf"/><Relationship Id="rId4" Type="http://schemas.openxmlformats.org/officeDocument/2006/relationships/image" Target="../media/image183.emf"/><Relationship Id="rId9" Type="http://schemas.openxmlformats.org/officeDocument/2006/relationships/oleObject" Target="../embeddings/oleObject18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emf"/><Relationship Id="rId13" Type="http://schemas.openxmlformats.org/officeDocument/2006/relationships/oleObject" Target="../embeddings/oleObject193.bin"/><Relationship Id="rId18" Type="http://schemas.openxmlformats.org/officeDocument/2006/relationships/image" Target="../media/image194.emf"/><Relationship Id="rId26" Type="http://schemas.openxmlformats.org/officeDocument/2006/relationships/image" Target="../media/image198.emf"/><Relationship Id="rId3" Type="http://schemas.openxmlformats.org/officeDocument/2006/relationships/oleObject" Target="../embeddings/oleObject188.bin"/><Relationship Id="rId21" Type="http://schemas.openxmlformats.org/officeDocument/2006/relationships/oleObject" Target="../embeddings/oleObject197.bin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191.emf"/><Relationship Id="rId17" Type="http://schemas.openxmlformats.org/officeDocument/2006/relationships/oleObject" Target="../embeddings/oleObject195.bin"/><Relationship Id="rId25" Type="http://schemas.openxmlformats.org/officeDocument/2006/relationships/oleObject" Target="../embeddings/oleObject19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3.emf"/><Relationship Id="rId20" Type="http://schemas.openxmlformats.org/officeDocument/2006/relationships/image" Target="../media/image195.e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88.emf"/><Relationship Id="rId11" Type="http://schemas.openxmlformats.org/officeDocument/2006/relationships/oleObject" Target="../embeddings/oleObject192.bin"/><Relationship Id="rId24" Type="http://schemas.openxmlformats.org/officeDocument/2006/relationships/image" Target="../media/image197.emf"/><Relationship Id="rId5" Type="http://schemas.openxmlformats.org/officeDocument/2006/relationships/oleObject" Target="../embeddings/oleObject189.bin"/><Relationship Id="rId15" Type="http://schemas.openxmlformats.org/officeDocument/2006/relationships/oleObject" Target="../embeddings/oleObject194.bin"/><Relationship Id="rId23" Type="http://schemas.openxmlformats.org/officeDocument/2006/relationships/oleObject" Target="../embeddings/oleObject198.bin"/><Relationship Id="rId10" Type="http://schemas.openxmlformats.org/officeDocument/2006/relationships/image" Target="../media/image190.emf"/><Relationship Id="rId19" Type="http://schemas.openxmlformats.org/officeDocument/2006/relationships/oleObject" Target="../embeddings/oleObject196.bin"/><Relationship Id="rId4" Type="http://schemas.openxmlformats.org/officeDocument/2006/relationships/image" Target="../media/image187.e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192.emf"/><Relationship Id="rId22" Type="http://schemas.openxmlformats.org/officeDocument/2006/relationships/image" Target="../media/image196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oleObject" Target="../embeddings/oleObject205.bin"/><Relationship Id="rId18" Type="http://schemas.openxmlformats.org/officeDocument/2006/relationships/image" Target="../media/image205.wmf"/><Relationship Id="rId3" Type="http://schemas.openxmlformats.org/officeDocument/2006/relationships/oleObject" Target="../embeddings/oleObject200.bin"/><Relationship Id="rId21" Type="http://schemas.openxmlformats.org/officeDocument/2006/relationships/oleObject" Target="../embeddings/oleObject209.bin"/><Relationship Id="rId7" Type="http://schemas.openxmlformats.org/officeDocument/2006/relationships/oleObject" Target="../embeddings/oleObject202.bin"/><Relationship Id="rId12" Type="http://schemas.openxmlformats.org/officeDocument/2006/relationships/image" Target="../media/image202.wmf"/><Relationship Id="rId17" Type="http://schemas.openxmlformats.org/officeDocument/2006/relationships/oleObject" Target="../embeddings/oleObject2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4.wmf"/><Relationship Id="rId20" Type="http://schemas.openxmlformats.org/officeDocument/2006/relationships/image" Target="../media/image206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99.wmf"/><Relationship Id="rId11" Type="http://schemas.openxmlformats.org/officeDocument/2006/relationships/oleObject" Target="../embeddings/oleObject204.bin"/><Relationship Id="rId5" Type="http://schemas.openxmlformats.org/officeDocument/2006/relationships/oleObject" Target="../embeddings/oleObject201.bin"/><Relationship Id="rId15" Type="http://schemas.openxmlformats.org/officeDocument/2006/relationships/oleObject" Target="../embeddings/oleObject206.bin"/><Relationship Id="rId10" Type="http://schemas.openxmlformats.org/officeDocument/2006/relationships/image" Target="../media/image201.wmf"/><Relationship Id="rId19" Type="http://schemas.openxmlformats.org/officeDocument/2006/relationships/oleObject" Target="../embeddings/oleObject208.bin"/><Relationship Id="rId4" Type="http://schemas.openxmlformats.org/officeDocument/2006/relationships/image" Target="../media/image189.e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203.wmf"/><Relationship Id="rId22" Type="http://schemas.openxmlformats.org/officeDocument/2006/relationships/image" Target="../media/image198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13" Type="http://schemas.openxmlformats.org/officeDocument/2006/relationships/oleObject" Target="../embeddings/oleObject215.bin"/><Relationship Id="rId18" Type="http://schemas.openxmlformats.org/officeDocument/2006/relationships/image" Target="../media/image212.wmf"/><Relationship Id="rId3" Type="http://schemas.openxmlformats.org/officeDocument/2006/relationships/oleObject" Target="../embeddings/oleObject210.bin"/><Relationship Id="rId7" Type="http://schemas.openxmlformats.org/officeDocument/2006/relationships/oleObject" Target="../embeddings/oleObject212.bin"/><Relationship Id="rId12" Type="http://schemas.openxmlformats.org/officeDocument/2006/relationships/image" Target="../media/image209.wmf"/><Relationship Id="rId17" Type="http://schemas.openxmlformats.org/officeDocument/2006/relationships/oleObject" Target="../embeddings/oleObject2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1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7.wmf"/><Relationship Id="rId11" Type="http://schemas.openxmlformats.org/officeDocument/2006/relationships/oleObject" Target="../embeddings/oleObject214.bin"/><Relationship Id="rId5" Type="http://schemas.openxmlformats.org/officeDocument/2006/relationships/oleObject" Target="../embeddings/oleObject211.bin"/><Relationship Id="rId15" Type="http://schemas.openxmlformats.org/officeDocument/2006/relationships/oleObject" Target="../embeddings/oleObject216.bin"/><Relationship Id="rId10" Type="http://schemas.openxmlformats.org/officeDocument/2006/relationships/image" Target="../media/image198.emf"/><Relationship Id="rId4" Type="http://schemas.openxmlformats.org/officeDocument/2006/relationships/image" Target="../media/image189.emf"/><Relationship Id="rId9" Type="http://schemas.openxmlformats.org/officeDocument/2006/relationships/oleObject" Target="../embeddings/oleObject213.bin"/><Relationship Id="rId14" Type="http://schemas.openxmlformats.org/officeDocument/2006/relationships/image" Target="../media/image210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3.bin"/><Relationship Id="rId18" Type="http://schemas.openxmlformats.org/officeDocument/2006/relationships/image" Target="../media/image220.emf"/><Relationship Id="rId26" Type="http://schemas.openxmlformats.org/officeDocument/2006/relationships/image" Target="../media/image224.emf"/><Relationship Id="rId39" Type="http://schemas.openxmlformats.org/officeDocument/2006/relationships/oleObject" Target="../embeddings/oleObject236.bin"/><Relationship Id="rId21" Type="http://schemas.openxmlformats.org/officeDocument/2006/relationships/oleObject" Target="../embeddings/oleObject227.bin"/><Relationship Id="rId34" Type="http://schemas.openxmlformats.org/officeDocument/2006/relationships/image" Target="../media/image228.emf"/><Relationship Id="rId42" Type="http://schemas.openxmlformats.org/officeDocument/2006/relationships/image" Target="../media/image232.emf"/><Relationship Id="rId47" Type="http://schemas.openxmlformats.org/officeDocument/2006/relationships/oleObject" Target="../embeddings/oleObject240.bin"/><Relationship Id="rId50" Type="http://schemas.openxmlformats.org/officeDocument/2006/relationships/image" Target="../media/image236.emf"/><Relationship Id="rId55" Type="http://schemas.openxmlformats.org/officeDocument/2006/relationships/oleObject" Target="../embeddings/oleObject244.bin"/><Relationship Id="rId7" Type="http://schemas.openxmlformats.org/officeDocument/2006/relationships/oleObject" Target="../embeddings/oleObject22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9.emf"/><Relationship Id="rId29" Type="http://schemas.openxmlformats.org/officeDocument/2006/relationships/oleObject" Target="../embeddings/oleObject231.bin"/><Relationship Id="rId11" Type="http://schemas.openxmlformats.org/officeDocument/2006/relationships/oleObject" Target="../embeddings/oleObject222.bin"/><Relationship Id="rId24" Type="http://schemas.openxmlformats.org/officeDocument/2006/relationships/image" Target="../media/image223.emf"/><Relationship Id="rId32" Type="http://schemas.openxmlformats.org/officeDocument/2006/relationships/image" Target="../media/image227.emf"/><Relationship Id="rId37" Type="http://schemas.openxmlformats.org/officeDocument/2006/relationships/oleObject" Target="../embeddings/oleObject235.bin"/><Relationship Id="rId40" Type="http://schemas.openxmlformats.org/officeDocument/2006/relationships/image" Target="../media/image231.emf"/><Relationship Id="rId45" Type="http://schemas.openxmlformats.org/officeDocument/2006/relationships/oleObject" Target="../embeddings/oleObject239.bin"/><Relationship Id="rId53" Type="http://schemas.openxmlformats.org/officeDocument/2006/relationships/oleObject" Target="../embeddings/oleObject243.bin"/><Relationship Id="rId58" Type="http://schemas.openxmlformats.org/officeDocument/2006/relationships/image" Target="../media/image240.emf"/><Relationship Id="rId5" Type="http://schemas.openxmlformats.org/officeDocument/2006/relationships/oleObject" Target="../embeddings/oleObject219.bin"/><Relationship Id="rId19" Type="http://schemas.openxmlformats.org/officeDocument/2006/relationships/oleObject" Target="../embeddings/oleObject226.bin"/><Relationship Id="rId4" Type="http://schemas.openxmlformats.org/officeDocument/2006/relationships/image" Target="../media/image213.e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218.emf"/><Relationship Id="rId22" Type="http://schemas.openxmlformats.org/officeDocument/2006/relationships/image" Target="../media/image222.emf"/><Relationship Id="rId27" Type="http://schemas.openxmlformats.org/officeDocument/2006/relationships/oleObject" Target="../embeddings/oleObject230.bin"/><Relationship Id="rId30" Type="http://schemas.openxmlformats.org/officeDocument/2006/relationships/image" Target="../media/image226.emf"/><Relationship Id="rId35" Type="http://schemas.openxmlformats.org/officeDocument/2006/relationships/oleObject" Target="../embeddings/oleObject234.bin"/><Relationship Id="rId43" Type="http://schemas.openxmlformats.org/officeDocument/2006/relationships/oleObject" Target="../embeddings/oleObject238.bin"/><Relationship Id="rId48" Type="http://schemas.openxmlformats.org/officeDocument/2006/relationships/image" Target="../media/image235.emf"/><Relationship Id="rId56" Type="http://schemas.openxmlformats.org/officeDocument/2006/relationships/image" Target="../media/image239.emf"/><Relationship Id="rId8" Type="http://schemas.openxmlformats.org/officeDocument/2006/relationships/image" Target="../media/image215.emf"/><Relationship Id="rId51" Type="http://schemas.openxmlformats.org/officeDocument/2006/relationships/oleObject" Target="../embeddings/oleObject242.bin"/><Relationship Id="rId3" Type="http://schemas.openxmlformats.org/officeDocument/2006/relationships/oleObject" Target="../embeddings/oleObject218.bin"/><Relationship Id="rId12" Type="http://schemas.openxmlformats.org/officeDocument/2006/relationships/image" Target="../media/image217.emf"/><Relationship Id="rId17" Type="http://schemas.openxmlformats.org/officeDocument/2006/relationships/oleObject" Target="../embeddings/oleObject225.bin"/><Relationship Id="rId25" Type="http://schemas.openxmlformats.org/officeDocument/2006/relationships/oleObject" Target="../embeddings/oleObject229.bin"/><Relationship Id="rId33" Type="http://schemas.openxmlformats.org/officeDocument/2006/relationships/oleObject" Target="../embeddings/oleObject233.bin"/><Relationship Id="rId38" Type="http://schemas.openxmlformats.org/officeDocument/2006/relationships/image" Target="../media/image230.emf"/><Relationship Id="rId46" Type="http://schemas.openxmlformats.org/officeDocument/2006/relationships/image" Target="../media/image234.emf"/><Relationship Id="rId59" Type="http://schemas.openxmlformats.org/officeDocument/2006/relationships/oleObject" Target="../embeddings/oleObject246.bin"/><Relationship Id="rId20" Type="http://schemas.openxmlformats.org/officeDocument/2006/relationships/image" Target="../media/image221.emf"/><Relationship Id="rId41" Type="http://schemas.openxmlformats.org/officeDocument/2006/relationships/oleObject" Target="../embeddings/oleObject237.bin"/><Relationship Id="rId54" Type="http://schemas.openxmlformats.org/officeDocument/2006/relationships/image" Target="../media/image238.e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14.emf"/><Relationship Id="rId15" Type="http://schemas.openxmlformats.org/officeDocument/2006/relationships/oleObject" Target="../embeddings/oleObject224.bin"/><Relationship Id="rId23" Type="http://schemas.openxmlformats.org/officeDocument/2006/relationships/oleObject" Target="../embeddings/oleObject228.bin"/><Relationship Id="rId28" Type="http://schemas.openxmlformats.org/officeDocument/2006/relationships/image" Target="../media/image225.emf"/><Relationship Id="rId36" Type="http://schemas.openxmlformats.org/officeDocument/2006/relationships/image" Target="../media/image229.emf"/><Relationship Id="rId49" Type="http://schemas.openxmlformats.org/officeDocument/2006/relationships/oleObject" Target="../embeddings/oleObject241.bin"/><Relationship Id="rId57" Type="http://schemas.openxmlformats.org/officeDocument/2006/relationships/oleObject" Target="../embeddings/oleObject245.bin"/><Relationship Id="rId10" Type="http://schemas.openxmlformats.org/officeDocument/2006/relationships/image" Target="../media/image216.emf"/><Relationship Id="rId31" Type="http://schemas.openxmlformats.org/officeDocument/2006/relationships/oleObject" Target="../embeddings/oleObject232.bin"/><Relationship Id="rId44" Type="http://schemas.openxmlformats.org/officeDocument/2006/relationships/image" Target="../media/image233.emf"/><Relationship Id="rId52" Type="http://schemas.openxmlformats.org/officeDocument/2006/relationships/image" Target="../media/image237.emf"/><Relationship Id="rId60" Type="http://schemas.openxmlformats.org/officeDocument/2006/relationships/image" Target="../media/image241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emf"/><Relationship Id="rId13" Type="http://schemas.openxmlformats.org/officeDocument/2006/relationships/oleObject" Target="../embeddings/oleObject252.bin"/><Relationship Id="rId18" Type="http://schemas.openxmlformats.org/officeDocument/2006/relationships/image" Target="../media/image249.emf"/><Relationship Id="rId26" Type="http://schemas.openxmlformats.org/officeDocument/2006/relationships/image" Target="../media/image253.emf"/><Relationship Id="rId3" Type="http://schemas.openxmlformats.org/officeDocument/2006/relationships/oleObject" Target="../embeddings/oleObject247.bin"/><Relationship Id="rId21" Type="http://schemas.openxmlformats.org/officeDocument/2006/relationships/oleObject" Target="../embeddings/oleObject256.bin"/><Relationship Id="rId7" Type="http://schemas.openxmlformats.org/officeDocument/2006/relationships/oleObject" Target="../embeddings/oleObject249.bin"/><Relationship Id="rId12" Type="http://schemas.openxmlformats.org/officeDocument/2006/relationships/image" Target="../media/image246.emf"/><Relationship Id="rId17" Type="http://schemas.openxmlformats.org/officeDocument/2006/relationships/oleObject" Target="../embeddings/oleObject254.bin"/><Relationship Id="rId25" Type="http://schemas.openxmlformats.org/officeDocument/2006/relationships/oleObject" Target="../embeddings/oleObject25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48.emf"/><Relationship Id="rId20" Type="http://schemas.openxmlformats.org/officeDocument/2006/relationships/image" Target="../media/image250.e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43.emf"/><Relationship Id="rId11" Type="http://schemas.openxmlformats.org/officeDocument/2006/relationships/oleObject" Target="../embeddings/oleObject251.bin"/><Relationship Id="rId24" Type="http://schemas.openxmlformats.org/officeDocument/2006/relationships/image" Target="../media/image252.emf"/><Relationship Id="rId5" Type="http://schemas.openxmlformats.org/officeDocument/2006/relationships/oleObject" Target="../embeddings/oleObject248.bin"/><Relationship Id="rId15" Type="http://schemas.openxmlformats.org/officeDocument/2006/relationships/oleObject" Target="../embeddings/oleObject253.bin"/><Relationship Id="rId23" Type="http://schemas.openxmlformats.org/officeDocument/2006/relationships/oleObject" Target="../embeddings/oleObject257.bin"/><Relationship Id="rId28" Type="http://schemas.openxmlformats.org/officeDocument/2006/relationships/image" Target="../media/image254.emf"/><Relationship Id="rId10" Type="http://schemas.openxmlformats.org/officeDocument/2006/relationships/image" Target="../media/image245.wmf"/><Relationship Id="rId19" Type="http://schemas.openxmlformats.org/officeDocument/2006/relationships/oleObject" Target="../embeddings/oleObject255.bin"/><Relationship Id="rId4" Type="http://schemas.openxmlformats.org/officeDocument/2006/relationships/image" Target="../media/image242.emf"/><Relationship Id="rId9" Type="http://schemas.openxmlformats.org/officeDocument/2006/relationships/oleObject" Target="../embeddings/oleObject250.bin"/><Relationship Id="rId14" Type="http://schemas.openxmlformats.org/officeDocument/2006/relationships/image" Target="../media/image247.emf"/><Relationship Id="rId22" Type="http://schemas.openxmlformats.org/officeDocument/2006/relationships/image" Target="../media/image251.emf"/><Relationship Id="rId27" Type="http://schemas.openxmlformats.org/officeDocument/2006/relationships/oleObject" Target="../embeddings/oleObject259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emf"/><Relationship Id="rId13" Type="http://schemas.openxmlformats.org/officeDocument/2006/relationships/oleObject" Target="../embeddings/oleObject265.bin"/><Relationship Id="rId18" Type="http://schemas.openxmlformats.org/officeDocument/2006/relationships/image" Target="../media/image262.wmf"/><Relationship Id="rId26" Type="http://schemas.openxmlformats.org/officeDocument/2006/relationships/image" Target="../media/image266.emf"/><Relationship Id="rId3" Type="http://schemas.openxmlformats.org/officeDocument/2006/relationships/oleObject" Target="../embeddings/oleObject260.bin"/><Relationship Id="rId21" Type="http://schemas.openxmlformats.org/officeDocument/2006/relationships/oleObject" Target="../embeddings/oleObject269.bin"/><Relationship Id="rId7" Type="http://schemas.openxmlformats.org/officeDocument/2006/relationships/oleObject" Target="../embeddings/oleObject262.bin"/><Relationship Id="rId12" Type="http://schemas.openxmlformats.org/officeDocument/2006/relationships/image" Target="../media/image259.emf"/><Relationship Id="rId17" Type="http://schemas.openxmlformats.org/officeDocument/2006/relationships/oleObject" Target="../embeddings/oleObject267.bin"/><Relationship Id="rId25" Type="http://schemas.openxmlformats.org/officeDocument/2006/relationships/oleObject" Target="../embeddings/oleObject27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61.wmf"/><Relationship Id="rId20" Type="http://schemas.openxmlformats.org/officeDocument/2006/relationships/image" Target="../media/image263.emf"/><Relationship Id="rId29" Type="http://schemas.openxmlformats.org/officeDocument/2006/relationships/oleObject" Target="../embeddings/oleObject273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56.emf"/><Relationship Id="rId11" Type="http://schemas.openxmlformats.org/officeDocument/2006/relationships/oleObject" Target="../embeddings/oleObject264.bin"/><Relationship Id="rId24" Type="http://schemas.openxmlformats.org/officeDocument/2006/relationships/image" Target="../media/image265.emf"/><Relationship Id="rId32" Type="http://schemas.openxmlformats.org/officeDocument/2006/relationships/image" Target="../media/image269.emf"/><Relationship Id="rId5" Type="http://schemas.openxmlformats.org/officeDocument/2006/relationships/oleObject" Target="../embeddings/oleObject261.bin"/><Relationship Id="rId15" Type="http://schemas.openxmlformats.org/officeDocument/2006/relationships/oleObject" Target="../embeddings/oleObject266.bin"/><Relationship Id="rId23" Type="http://schemas.openxmlformats.org/officeDocument/2006/relationships/oleObject" Target="../embeddings/oleObject270.bin"/><Relationship Id="rId28" Type="http://schemas.openxmlformats.org/officeDocument/2006/relationships/image" Target="../media/image267.emf"/><Relationship Id="rId10" Type="http://schemas.openxmlformats.org/officeDocument/2006/relationships/image" Target="../media/image258.wmf"/><Relationship Id="rId19" Type="http://schemas.openxmlformats.org/officeDocument/2006/relationships/oleObject" Target="../embeddings/oleObject268.bin"/><Relationship Id="rId31" Type="http://schemas.openxmlformats.org/officeDocument/2006/relationships/oleObject" Target="../embeddings/oleObject274.bin"/><Relationship Id="rId4" Type="http://schemas.openxmlformats.org/officeDocument/2006/relationships/image" Target="../media/image255.emf"/><Relationship Id="rId9" Type="http://schemas.openxmlformats.org/officeDocument/2006/relationships/oleObject" Target="../embeddings/oleObject263.bin"/><Relationship Id="rId14" Type="http://schemas.openxmlformats.org/officeDocument/2006/relationships/image" Target="../media/image260.emf"/><Relationship Id="rId22" Type="http://schemas.openxmlformats.org/officeDocument/2006/relationships/image" Target="../media/image264.emf"/><Relationship Id="rId27" Type="http://schemas.openxmlformats.org/officeDocument/2006/relationships/oleObject" Target="../embeddings/oleObject272.bin"/><Relationship Id="rId30" Type="http://schemas.openxmlformats.org/officeDocument/2006/relationships/image" Target="../media/image268.e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80.bin"/><Relationship Id="rId18" Type="http://schemas.openxmlformats.org/officeDocument/2006/relationships/image" Target="../media/image277.emf"/><Relationship Id="rId26" Type="http://schemas.openxmlformats.org/officeDocument/2006/relationships/image" Target="../media/image281.emf"/><Relationship Id="rId21" Type="http://schemas.openxmlformats.org/officeDocument/2006/relationships/oleObject" Target="../embeddings/oleObject284.bin"/><Relationship Id="rId34" Type="http://schemas.openxmlformats.org/officeDocument/2006/relationships/image" Target="../media/image285.emf"/><Relationship Id="rId7" Type="http://schemas.openxmlformats.org/officeDocument/2006/relationships/oleObject" Target="../embeddings/oleObject277.bin"/><Relationship Id="rId12" Type="http://schemas.openxmlformats.org/officeDocument/2006/relationships/image" Target="../media/image274.emf"/><Relationship Id="rId17" Type="http://schemas.openxmlformats.org/officeDocument/2006/relationships/oleObject" Target="../embeddings/oleObject282.bin"/><Relationship Id="rId25" Type="http://schemas.openxmlformats.org/officeDocument/2006/relationships/oleObject" Target="../embeddings/oleObject286.bin"/><Relationship Id="rId33" Type="http://schemas.openxmlformats.org/officeDocument/2006/relationships/oleObject" Target="../embeddings/oleObject290.bin"/><Relationship Id="rId38" Type="http://schemas.openxmlformats.org/officeDocument/2006/relationships/image" Target="../media/image287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76.emf"/><Relationship Id="rId20" Type="http://schemas.openxmlformats.org/officeDocument/2006/relationships/image" Target="../media/image278.emf"/><Relationship Id="rId29" Type="http://schemas.openxmlformats.org/officeDocument/2006/relationships/oleObject" Target="../embeddings/oleObject288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71.wmf"/><Relationship Id="rId11" Type="http://schemas.openxmlformats.org/officeDocument/2006/relationships/oleObject" Target="../embeddings/oleObject279.bin"/><Relationship Id="rId24" Type="http://schemas.openxmlformats.org/officeDocument/2006/relationships/image" Target="../media/image280.emf"/><Relationship Id="rId32" Type="http://schemas.openxmlformats.org/officeDocument/2006/relationships/image" Target="../media/image284.wmf"/><Relationship Id="rId37" Type="http://schemas.openxmlformats.org/officeDocument/2006/relationships/oleObject" Target="../embeddings/oleObject292.bin"/><Relationship Id="rId5" Type="http://schemas.openxmlformats.org/officeDocument/2006/relationships/oleObject" Target="../embeddings/oleObject276.bin"/><Relationship Id="rId15" Type="http://schemas.openxmlformats.org/officeDocument/2006/relationships/oleObject" Target="../embeddings/oleObject281.bin"/><Relationship Id="rId23" Type="http://schemas.openxmlformats.org/officeDocument/2006/relationships/oleObject" Target="../embeddings/oleObject285.bin"/><Relationship Id="rId28" Type="http://schemas.openxmlformats.org/officeDocument/2006/relationships/image" Target="../media/image282.wmf"/><Relationship Id="rId36" Type="http://schemas.openxmlformats.org/officeDocument/2006/relationships/image" Target="../media/image286.wmf"/><Relationship Id="rId10" Type="http://schemas.openxmlformats.org/officeDocument/2006/relationships/image" Target="../media/image273.wmf"/><Relationship Id="rId19" Type="http://schemas.openxmlformats.org/officeDocument/2006/relationships/oleObject" Target="../embeddings/oleObject283.bin"/><Relationship Id="rId31" Type="http://schemas.openxmlformats.org/officeDocument/2006/relationships/oleObject" Target="../embeddings/oleObject289.bin"/><Relationship Id="rId4" Type="http://schemas.openxmlformats.org/officeDocument/2006/relationships/image" Target="../media/image270.emf"/><Relationship Id="rId9" Type="http://schemas.openxmlformats.org/officeDocument/2006/relationships/oleObject" Target="../embeddings/oleObject278.bin"/><Relationship Id="rId14" Type="http://schemas.openxmlformats.org/officeDocument/2006/relationships/image" Target="../media/image275.emf"/><Relationship Id="rId22" Type="http://schemas.openxmlformats.org/officeDocument/2006/relationships/image" Target="../media/image279.emf"/><Relationship Id="rId27" Type="http://schemas.openxmlformats.org/officeDocument/2006/relationships/oleObject" Target="../embeddings/oleObject287.bin"/><Relationship Id="rId30" Type="http://schemas.openxmlformats.org/officeDocument/2006/relationships/image" Target="../media/image283.wmf"/><Relationship Id="rId35" Type="http://schemas.openxmlformats.org/officeDocument/2006/relationships/oleObject" Target="../embeddings/oleObject291.bin"/><Relationship Id="rId8" Type="http://schemas.openxmlformats.org/officeDocument/2006/relationships/image" Target="../media/image272.wmf"/><Relationship Id="rId3" Type="http://schemas.openxmlformats.org/officeDocument/2006/relationships/oleObject" Target="../embeddings/oleObject275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emf"/><Relationship Id="rId13" Type="http://schemas.openxmlformats.org/officeDocument/2006/relationships/oleObject" Target="../embeddings/oleObject298.bin"/><Relationship Id="rId18" Type="http://schemas.openxmlformats.org/officeDocument/2006/relationships/image" Target="../media/image295.emf"/><Relationship Id="rId3" Type="http://schemas.openxmlformats.org/officeDocument/2006/relationships/oleObject" Target="../embeddings/oleObject293.bin"/><Relationship Id="rId21" Type="http://schemas.openxmlformats.org/officeDocument/2006/relationships/oleObject" Target="../embeddings/oleObject302.bin"/><Relationship Id="rId7" Type="http://schemas.openxmlformats.org/officeDocument/2006/relationships/oleObject" Target="../embeddings/oleObject295.bin"/><Relationship Id="rId12" Type="http://schemas.openxmlformats.org/officeDocument/2006/relationships/image" Target="../media/image292.emf"/><Relationship Id="rId17" Type="http://schemas.openxmlformats.org/officeDocument/2006/relationships/oleObject" Target="../embeddings/oleObject30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4.emf"/><Relationship Id="rId20" Type="http://schemas.openxmlformats.org/officeDocument/2006/relationships/image" Target="../media/image296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89.wmf"/><Relationship Id="rId11" Type="http://schemas.openxmlformats.org/officeDocument/2006/relationships/oleObject" Target="../embeddings/oleObject297.bin"/><Relationship Id="rId24" Type="http://schemas.openxmlformats.org/officeDocument/2006/relationships/image" Target="../media/image298.emf"/><Relationship Id="rId5" Type="http://schemas.openxmlformats.org/officeDocument/2006/relationships/oleObject" Target="../embeddings/oleObject294.bin"/><Relationship Id="rId15" Type="http://schemas.openxmlformats.org/officeDocument/2006/relationships/oleObject" Target="../embeddings/oleObject299.bin"/><Relationship Id="rId23" Type="http://schemas.openxmlformats.org/officeDocument/2006/relationships/oleObject" Target="../embeddings/oleObject303.bin"/><Relationship Id="rId10" Type="http://schemas.openxmlformats.org/officeDocument/2006/relationships/image" Target="../media/image291.emf"/><Relationship Id="rId19" Type="http://schemas.openxmlformats.org/officeDocument/2006/relationships/oleObject" Target="../embeddings/oleObject301.bin"/><Relationship Id="rId4" Type="http://schemas.openxmlformats.org/officeDocument/2006/relationships/image" Target="../media/image288.emf"/><Relationship Id="rId9" Type="http://schemas.openxmlformats.org/officeDocument/2006/relationships/oleObject" Target="../embeddings/oleObject296.bin"/><Relationship Id="rId14" Type="http://schemas.openxmlformats.org/officeDocument/2006/relationships/image" Target="../media/image293.emf"/><Relationship Id="rId22" Type="http://schemas.openxmlformats.org/officeDocument/2006/relationships/image" Target="../media/image297.emf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9.bin"/><Relationship Id="rId18" Type="http://schemas.openxmlformats.org/officeDocument/2006/relationships/image" Target="../media/image306.emf"/><Relationship Id="rId26" Type="http://schemas.openxmlformats.org/officeDocument/2006/relationships/image" Target="../media/image310.emf"/><Relationship Id="rId39" Type="http://schemas.openxmlformats.org/officeDocument/2006/relationships/oleObject" Target="../embeddings/oleObject322.bin"/><Relationship Id="rId21" Type="http://schemas.openxmlformats.org/officeDocument/2006/relationships/oleObject" Target="../embeddings/oleObject313.bin"/><Relationship Id="rId34" Type="http://schemas.openxmlformats.org/officeDocument/2006/relationships/image" Target="../media/image314.wmf"/><Relationship Id="rId42" Type="http://schemas.openxmlformats.org/officeDocument/2006/relationships/image" Target="../media/image318.emf"/><Relationship Id="rId7" Type="http://schemas.openxmlformats.org/officeDocument/2006/relationships/oleObject" Target="../embeddings/oleObject30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05.wmf"/><Relationship Id="rId29" Type="http://schemas.openxmlformats.org/officeDocument/2006/relationships/oleObject" Target="../embeddings/oleObject317.bin"/><Relationship Id="rId1" Type="http://schemas.openxmlformats.org/officeDocument/2006/relationships/vmlDrawing" Target="../drawings/vmlDrawing29.vml"/><Relationship Id="rId6" Type="http://schemas.openxmlformats.org/officeDocument/2006/relationships/image" Target="../media/image300.emf"/><Relationship Id="rId11" Type="http://schemas.openxmlformats.org/officeDocument/2006/relationships/oleObject" Target="../embeddings/oleObject308.bin"/><Relationship Id="rId24" Type="http://schemas.openxmlformats.org/officeDocument/2006/relationships/image" Target="../media/image309.wmf"/><Relationship Id="rId32" Type="http://schemas.openxmlformats.org/officeDocument/2006/relationships/image" Target="../media/image313.emf"/><Relationship Id="rId37" Type="http://schemas.openxmlformats.org/officeDocument/2006/relationships/oleObject" Target="../embeddings/oleObject321.bin"/><Relationship Id="rId40" Type="http://schemas.openxmlformats.org/officeDocument/2006/relationships/image" Target="../media/image317.emf"/><Relationship Id="rId45" Type="http://schemas.openxmlformats.org/officeDocument/2006/relationships/oleObject" Target="../embeddings/oleObject325.bin"/><Relationship Id="rId5" Type="http://schemas.openxmlformats.org/officeDocument/2006/relationships/oleObject" Target="../embeddings/oleObject305.bin"/><Relationship Id="rId15" Type="http://schemas.openxmlformats.org/officeDocument/2006/relationships/oleObject" Target="../embeddings/oleObject310.bin"/><Relationship Id="rId23" Type="http://schemas.openxmlformats.org/officeDocument/2006/relationships/oleObject" Target="../embeddings/oleObject314.bin"/><Relationship Id="rId28" Type="http://schemas.openxmlformats.org/officeDocument/2006/relationships/image" Target="../media/image311.wmf"/><Relationship Id="rId36" Type="http://schemas.openxmlformats.org/officeDocument/2006/relationships/image" Target="../media/image315.emf"/><Relationship Id="rId10" Type="http://schemas.openxmlformats.org/officeDocument/2006/relationships/image" Target="../media/image302.wmf"/><Relationship Id="rId19" Type="http://schemas.openxmlformats.org/officeDocument/2006/relationships/oleObject" Target="../embeddings/oleObject312.bin"/><Relationship Id="rId31" Type="http://schemas.openxmlformats.org/officeDocument/2006/relationships/oleObject" Target="../embeddings/oleObject318.bin"/><Relationship Id="rId44" Type="http://schemas.openxmlformats.org/officeDocument/2006/relationships/image" Target="../media/image319.emf"/><Relationship Id="rId4" Type="http://schemas.openxmlformats.org/officeDocument/2006/relationships/image" Target="../media/image299.emf"/><Relationship Id="rId9" Type="http://schemas.openxmlformats.org/officeDocument/2006/relationships/oleObject" Target="../embeddings/oleObject307.bin"/><Relationship Id="rId14" Type="http://schemas.openxmlformats.org/officeDocument/2006/relationships/image" Target="../media/image304.wmf"/><Relationship Id="rId22" Type="http://schemas.openxmlformats.org/officeDocument/2006/relationships/image" Target="../media/image308.emf"/><Relationship Id="rId27" Type="http://schemas.openxmlformats.org/officeDocument/2006/relationships/oleObject" Target="../embeddings/oleObject316.bin"/><Relationship Id="rId30" Type="http://schemas.openxmlformats.org/officeDocument/2006/relationships/image" Target="../media/image312.emf"/><Relationship Id="rId35" Type="http://schemas.openxmlformats.org/officeDocument/2006/relationships/oleObject" Target="../embeddings/oleObject320.bin"/><Relationship Id="rId43" Type="http://schemas.openxmlformats.org/officeDocument/2006/relationships/oleObject" Target="../embeddings/oleObject324.bin"/><Relationship Id="rId8" Type="http://schemas.openxmlformats.org/officeDocument/2006/relationships/image" Target="../media/image301.emf"/><Relationship Id="rId3" Type="http://schemas.openxmlformats.org/officeDocument/2006/relationships/oleObject" Target="../embeddings/oleObject304.bin"/><Relationship Id="rId12" Type="http://schemas.openxmlformats.org/officeDocument/2006/relationships/image" Target="../media/image303.wmf"/><Relationship Id="rId17" Type="http://schemas.openxmlformats.org/officeDocument/2006/relationships/oleObject" Target="../embeddings/oleObject311.bin"/><Relationship Id="rId25" Type="http://schemas.openxmlformats.org/officeDocument/2006/relationships/oleObject" Target="../embeddings/oleObject315.bin"/><Relationship Id="rId33" Type="http://schemas.openxmlformats.org/officeDocument/2006/relationships/oleObject" Target="../embeddings/oleObject319.bin"/><Relationship Id="rId38" Type="http://schemas.openxmlformats.org/officeDocument/2006/relationships/image" Target="../media/image316.wmf"/><Relationship Id="rId46" Type="http://schemas.openxmlformats.org/officeDocument/2006/relationships/image" Target="../media/image320.emf"/><Relationship Id="rId20" Type="http://schemas.openxmlformats.org/officeDocument/2006/relationships/image" Target="../media/image307.emf"/><Relationship Id="rId41" Type="http://schemas.openxmlformats.org/officeDocument/2006/relationships/oleObject" Target="../embeddings/oleObject323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03" name="Text Box 11"/>
          <p:cNvSpPr txBox="1">
            <a:spLocks noChangeArrowheads="1"/>
          </p:cNvSpPr>
          <p:nvPr/>
        </p:nvSpPr>
        <p:spPr bwMode="auto">
          <a:xfrm>
            <a:off x="3719736" y="3291504"/>
            <a:ext cx="399500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ea typeface="楷体_GB2312" pitchFamily="49" charset="-122"/>
              </a:rPr>
              <a:t>一、一个方程的情形 </a:t>
            </a:r>
          </a:p>
        </p:txBody>
      </p:sp>
      <p:sp>
        <p:nvSpPr>
          <p:cNvPr id="136204" name="Text Box 12"/>
          <p:cNvSpPr txBox="1">
            <a:spLocks noChangeArrowheads="1"/>
          </p:cNvSpPr>
          <p:nvPr/>
        </p:nvSpPr>
        <p:spPr bwMode="auto">
          <a:xfrm>
            <a:off x="3719736" y="4282141"/>
            <a:ext cx="34804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ea typeface="楷体_GB2312" pitchFamily="49" charset="-122"/>
              </a:rPr>
              <a:t>二、方程组的情形</a:t>
            </a:r>
          </a:p>
        </p:txBody>
      </p:sp>
      <p:sp>
        <p:nvSpPr>
          <p:cNvPr id="136205" name="Text Box 13"/>
          <p:cNvSpPr txBox="1">
            <a:spLocks noChangeArrowheads="1"/>
          </p:cNvSpPr>
          <p:nvPr/>
        </p:nvSpPr>
        <p:spPr bwMode="auto">
          <a:xfrm>
            <a:off x="3287688" y="2177756"/>
            <a:ext cx="5439310" cy="707886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第四节 隐函数的微分法</a:t>
            </a:r>
            <a:endParaRPr lang="zh-CN" altLang="en-US" sz="40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56440" y="404664"/>
            <a:ext cx="1375698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8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794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609600"/>
            <a:ext cx="19812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FF33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本节讨论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277507" name="Text Box 3"/>
          <p:cNvSpPr txBox="1">
            <a:spLocks noChangeArrowheads="1"/>
          </p:cNvSpPr>
          <p:nvPr/>
        </p:nvSpPr>
        <p:spPr bwMode="auto">
          <a:xfrm>
            <a:off x="2209800" y="1295401"/>
            <a:ext cx="624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1) </a:t>
            </a:r>
            <a:r>
              <a:rPr lang="zh-CN" altLang="en-US" sz="2800" b="1">
                <a:ea typeface="楷体_GB2312" pitchFamily="49" charset="-122"/>
              </a:rPr>
              <a:t>方程在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什么条件</a:t>
            </a:r>
            <a:r>
              <a:rPr lang="zh-CN" altLang="en-US" sz="2800" b="1">
                <a:ea typeface="楷体_GB2312" pitchFamily="49" charset="-122"/>
              </a:rPr>
              <a:t>下才能确定隐函数 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277508" name="Text Box 4"/>
          <p:cNvSpPr txBox="1">
            <a:spLocks noChangeArrowheads="1"/>
          </p:cNvSpPr>
          <p:nvPr/>
        </p:nvSpPr>
        <p:spPr bwMode="auto">
          <a:xfrm>
            <a:off x="2743200" y="1852613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例如</a:t>
            </a: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,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277509" name="Object 5"/>
          <p:cNvGraphicFramePr>
            <a:graphicFrameLocks noChangeAspect="1"/>
          </p:cNvGraphicFramePr>
          <p:nvPr/>
        </p:nvGraphicFramePr>
        <p:xfrm>
          <a:off x="4621214" y="1835151"/>
          <a:ext cx="238283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公式" r:id="rId3" imgW="2352802" imgH="514350" progId="Equation.3">
                  <p:embed/>
                </p:oleObj>
              </mc:Choice>
              <mc:Fallback>
                <p:oleObj name="公式" r:id="rId3" imgW="2352802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1214" y="1835151"/>
                        <a:ext cx="238283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0" name="Text Box 6"/>
          <p:cNvSpPr txBox="1">
            <a:spLocks noChangeArrowheads="1"/>
          </p:cNvSpPr>
          <p:nvPr/>
        </p:nvSpPr>
        <p:spPr bwMode="auto">
          <a:xfrm>
            <a:off x="3657600" y="2438401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当 </a:t>
            </a:r>
            <a:r>
              <a:rPr lang="en-US" altLang="zh-CN" sz="2800" b="1" i="1">
                <a:ea typeface="楷体_GB2312" pitchFamily="49" charset="-122"/>
              </a:rPr>
              <a:t>C </a:t>
            </a:r>
            <a:r>
              <a:rPr lang="en-US" altLang="zh-CN" sz="2800" b="1">
                <a:ea typeface="楷体_GB2312" pitchFamily="49" charset="-122"/>
              </a:rPr>
              <a:t>&lt; 0 </a:t>
            </a:r>
            <a:r>
              <a:rPr lang="zh-CN" altLang="en-US" sz="2800" b="1">
                <a:ea typeface="楷体_GB2312" pitchFamily="49" charset="-122"/>
              </a:rPr>
              <a:t>时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能确定隐函数</a:t>
            </a:r>
            <a:r>
              <a:rPr lang="en-US" altLang="zh-CN" sz="2800" b="1">
                <a:ea typeface="楷体_GB2312" pitchFamily="49" charset="-122"/>
              </a:rPr>
              <a:t>;</a:t>
            </a:r>
          </a:p>
        </p:txBody>
      </p:sp>
      <p:sp>
        <p:nvSpPr>
          <p:cNvPr id="277511" name="Text Box 7"/>
          <p:cNvSpPr txBox="1">
            <a:spLocks noChangeArrowheads="1"/>
          </p:cNvSpPr>
          <p:nvPr/>
        </p:nvSpPr>
        <p:spPr bwMode="auto">
          <a:xfrm>
            <a:off x="3657600" y="2986088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当 </a:t>
            </a:r>
            <a:r>
              <a:rPr lang="en-US" altLang="zh-CN" sz="2800" b="1" i="1">
                <a:ea typeface="楷体_GB2312" pitchFamily="49" charset="-122"/>
              </a:rPr>
              <a:t>C</a:t>
            </a:r>
            <a:r>
              <a:rPr lang="en-US" altLang="zh-CN" sz="2800" b="1">
                <a:ea typeface="楷体_GB2312" pitchFamily="49" charset="-122"/>
              </a:rPr>
              <a:t> &gt; 0 </a:t>
            </a:r>
            <a:r>
              <a:rPr lang="zh-CN" altLang="en-US" sz="2800" b="1">
                <a:ea typeface="楷体_GB2312" pitchFamily="49" charset="-122"/>
              </a:rPr>
              <a:t>时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不能确定隐函数</a:t>
            </a:r>
            <a:r>
              <a:rPr lang="en-US" altLang="zh-CN" sz="2800" b="1">
                <a:ea typeface="楷体_GB2312" pitchFamily="49" charset="-122"/>
              </a:rPr>
              <a:t>;</a:t>
            </a:r>
          </a:p>
        </p:txBody>
      </p:sp>
      <p:sp>
        <p:nvSpPr>
          <p:cNvPr id="277512" name="Text Box 8"/>
          <p:cNvSpPr txBox="1">
            <a:spLocks noChangeArrowheads="1"/>
          </p:cNvSpPr>
          <p:nvPr/>
        </p:nvSpPr>
        <p:spPr bwMode="auto">
          <a:xfrm>
            <a:off x="2209800" y="3662363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2) </a:t>
            </a:r>
            <a:r>
              <a:rPr lang="zh-CN" altLang="en-US" sz="2800" b="1">
                <a:ea typeface="楷体_GB2312" pitchFamily="49" charset="-122"/>
              </a:rPr>
              <a:t>在方程能确定隐函数时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137225" name="Text Box 9"/>
          <p:cNvSpPr txBox="1">
            <a:spLocks noChangeArrowheads="1"/>
          </p:cNvSpPr>
          <p:nvPr/>
        </p:nvSpPr>
        <p:spPr bwMode="auto">
          <a:xfrm>
            <a:off x="1752600" y="1371601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2800" b="1"/>
          </a:p>
        </p:txBody>
      </p:sp>
      <p:sp>
        <p:nvSpPr>
          <p:cNvPr id="277514" name="Text Box 10"/>
          <p:cNvSpPr txBox="1">
            <a:spLocks noChangeArrowheads="1"/>
          </p:cNvSpPr>
          <p:nvPr/>
        </p:nvSpPr>
        <p:spPr bwMode="auto">
          <a:xfrm>
            <a:off x="6381751" y="3679825"/>
            <a:ext cx="38811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研究其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连续性、可微性 </a:t>
            </a:r>
          </a:p>
        </p:txBody>
      </p:sp>
      <p:sp>
        <p:nvSpPr>
          <p:cNvPr id="277515" name="Text Box 11"/>
          <p:cNvSpPr txBox="1">
            <a:spLocks noChangeArrowheads="1"/>
          </p:cNvSpPr>
          <p:nvPr/>
        </p:nvSpPr>
        <p:spPr bwMode="auto">
          <a:xfrm>
            <a:off x="2514600" y="4281488"/>
            <a:ext cx="28889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及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求导方法</a:t>
            </a:r>
            <a:r>
              <a:rPr lang="zh-CN" altLang="en-US" sz="2800" b="1">
                <a:ea typeface="楷体_GB2312" pitchFamily="49" charset="-122"/>
              </a:rPr>
              <a:t>问题 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191071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7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7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7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7" grpId="0" autoUpdateAnimBg="0"/>
      <p:bldP spid="277508" grpId="0" autoUpdateAnimBg="0"/>
      <p:bldP spid="277510" grpId="0" autoUpdateAnimBg="0"/>
      <p:bldP spid="277511" grpId="0" autoUpdateAnimBg="0"/>
      <p:bldP spid="277512" grpId="0" autoUpdateAnimBg="0"/>
      <p:bldP spid="277514" grpId="0" build="p" autoUpdateAnimBg="0"/>
      <p:bldP spid="27751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57400" y="304800"/>
            <a:ext cx="3922714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一、一个方程的情形 </a:t>
            </a:r>
            <a:endParaRPr lang="zh-CN" altLang="en-US" sz="2800" b="1" dirty="0">
              <a:solidFill>
                <a:srgbClr val="FF0000"/>
              </a:solidFill>
              <a:ea typeface="仿宋_GB2312" pitchFamily="49" charset="-122"/>
            </a:endParaRPr>
          </a:p>
        </p:txBody>
      </p:sp>
      <p:sp>
        <p:nvSpPr>
          <p:cNvPr id="278531" name="Text Box 3"/>
          <p:cNvSpPr txBox="1">
            <a:spLocks noChangeArrowheads="1"/>
          </p:cNvSpPr>
          <p:nvPr/>
        </p:nvSpPr>
        <p:spPr bwMode="auto">
          <a:xfrm>
            <a:off x="1981200" y="914401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设函数</a:t>
            </a:r>
          </a:p>
        </p:txBody>
      </p:sp>
      <p:graphicFrame>
        <p:nvGraphicFramePr>
          <p:cNvPr id="278532" name="Object 4"/>
          <p:cNvGraphicFramePr>
            <a:graphicFrameLocks noChangeAspect="1"/>
          </p:cNvGraphicFramePr>
          <p:nvPr/>
        </p:nvGraphicFramePr>
        <p:xfrm>
          <a:off x="6267450" y="1073150"/>
          <a:ext cx="1397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8" name="公式" r:id="rId4" imgW="1390513" imgH="419126" progId="Equation.3">
                  <p:embed/>
                </p:oleObj>
              </mc:Choice>
              <mc:Fallback>
                <p:oleObj name="公式" r:id="rId4" imgW="139051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7450" y="1073150"/>
                        <a:ext cx="1397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3" name="Object 5"/>
          <p:cNvGraphicFramePr>
            <a:graphicFrameLocks noChangeAspect="1"/>
          </p:cNvGraphicFramePr>
          <p:nvPr/>
        </p:nvGraphicFramePr>
        <p:xfrm>
          <a:off x="4400550" y="1047750"/>
          <a:ext cx="1143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9" name="公式" r:id="rId6" imgW="1133370" imgH="380897" progId="Equation.3">
                  <p:embed/>
                </p:oleObj>
              </mc:Choice>
              <mc:Fallback>
                <p:oleObj name="公式" r:id="rId6" imgW="1133370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0" y="1047750"/>
                        <a:ext cx="1143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4" name="Object 6"/>
          <p:cNvGraphicFramePr>
            <a:graphicFrameLocks noChangeAspect="1"/>
          </p:cNvGraphicFramePr>
          <p:nvPr/>
        </p:nvGraphicFramePr>
        <p:xfrm>
          <a:off x="3822701" y="2228850"/>
          <a:ext cx="2157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" name="公式" r:id="rId8" imgW="2152570" imgH="419126" progId="Equation.3">
                  <p:embed/>
                </p:oleObj>
              </mc:Choice>
              <mc:Fallback>
                <p:oleObj name="公式" r:id="rId8" imgW="2152570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1" y="2228850"/>
                        <a:ext cx="21574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5" name="Text Box 7"/>
          <p:cNvSpPr txBox="1">
            <a:spLocks noChangeArrowheads="1"/>
          </p:cNvSpPr>
          <p:nvPr/>
        </p:nvSpPr>
        <p:spPr bwMode="auto">
          <a:xfrm>
            <a:off x="1828800" y="3367089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仿宋_GB2312" pitchFamily="49" charset="-122"/>
                <a:ea typeface="楷体_GB2312" pitchFamily="49" charset="-122"/>
              </a:rPr>
              <a:t>则方程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278536" name="Object 8"/>
          <p:cNvGraphicFramePr>
            <a:graphicFrameLocks noChangeAspect="1"/>
          </p:cNvGraphicFramePr>
          <p:nvPr/>
        </p:nvGraphicFramePr>
        <p:xfrm>
          <a:off x="3035300" y="3422650"/>
          <a:ext cx="2781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1" name="公式" r:id="rId10" imgW="2771656" imgH="447624" progId="Equation.3">
                  <p:embed/>
                </p:oleObj>
              </mc:Choice>
              <mc:Fallback>
                <p:oleObj name="公式" r:id="rId10" imgW="2771656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3422650"/>
                        <a:ext cx="2781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7" name="Text Box 9"/>
          <p:cNvSpPr txBox="1">
            <a:spLocks noChangeArrowheads="1"/>
          </p:cNvSpPr>
          <p:nvPr/>
        </p:nvSpPr>
        <p:spPr bwMode="auto">
          <a:xfrm>
            <a:off x="1828800" y="39766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单值连续函数 </a:t>
            </a:r>
            <a:r>
              <a:rPr lang="en-US" altLang="zh-CN" sz="2800" b="1" i="1">
                <a:ea typeface="楷体_GB2312" pitchFamily="49" charset="-122"/>
              </a:rPr>
              <a:t>y = f 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x</a:t>
            </a:r>
            <a:r>
              <a:rPr lang="en-US" altLang="zh-CN" sz="2800" b="1">
                <a:ea typeface="楷体_GB2312" pitchFamily="49" charset="-122"/>
              </a:rPr>
              <a:t>) ,</a:t>
            </a:r>
          </a:p>
        </p:txBody>
      </p:sp>
      <p:graphicFrame>
        <p:nvGraphicFramePr>
          <p:cNvPr id="278538" name="Object 10"/>
          <p:cNvGraphicFramePr>
            <a:graphicFrameLocks noChangeAspect="1"/>
          </p:cNvGraphicFramePr>
          <p:nvPr/>
        </p:nvGraphicFramePr>
        <p:xfrm>
          <a:off x="7016750" y="4044950"/>
          <a:ext cx="1778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2" name="公式" r:id="rId12" imgW="1771542" imgH="419126" progId="Equation.3">
                  <p:embed/>
                </p:oleObj>
              </mc:Choice>
              <mc:Fallback>
                <p:oleObj name="公式" r:id="rId12" imgW="1771542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0" y="4044950"/>
                        <a:ext cx="1778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9" name="Text Box 11"/>
          <p:cNvSpPr txBox="1">
            <a:spLocks noChangeArrowheads="1"/>
          </p:cNvSpPr>
          <p:nvPr/>
        </p:nvSpPr>
        <p:spPr bwMode="auto">
          <a:xfrm>
            <a:off x="8763000" y="3962401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并有连续</a:t>
            </a:r>
          </a:p>
        </p:txBody>
      </p:sp>
      <p:graphicFrame>
        <p:nvGraphicFramePr>
          <p:cNvPr id="2785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757774"/>
              </p:ext>
            </p:extLst>
          </p:nvPr>
        </p:nvGraphicFramePr>
        <p:xfrm>
          <a:off x="4384444" y="4662488"/>
          <a:ext cx="1707018" cy="109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" name="Equation" r:id="rId14" imgW="711000" imgH="457200" progId="Equation.DSMT4">
                  <p:embed/>
                </p:oleObj>
              </mc:Choice>
              <mc:Fallback>
                <p:oleObj name="Equation" r:id="rId14" imgW="71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4444" y="4662488"/>
                        <a:ext cx="1707018" cy="1097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41" name="Text Box 13"/>
          <p:cNvSpPr txBox="1">
            <a:spLocks noChangeArrowheads="1"/>
          </p:cNvSpPr>
          <p:nvPr/>
        </p:nvSpPr>
        <p:spPr bwMode="auto">
          <a:xfrm>
            <a:off x="6032468" y="4907758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仿宋_GB2312" pitchFamily="49" charset="-122"/>
              </a:rPr>
              <a:t>(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隐函数求导公式</a:t>
            </a:r>
            <a:r>
              <a:rPr lang="en-US" altLang="zh-CN" sz="2800" b="1">
                <a:ea typeface="楷体_GB2312" pitchFamily="49" charset="-122"/>
              </a:rPr>
              <a:t>)</a:t>
            </a:r>
            <a:endParaRPr lang="en-US" altLang="zh-CN" sz="2800" b="1">
              <a:ea typeface="仿宋_GB2312" pitchFamily="49" charset="-122"/>
            </a:endParaRPr>
          </a:p>
        </p:txBody>
      </p:sp>
      <p:sp>
        <p:nvSpPr>
          <p:cNvPr id="278542" name="Text Box 14"/>
          <p:cNvSpPr txBox="1">
            <a:spLocks noChangeArrowheads="1"/>
          </p:cNvSpPr>
          <p:nvPr/>
        </p:nvSpPr>
        <p:spPr bwMode="auto">
          <a:xfrm>
            <a:off x="2743200" y="5715001"/>
            <a:ext cx="7199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定理证明从略，</a:t>
            </a:r>
            <a:r>
              <a:rPr lang="zh-CN" altLang="en-US" sz="2800" b="1" dirty="0">
                <a:ea typeface="楷体_GB2312" pitchFamily="49" charset="-122"/>
              </a:rPr>
              <a:t>仅就求导公式推导如下：</a:t>
            </a:r>
          </a:p>
        </p:txBody>
      </p:sp>
      <p:sp>
        <p:nvSpPr>
          <p:cNvPr id="278543" name="Text Box 15"/>
          <p:cNvSpPr txBox="1">
            <a:spLocks noChangeArrowheads="1"/>
          </p:cNvSpPr>
          <p:nvPr/>
        </p:nvSpPr>
        <p:spPr bwMode="auto">
          <a:xfrm>
            <a:off x="3276600" y="15382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① 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具有连续的偏导数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;</a:t>
            </a:r>
          </a:p>
        </p:txBody>
      </p:sp>
      <p:sp>
        <p:nvSpPr>
          <p:cNvPr id="278544" name="Text Box 16"/>
          <p:cNvSpPr txBox="1">
            <a:spLocks noChangeArrowheads="1"/>
          </p:cNvSpPr>
          <p:nvPr/>
        </p:nvSpPr>
        <p:spPr bwMode="auto">
          <a:xfrm>
            <a:off x="5791200" y="335280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仿宋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某邻域内</a:t>
            </a:r>
            <a:r>
              <a:rPr lang="zh-CN" altLang="en-US" sz="2800" b="1" dirty="0">
                <a:ea typeface="楷体_GB2312" pitchFamily="49" charset="-122"/>
              </a:rPr>
              <a:t>可唯一确定一个</a:t>
            </a:r>
          </a:p>
        </p:txBody>
      </p:sp>
      <p:sp>
        <p:nvSpPr>
          <p:cNvPr id="278545" name="Text Box 17"/>
          <p:cNvSpPr txBox="1">
            <a:spLocks noChangeArrowheads="1"/>
          </p:cNvSpPr>
          <p:nvPr/>
        </p:nvSpPr>
        <p:spPr bwMode="auto">
          <a:xfrm>
            <a:off x="5410200" y="9286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在点</a:t>
            </a:r>
          </a:p>
        </p:txBody>
      </p:sp>
      <p:sp>
        <p:nvSpPr>
          <p:cNvPr id="278546" name="Text Box 18"/>
          <p:cNvSpPr txBox="1">
            <a:spLocks noChangeArrowheads="1"/>
          </p:cNvSpPr>
          <p:nvPr/>
        </p:nvSpPr>
        <p:spPr bwMode="auto">
          <a:xfrm>
            <a:off x="7543800" y="990601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的某一邻域内满足</a:t>
            </a:r>
          </a:p>
        </p:txBody>
      </p:sp>
      <p:graphicFrame>
        <p:nvGraphicFramePr>
          <p:cNvPr id="27854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643063"/>
              </p:ext>
            </p:extLst>
          </p:nvPr>
        </p:nvGraphicFramePr>
        <p:xfrm>
          <a:off x="3796637" y="2736851"/>
          <a:ext cx="2152399" cy="558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" name="Equation" r:id="rId16" imgW="939600" imgH="241200" progId="Equation.DSMT4">
                  <p:embed/>
                </p:oleObj>
              </mc:Choice>
              <mc:Fallback>
                <p:oleObj name="Equation" r:id="rId16" imgW="939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6637" y="2736851"/>
                        <a:ext cx="2152399" cy="558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48" name="Text Box 20"/>
          <p:cNvSpPr txBox="1">
            <a:spLocks noChangeArrowheads="1"/>
          </p:cNvSpPr>
          <p:nvPr/>
        </p:nvSpPr>
        <p:spPr bwMode="auto">
          <a:xfrm>
            <a:off x="3276600" y="21336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②</a:t>
            </a:r>
          </a:p>
        </p:txBody>
      </p:sp>
      <p:sp>
        <p:nvSpPr>
          <p:cNvPr id="278549" name="Text Box 21"/>
          <p:cNvSpPr txBox="1">
            <a:spLocks noChangeArrowheads="1"/>
          </p:cNvSpPr>
          <p:nvPr/>
        </p:nvSpPr>
        <p:spPr bwMode="auto">
          <a:xfrm>
            <a:off x="3276600" y="27432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③</a:t>
            </a:r>
          </a:p>
        </p:txBody>
      </p:sp>
      <p:sp>
        <p:nvSpPr>
          <p:cNvPr id="278550" name="Text Box 22"/>
          <p:cNvSpPr txBox="1">
            <a:spLocks noChangeArrowheads="1"/>
          </p:cNvSpPr>
          <p:nvPr/>
        </p:nvSpPr>
        <p:spPr bwMode="auto">
          <a:xfrm>
            <a:off x="5486401" y="3976688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满足条件</a:t>
            </a:r>
          </a:p>
        </p:txBody>
      </p:sp>
      <p:sp>
        <p:nvSpPr>
          <p:cNvPr id="278558" name="Text Box 30"/>
          <p:cNvSpPr txBox="1">
            <a:spLocks noChangeArrowheads="1"/>
          </p:cNvSpPr>
          <p:nvPr/>
        </p:nvSpPr>
        <p:spPr bwMode="auto">
          <a:xfrm>
            <a:off x="1992313" y="45085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导数</a:t>
            </a:r>
          </a:p>
        </p:txBody>
      </p:sp>
    </p:spTree>
    <p:extLst>
      <p:ext uri="{BB962C8B-B14F-4D97-AF65-F5344CB8AC3E}">
        <p14:creationId xmlns:p14="http://schemas.microsoft.com/office/powerpoint/2010/main" val="63150346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8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8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7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8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7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7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1" grpId="0" autoUpdateAnimBg="0"/>
      <p:bldP spid="278535" grpId="0" autoUpdateAnimBg="0"/>
      <p:bldP spid="278537" grpId="0" autoUpdateAnimBg="0"/>
      <p:bldP spid="278539" grpId="0" autoUpdateAnimBg="0"/>
      <p:bldP spid="278541" grpId="0" autoUpdateAnimBg="0"/>
      <p:bldP spid="278542" grpId="0" autoUpdateAnimBg="0"/>
      <p:bldP spid="278543" grpId="0" autoUpdateAnimBg="0"/>
      <p:bldP spid="278544" grpId="0" autoUpdateAnimBg="0"/>
      <p:bldP spid="278545" grpId="0" autoUpdateAnimBg="0"/>
      <p:bldP spid="278546" grpId="0" autoUpdateAnimBg="0"/>
      <p:bldP spid="278548" grpId="0" autoUpdateAnimBg="0"/>
      <p:bldP spid="278549" grpId="0" autoUpdateAnimBg="0"/>
      <p:bldP spid="278550" grpId="0" build="p" autoUpdateAnimBg="0"/>
      <p:bldP spid="27855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05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341753"/>
              </p:ext>
            </p:extLst>
          </p:nvPr>
        </p:nvGraphicFramePr>
        <p:xfrm>
          <a:off x="3482115" y="1721236"/>
          <a:ext cx="2197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" name="公式" r:id="rId4" imgW="2190743" imgH="380897" progId="Equation.3">
                  <p:embed/>
                </p:oleObj>
              </mc:Choice>
              <mc:Fallback>
                <p:oleObj name="公式" r:id="rId4" imgW="219074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115" y="1721236"/>
                        <a:ext cx="2197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79" name="Text Box 3"/>
          <p:cNvSpPr txBox="1">
            <a:spLocks noChangeArrowheads="1"/>
          </p:cNvSpPr>
          <p:nvPr/>
        </p:nvSpPr>
        <p:spPr bwMode="auto">
          <a:xfrm>
            <a:off x="4565650" y="2344737"/>
            <a:ext cx="2501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两边对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zh-CN" altLang="en-US" sz="2800" b="1" dirty="0">
                <a:ea typeface="楷体_GB2312" pitchFamily="49" charset="-122"/>
              </a:rPr>
              <a:t>求导</a:t>
            </a:r>
          </a:p>
        </p:txBody>
      </p:sp>
      <p:sp>
        <p:nvSpPr>
          <p:cNvPr id="280580" name="Line 4"/>
          <p:cNvSpPr>
            <a:spLocks noChangeShapeType="1"/>
          </p:cNvSpPr>
          <p:nvPr/>
        </p:nvSpPr>
        <p:spPr bwMode="auto">
          <a:xfrm>
            <a:off x="4432300" y="2276872"/>
            <a:ext cx="0" cy="719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0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054665"/>
              </p:ext>
            </p:extLst>
          </p:nvPr>
        </p:nvGraphicFramePr>
        <p:xfrm>
          <a:off x="3642544" y="3073250"/>
          <a:ext cx="2374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" name="公式" r:id="rId6" imgW="2362171" imgH="904978" progId="Equation.3">
                  <p:embed/>
                </p:oleObj>
              </mc:Choice>
              <mc:Fallback>
                <p:oleObj name="公式" r:id="rId6" imgW="2362171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2544" y="3073250"/>
                        <a:ext cx="2374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137775"/>
              </p:ext>
            </p:extLst>
          </p:nvPr>
        </p:nvGraphicFramePr>
        <p:xfrm>
          <a:off x="3721100" y="4772818"/>
          <a:ext cx="1689100" cy="1082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" name="Equation" r:id="rId8" imgW="711000" imgH="457200" progId="Equation.DSMT4">
                  <p:embed/>
                </p:oleObj>
              </mc:Choice>
              <mc:Fallback>
                <p:oleObj name="Equation" r:id="rId8" imgW="71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4772818"/>
                        <a:ext cx="1689100" cy="10823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3" name="Line 7"/>
          <p:cNvSpPr>
            <a:spLocks noChangeShapeType="1"/>
          </p:cNvSpPr>
          <p:nvPr/>
        </p:nvSpPr>
        <p:spPr bwMode="auto">
          <a:xfrm>
            <a:off x="4432300" y="4053681"/>
            <a:ext cx="0" cy="7191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0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42088"/>
              </p:ext>
            </p:extLst>
          </p:nvPr>
        </p:nvGraphicFramePr>
        <p:xfrm>
          <a:off x="8026400" y="4091861"/>
          <a:ext cx="989161" cy="540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" name="Equation" r:id="rId10" imgW="444240" imgH="241200" progId="Equation.DSMT4">
                  <p:embed/>
                </p:oleObj>
              </mc:Choice>
              <mc:Fallback>
                <p:oleObj name="Equation" r:id="rId10" imgW="444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6400" y="4091861"/>
                        <a:ext cx="989161" cy="5401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348523"/>
              </p:ext>
            </p:extLst>
          </p:nvPr>
        </p:nvGraphicFramePr>
        <p:xfrm>
          <a:off x="2197100" y="1080094"/>
          <a:ext cx="7480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" name="公式" r:id="rId12" imgW="7467542" imgH="419126" progId="Equation.3">
                  <p:embed/>
                </p:oleObj>
              </mc:Choice>
              <mc:Fallback>
                <p:oleObj name="公式" r:id="rId12" imgW="7467542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1080094"/>
                        <a:ext cx="7480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6" name="Text Box 10"/>
          <p:cNvSpPr txBox="1">
            <a:spLocks noChangeArrowheads="1"/>
          </p:cNvSpPr>
          <p:nvPr/>
        </p:nvSpPr>
        <p:spPr bwMode="auto">
          <a:xfrm>
            <a:off x="4572000" y="4080669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</a:t>
            </a:r>
          </a:p>
        </p:txBody>
      </p:sp>
      <p:graphicFrame>
        <p:nvGraphicFramePr>
          <p:cNvPr id="2805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471354"/>
              </p:ext>
            </p:extLst>
          </p:nvPr>
        </p:nvGraphicFramePr>
        <p:xfrm>
          <a:off x="5054601" y="4121408"/>
          <a:ext cx="1219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" name="公式" r:id="rId14" imgW="1209715" imgH="476121" progId="Equation.3">
                  <p:embed/>
                </p:oleObj>
              </mc:Choice>
              <mc:Fallback>
                <p:oleObj name="公式" r:id="rId14" imgW="1209715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1" y="4121408"/>
                        <a:ext cx="1219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8" name="Text Box 12"/>
          <p:cNvSpPr txBox="1">
            <a:spLocks noChangeArrowheads="1"/>
          </p:cNvSpPr>
          <p:nvPr/>
        </p:nvSpPr>
        <p:spPr bwMode="auto">
          <a:xfrm>
            <a:off x="6178549" y="4057880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的某邻域内</a:t>
            </a:r>
          </a:p>
        </p:txBody>
      </p:sp>
      <p:sp>
        <p:nvSpPr>
          <p:cNvPr id="280589" name="Text Box 13"/>
          <p:cNvSpPr txBox="1">
            <a:spLocks noChangeArrowheads="1"/>
          </p:cNvSpPr>
          <p:nvPr/>
        </p:nvSpPr>
        <p:spPr bwMode="auto">
          <a:xfrm>
            <a:off x="9677400" y="988674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则</a:t>
            </a:r>
          </a:p>
        </p:txBody>
      </p:sp>
    </p:spTree>
    <p:extLst>
      <p:ext uri="{BB962C8B-B14F-4D97-AF65-F5344CB8AC3E}">
        <p14:creationId xmlns:p14="http://schemas.microsoft.com/office/powerpoint/2010/main" val="315356696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0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0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8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9" grpId="0" autoUpdateAnimBg="0"/>
      <p:bldP spid="280580" grpId="0" animBg="1"/>
      <p:bldP spid="280583" grpId="0" animBg="1"/>
      <p:bldP spid="280586" grpId="0" autoUpdateAnimBg="0"/>
      <p:bldP spid="280588" grpId="0" autoUpdateAnimBg="0"/>
      <p:bldP spid="28058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ext Box 2"/>
          <p:cNvSpPr txBox="1">
            <a:spLocks noChangeArrowheads="1"/>
          </p:cNvSpPr>
          <p:nvPr/>
        </p:nvSpPr>
        <p:spPr bwMode="auto">
          <a:xfrm>
            <a:off x="1934429" y="809761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若</a:t>
            </a:r>
            <a:r>
              <a:rPr lang="en-US" altLang="zh-CN" sz="2800" b="1" i="1">
                <a:ea typeface="楷体_GB2312" pitchFamily="49" charset="-122"/>
              </a:rPr>
              <a:t>F</a:t>
            </a:r>
            <a:r>
              <a:rPr lang="en-US" altLang="zh-CN" sz="2800" b="1">
                <a:ea typeface="楷体_GB2312" pitchFamily="49" charset="-122"/>
              </a:rPr>
              <a:t>( </a:t>
            </a:r>
            <a:r>
              <a:rPr lang="en-US" altLang="zh-CN" sz="2800" b="1" i="1">
                <a:ea typeface="楷体_GB2312" pitchFamily="49" charset="-122"/>
              </a:rPr>
              <a:t>x</a:t>
            </a:r>
            <a:r>
              <a:rPr lang="en-US" altLang="zh-CN" sz="2800" b="1">
                <a:ea typeface="楷体_GB2312" pitchFamily="49" charset="-122"/>
              </a:rPr>
              <a:t> , </a:t>
            </a:r>
            <a:r>
              <a:rPr lang="en-US" altLang="zh-CN" sz="2800" b="1" i="1">
                <a:ea typeface="楷体_GB2312" pitchFamily="49" charset="-122"/>
              </a:rPr>
              <a:t>y </a:t>
            </a:r>
            <a:r>
              <a:rPr lang="en-US" altLang="zh-CN" sz="2800" b="1">
                <a:ea typeface="楷体_GB2312" pitchFamily="49" charset="-122"/>
              </a:rPr>
              <a:t>)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的二阶偏导数也都连续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2826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459478"/>
              </p:ext>
            </p:extLst>
          </p:nvPr>
        </p:nvGraphicFramePr>
        <p:xfrm>
          <a:off x="2692400" y="2111375"/>
          <a:ext cx="927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" name="公式" r:id="rId4" imgW="914400" imgH="1009586" progId="Equation.3">
                  <p:embed/>
                </p:oleObj>
              </mc:Choice>
              <mc:Fallback>
                <p:oleObj name="公式" r:id="rId4" imgW="914400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2111375"/>
                        <a:ext cx="9271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9308179"/>
              </p:ext>
            </p:extLst>
          </p:nvPr>
        </p:nvGraphicFramePr>
        <p:xfrm>
          <a:off x="3408113" y="3398743"/>
          <a:ext cx="3002582" cy="11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" name="Equation" r:id="rId6" imgW="1218960" imgH="469800" progId="Equation.DSMT4">
                  <p:embed/>
                </p:oleObj>
              </mc:Choice>
              <mc:Fallback>
                <p:oleObj name="Equation" r:id="rId6" imgW="12189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113" y="3398743"/>
                        <a:ext cx="3002582" cy="11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939640"/>
              </p:ext>
            </p:extLst>
          </p:nvPr>
        </p:nvGraphicFramePr>
        <p:xfrm>
          <a:off x="3362072" y="4487862"/>
          <a:ext cx="4980383" cy="1164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" name="Equation" r:id="rId8" imgW="2133360" imgH="495000" progId="Equation.DSMT4">
                  <p:embed/>
                </p:oleObj>
              </mc:Choice>
              <mc:Fallback>
                <p:oleObj name="Equation" r:id="rId8" imgW="21333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072" y="4487862"/>
                        <a:ext cx="4980383" cy="1164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032850"/>
              </p:ext>
            </p:extLst>
          </p:nvPr>
        </p:nvGraphicFramePr>
        <p:xfrm>
          <a:off x="9356054" y="595996"/>
          <a:ext cx="774858" cy="1030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" name="Equation" r:id="rId10" imgW="342720" imgH="457200" progId="Equation.DSMT4">
                  <p:embed/>
                </p:oleObj>
              </mc:Choice>
              <mc:Fallback>
                <p:oleObj name="Equation" r:id="rId10" imgW="3427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6054" y="595996"/>
                        <a:ext cx="774858" cy="10307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131959"/>
              </p:ext>
            </p:extLst>
          </p:nvPr>
        </p:nvGraphicFramePr>
        <p:xfrm>
          <a:off x="5104582" y="2132990"/>
          <a:ext cx="1889125" cy="1100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" name="Equation" r:id="rId12" imgW="787320" imgH="457200" progId="Equation.DSMT4">
                  <p:embed/>
                </p:oleObj>
              </mc:Choice>
              <mc:Fallback>
                <p:oleObj name="Equation" r:id="rId12" imgW="787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4582" y="2132990"/>
                        <a:ext cx="1889125" cy="1100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698953"/>
              </p:ext>
            </p:extLst>
          </p:nvPr>
        </p:nvGraphicFramePr>
        <p:xfrm>
          <a:off x="6410694" y="3458410"/>
          <a:ext cx="3444505" cy="1064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" name="Equation" r:id="rId14" imgW="1523880" imgH="469800" progId="Equation.DSMT4">
                  <p:embed/>
                </p:oleObj>
              </mc:Choice>
              <mc:Fallback>
                <p:oleObj name="Equation" r:id="rId14" imgW="1523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694" y="3458410"/>
                        <a:ext cx="3444505" cy="1064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3" name="Rectangle 9"/>
          <p:cNvSpPr>
            <a:spLocks noGrp="1" noChangeArrowheads="1"/>
          </p:cNvSpPr>
          <p:nvPr>
            <p:ph type="title"/>
          </p:nvPr>
        </p:nvSpPr>
        <p:spPr>
          <a:xfrm>
            <a:off x="1934429" y="1420129"/>
            <a:ext cx="25146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ea typeface="楷体_GB2312" pitchFamily="49" charset="-122"/>
              </a:rPr>
              <a:t>二阶导数 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282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302831"/>
              </p:ext>
            </p:extLst>
          </p:nvPr>
        </p:nvGraphicFramePr>
        <p:xfrm>
          <a:off x="3546227" y="2113774"/>
          <a:ext cx="1629792" cy="1109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" name="Equation" r:id="rId16" imgW="672840" imgH="457200" progId="Equation.DSMT4">
                  <p:embed/>
                </p:oleObj>
              </mc:Choice>
              <mc:Fallback>
                <p:oleObj name="Equation" r:id="rId16" imgW="6728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227" y="2113774"/>
                        <a:ext cx="1629792" cy="11094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5" name="Rectangle 11"/>
          <p:cNvSpPr>
            <a:spLocks noChangeArrowheads="1"/>
          </p:cNvSpPr>
          <p:nvPr/>
        </p:nvSpPr>
        <p:spPr bwMode="auto">
          <a:xfrm>
            <a:off x="9220200" y="533400"/>
            <a:ext cx="1066800" cy="24384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82636" name="Group 12"/>
          <p:cNvGrpSpPr>
            <a:grpSpLocks/>
          </p:cNvGrpSpPr>
          <p:nvPr/>
        </p:nvGrpSpPr>
        <p:grpSpPr bwMode="auto">
          <a:xfrm>
            <a:off x="9525001" y="1600200"/>
            <a:ext cx="460375" cy="230188"/>
            <a:chOff x="5040" y="1056"/>
            <a:chExt cx="340" cy="126"/>
          </a:xfrm>
        </p:grpSpPr>
        <p:sp>
          <p:nvSpPr>
            <p:cNvPr id="140315" name="Line 13"/>
            <p:cNvSpPr>
              <a:spLocks noChangeShapeType="1"/>
            </p:cNvSpPr>
            <p:nvPr/>
          </p:nvSpPr>
          <p:spPr bwMode="auto">
            <a:xfrm flipH="1">
              <a:off x="5040" y="1056"/>
              <a:ext cx="170" cy="12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316" name="Line 14"/>
            <p:cNvSpPr>
              <a:spLocks noChangeShapeType="1"/>
            </p:cNvSpPr>
            <p:nvPr/>
          </p:nvSpPr>
          <p:spPr bwMode="auto">
            <a:xfrm>
              <a:off x="5210" y="1056"/>
              <a:ext cx="170" cy="12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2639" name="Group 15"/>
          <p:cNvGrpSpPr>
            <a:grpSpLocks/>
          </p:cNvGrpSpPr>
          <p:nvPr/>
        </p:nvGrpSpPr>
        <p:grpSpPr bwMode="auto">
          <a:xfrm>
            <a:off x="9391650" y="1870075"/>
            <a:ext cx="717550" cy="317500"/>
            <a:chOff x="4976" y="1192"/>
            <a:chExt cx="452" cy="200"/>
          </a:xfrm>
        </p:grpSpPr>
        <p:graphicFrame>
          <p:nvGraphicFramePr>
            <p:cNvPr id="140313" name="Object 16"/>
            <p:cNvGraphicFramePr>
              <a:graphicFrameLocks noChangeAspect="1"/>
            </p:cNvGraphicFramePr>
            <p:nvPr/>
          </p:nvGraphicFramePr>
          <p:xfrm>
            <a:off x="4976" y="1192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3" name="公式" r:id="rId18" imgW="247773" imgH="228677" progId="Equation.3">
                    <p:embed/>
                  </p:oleObj>
                </mc:Choice>
                <mc:Fallback>
                  <p:oleObj name="公式" r:id="rId18" imgW="247773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6" y="1192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314" name="Object 17"/>
            <p:cNvGraphicFramePr>
              <a:graphicFrameLocks noChangeAspect="1"/>
            </p:cNvGraphicFramePr>
            <p:nvPr/>
          </p:nvGraphicFramePr>
          <p:xfrm>
            <a:off x="5268" y="1192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4" name="公式" r:id="rId20" imgW="247773" imgH="304787" progId="Equation.3">
                    <p:embed/>
                  </p:oleObj>
                </mc:Choice>
                <mc:Fallback>
                  <p:oleObj name="公式" r:id="rId20" imgW="247773" imgH="3047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8" y="1192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2642" name="Line 18"/>
          <p:cNvSpPr>
            <a:spLocks noChangeShapeType="1"/>
          </p:cNvSpPr>
          <p:nvPr/>
        </p:nvSpPr>
        <p:spPr bwMode="auto">
          <a:xfrm>
            <a:off x="9982200" y="2209800"/>
            <a:ext cx="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2643" name="Object 19"/>
          <p:cNvGraphicFramePr>
            <a:graphicFrameLocks noChangeAspect="1"/>
          </p:cNvGraphicFramePr>
          <p:nvPr/>
        </p:nvGraphicFramePr>
        <p:xfrm>
          <a:off x="9893300" y="2654300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5" name="公式" r:id="rId22" imgW="247773" imgH="228677" progId="Equation.3">
                  <p:embed/>
                </p:oleObj>
              </mc:Choice>
              <mc:Fallback>
                <p:oleObj name="公式" r:id="rId22" imgW="247773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3300" y="2654300"/>
                        <a:ext cx="254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4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182164"/>
              </p:ext>
            </p:extLst>
          </p:nvPr>
        </p:nvGraphicFramePr>
        <p:xfrm>
          <a:off x="6993707" y="2217891"/>
          <a:ext cx="469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6" name="公式" r:id="rId24" imgW="457374" imgH="904978" progId="Equation.3">
                  <p:embed/>
                </p:oleObj>
              </mc:Choice>
              <mc:Fallback>
                <p:oleObj name="公式" r:id="rId24" imgW="45737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3707" y="2217891"/>
                        <a:ext cx="469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45" name="Text Box 21"/>
          <p:cNvSpPr txBox="1">
            <a:spLocks noChangeArrowheads="1"/>
          </p:cNvSpPr>
          <p:nvPr/>
        </p:nvSpPr>
        <p:spPr bwMode="auto">
          <a:xfrm>
            <a:off x="7463607" y="803156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则还有</a:t>
            </a:r>
          </a:p>
        </p:txBody>
      </p:sp>
    </p:spTree>
    <p:extLst>
      <p:ext uri="{BB962C8B-B14F-4D97-AF65-F5344CB8AC3E}">
        <p14:creationId xmlns:p14="http://schemas.microsoft.com/office/powerpoint/2010/main" val="368135091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82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82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82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8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8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33" grpId="0" autoUpdateAnimBg="0"/>
      <p:bldP spid="282635" grpId="0" animBg="1"/>
      <p:bldP spid="282642" grpId="0" animBg="1"/>
      <p:bldP spid="28264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54687" y="301119"/>
            <a:ext cx="2637059" cy="839215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验证方程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41315" name="Object 3"/>
          <p:cNvGraphicFramePr>
            <a:graphicFrameLocks noChangeAspect="1"/>
          </p:cNvGraphicFramePr>
          <p:nvPr/>
        </p:nvGraphicFramePr>
        <p:xfrm>
          <a:off x="4400551" y="460376"/>
          <a:ext cx="32797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2" name="公式" r:id="rId3" imgW="3181487" imgH="495236" progId="Equation.3">
                  <p:embed/>
                </p:oleObj>
              </mc:Choice>
              <mc:Fallback>
                <p:oleObj name="公式" r:id="rId3" imgW="3181487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1" y="460376"/>
                        <a:ext cx="32797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6" name="Text Box 4"/>
          <p:cNvSpPr txBox="1">
            <a:spLocks noChangeArrowheads="1"/>
          </p:cNvSpPr>
          <p:nvPr/>
        </p:nvSpPr>
        <p:spPr bwMode="auto">
          <a:xfrm>
            <a:off x="7620000" y="4572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在点</a:t>
            </a:r>
            <a:r>
              <a:rPr lang="en-US" altLang="zh-CN" sz="2800" b="1" dirty="0">
                <a:ea typeface="楷体_GB2312" pitchFamily="49" charset="-122"/>
              </a:rPr>
              <a:t>(0,0)</a:t>
            </a:r>
            <a:r>
              <a:rPr lang="zh-CN" altLang="en-US" sz="2800" b="1" dirty="0">
                <a:latin typeface="宋体" panose="02010600030101010101" pitchFamily="2" charset="-122"/>
              </a:rPr>
              <a:t>某邻域</a:t>
            </a:r>
          </a:p>
        </p:txBody>
      </p:sp>
      <p:sp>
        <p:nvSpPr>
          <p:cNvPr id="141317" name="Text Box 5"/>
          <p:cNvSpPr txBox="1">
            <a:spLocks noChangeArrowheads="1"/>
          </p:cNvSpPr>
          <p:nvPr/>
        </p:nvSpPr>
        <p:spPr bwMode="auto">
          <a:xfrm>
            <a:off x="2054687" y="1060452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可确定一个单值可导隐函数</a:t>
            </a:r>
          </a:p>
        </p:txBody>
      </p:sp>
      <p:graphicFrame>
        <p:nvGraphicFramePr>
          <p:cNvPr id="1413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970983"/>
              </p:ext>
            </p:extLst>
          </p:nvPr>
        </p:nvGraphicFramePr>
        <p:xfrm>
          <a:off x="6459025" y="1103795"/>
          <a:ext cx="15335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3" name="公式" r:id="rId5" imgW="1476227" imgH="380897" progId="Equation.3">
                  <p:embed/>
                </p:oleObj>
              </mc:Choice>
              <mc:Fallback>
                <p:oleObj name="公式" r:id="rId5" imgW="1476227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025" y="1103795"/>
                        <a:ext cx="15335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9" name="Object 7"/>
          <p:cNvGraphicFramePr>
            <a:graphicFrameLocks noChangeAspect="1"/>
          </p:cNvGraphicFramePr>
          <p:nvPr/>
        </p:nvGraphicFramePr>
        <p:xfrm>
          <a:off x="3843338" y="1693864"/>
          <a:ext cx="3154362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4" name="公式" r:id="rId7" imgW="3238399" imgH="1009586" progId="Equation.3">
                  <p:embed/>
                </p:oleObj>
              </mc:Choice>
              <mc:Fallback>
                <p:oleObj name="公式" r:id="rId7" imgW="3238399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3338" y="1693864"/>
                        <a:ext cx="3154362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0" name="Text Box 8"/>
          <p:cNvSpPr txBox="1">
            <a:spLocks noChangeArrowheads="1"/>
          </p:cNvSpPr>
          <p:nvPr/>
        </p:nvSpPr>
        <p:spPr bwMode="auto">
          <a:xfrm>
            <a:off x="2133600" y="2757488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  </a:t>
            </a:r>
            <a:r>
              <a:rPr lang="zh-CN" altLang="en-US" sz="2800" b="1" dirty="0">
                <a:ea typeface="楷体_GB2312" pitchFamily="49" charset="-122"/>
              </a:rPr>
              <a:t>令</a:t>
            </a:r>
          </a:p>
        </p:txBody>
      </p:sp>
      <p:graphicFrame>
        <p:nvGraphicFramePr>
          <p:cNvPr id="284681" name="Object 9"/>
          <p:cNvGraphicFramePr>
            <a:graphicFrameLocks noChangeAspect="1"/>
          </p:cNvGraphicFramePr>
          <p:nvPr/>
        </p:nvGraphicFramePr>
        <p:xfrm>
          <a:off x="3208338" y="2744788"/>
          <a:ext cx="43751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5" name="公式" r:id="rId9" imgW="4229143" imgH="495236" progId="Equation.3">
                  <p:embed/>
                </p:oleObj>
              </mc:Choice>
              <mc:Fallback>
                <p:oleObj name="公式" r:id="rId9" imgW="4229143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338" y="2744788"/>
                        <a:ext cx="437515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2" name="Object 10"/>
          <p:cNvGraphicFramePr>
            <a:graphicFrameLocks noChangeAspect="1"/>
          </p:cNvGraphicFramePr>
          <p:nvPr/>
        </p:nvGraphicFramePr>
        <p:xfrm>
          <a:off x="3740151" y="4083050"/>
          <a:ext cx="17303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6" name="公式" r:id="rId11" imgW="1666741" imgH="380897" progId="Equation.3">
                  <p:embed/>
                </p:oleObj>
              </mc:Choice>
              <mc:Fallback>
                <p:oleObj name="公式" r:id="rId11" imgW="1666741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0151" y="4083050"/>
                        <a:ext cx="17303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003883"/>
              </p:ext>
            </p:extLst>
          </p:nvPr>
        </p:nvGraphicFramePr>
        <p:xfrm>
          <a:off x="3764108" y="3355331"/>
          <a:ext cx="1933045" cy="597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7" name="Equation" r:id="rId13" imgW="787320" imgH="241200" progId="Equation.DSMT4">
                  <p:embed/>
                </p:oleObj>
              </mc:Choice>
              <mc:Fallback>
                <p:oleObj name="Equation" r:id="rId13" imgW="787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4108" y="3355331"/>
                        <a:ext cx="1933045" cy="597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4" name="Text Box 12"/>
          <p:cNvSpPr txBox="1">
            <a:spLocks noChangeArrowheads="1"/>
          </p:cNvSpPr>
          <p:nvPr/>
        </p:nvSpPr>
        <p:spPr bwMode="auto">
          <a:xfrm>
            <a:off x="7848600" y="3389313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连续 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284685" name="Text Box 13"/>
          <p:cNvSpPr txBox="1">
            <a:spLocks noChangeArrowheads="1"/>
          </p:cNvSpPr>
          <p:nvPr/>
        </p:nvSpPr>
        <p:spPr bwMode="auto">
          <a:xfrm>
            <a:off x="1934284" y="5105356"/>
            <a:ext cx="2743200" cy="51911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latin typeface="宋体" panose="02010600030101010101" pitchFamily="2" charset="-122"/>
              </a:rPr>
              <a:t>由定理</a:t>
            </a:r>
            <a:r>
              <a:rPr lang="en-US" altLang="zh-CN" sz="2800" b="1" dirty="0" smtClean="0">
                <a:ea typeface="楷体_GB2312" pitchFamily="49" charset="-122"/>
              </a:rPr>
              <a:t>1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可知</a:t>
            </a:r>
            <a:r>
              <a:rPr lang="en-US" altLang="zh-CN" sz="2800" b="1" dirty="0">
                <a:latin typeface="宋体" panose="02010600030101010101" pitchFamily="2" charset="-122"/>
              </a:rPr>
              <a:t>,</a:t>
            </a:r>
          </a:p>
        </p:txBody>
      </p:sp>
      <p:graphicFrame>
        <p:nvGraphicFramePr>
          <p:cNvPr id="28468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716241"/>
              </p:ext>
            </p:extLst>
          </p:nvPr>
        </p:nvGraphicFramePr>
        <p:xfrm>
          <a:off x="3735883" y="4569645"/>
          <a:ext cx="1883203" cy="60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8" name="Equation" r:id="rId15" imgW="749160" imgH="241200" progId="Equation.DSMT4">
                  <p:embed/>
                </p:oleObj>
              </mc:Choice>
              <mc:Fallback>
                <p:oleObj name="Equation" r:id="rId15" imgW="749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5883" y="4569645"/>
                        <a:ext cx="1883203" cy="60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7" name="Object 15"/>
          <p:cNvGraphicFramePr>
            <a:graphicFrameLocks noChangeAspect="1"/>
          </p:cNvGraphicFramePr>
          <p:nvPr/>
        </p:nvGraphicFramePr>
        <p:xfrm>
          <a:off x="5605463" y="4635501"/>
          <a:ext cx="5080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9" name="公式" r:id="rId17" imgW="485829" imgH="304787" progId="Equation.3">
                  <p:embed/>
                </p:oleObj>
              </mc:Choice>
              <mc:Fallback>
                <p:oleObj name="公式" r:id="rId17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463" y="4635501"/>
                        <a:ext cx="5080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8" name="Text Box 16"/>
          <p:cNvSpPr txBox="1">
            <a:spLocks noChangeArrowheads="1"/>
          </p:cNvSpPr>
          <p:nvPr/>
        </p:nvSpPr>
        <p:spPr bwMode="auto">
          <a:xfrm>
            <a:off x="3200400" y="331311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①</a:t>
            </a:r>
            <a:endParaRPr lang="en-US" altLang="zh-CN" sz="2800" b="1">
              <a:ea typeface="楷体_GB2312" pitchFamily="49" charset="-122"/>
            </a:endParaRPr>
          </a:p>
        </p:txBody>
      </p:sp>
      <p:graphicFrame>
        <p:nvGraphicFramePr>
          <p:cNvPr id="28468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234087"/>
              </p:ext>
            </p:extLst>
          </p:nvPr>
        </p:nvGraphicFramePr>
        <p:xfrm>
          <a:off x="3287689" y="5694597"/>
          <a:ext cx="15351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0" name="Equation" r:id="rId19" imgW="1476227" imgH="380897" progId="Equation.DSMT4">
                  <p:embed/>
                </p:oleObj>
              </mc:Choice>
              <mc:Fallback>
                <p:oleObj name="Equation" r:id="rId19" imgW="1476227" imgH="38089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9" y="5694597"/>
                        <a:ext cx="15351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90" name="Text Box 18"/>
          <p:cNvSpPr txBox="1">
            <a:spLocks noChangeArrowheads="1"/>
          </p:cNvSpPr>
          <p:nvPr/>
        </p:nvSpPr>
        <p:spPr bwMode="auto">
          <a:xfrm>
            <a:off x="1951001" y="5623071"/>
            <a:ext cx="1336688" cy="519113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 smtClean="0">
                <a:latin typeface="宋体" panose="02010600030101010101" pitchFamily="2" charset="-122"/>
              </a:rPr>
              <a:t>隐函数 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84691" name="Text Box 19"/>
          <p:cNvSpPr txBox="1">
            <a:spLocks noChangeArrowheads="1"/>
          </p:cNvSpPr>
          <p:nvPr/>
        </p:nvSpPr>
        <p:spPr bwMode="auto">
          <a:xfrm>
            <a:off x="7543800" y="2757488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8469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69077"/>
              </p:ext>
            </p:extLst>
          </p:nvPr>
        </p:nvGraphicFramePr>
        <p:xfrm>
          <a:off x="5703616" y="3425123"/>
          <a:ext cx="2221851" cy="55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1" name="Equation" r:id="rId21" imgW="965160" imgH="241200" progId="Equation.DSMT4">
                  <p:embed/>
                </p:oleObj>
              </mc:Choice>
              <mc:Fallback>
                <p:oleObj name="Equation" r:id="rId21" imgW="965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616" y="3425123"/>
                        <a:ext cx="2221851" cy="55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93" name="Text Box 21"/>
          <p:cNvSpPr txBox="1">
            <a:spLocks noChangeArrowheads="1"/>
          </p:cNvSpPr>
          <p:nvPr/>
        </p:nvSpPr>
        <p:spPr bwMode="auto">
          <a:xfrm>
            <a:off x="3200400" y="3954463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②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84694" name="Text Box 22"/>
          <p:cNvSpPr txBox="1">
            <a:spLocks noChangeArrowheads="1"/>
          </p:cNvSpPr>
          <p:nvPr/>
        </p:nvSpPr>
        <p:spPr bwMode="auto">
          <a:xfrm>
            <a:off x="3200400" y="4549776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③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84695" name="Text Box 23"/>
          <p:cNvSpPr txBox="1">
            <a:spLocks noChangeArrowheads="1"/>
          </p:cNvSpPr>
          <p:nvPr/>
        </p:nvSpPr>
        <p:spPr bwMode="auto">
          <a:xfrm>
            <a:off x="4057351" y="5122324"/>
            <a:ext cx="65181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宋体" panose="02010600030101010101" pitchFamily="2" charset="-122"/>
              </a:rPr>
              <a:t>在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x = </a:t>
            </a:r>
            <a:r>
              <a:rPr lang="en-US" altLang="zh-CN" sz="2800" b="1" dirty="0">
                <a:ea typeface="楷体_GB2312" pitchFamily="49" charset="-122"/>
              </a:rPr>
              <a:t>0</a:t>
            </a: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的某邻域内方程存在单值可导的</a:t>
            </a:r>
          </a:p>
        </p:txBody>
      </p:sp>
      <p:sp>
        <p:nvSpPr>
          <p:cNvPr id="284696" name="Text Box 24"/>
          <p:cNvSpPr txBox="1">
            <a:spLocks noChangeArrowheads="1"/>
          </p:cNvSpPr>
          <p:nvPr/>
        </p:nvSpPr>
        <p:spPr bwMode="auto">
          <a:xfrm>
            <a:off x="4993856" y="5645544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宋体" panose="02010600030101010101" pitchFamily="2" charset="-122"/>
              </a:rPr>
              <a:t>且</a:t>
            </a:r>
          </a:p>
        </p:txBody>
      </p:sp>
      <p:sp>
        <p:nvSpPr>
          <p:cNvPr id="141344" name="Text Box 32"/>
          <p:cNvSpPr txBox="1">
            <a:spLocks noChangeArrowheads="1"/>
          </p:cNvSpPr>
          <p:nvPr/>
        </p:nvSpPr>
        <p:spPr bwMode="auto">
          <a:xfrm>
            <a:off x="7967664" y="1052513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宋体" panose="02010600030101010101" pitchFamily="2" charset="-122"/>
              </a:rPr>
              <a:t>并求</a:t>
            </a:r>
          </a:p>
        </p:txBody>
      </p:sp>
    </p:spTree>
    <p:extLst>
      <p:ext uri="{BB962C8B-B14F-4D97-AF65-F5344CB8AC3E}">
        <p14:creationId xmlns:p14="http://schemas.microsoft.com/office/powerpoint/2010/main" val="166515293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4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4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4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4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4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4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4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4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4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4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4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84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80" grpId="0" build="p" autoUpdateAnimBg="0"/>
      <p:bldP spid="284684" grpId="0" build="p" autoUpdateAnimBg="0" advAuto="0"/>
      <p:bldP spid="284685" grpId="0" build="p" autoUpdateAnimBg="0"/>
      <p:bldP spid="284688" grpId="0" build="p" autoUpdateAnimBg="0"/>
      <p:bldP spid="284690" grpId="0" build="p" autoUpdateAnimBg="0"/>
      <p:bldP spid="284691" grpId="0" build="p" autoUpdateAnimBg="0"/>
      <p:bldP spid="284693" grpId="0" build="p" autoUpdateAnimBg="0"/>
      <p:bldP spid="284694" grpId="0" build="p" autoUpdateAnimBg="0"/>
      <p:bldP spid="284695" grpId="0" build="p" autoUpdateAnimBg="0"/>
      <p:bldP spid="284696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807382"/>
              </p:ext>
            </p:extLst>
          </p:nvPr>
        </p:nvGraphicFramePr>
        <p:xfrm>
          <a:off x="2232819" y="711470"/>
          <a:ext cx="1401762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1" name="公式" r:id="rId3" imgW="1352687" imgH="971704" progId="Equation.3">
                  <p:embed/>
                </p:oleObj>
              </mc:Choice>
              <mc:Fallback>
                <p:oleObj name="公式" r:id="rId3" imgW="1352687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819" y="711470"/>
                        <a:ext cx="1401762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6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17918"/>
              </p:ext>
            </p:extLst>
          </p:nvPr>
        </p:nvGraphicFramePr>
        <p:xfrm>
          <a:off x="3583955" y="630428"/>
          <a:ext cx="2062791" cy="1145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2" name="Equation" r:id="rId5" imgW="876240" imgH="482400" progId="Equation.DSMT4">
                  <p:embed/>
                </p:oleObj>
              </mc:Choice>
              <mc:Fallback>
                <p:oleObj name="Equation" r:id="rId5" imgW="8762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3955" y="630428"/>
                        <a:ext cx="2062791" cy="1145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910408"/>
              </p:ext>
            </p:extLst>
          </p:nvPr>
        </p:nvGraphicFramePr>
        <p:xfrm>
          <a:off x="5680075" y="772319"/>
          <a:ext cx="2246313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3" name="Equation" r:id="rId7" imgW="2171657" imgH="838251" progId="Equation.3">
                  <p:embed/>
                </p:oleObj>
              </mc:Choice>
              <mc:Fallback>
                <p:oleObj name="Equation" r:id="rId7" imgW="2171657" imgH="8382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0075" y="772319"/>
                        <a:ext cx="2246313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469261"/>
              </p:ext>
            </p:extLst>
          </p:nvPr>
        </p:nvGraphicFramePr>
        <p:xfrm>
          <a:off x="9685142" y="1094864"/>
          <a:ext cx="706437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4" name="公式" r:id="rId9" imgW="676344" imgH="295404" progId="Equation.3">
                  <p:embed/>
                </p:oleObj>
              </mc:Choice>
              <mc:Fallback>
                <p:oleObj name="公式" r:id="rId9" imgW="676344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5142" y="1094864"/>
                        <a:ext cx="706437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676818"/>
              </p:ext>
            </p:extLst>
          </p:nvPr>
        </p:nvGraphicFramePr>
        <p:xfrm>
          <a:off x="6339548" y="1305489"/>
          <a:ext cx="15398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5" name="Equation" r:id="rId11" imgW="596880" imgH="164880" progId="Equation.DSMT4">
                  <p:embed/>
                </p:oleObj>
              </mc:Choice>
              <mc:Fallback>
                <p:oleObj name="Equation" r:id="rId11" imgW="596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9548" y="1305489"/>
                        <a:ext cx="153987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211873"/>
              </p:ext>
            </p:extLst>
          </p:nvPr>
        </p:nvGraphicFramePr>
        <p:xfrm>
          <a:off x="6417397" y="654333"/>
          <a:ext cx="108743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6" name="Equation" r:id="rId13" imgW="419040" imgH="228600" progId="Equation.DSMT4">
                  <p:embed/>
                </p:oleObj>
              </mc:Choice>
              <mc:Fallback>
                <p:oleObj name="Equation" r:id="rId13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7397" y="654333"/>
                        <a:ext cx="1087438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316112"/>
              </p:ext>
            </p:extLst>
          </p:nvPr>
        </p:nvGraphicFramePr>
        <p:xfrm>
          <a:off x="7879423" y="748276"/>
          <a:ext cx="17843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7" name="公式" r:id="rId15" imgW="1714630" imgH="971704" progId="Equation.3">
                  <p:embed/>
                </p:oleObj>
              </mc:Choice>
              <mc:Fallback>
                <p:oleObj name="公式" r:id="rId15" imgW="1714630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9423" y="748276"/>
                        <a:ext cx="178435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630451"/>
              </p:ext>
            </p:extLst>
          </p:nvPr>
        </p:nvGraphicFramePr>
        <p:xfrm>
          <a:off x="2235738" y="1775620"/>
          <a:ext cx="1524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8" name="公式" r:id="rId17" imgW="1514399" imgH="1009586" progId="Equation.3">
                  <p:embed/>
                </p:oleObj>
              </mc:Choice>
              <mc:Fallback>
                <p:oleObj name="公式" r:id="rId17" imgW="1514399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738" y="1775620"/>
                        <a:ext cx="1524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3" name="Object 17"/>
          <p:cNvGraphicFramePr>
            <a:graphicFrameLocks noChangeAspect="1"/>
          </p:cNvGraphicFramePr>
          <p:nvPr/>
        </p:nvGraphicFramePr>
        <p:xfrm>
          <a:off x="2208213" y="2725738"/>
          <a:ext cx="25765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9" name="公式" r:id="rId19" imgW="2571772" imgH="981088" progId="Equation.3">
                  <p:embed/>
                </p:oleObj>
              </mc:Choice>
              <mc:Fallback>
                <p:oleObj name="公式" r:id="rId19" imgW="2571772" imgH="981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2725738"/>
                        <a:ext cx="2576512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525148"/>
              </p:ext>
            </p:extLst>
          </p:nvPr>
        </p:nvGraphicFramePr>
        <p:xfrm>
          <a:off x="2274415" y="4092065"/>
          <a:ext cx="70199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0" name="公式" r:id="rId21" imgW="7010516" imgH="933476" progId="Equation.3">
                  <p:embed/>
                </p:oleObj>
              </mc:Choice>
              <mc:Fallback>
                <p:oleObj name="公式" r:id="rId21" imgW="7010516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415" y="4092065"/>
                        <a:ext cx="701992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273217"/>
              </p:ext>
            </p:extLst>
          </p:nvPr>
        </p:nvGraphicFramePr>
        <p:xfrm>
          <a:off x="2235738" y="5311315"/>
          <a:ext cx="698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1" name="公式" r:id="rId23" imgW="685713" imgH="304787" progId="Equation.3">
                  <p:embed/>
                </p:oleObj>
              </mc:Choice>
              <mc:Fallback>
                <p:oleObj name="公式" r:id="rId23" imgW="685713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738" y="5311315"/>
                        <a:ext cx="698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6" name="Object 20"/>
          <p:cNvGraphicFramePr>
            <a:graphicFrameLocks noChangeAspect="1"/>
          </p:cNvGraphicFramePr>
          <p:nvPr/>
        </p:nvGraphicFramePr>
        <p:xfrm>
          <a:off x="9585326" y="4262439"/>
          <a:ext cx="1012825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2" name="公式" r:id="rId25" imgW="1057373" imgH="1447826" progId="Equation.3">
                  <p:embed/>
                </p:oleObj>
              </mc:Choice>
              <mc:Fallback>
                <p:oleObj name="公式" r:id="rId25" imgW="1057373" imgH="14478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5326" y="4262439"/>
                        <a:ext cx="1012825" cy="138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736164"/>
              </p:ext>
            </p:extLst>
          </p:nvPr>
        </p:nvGraphicFramePr>
        <p:xfrm>
          <a:off x="2842419" y="3957688"/>
          <a:ext cx="1308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3" name="公式" r:id="rId27" imgW="1295429" imgH="495236" progId="Equation.3">
                  <p:embed/>
                </p:oleObj>
              </mc:Choice>
              <mc:Fallback>
                <p:oleObj name="公式" r:id="rId27" imgW="1295429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2419" y="3957688"/>
                        <a:ext cx="1308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8" name="Object 22"/>
          <p:cNvGraphicFramePr>
            <a:graphicFrameLocks noChangeAspect="1"/>
          </p:cNvGraphicFramePr>
          <p:nvPr/>
        </p:nvGraphicFramePr>
        <p:xfrm>
          <a:off x="4132263" y="4113213"/>
          <a:ext cx="15478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4" name="公式" r:id="rId29" imgW="1543202" imgH="380897" progId="Equation.3">
                  <p:embed/>
                </p:oleObj>
              </mc:Choice>
              <mc:Fallback>
                <p:oleObj name="公式" r:id="rId29" imgW="1543202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263" y="4113213"/>
                        <a:ext cx="15478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9" name="Object 23"/>
          <p:cNvGraphicFramePr>
            <a:graphicFrameLocks noChangeAspect="1"/>
          </p:cNvGraphicFramePr>
          <p:nvPr/>
        </p:nvGraphicFramePr>
        <p:xfrm>
          <a:off x="5707063" y="3998913"/>
          <a:ext cx="14589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5" name="公式" r:id="rId31" imgW="1447771" imgH="495236" progId="Equation.3">
                  <p:embed/>
                </p:oleObj>
              </mc:Choice>
              <mc:Fallback>
                <p:oleObj name="公式" r:id="rId31" imgW="1447771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7063" y="3998913"/>
                        <a:ext cx="14589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20" name="Object 24"/>
          <p:cNvGraphicFramePr>
            <a:graphicFrameLocks noChangeAspect="1"/>
          </p:cNvGraphicFramePr>
          <p:nvPr/>
        </p:nvGraphicFramePr>
        <p:xfrm>
          <a:off x="7150101" y="4100513"/>
          <a:ext cx="21701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6" name="公式" r:id="rId33" imgW="2162287" imgH="400011" progId="Equation.3">
                  <p:embed/>
                </p:oleObj>
              </mc:Choice>
              <mc:Fallback>
                <p:oleObj name="公式" r:id="rId33" imgW="2162287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101" y="4100513"/>
                        <a:ext cx="21701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21" name="Line 25"/>
          <p:cNvSpPr>
            <a:spLocks noChangeShapeType="1"/>
          </p:cNvSpPr>
          <p:nvPr/>
        </p:nvSpPr>
        <p:spPr bwMode="auto">
          <a:xfrm>
            <a:off x="9525000" y="40386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5722" name="Object 26"/>
          <p:cNvGraphicFramePr>
            <a:graphicFrameLocks noChangeAspect="1"/>
          </p:cNvGraphicFramePr>
          <p:nvPr/>
        </p:nvGraphicFramePr>
        <p:xfrm>
          <a:off x="4833938" y="2747963"/>
          <a:ext cx="30210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7" name="公式" r:id="rId35" imgW="3010059" imgH="971704" progId="Equation.3">
                  <p:embed/>
                </p:oleObj>
              </mc:Choice>
              <mc:Fallback>
                <p:oleObj name="公式" r:id="rId35" imgW="3010059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938" y="2747963"/>
                        <a:ext cx="3021012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982007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5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5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8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8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8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ChangeArrowheads="1"/>
          </p:cNvSpPr>
          <p:nvPr/>
        </p:nvSpPr>
        <p:spPr bwMode="auto">
          <a:xfrm>
            <a:off x="8356600" y="1061710"/>
            <a:ext cx="3048000" cy="25908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867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634376"/>
              </p:ext>
            </p:extLst>
          </p:nvPr>
        </p:nvGraphicFramePr>
        <p:xfrm>
          <a:off x="8596313" y="1111250"/>
          <a:ext cx="1231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2" name="公式" r:id="rId3" imgW="1219084" imgH="971704" progId="Equation.3">
                  <p:embed/>
                </p:oleObj>
              </mc:Choice>
              <mc:Fallback>
                <p:oleObj name="公式" r:id="rId3" imgW="1219084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6313" y="1111250"/>
                        <a:ext cx="12319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4" name="Object 4"/>
          <p:cNvGraphicFramePr>
            <a:graphicFrameLocks noChangeAspect="1"/>
          </p:cNvGraphicFramePr>
          <p:nvPr/>
        </p:nvGraphicFramePr>
        <p:xfrm>
          <a:off x="3194051" y="5276850"/>
          <a:ext cx="22717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3" name="公式" r:id="rId5" imgW="2267087" imgH="1009586" progId="Equation.3">
                  <p:embed/>
                </p:oleObj>
              </mc:Choice>
              <mc:Fallback>
                <p:oleObj name="公式" r:id="rId5" imgW="2267087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1" y="5276850"/>
                        <a:ext cx="22717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891245"/>
              </p:ext>
            </p:extLst>
          </p:nvPr>
        </p:nvGraphicFramePr>
        <p:xfrm>
          <a:off x="2259576" y="1213579"/>
          <a:ext cx="47228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4" name="公式" r:id="rId7" imgW="4714973" imgH="495236" progId="Equation.3">
                  <p:embed/>
                </p:oleObj>
              </mc:Choice>
              <mc:Fallback>
                <p:oleObj name="公式" r:id="rId7" imgW="4714973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576" y="1213579"/>
                        <a:ext cx="47228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6" name="Object 6"/>
          <p:cNvGraphicFramePr>
            <a:graphicFrameLocks noChangeAspect="1"/>
          </p:cNvGraphicFramePr>
          <p:nvPr/>
        </p:nvGraphicFramePr>
        <p:xfrm>
          <a:off x="2298700" y="2482850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5" name="公式" r:id="rId9" imgW="1238170" imgH="400011" progId="Equation.3">
                  <p:embed/>
                </p:oleObj>
              </mc:Choice>
              <mc:Fallback>
                <p:oleObj name="公式" r:id="rId9" imgW="1238170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2482850"/>
                        <a:ext cx="1244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7" name="Line 7"/>
          <p:cNvSpPr>
            <a:spLocks noChangeShapeType="1"/>
          </p:cNvSpPr>
          <p:nvPr/>
        </p:nvSpPr>
        <p:spPr bwMode="auto">
          <a:xfrm>
            <a:off x="3886200" y="1757844"/>
            <a:ext cx="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28" name="Text Box 8"/>
          <p:cNvSpPr txBox="1">
            <a:spLocks noChangeArrowheads="1"/>
          </p:cNvSpPr>
          <p:nvPr/>
        </p:nvSpPr>
        <p:spPr bwMode="auto">
          <a:xfrm>
            <a:off x="4000500" y="1828110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两边对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zh-CN" altLang="en-US" sz="2800" b="1" dirty="0">
                <a:ea typeface="楷体_GB2312" pitchFamily="49" charset="-122"/>
              </a:rPr>
              <a:t>求导</a:t>
            </a:r>
          </a:p>
        </p:txBody>
      </p:sp>
      <p:sp>
        <p:nvSpPr>
          <p:cNvPr id="286729" name="Line 9"/>
          <p:cNvSpPr>
            <a:spLocks noChangeShapeType="1"/>
          </p:cNvSpPr>
          <p:nvPr/>
        </p:nvSpPr>
        <p:spPr bwMode="auto">
          <a:xfrm>
            <a:off x="6629400" y="2686050"/>
            <a:ext cx="10668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7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019859"/>
              </p:ext>
            </p:extLst>
          </p:nvPr>
        </p:nvGraphicFramePr>
        <p:xfrm>
          <a:off x="8485186" y="3276600"/>
          <a:ext cx="685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6" name="公式" r:id="rId11" imgW="676344" imgH="295404" progId="Equation.3">
                  <p:embed/>
                </p:oleObj>
              </mc:Choice>
              <mc:Fallback>
                <p:oleObj name="公式" r:id="rId11" imgW="676344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5186" y="3276600"/>
                        <a:ext cx="685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31" name="Line 11"/>
          <p:cNvSpPr>
            <a:spLocks noChangeShapeType="1"/>
          </p:cNvSpPr>
          <p:nvPr/>
        </p:nvSpPr>
        <p:spPr bwMode="auto">
          <a:xfrm>
            <a:off x="3886200" y="2895600"/>
            <a:ext cx="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32" name="Text Box 12"/>
          <p:cNvSpPr txBox="1">
            <a:spLocks noChangeArrowheads="1"/>
          </p:cNvSpPr>
          <p:nvPr/>
        </p:nvSpPr>
        <p:spPr bwMode="auto">
          <a:xfrm>
            <a:off x="3962400" y="30622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两边再对 </a:t>
            </a:r>
            <a:r>
              <a:rPr lang="en-US" altLang="zh-CN" sz="2800" b="1" i="1">
                <a:ea typeface="楷体_GB2312" pitchFamily="49" charset="-122"/>
              </a:rPr>
              <a:t>x </a:t>
            </a:r>
            <a:r>
              <a:rPr lang="zh-CN" altLang="en-US" sz="2800" b="1">
                <a:ea typeface="楷体_GB2312" pitchFamily="49" charset="-122"/>
              </a:rPr>
              <a:t>求导</a:t>
            </a:r>
          </a:p>
        </p:txBody>
      </p:sp>
      <p:graphicFrame>
        <p:nvGraphicFramePr>
          <p:cNvPr id="286733" name="Object 13"/>
          <p:cNvGraphicFramePr>
            <a:graphicFrameLocks noChangeAspect="1"/>
          </p:cNvGraphicFramePr>
          <p:nvPr/>
        </p:nvGraphicFramePr>
        <p:xfrm>
          <a:off x="2273301" y="3752850"/>
          <a:ext cx="34909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7" name="公式" r:id="rId13" imgW="3486172" imgH="495236" progId="Equation.3">
                  <p:embed/>
                </p:oleObj>
              </mc:Choice>
              <mc:Fallback>
                <p:oleObj name="公式" r:id="rId13" imgW="3486172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1" y="3752850"/>
                        <a:ext cx="34909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34" name="Line 14"/>
          <p:cNvSpPr>
            <a:spLocks noChangeShapeType="1"/>
          </p:cNvSpPr>
          <p:nvPr/>
        </p:nvSpPr>
        <p:spPr bwMode="auto">
          <a:xfrm>
            <a:off x="3886200" y="4419600"/>
            <a:ext cx="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35" name="Text Box 15"/>
          <p:cNvSpPr txBox="1">
            <a:spLocks noChangeArrowheads="1"/>
          </p:cNvSpPr>
          <p:nvPr/>
        </p:nvSpPr>
        <p:spPr bwMode="auto">
          <a:xfrm>
            <a:off x="3962400" y="4578145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令 </a:t>
            </a:r>
            <a:r>
              <a:rPr lang="en-US" altLang="zh-CN" sz="2800" b="1" i="1" dirty="0">
                <a:solidFill>
                  <a:schemeClr val="tx2"/>
                </a:solidFill>
                <a:ea typeface="楷体_GB2312" pitchFamily="49" charset="-122"/>
              </a:rPr>
              <a:t>x 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= 0</a:t>
            </a:r>
            <a:r>
              <a:rPr lang="en-US" altLang="zh-CN" sz="2800" b="1" dirty="0">
                <a:ea typeface="楷体_GB2312" pitchFamily="49" charset="-122"/>
              </a:rPr>
              <a:t> , </a:t>
            </a:r>
            <a:r>
              <a:rPr lang="zh-CN" altLang="en-US" sz="2800" b="1" dirty="0">
                <a:ea typeface="楷体_GB2312" pitchFamily="49" charset="-122"/>
              </a:rPr>
              <a:t>注意此时</a:t>
            </a:r>
          </a:p>
        </p:txBody>
      </p:sp>
      <p:graphicFrame>
        <p:nvGraphicFramePr>
          <p:cNvPr id="28673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118130"/>
              </p:ext>
            </p:extLst>
          </p:nvPr>
        </p:nvGraphicFramePr>
        <p:xfrm>
          <a:off x="6978246" y="4644743"/>
          <a:ext cx="2057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8" name="公式" r:id="rId15" imgW="2047770" imgH="400011" progId="Equation.3">
                  <p:embed/>
                </p:oleObj>
              </mc:Choice>
              <mc:Fallback>
                <p:oleObj name="公式" r:id="rId15" imgW="2047770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8246" y="4644743"/>
                        <a:ext cx="2057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37" name="Object 17"/>
          <p:cNvGraphicFramePr>
            <a:graphicFrameLocks noChangeAspect="1"/>
          </p:cNvGraphicFramePr>
          <p:nvPr/>
        </p:nvGraphicFramePr>
        <p:xfrm>
          <a:off x="5803901" y="3759200"/>
          <a:ext cx="33893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9" name="公式" r:id="rId17" imgW="3381371" imgH="495236" progId="Equation.3">
                  <p:embed/>
                </p:oleObj>
              </mc:Choice>
              <mc:Fallback>
                <p:oleObj name="公式" r:id="rId17" imgW="3381371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1" y="3759200"/>
                        <a:ext cx="33893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38" name="Object 18"/>
          <p:cNvGraphicFramePr>
            <a:graphicFrameLocks noChangeAspect="1"/>
          </p:cNvGraphicFramePr>
          <p:nvPr/>
        </p:nvGraphicFramePr>
        <p:xfrm>
          <a:off x="3549650" y="2374900"/>
          <a:ext cx="64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" name="公式" r:id="rId19" imgW="638171" imgH="419126" progId="Equation.3">
                  <p:embed/>
                </p:oleObj>
              </mc:Choice>
              <mc:Fallback>
                <p:oleObj name="公式" r:id="rId19" imgW="63817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50" y="2374900"/>
                        <a:ext cx="647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3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276955"/>
              </p:ext>
            </p:extLst>
          </p:nvPr>
        </p:nvGraphicFramePr>
        <p:xfrm>
          <a:off x="4227506" y="2566887"/>
          <a:ext cx="520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1" name="公式" r:id="rId21" imgW="514285" imgH="304787" progId="Equation.3">
                  <p:embed/>
                </p:oleObj>
              </mc:Choice>
              <mc:Fallback>
                <p:oleObj name="公式" r:id="rId21" imgW="514285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506" y="2566887"/>
                        <a:ext cx="520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4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495912"/>
              </p:ext>
            </p:extLst>
          </p:nvPr>
        </p:nvGraphicFramePr>
        <p:xfrm>
          <a:off x="4749799" y="2489200"/>
          <a:ext cx="1385443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2" name="公式" r:id="rId23" imgW="1352687" imgH="400011" progId="Equation.3">
                  <p:embed/>
                </p:oleObj>
              </mc:Choice>
              <mc:Fallback>
                <p:oleObj name="公式" r:id="rId23" imgW="1352687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799" y="2489200"/>
                        <a:ext cx="1385443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4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885250"/>
              </p:ext>
            </p:extLst>
          </p:nvPr>
        </p:nvGraphicFramePr>
        <p:xfrm>
          <a:off x="8485186" y="2138844"/>
          <a:ext cx="26146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3" name="公式" r:id="rId25" imgW="2609944" imgH="990471" progId="Equation.3">
                  <p:embed/>
                </p:oleObj>
              </mc:Choice>
              <mc:Fallback>
                <p:oleObj name="公式" r:id="rId25" imgW="2609944" imgH="99047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5186" y="2138844"/>
                        <a:ext cx="261461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82" name="Rectangle 22"/>
          <p:cNvSpPr>
            <a:spLocks noGrp="1" noChangeArrowheads="1"/>
          </p:cNvSpPr>
          <p:nvPr>
            <p:ph type="title"/>
          </p:nvPr>
        </p:nvSpPr>
        <p:spPr>
          <a:xfrm>
            <a:off x="2400300" y="473108"/>
            <a:ext cx="3124200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导数的另一求法</a:t>
            </a:r>
          </a:p>
        </p:txBody>
      </p:sp>
      <p:sp>
        <p:nvSpPr>
          <p:cNvPr id="286743" name="Text Box 23"/>
          <p:cNvSpPr txBox="1">
            <a:spLocks noChangeArrowheads="1"/>
          </p:cNvSpPr>
          <p:nvPr/>
        </p:nvSpPr>
        <p:spPr bwMode="auto">
          <a:xfrm>
            <a:off x="5050281" y="560258"/>
            <a:ext cx="31582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ea typeface="楷体_GB2312" pitchFamily="49" charset="-122"/>
              </a:rPr>
              <a:t>— 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利用隐函数求导</a:t>
            </a:r>
          </a:p>
        </p:txBody>
      </p:sp>
    </p:spTree>
    <p:extLst>
      <p:ext uri="{BB962C8B-B14F-4D97-AF65-F5344CB8AC3E}">
        <p14:creationId xmlns:p14="http://schemas.microsoft.com/office/powerpoint/2010/main" val="265042271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8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6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6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6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6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86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86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86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86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86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86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2" grpId="0" animBg="1"/>
      <p:bldP spid="286727" grpId="0" animBg="1"/>
      <p:bldP spid="286728" grpId="0" autoUpdateAnimBg="0"/>
      <p:bldP spid="286729" grpId="0" animBg="1"/>
      <p:bldP spid="286731" grpId="0" animBg="1"/>
      <p:bldP spid="286732" grpId="0" autoUpdateAnimBg="0"/>
      <p:bldP spid="286734" grpId="0" animBg="1"/>
      <p:bldP spid="286735" grpId="0" autoUpdateAnimBg="0"/>
      <p:bldP spid="286743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2"/>
          <p:cNvSpPr>
            <a:spLocks noGrp="1" noChangeArrowheads="1"/>
          </p:cNvSpPr>
          <p:nvPr>
            <p:ph type="title"/>
          </p:nvPr>
        </p:nvSpPr>
        <p:spPr>
          <a:xfrm>
            <a:off x="2400300" y="473108"/>
            <a:ext cx="3124200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导数的另一求法</a:t>
            </a:r>
          </a:p>
        </p:txBody>
      </p:sp>
      <p:sp>
        <p:nvSpPr>
          <p:cNvPr id="4" name="Text Box 23"/>
          <p:cNvSpPr txBox="1">
            <a:spLocks noChangeArrowheads="1"/>
          </p:cNvSpPr>
          <p:nvPr/>
        </p:nvSpPr>
        <p:spPr bwMode="auto">
          <a:xfrm>
            <a:off x="5015880" y="516298"/>
            <a:ext cx="17155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ea typeface="楷体_GB2312" pitchFamily="49" charset="-122"/>
              </a:rPr>
              <a:t>— </a:t>
            </a:r>
            <a:r>
              <a:rPr lang="zh-CN" altLang="en-US" sz="2800" b="1" dirty="0" smtClean="0">
                <a:solidFill>
                  <a:srgbClr val="0000FF"/>
                </a:solidFill>
                <a:ea typeface="楷体_GB2312" pitchFamily="49" charset="-122"/>
              </a:rPr>
              <a:t>微分法</a:t>
            </a:r>
            <a:endParaRPr lang="zh-CN" altLang="en-US" sz="2800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792908"/>
              </p:ext>
            </p:extLst>
          </p:nvPr>
        </p:nvGraphicFramePr>
        <p:xfrm>
          <a:off x="3149140" y="1601716"/>
          <a:ext cx="4819068" cy="552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9" name="Equation" r:id="rId3" imgW="2044440" imgH="228600" progId="Equation.DSMT4">
                  <p:embed/>
                </p:oleObj>
              </mc:Choice>
              <mc:Fallback>
                <p:oleObj name="Equation" r:id="rId3" imgW="2044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140" y="1601716"/>
                        <a:ext cx="4819068" cy="552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919536" y="1039518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方程两边同时求全微分，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2063552" y="219357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整理得，</a:t>
            </a:r>
            <a:endParaRPr lang="zh-CN" altLang="en-US" sz="2800" b="1" dirty="0"/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850525"/>
              </p:ext>
            </p:extLst>
          </p:nvPr>
        </p:nvGraphicFramePr>
        <p:xfrm>
          <a:off x="3786338" y="2482513"/>
          <a:ext cx="28130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0" name="Equation" r:id="rId5" imgW="1193760" imgH="444240" progId="Equation.DSMT4">
                  <p:embed/>
                </p:oleObj>
              </mc:Choice>
              <mc:Fallback>
                <p:oleObj name="Equation" r:id="rId5" imgW="1193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338" y="2482513"/>
                        <a:ext cx="281305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096059" y="3558838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故，</a:t>
            </a:r>
            <a:endParaRPr lang="zh-CN" altLang="en-US" sz="2800" b="1" dirty="0"/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322904"/>
              </p:ext>
            </p:extLst>
          </p:nvPr>
        </p:nvGraphicFramePr>
        <p:xfrm>
          <a:off x="3564111" y="3790247"/>
          <a:ext cx="290353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1" name="Equation" r:id="rId7" imgW="1231560" imgH="444240" progId="Equation.DSMT4">
                  <p:embed/>
                </p:oleObj>
              </mc:Choice>
              <mc:Fallback>
                <p:oleObj name="Equation" r:id="rId7" imgW="1231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4111" y="3790247"/>
                        <a:ext cx="2903537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342577"/>
              </p:ext>
            </p:extLst>
          </p:nvPr>
        </p:nvGraphicFramePr>
        <p:xfrm>
          <a:off x="4636333" y="5097981"/>
          <a:ext cx="1256603" cy="386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2" name="Equation" r:id="rId9" imgW="330120" imgH="101520" progId="Equation.DSMT4">
                  <p:embed/>
                </p:oleObj>
              </mc:Choice>
              <mc:Fallback>
                <p:oleObj name="Equation" r:id="rId9" imgW="330120" imgH="10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36333" y="5097981"/>
                        <a:ext cx="1256603" cy="3866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180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6" grpId="0"/>
      <p:bldP spid="7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79336" y="315129"/>
            <a:ext cx="1407588" cy="679242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2 .</a:t>
            </a:r>
          </a:p>
        </p:txBody>
      </p:sp>
      <p:sp>
        <p:nvSpPr>
          <p:cNvPr id="144387" name="Text Box 3"/>
          <p:cNvSpPr txBox="1">
            <a:spLocks noChangeArrowheads="1"/>
          </p:cNvSpPr>
          <p:nvPr/>
        </p:nvSpPr>
        <p:spPr bwMode="auto">
          <a:xfrm>
            <a:off x="3352800" y="426177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若函数 </a:t>
            </a:r>
          </a:p>
        </p:txBody>
      </p:sp>
      <p:graphicFrame>
        <p:nvGraphicFramePr>
          <p:cNvPr id="287748" name="Object 4"/>
          <p:cNvGraphicFramePr>
            <a:graphicFrameLocks noChangeAspect="1"/>
          </p:cNvGraphicFramePr>
          <p:nvPr/>
        </p:nvGraphicFramePr>
        <p:xfrm>
          <a:off x="3986214" y="1149350"/>
          <a:ext cx="17097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4" name="公式" r:id="rId4" imgW="1828800" imgH="419126" progId="Equation.3">
                  <p:embed/>
                </p:oleObj>
              </mc:Choice>
              <mc:Fallback>
                <p:oleObj name="公式" r:id="rId4" imgW="1828800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4" y="1149350"/>
                        <a:ext cx="170973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830483"/>
              </p:ext>
            </p:extLst>
          </p:nvPr>
        </p:nvGraphicFramePr>
        <p:xfrm>
          <a:off x="4572000" y="538060"/>
          <a:ext cx="1435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5" name="公式" r:id="rId6" imgW="1428685" imgH="380897" progId="Equation.3">
                  <p:embed/>
                </p:oleObj>
              </mc:Choice>
              <mc:Fallback>
                <p:oleObj name="公式" r:id="rId6" imgW="142868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38060"/>
                        <a:ext cx="1435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345619"/>
              </p:ext>
            </p:extLst>
          </p:nvPr>
        </p:nvGraphicFramePr>
        <p:xfrm>
          <a:off x="3736095" y="4485878"/>
          <a:ext cx="3919711" cy="1114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6" name="Equation" r:id="rId8" imgW="1612800" imgH="457200" progId="Equation.DSMT4">
                  <p:embed/>
                </p:oleObj>
              </mc:Choice>
              <mc:Fallback>
                <p:oleObj name="Equation" r:id="rId8" imgW="1612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6095" y="4485878"/>
                        <a:ext cx="3919711" cy="11144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1" name="Text Box 7"/>
          <p:cNvSpPr txBox="1">
            <a:spLocks noChangeArrowheads="1"/>
          </p:cNvSpPr>
          <p:nvPr/>
        </p:nvSpPr>
        <p:spPr bwMode="auto">
          <a:xfrm>
            <a:off x="5638800" y="1081088"/>
            <a:ext cx="480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的某邻域内具有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连续偏导数 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287752" name="Text Box 8"/>
          <p:cNvSpPr txBox="1">
            <a:spLocks noChangeArrowheads="1"/>
          </p:cNvSpPr>
          <p:nvPr/>
        </p:nvSpPr>
        <p:spPr bwMode="auto">
          <a:xfrm>
            <a:off x="1893888" y="2940051"/>
            <a:ext cx="1458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则方程</a:t>
            </a:r>
          </a:p>
        </p:txBody>
      </p:sp>
      <p:graphicFrame>
        <p:nvGraphicFramePr>
          <p:cNvPr id="287753" name="Object 9"/>
          <p:cNvGraphicFramePr>
            <a:graphicFrameLocks noChangeAspect="1"/>
          </p:cNvGraphicFramePr>
          <p:nvPr/>
        </p:nvGraphicFramePr>
        <p:xfrm>
          <a:off x="3117851" y="3043238"/>
          <a:ext cx="19669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7" name="公式" r:id="rId10" imgW="1962056" imgH="380897" progId="Equation.3">
                  <p:embed/>
                </p:oleObj>
              </mc:Choice>
              <mc:Fallback>
                <p:oleObj name="公式" r:id="rId10" imgW="196205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1" y="3043238"/>
                        <a:ext cx="19669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4" name="Text Box 10"/>
          <p:cNvSpPr txBox="1">
            <a:spLocks noChangeArrowheads="1"/>
          </p:cNvSpPr>
          <p:nvPr/>
        </p:nvSpPr>
        <p:spPr bwMode="auto">
          <a:xfrm>
            <a:off x="5029200" y="2924176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在点</a:t>
            </a:r>
          </a:p>
        </p:txBody>
      </p:sp>
      <p:graphicFrame>
        <p:nvGraphicFramePr>
          <p:cNvPr id="287755" name="Object 11"/>
          <p:cNvGraphicFramePr>
            <a:graphicFrameLocks noChangeAspect="1"/>
          </p:cNvGraphicFramePr>
          <p:nvPr/>
        </p:nvGraphicFramePr>
        <p:xfrm>
          <a:off x="5880100" y="3005138"/>
          <a:ext cx="1168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8" name="公式" r:id="rId12" imgW="1162173" imgH="419126" progId="Equation.3">
                  <p:embed/>
                </p:oleObj>
              </mc:Choice>
              <mc:Fallback>
                <p:oleObj name="公式" r:id="rId12" imgW="116217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3005138"/>
                        <a:ext cx="1168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6" name="Text Box 12"/>
          <p:cNvSpPr txBox="1">
            <a:spLocks noChangeArrowheads="1"/>
          </p:cNvSpPr>
          <p:nvPr/>
        </p:nvSpPr>
        <p:spPr bwMode="auto">
          <a:xfrm>
            <a:off x="1828800" y="4129088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并有连续偏导数</a:t>
            </a:r>
          </a:p>
        </p:txBody>
      </p:sp>
      <p:graphicFrame>
        <p:nvGraphicFramePr>
          <p:cNvPr id="287757" name="Object 13"/>
          <p:cNvGraphicFramePr>
            <a:graphicFrameLocks noChangeAspect="1"/>
          </p:cNvGraphicFramePr>
          <p:nvPr/>
        </p:nvGraphicFramePr>
        <p:xfrm>
          <a:off x="7956551" y="3587750"/>
          <a:ext cx="22336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9" name="公式" r:id="rId14" imgW="2228915" imgH="419126" progId="Equation.3">
                  <p:embed/>
                </p:oleObj>
              </mc:Choice>
              <mc:Fallback>
                <p:oleObj name="公式" r:id="rId14" imgW="2228915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6551" y="3587750"/>
                        <a:ext cx="22336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8" name="Text Box 14"/>
          <p:cNvSpPr txBox="1">
            <a:spLocks noChangeArrowheads="1"/>
          </p:cNvSpPr>
          <p:nvPr/>
        </p:nvSpPr>
        <p:spPr bwMode="auto">
          <a:xfrm>
            <a:off x="1905000" y="3519488"/>
            <a:ext cx="533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定一个单值连续函数 </a:t>
            </a:r>
            <a:r>
              <a:rPr lang="en-US" altLang="zh-CN" sz="2800" b="1" i="1">
                <a:ea typeface="楷体_GB2312" pitchFamily="49" charset="-122"/>
              </a:rPr>
              <a:t>z = f 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x , y</a:t>
            </a:r>
            <a:r>
              <a:rPr lang="en-US" altLang="zh-CN" sz="2800" b="1">
                <a:ea typeface="楷体_GB2312" pitchFamily="49" charset="-122"/>
              </a:rPr>
              <a:t>) , </a:t>
            </a:r>
          </a:p>
        </p:txBody>
      </p:sp>
      <p:sp>
        <p:nvSpPr>
          <p:cNvPr id="287759" name="Text Box 15"/>
          <p:cNvSpPr txBox="1">
            <a:spLocks noChangeArrowheads="1"/>
          </p:cNvSpPr>
          <p:nvPr/>
        </p:nvSpPr>
        <p:spPr bwMode="auto">
          <a:xfrm>
            <a:off x="1893888" y="5697540"/>
            <a:ext cx="6324600" cy="51911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定理证明从略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仅就求导公式推导如下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sp>
        <p:nvSpPr>
          <p:cNvPr id="287760" name="Text Box 16"/>
          <p:cNvSpPr txBox="1">
            <a:spLocks noChangeArrowheads="1"/>
          </p:cNvSpPr>
          <p:nvPr/>
        </p:nvSpPr>
        <p:spPr bwMode="auto">
          <a:xfrm>
            <a:off x="7010400" y="3533776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满足</a:t>
            </a:r>
          </a:p>
        </p:txBody>
      </p:sp>
      <p:graphicFrame>
        <p:nvGraphicFramePr>
          <p:cNvPr id="287761" name="Object 17"/>
          <p:cNvGraphicFramePr>
            <a:graphicFrameLocks noChangeAspect="1"/>
          </p:cNvGraphicFramePr>
          <p:nvPr/>
        </p:nvGraphicFramePr>
        <p:xfrm>
          <a:off x="3230563" y="1709738"/>
          <a:ext cx="22971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0" name="公式" r:id="rId16" imgW="2466971" imgH="419126" progId="Equation.3">
                  <p:embed/>
                </p:oleObj>
              </mc:Choice>
              <mc:Fallback>
                <p:oleObj name="公式" r:id="rId16" imgW="246697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3" y="1709738"/>
                        <a:ext cx="22971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6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748685"/>
              </p:ext>
            </p:extLst>
          </p:nvPr>
        </p:nvGraphicFramePr>
        <p:xfrm>
          <a:off x="3215815" y="2273507"/>
          <a:ext cx="2347574" cy="521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1" name="Equation" r:id="rId18" imgW="1117440" imgH="228600" progId="Equation.DSMT4">
                  <p:embed/>
                </p:oleObj>
              </mc:Choice>
              <mc:Fallback>
                <p:oleObj name="Equation" r:id="rId18" imgW="1117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815" y="2273507"/>
                        <a:ext cx="2347574" cy="521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63" name="Text Box 19"/>
          <p:cNvSpPr txBox="1">
            <a:spLocks noChangeArrowheads="1"/>
          </p:cNvSpPr>
          <p:nvPr/>
        </p:nvSpPr>
        <p:spPr bwMode="auto">
          <a:xfrm>
            <a:off x="2667000" y="106680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① </a:t>
            </a:r>
            <a:r>
              <a:rPr lang="zh-CN" altLang="en-US" sz="2800" b="1">
                <a:ea typeface="楷体_GB2312" pitchFamily="49" charset="-122"/>
              </a:rPr>
              <a:t>在点</a:t>
            </a:r>
          </a:p>
        </p:txBody>
      </p:sp>
      <p:sp>
        <p:nvSpPr>
          <p:cNvPr id="144404" name="Text Box 20"/>
          <p:cNvSpPr txBox="1">
            <a:spLocks noChangeArrowheads="1"/>
          </p:cNvSpPr>
          <p:nvPr/>
        </p:nvSpPr>
        <p:spPr bwMode="auto">
          <a:xfrm>
            <a:off x="6038076" y="467084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满足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sp>
        <p:nvSpPr>
          <p:cNvPr id="287765" name="Text Box 21"/>
          <p:cNvSpPr txBox="1">
            <a:spLocks noChangeArrowheads="1"/>
          </p:cNvSpPr>
          <p:nvPr/>
        </p:nvSpPr>
        <p:spPr bwMode="auto">
          <a:xfrm>
            <a:off x="2667001" y="1644651"/>
            <a:ext cx="77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②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87766" name="Text Box 22"/>
          <p:cNvSpPr txBox="1">
            <a:spLocks noChangeArrowheads="1"/>
          </p:cNvSpPr>
          <p:nvPr/>
        </p:nvSpPr>
        <p:spPr bwMode="auto">
          <a:xfrm>
            <a:off x="2667001" y="2254251"/>
            <a:ext cx="77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③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87767" name="Text Box 23"/>
          <p:cNvSpPr txBox="1">
            <a:spLocks noChangeArrowheads="1"/>
          </p:cNvSpPr>
          <p:nvPr/>
        </p:nvSpPr>
        <p:spPr bwMode="auto">
          <a:xfrm>
            <a:off x="7010400" y="2940051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某一邻域内可唯一确</a:t>
            </a:r>
          </a:p>
        </p:txBody>
      </p:sp>
    </p:spTree>
    <p:extLst>
      <p:ext uri="{BB962C8B-B14F-4D97-AF65-F5344CB8AC3E}">
        <p14:creationId xmlns:p14="http://schemas.microsoft.com/office/powerpoint/2010/main" val="110095609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7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7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7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7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7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7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7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87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7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7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51" grpId="0" autoUpdateAnimBg="0"/>
      <p:bldP spid="287752" grpId="0" autoUpdateAnimBg="0"/>
      <p:bldP spid="287754" grpId="0" autoUpdateAnimBg="0"/>
      <p:bldP spid="287756" grpId="0" autoUpdateAnimBg="0"/>
      <p:bldP spid="287758" grpId="0" autoUpdateAnimBg="0"/>
      <p:bldP spid="287759" grpId="0"/>
      <p:bldP spid="287760" grpId="0" autoUpdateAnimBg="0"/>
      <p:bldP spid="287763" grpId="0" autoUpdateAnimBg="0"/>
      <p:bldP spid="287765" grpId="0" autoUpdateAnimBg="0"/>
      <p:bldP spid="287766" grpId="0" autoUpdateAnimBg="0"/>
      <p:bldP spid="28776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7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691653"/>
              </p:ext>
            </p:extLst>
          </p:nvPr>
        </p:nvGraphicFramePr>
        <p:xfrm>
          <a:off x="3670300" y="1276890"/>
          <a:ext cx="3048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" name="公式" r:id="rId4" imgW="3038515" imgH="380897" progId="Equation.3">
                  <p:embed/>
                </p:oleObj>
              </mc:Choice>
              <mc:Fallback>
                <p:oleObj name="公式" r:id="rId4" imgW="303851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0300" y="1276890"/>
                        <a:ext cx="3048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795" name="Text Box 3"/>
          <p:cNvSpPr txBox="1">
            <a:spLocks noChangeArrowheads="1"/>
          </p:cNvSpPr>
          <p:nvPr/>
        </p:nvSpPr>
        <p:spPr bwMode="auto">
          <a:xfrm>
            <a:off x="4544982" y="1999100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两边对 </a:t>
            </a:r>
            <a:r>
              <a:rPr lang="en-US" altLang="zh-CN" sz="2800" b="1" i="1">
                <a:ea typeface="楷体_GB2312" pitchFamily="49" charset="-122"/>
              </a:rPr>
              <a:t>x </a:t>
            </a:r>
            <a:r>
              <a:rPr lang="zh-CN" altLang="en-US" sz="2800" b="1">
                <a:ea typeface="楷体_GB2312" pitchFamily="49" charset="-122"/>
              </a:rPr>
              <a:t>求偏导</a:t>
            </a:r>
          </a:p>
        </p:txBody>
      </p:sp>
      <p:sp>
        <p:nvSpPr>
          <p:cNvPr id="289796" name="Line 4"/>
          <p:cNvSpPr>
            <a:spLocks noChangeShapeType="1"/>
          </p:cNvSpPr>
          <p:nvPr/>
        </p:nvSpPr>
        <p:spPr bwMode="auto">
          <a:xfrm>
            <a:off x="4419600" y="1877656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97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798214"/>
              </p:ext>
            </p:extLst>
          </p:nvPr>
        </p:nvGraphicFramePr>
        <p:xfrm>
          <a:off x="3581370" y="2720412"/>
          <a:ext cx="502983" cy="572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5" name="Equation" r:id="rId6" imgW="203040" imgH="228600" progId="Equation.DSMT4">
                  <p:embed/>
                </p:oleObj>
              </mc:Choice>
              <mc:Fallback>
                <p:oleObj name="Equation" r:id="rId6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370" y="2720412"/>
                        <a:ext cx="502983" cy="572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5008"/>
              </p:ext>
            </p:extLst>
          </p:nvPr>
        </p:nvGraphicFramePr>
        <p:xfrm>
          <a:off x="3659416" y="4217884"/>
          <a:ext cx="1594743" cy="997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6" name="Equation" r:id="rId8" imgW="711000" imgH="444240" progId="Equation.DSMT4">
                  <p:embed/>
                </p:oleObj>
              </mc:Choice>
              <mc:Fallback>
                <p:oleObj name="Equation" r:id="rId8" imgW="711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416" y="4217884"/>
                        <a:ext cx="1594743" cy="9971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799" name="Line 7"/>
          <p:cNvSpPr>
            <a:spLocks noChangeShapeType="1"/>
          </p:cNvSpPr>
          <p:nvPr/>
        </p:nvSpPr>
        <p:spPr bwMode="auto">
          <a:xfrm>
            <a:off x="4419600" y="33528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9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3535339"/>
              </p:ext>
            </p:extLst>
          </p:nvPr>
        </p:nvGraphicFramePr>
        <p:xfrm>
          <a:off x="4334321" y="5197475"/>
          <a:ext cx="1577345" cy="1016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7" name="Equation" r:id="rId10" imgW="711000" imgH="457200" progId="Equation.DSMT4">
                  <p:embed/>
                </p:oleObj>
              </mc:Choice>
              <mc:Fallback>
                <p:oleObj name="Equation" r:id="rId10" imgW="71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4321" y="5197475"/>
                        <a:ext cx="1577345" cy="1016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01" name="Text Box 9"/>
          <p:cNvSpPr txBox="1">
            <a:spLocks noChangeArrowheads="1"/>
          </p:cNvSpPr>
          <p:nvPr/>
        </p:nvSpPr>
        <p:spPr bwMode="auto">
          <a:xfrm>
            <a:off x="2495550" y="5300663"/>
            <a:ext cx="1697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同样可得</a:t>
            </a:r>
          </a:p>
        </p:txBody>
      </p:sp>
      <p:graphicFrame>
        <p:nvGraphicFramePr>
          <p:cNvPr id="145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736677"/>
              </p:ext>
            </p:extLst>
          </p:nvPr>
        </p:nvGraphicFramePr>
        <p:xfrm>
          <a:off x="2334839" y="708088"/>
          <a:ext cx="7726862" cy="501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8" name="Equation" r:id="rId12" imgW="3492360" imgH="215640" progId="Equation.DSMT4">
                  <p:embed/>
                </p:oleObj>
              </mc:Choice>
              <mc:Fallback>
                <p:oleObj name="Equation" r:id="rId12" imgW="3492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4839" y="708088"/>
                        <a:ext cx="7726862" cy="501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03" name="Text Box 11"/>
          <p:cNvSpPr txBox="1">
            <a:spLocks noChangeArrowheads="1"/>
          </p:cNvSpPr>
          <p:nvPr/>
        </p:nvSpPr>
        <p:spPr bwMode="auto">
          <a:xfrm>
            <a:off x="9984432" y="660707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898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692058"/>
              </p:ext>
            </p:extLst>
          </p:nvPr>
        </p:nvGraphicFramePr>
        <p:xfrm>
          <a:off x="4104531" y="2714122"/>
          <a:ext cx="765126" cy="572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9" name="Equation" r:id="rId14" imgW="304560" imgH="228600" progId="Equation.DSMT4">
                  <p:embed/>
                </p:oleObj>
              </mc:Choice>
              <mc:Fallback>
                <p:oleObj name="Equation" r:id="rId14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531" y="2714122"/>
                        <a:ext cx="765126" cy="5728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870116"/>
              </p:ext>
            </p:extLst>
          </p:nvPr>
        </p:nvGraphicFramePr>
        <p:xfrm>
          <a:off x="4959350" y="2554289"/>
          <a:ext cx="469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0" name="公式" r:id="rId16" imgW="457374" imgH="904978" progId="Equation.3">
                  <p:embed/>
                </p:oleObj>
              </mc:Choice>
              <mc:Fallback>
                <p:oleObj name="公式" r:id="rId16" imgW="45737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9350" y="2554289"/>
                        <a:ext cx="469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215211"/>
              </p:ext>
            </p:extLst>
          </p:nvPr>
        </p:nvGraphicFramePr>
        <p:xfrm>
          <a:off x="5573682" y="2847975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1" name="公式" r:id="rId18" imgW="485829" imgH="304787" progId="Equation.3">
                  <p:embed/>
                </p:oleObj>
              </mc:Choice>
              <mc:Fallback>
                <p:oleObj name="公式" r:id="rId18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3682" y="2847975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451373"/>
              </p:ext>
            </p:extLst>
          </p:nvPr>
        </p:nvGraphicFramePr>
        <p:xfrm>
          <a:off x="4794421" y="3540840"/>
          <a:ext cx="4757963" cy="53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2" name="Equation" r:id="rId20" imgW="2070000" imgH="228600" progId="Equation.DSMT4">
                  <p:embed/>
                </p:oleObj>
              </mc:Choice>
              <mc:Fallback>
                <p:oleObj name="Equation" r:id="rId20" imgW="2070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421" y="3540840"/>
                        <a:ext cx="4757963" cy="53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033872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9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9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9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9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9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9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9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89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9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9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5" grpId="0" autoUpdateAnimBg="0"/>
      <p:bldP spid="289796" grpId="0" animBg="1"/>
      <p:bldP spid="289799" grpId="0" animBg="1"/>
      <p:bldP spid="289801" grpId="0" autoUpdateAnimBg="0"/>
      <p:bldP spid="28980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54238" y="696914"/>
            <a:ext cx="1524000" cy="56515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设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146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883176"/>
              </p:ext>
            </p:extLst>
          </p:nvPr>
        </p:nvGraphicFramePr>
        <p:xfrm>
          <a:off x="3468687" y="665162"/>
          <a:ext cx="31480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8" name="公式" r:id="rId3" imgW="3143315" imgH="495236" progId="Equation.3">
                  <p:embed/>
                </p:oleObj>
              </mc:Choice>
              <mc:Fallback>
                <p:oleObj name="公式" r:id="rId3" imgW="3143315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687" y="665162"/>
                        <a:ext cx="31480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44" name="Text Box 4"/>
          <p:cNvSpPr txBox="1">
            <a:spLocks noChangeArrowheads="1"/>
          </p:cNvSpPr>
          <p:nvPr/>
        </p:nvSpPr>
        <p:spPr bwMode="auto">
          <a:xfrm>
            <a:off x="2043957" y="1337599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1   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利用隐函数求导</a:t>
            </a:r>
          </a:p>
        </p:txBody>
      </p:sp>
      <p:graphicFrame>
        <p:nvGraphicFramePr>
          <p:cNvPr id="2918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865377"/>
              </p:ext>
            </p:extLst>
          </p:nvPr>
        </p:nvGraphicFramePr>
        <p:xfrm>
          <a:off x="2916238" y="1778001"/>
          <a:ext cx="3071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9" name="公式" r:id="rId5" imgW="3066970" imgH="904978" progId="Equation.3">
                  <p:embed/>
                </p:oleObj>
              </mc:Choice>
              <mc:Fallback>
                <p:oleObj name="公式" r:id="rId5" imgW="306697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1778001"/>
                        <a:ext cx="30718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46" name="Object 6"/>
          <p:cNvGraphicFramePr>
            <a:graphicFrameLocks noChangeAspect="1"/>
          </p:cNvGraphicFramePr>
          <p:nvPr/>
        </p:nvGraphicFramePr>
        <p:xfrm>
          <a:off x="2846388" y="4806950"/>
          <a:ext cx="23876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0" name="公式" r:id="rId7" imgW="2381257" imgH="1009586" progId="Equation.3">
                  <p:embed/>
                </p:oleObj>
              </mc:Choice>
              <mc:Fallback>
                <p:oleObj name="公式" r:id="rId7" imgW="2381257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4806950"/>
                        <a:ext cx="23876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403799"/>
              </p:ext>
            </p:extLst>
          </p:nvPr>
        </p:nvGraphicFramePr>
        <p:xfrm>
          <a:off x="7018851" y="1742717"/>
          <a:ext cx="1460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1" name="公式" r:id="rId9" imgW="1447771" imgH="904978" progId="Equation.3">
                  <p:embed/>
                </p:oleObj>
              </mc:Choice>
              <mc:Fallback>
                <p:oleObj name="公式" r:id="rId9" imgW="1447771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8851" y="1742717"/>
                        <a:ext cx="1460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48" name="Object 8"/>
          <p:cNvGraphicFramePr>
            <a:graphicFrameLocks noChangeAspect="1"/>
          </p:cNvGraphicFramePr>
          <p:nvPr/>
        </p:nvGraphicFramePr>
        <p:xfrm>
          <a:off x="2760664" y="3724276"/>
          <a:ext cx="43973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2" name="公式" r:id="rId11" imgW="438287" imgH="380897" progId="Equation.3">
                  <p:embed/>
                </p:oleObj>
              </mc:Choice>
              <mc:Fallback>
                <p:oleObj name="公式" r:id="rId11" imgW="438287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664" y="3724276"/>
                        <a:ext cx="439737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49" name="Line 9"/>
          <p:cNvSpPr>
            <a:spLocks noChangeShapeType="1"/>
          </p:cNvSpPr>
          <p:nvPr/>
        </p:nvSpPr>
        <p:spPr bwMode="auto">
          <a:xfrm>
            <a:off x="6172200" y="2222090"/>
            <a:ext cx="6477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1850" name="Object 10"/>
          <p:cNvGraphicFramePr>
            <a:graphicFrameLocks noChangeAspect="1"/>
          </p:cNvGraphicFramePr>
          <p:nvPr/>
        </p:nvGraphicFramePr>
        <p:xfrm>
          <a:off x="3259138" y="3495675"/>
          <a:ext cx="1016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3" name="公式" r:id="rId13" imgW="1009484" imgH="904978" progId="Equation.3">
                  <p:embed/>
                </p:oleObj>
              </mc:Choice>
              <mc:Fallback>
                <p:oleObj name="公式" r:id="rId13" imgW="100948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9138" y="3495675"/>
                        <a:ext cx="1016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1" name="Object 11"/>
          <p:cNvGraphicFramePr>
            <a:graphicFrameLocks noChangeAspect="1"/>
          </p:cNvGraphicFramePr>
          <p:nvPr/>
        </p:nvGraphicFramePr>
        <p:xfrm>
          <a:off x="4262438" y="3389313"/>
          <a:ext cx="1295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4" name="公式" r:id="rId15" imgW="1285712" imgH="1009586" progId="Equation.3">
                  <p:embed/>
                </p:oleObj>
              </mc:Choice>
              <mc:Fallback>
                <p:oleObj name="公式" r:id="rId15" imgW="1285712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438" y="3389313"/>
                        <a:ext cx="12954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2" name="Object 12"/>
          <p:cNvGraphicFramePr>
            <a:graphicFrameLocks noChangeAspect="1"/>
          </p:cNvGraphicFramePr>
          <p:nvPr/>
        </p:nvGraphicFramePr>
        <p:xfrm>
          <a:off x="5661025" y="3384550"/>
          <a:ext cx="1651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5" name="公式" r:id="rId17" imgW="1638286" imgH="1009586" progId="Equation.3">
                  <p:embed/>
                </p:oleObj>
              </mc:Choice>
              <mc:Fallback>
                <p:oleObj name="公式" r:id="rId17" imgW="1638286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1025" y="3384550"/>
                        <a:ext cx="1651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3" name="Object 13"/>
          <p:cNvGraphicFramePr>
            <a:graphicFrameLocks noChangeAspect="1"/>
          </p:cNvGraphicFramePr>
          <p:nvPr/>
        </p:nvGraphicFramePr>
        <p:xfrm>
          <a:off x="3943350" y="4452938"/>
          <a:ext cx="1333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6" name="公式" r:id="rId19" imgW="1323885" imgH="904978" progId="Equation.3">
                  <p:embed/>
                </p:oleObj>
              </mc:Choice>
              <mc:Fallback>
                <p:oleObj name="公式" r:id="rId19" imgW="1323885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4452938"/>
                        <a:ext cx="1333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4" name="Object 14"/>
          <p:cNvGraphicFramePr>
            <a:graphicFrameLocks noChangeAspect="1"/>
          </p:cNvGraphicFramePr>
          <p:nvPr/>
        </p:nvGraphicFramePr>
        <p:xfrm>
          <a:off x="5359401" y="4822825"/>
          <a:ext cx="21574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7" name="公式" r:id="rId21" imgW="2152570" imgH="1009586" progId="Equation.3">
                  <p:embed/>
                </p:oleObj>
              </mc:Choice>
              <mc:Fallback>
                <p:oleObj name="公式" r:id="rId21" imgW="2152570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1" y="4822825"/>
                        <a:ext cx="21574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55" name="Line 15"/>
          <p:cNvSpPr>
            <a:spLocks noChangeShapeType="1"/>
          </p:cNvSpPr>
          <p:nvPr/>
        </p:nvSpPr>
        <p:spPr bwMode="auto">
          <a:xfrm>
            <a:off x="4118487" y="2780101"/>
            <a:ext cx="0" cy="736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56" name="Rectangle 16"/>
          <p:cNvSpPr>
            <a:spLocks noChangeArrowheads="1"/>
          </p:cNvSpPr>
          <p:nvPr/>
        </p:nvSpPr>
        <p:spPr bwMode="auto">
          <a:xfrm>
            <a:off x="7162800" y="1676400"/>
            <a:ext cx="1981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2800" b="1">
              <a:ea typeface="楷体_GB2312" pitchFamily="49" charset="-122"/>
            </a:endParaRPr>
          </a:p>
        </p:txBody>
      </p:sp>
      <p:graphicFrame>
        <p:nvGraphicFramePr>
          <p:cNvPr id="1464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829790"/>
              </p:ext>
            </p:extLst>
          </p:nvPr>
        </p:nvGraphicFramePr>
        <p:xfrm>
          <a:off x="6731000" y="452688"/>
          <a:ext cx="116205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8" name="公式" r:id="rId23" imgW="1162173" imgH="1009586" progId="Equation.3">
                  <p:embed/>
                </p:oleObj>
              </mc:Choice>
              <mc:Fallback>
                <p:oleObj name="公式" r:id="rId23" imgW="1162173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0" y="452688"/>
                        <a:ext cx="116205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65" name="Text Box 25"/>
          <p:cNvSpPr txBox="1">
            <a:spLocks noChangeArrowheads="1"/>
          </p:cNvSpPr>
          <p:nvPr/>
        </p:nvSpPr>
        <p:spPr bwMode="auto">
          <a:xfrm>
            <a:off x="4067931" y="2780101"/>
            <a:ext cx="19864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再对 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求导</a:t>
            </a:r>
          </a:p>
        </p:txBody>
      </p:sp>
    </p:spTree>
    <p:extLst>
      <p:ext uri="{BB962C8B-B14F-4D97-AF65-F5344CB8AC3E}">
        <p14:creationId xmlns:p14="http://schemas.microsoft.com/office/powerpoint/2010/main" val="414545346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18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91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9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4" grpId="0" build="p" autoUpdateAnimBg="0"/>
      <p:bldP spid="291849" grpId="0" animBg="1"/>
      <p:bldP spid="291855" grpId="0" animBg="1"/>
      <p:bldP spid="291856" grpId="0" autoUpdateAnimBg="0"/>
      <p:bldP spid="291865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51753" y="774772"/>
            <a:ext cx="2971800" cy="6858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利用公式</a:t>
            </a:r>
          </a:p>
        </p:txBody>
      </p:sp>
      <p:sp>
        <p:nvSpPr>
          <p:cNvPr id="292867" name="Text Box 3"/>
          <p:cNvSpPr txBox="1">
            <a:spLocks noChangeArrowheads="1"/>
          </p:cNvSpPr>
          <p:nvPr/>
        </p:nvSpPr>
        <p:spPr bwMode="auto">
          <a:xfrm>
            <a:off x="2151753" y="1442584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设</a:t>
            </a:r>
          </a:p>
        </p:txBody>
      </p:sp>
      <p:graphicFrame>
        <p:nvGraphicFramePr>
          <p:cNvPr id="292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837703"/>
              </p:ext>
            </p:extLst>
          </p:nvPr>
        </p:nvGraphicFramePr>
        <p:xfrm>
          <a:off x="3260827" y="1504614"/>
          <a:ext cx="43275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9" name="公式" r:id="rId3" imgW="4324227" imgH="495236" progId="Equation.3">
                  <p:embed/>
                </p:oleObj>
              </mc:Choice>
              <mc:Fallback>
                <p:oleObj name="公式" r:id="rId3" imgW="4324227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827" y="1504614"/>
                        <a:ext cx="43275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69" name="Text Box 5"/>
          <p:cNvSpPr txBox="1">
            <a:spLocks noChangeArrowheads="1"/>
          </p:cNvSpPr>
          <p:nvPr/>
        </p:nvSpPr>
        <p:spPr bwMode="auto">
          <a:xfrm>
            <a:off x="2151753" y="2097680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则</a:t>
            </a:r>
          </a:p>
        </p:txBody>
      </p:sp>
      <p:graphicFrame>
        <p:nvGraphicFramePr>
          <p:cNvPr id="2928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165469"/>
              </p:ext>
            </p:extLst>
          </p:nvPr>
        </p:nvGraphicFramePr>
        <p:xfrm>
          <a:off x="3215681" y="2124799"/>
          <a:ext cx="1368152" cy="53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0" name="Equation" r:id="rId5" imgW="596880" imgH="228600" progId="Equation.DSMT4">
                  <p:embed/>
                </p:oleObj>
              </mc:Choice>
              <mc:Fallback>
                <p:oleObj name="Equation" r:id="rId5" imgW="596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1" y="2124799"/>
                        <a:ext cx="1368152" cy="53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49386"/>
              </p:ext>
            </p:extLst>
          </p:nvPr>
        </p:nvGraphicFramePr>
        <p:xfrm>
          <a:off x="2837552" y="2768271"/>
          <a:ext cx="2428032" cy="980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1" name="Equation" r:id="rId7" imgW="1104840" imgH="444240" progId="Equation.DSMT4">
                  <p:embed/>
                </p:oleObj>
              </mc:Choice>
              <mc:Fallback>
                <p:oleObj name="Equation" r:id="rId7" imgW="11048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7552" y="2768271"/>
                        <a:ext cx="2428032" cy="980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72" name="Text Box 8"/>
          <p:cNvSpPr txBox="1">
            <a:spLocks noChangeArrowheads="1"/>
          </p:cNvSpPr>
          <p:nvPr/>
        </p:nvSpPr>
        <p:spPr bwMode="auto">
          <a:xfrm>
            <a:off x="4315083" y="3801552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两边对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zh-CN" altLang="zh-CN" sz="2800" b="1" dirty="0">
                <a:ea typeface="楷体_GB2312" pitchFamily="49" charset="-122"/>
              </a:rPr>
              <a:t>求偏导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292873" name="Line 9"/>
          <p:cNvSpPr>
            <a:spLocks noChangeShapeType="1"/>
          </p:cNvSpPr>
          <p:nvPr/>
        </p:nvSpPr>
        <p:spPr bwMode="auto">
          <a:xfrm>
            <a:off x="4315083" y="3650073"/>
            <a:ext cx="0" cy="1066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28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5930296"/>
              </p:ext>
            </p:extLst>
          </p:nvPr>
        </p:nvGraphicFramePr>
        <p:xfrm>
          <a:off x="2714727" y="4700588"/>
          <a:ext cx="2413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2" name="公式" r:id="rId9" imgW="2400343" imgH="1009586" progId="Equation.3">
                  <p:embed/>
                </p:oleObj>
              </mc:Choice>
              <mc:Fallback>
                <p:oleObj name="公式" r:id="rId9" imgW="2400343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727" y="4700588"/>
                        <a:ext cx="2413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767871"/>
              </p:ext>
            </p:extLst>
          </p:nvPr>
        </p:nvGraphicFramePr>
        <p:xfrm>
          <a:off x="5140632" y="4323173"/>
          <a:ext cx="22860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3" name="公式" r:id="rId11" imgW="2276457" imgH="1400214" progId="Equation.3">
                  <p:embed/>
                </p:oleObj>
              </mc:Choice>
              <mc:Fallback>
                <p:oleObj name="公式" r:id="rId11" imgW="2276457" imgH="14002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0632" y="4323173"/>
                        <a:ext cx="22860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869715"/>
              </p:ext>
            </p:extLst>
          </p:nvPr>
        </p:nvGraphicFramePr>
        <p:xfrm>
          <a:off x="7451006" y="4716873"/>
          <a:ext cx="2159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4" name="公式" r:id="rId13" imgW="2152570" imgH="1009586" progId="Equation.3">
                  <p:embed/>
                </p:oleObj>
              </mc:Choice>
              <mc:Fallback>
                <p:oleObj name="公式" r:id="rId13" imgW="2152570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006" y="4716873"/>
                        <a:ext cx="2159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336243"/>
              </p:ext>
            </p:extLst>
          </p:nvPr>
        </p:nvGraphicFramePr>
        <p:xfrm>
          <a:off x="5356942" y="2777372"/>
          <a:ext cx="1270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5" name="公式" r:id="rId15" imgW="1257257" imgH="857366" progId="Equation.3">
                  <p:embed/>
                </p:oleObj>
              </mc:Choice>
              <mc:Fallback>
                <p:oleObj name="公式" r:id="rId15" imgW="1257257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6942" y="2777372"/>
                        <a:ext cx="1270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51390"/>
              </p:ext>
            </p:extLst>
          </p:nvPr>
        </p:nvGraphicFramePr>
        <p:xfrm>
          <a:off x="6718300" y="2777372"/>
          <a:ext cx="1016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6" name="公式" r:id="rId17" imgW="1009484" imgH="857366" progId="Equation.3">
                  <p:embed/>
                </p:oleObj>
              </mc:Choice>
              <mc:Fallback>
                <p:oleObj name="公式" r:id="rId17" imgW="1009484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0" y="2777372"/>
                        <a:ext cx="1016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841549"/>
              </p:ext>
            </p:extLst>
          </p:nvPr>
        </p:nvGraphicFramePr>
        <p:xfrm>
          <a:off x="4901416" y="2119075"/>
          <a:ext cx="1646733" cy="52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7" name="Equation" r:id="rId19" imgW="723600" imgH="228600" progId="Equation.DSMT4">
                  <p:embed/>
                </p:oleObj>
              </mc:Choice>
              <mc:Fallback>
                <p:oleObj name="Equation" r:id="rId19" imgW="723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1416" y="2119075"/>
                        <a:ext cx="1646733" cy="526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118960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2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2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2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2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92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2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9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2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7" grpId="0" autoUpdateAnimBg="0"/>
      <p:bldP spid="292869" grpId="0" autoUpdateAnimBg="0"/>
      <p:bldP spid="292872" grpId="0" autoUpdateAnimBg="0"/>
      <p:bldP spid="29287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2"/>
          <p:cNvSpPr>
            <a:spLocks noGrp="1" noChangeArrowheads="1"/>
          </p:cNvSpPr>
          <p:nvPr>
            <p:ph type="title"/>
          </p:nvPr>
        </p:nvSpPr>
        <p:spPr>
          <a:xfrm>
            <a:off x="2133659" y="324749"/>
            <a:ext cx="1279091" cy="769955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解法</a:t>
            </a:r>
            <a:r>
              <a:rPr lang="en-US" altLang="zh-CN" sz="2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 Box 23"/>
          <p:cNvSpPr txBox="1">
            <a:spLocks noChangeArrowheads="1"/>
          </p:cNvSpPr>
          <p:nvPr/>
        </p:nvSpPr>
        <p:spPr bwMode="auto">
          <a:xfrm>
            <a:off x="3333998" y="469377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 smtClean="0">
                <a:solidFill>
                  <a:srgbClr val="0000FF"/>
                </a:solidFill>
                <a:ea typeface="楷体_GB2312" pitchFamily="49" charset="-122"/>
              </a:rPr>
              <a:t>微分法</a:t>
            </a:r>
            <a:endParaRPr lang="zh-CN" altLang="en-US" sz="2800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0871"/>
              </p:ext>
            </p:extLst>
          </p:nvPr>
        </p:nvGraphicFramePr>
        <p:xfrm>
          <a:off x="3298825" y="1631950"/>
          <a:ext cx="45180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6" name="Equation" r:id="rId3" imgW="1917360" imgH="203040" progId="Equation.DSMT4">
                  <p:embed/>
                </p:oleObj>
              </mc:Choice>
              <mc:Fallback>
                <p:oleObj name="Equation" r:id="rId3" imgW="1917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825" y="1631950"/>
                        <a:ext cx="4518025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919536" y="1039518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方程两边同时求全微分，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2063552" y="219357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整理得，</a:t>
            </a:r>
            <a:endParaRPr lang="zh-CN" altLang="en-US" sz="2800" b="1" dirty="0"/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913565"/>
              </p:ext>
            </p:extLst>
          </p:nvPr>
        </p:nvGraphicFramePr>
        <p:xfrm>
          <a:off x="3439009" y="2605594"/>
          <a:ext cx="365125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7" name="Equation" r:id="rId5" imgW="1549080" imgH="419040" progId="Equation.DSMT4">
                  <p:embed/>
                </p:oleObj>
              </mc:Choice>
              <mc:Fallback>
                <p:oleObj name="Equation" r:id="rId5" imgW="15490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9009" y="2605594"/>
                        <a:ext cx="3651250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096059" y="3558838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故，</a:t>
            </a:r>
            <a:endParaRPr lang="zh-CN" altLang="en-US" sz="2800" b="1" dirty="0"/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202103"/>
              </p:ext>
            </p:extLst>
          </p:nvPr>
        </p:nvGraphicFramePr>
        <p:xfrm>
          <a:off x="3454634" y="3905666"/>
          <a:ext cx="3819529" cy="1035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8" name="Equation" r:id="rId7" imgW="1587240" imgH="419040" progId="Equation.DSMT4">
                  <p:embed/>
                </p:oleObj>
              </mc:Choice>
              <mc:Fallback>
                <p:oleObj name="Equation" r:id="rId7" imgW="1587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634" y="3905666"/>
                        <a:ext cx="3819529" cy="10355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4327435"/>
              </p:ext>
            </p:extLst>
          </p:nvPr>
        </p:nvGraphicFramePr>
        <p:xfrm>
          <a:off x="4636332" y="5260174"/>
          <a:ext cx="1256603" cy="386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9" name="Equation" r:id="rId9" imgW="330120" imgH="101520" progId="Equation.DSMT4">
                  <p:embed/>
                </p:oleObj>
              </mc:Choice>
              <mc:Fallback>
                <p:oleObj name="Equation" r:id="rId9" imgW="330120" imgH="10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36332" y="5260174"/>
                        <a:ext cx="1256603" cy="3866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445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6" grpId="0"/>
      <p:bldP spid="7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38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399761"/>
              </p:ext>
            </p:extLst>
          </p:nvPr>
        </p:nvGraphicFramePr>
        <p:xfrm>
          <a:off x="8178463" y="5181600"/>
          <a:ext cx="1760537" cy="1109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6" name="Equation" r:id="rId3" imgW="711000" imgH="444240" progId="Equation.DSMT4">
                  <p:embed/>
                </p:oleObj>
              </mc:Choice>
              <mc:Fallback>
                <p:oleObj name="Equation" r:id="rId3" imgW="711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8463" y="5181600"/>
                        <a:ext cx="1760537" cy="1109197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891" name="Object 3"/>
          <p:cNvGraphicFramePr>
            <a:graphicFrameLocks noChangeAspect="1"/>
          </p:cNvGraphicFramePr>
          <p:nvPr/>
        </p:nvGraphicFramePr>
        <p:xfrm>
          <a:off x="3162301" y="2762250"/>
          <a:ext cx="43291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7" name="公式" r:id="rId5" imgW="4324227" imgH="904978" progId="Equation.3">
                  <p:embed/>
                </p:oleObj>
              </mc:Choice>
              <mc:Fallback>
                <p:oleObj name="公式" r:id="rId5" imgW="43242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1" y="2762250"/>
                        <a:ext cx="43291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892" name="Oval 4"/>
          <p:cNvSpPr>
            <a:spLocks noChangeArrowheads="1"/>
          </p:cNvSpPr>
          <p:nvPr/>
        </p:nvSpPr>
        <p:spPr bwMode="auto">
          <a:xfrm>
            <a:off x="8458200" y="5867400"/>
            <a:ext cx="228600" cy="304800"/>
          </a:xfrm>
          <a:prstGeom prst="ellips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3893" name="Oval 5"/>
          <p:cNvSpPr>
            <a:spLocks noChangeArrowheads="1"/>
          </p:cNvSpPr>
          <p:nvPr/>
        </p:nvSpPr>
        <p:spPr bwMode="auto">
          <a:xfrm>
            <a:off x="9601200" y="5486400"/>
            <a:ext cx="228600" cy="228600"/>
          </a:xfrm>
          <a:prstGeom prst="ellips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904621" y="804865"/>
            <a:ext cx="9906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148487" name="Text Box 7"/>
          <p:cNvSpPr txBox="1">
            <a:spLocks noChangeArrowheads="1"/>
          </p:cNvSpPr>
          <p:nvPr/>
        </p:nvSpPr>
        <p:spPr bwMode="auto">
          <a:xfrm>
            <a:off x="2665270" y="858505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设</a:t>
            </a:r>
            <a:r>
              <a:rPr lang="en-US" altLang="zh-CN" sz="2800" b="1" i="1" dirty="0">
                <a:ea typeface="楷体_GB2312" pitchFamily="49" charset="-122"/>
              </a:rPr>
              <a:t>F</a:t>
            </a:r>
            <a:r>
              <a:rPr lang="en-US" altLang="zh-CN" sz="2800" b="1" dirty="0">
                <a:ea typeface="楷体_GB2312" pitchFamily="49" charset="-122"/>
              </a:rPr>
              <a:t>(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)</a:t>
            </a:r>
            <a:r>
              <a:rPr lang="zh-CN" altLang="en-US" sz="2800" b="1" dirty="0">
                <a:ea typeface="楷体_GB2312" pitchFamily="49" charset="-122"/>
              </a:rPr>
              <a:t>具有连续偏导数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2938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974178"/>
              </p:ext>
            </p:extLst>
          </p:nvPr>
        </p:nvGraphicFramePr>
        <p:xfrm>
          <a:off x="8339333" y="754246"/>
          <a:ext cx="1828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8" name="公式" r:id="rId7" imgW="1819430" imgH="857366" progId="Equation.3">
                  <p:embed/>
                </p:oleObj>
              </mc:Choice>
              <mc:Fallback>
                <p:oleObj name="公式" r:id="rId7" imgW="1819430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9333" y="754246"/>
                        <a:ext cx="18288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8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160232"/>
              </p:ext>
            </p:extLst>
          </p:nvPr>
        </p:nvGraphicFramePr>
        <p:xfrm>
          <a:off x="10168133" y="955066"/>
          <a:ext cx="939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9" name="公式" r:id="rId9" imgW="933486" imgH="438240" progId="Equation.3">
                  <p:embed/>
                </p:oleObj>
              </mc:Choice>
              <mc:Fallback>
                <p:oleObj name="公式" r:id="rId9" imgW="933486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8133" y="955066"/>
                        <a:ext cx="939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898" name="Text Box 10"/>
          <p:cNvSpPr txBox="1">
            <a:spLocks noChangeArrowheads="1"/>
          </p:cNvSpPr>
          <p:nvPr/>
        </p:nvSpPr>
        <p:spPr bwMode="auto">
          <a:xfrm>
            <a:off x="2133600" y="1524001"/>
            <a:ext cx="3043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1   </a:t>
            </a:r>
            <a:r>
              <a:rPr lang="zh-CN" altLang="en-US" sz="2800" b="1" dirty="0" smtClean="0">
                <a:solidFill>
                  <a:srgbClr val="0000FF"/>
                </a:solidFill>
                <a:ea typeface="楷体_GB2312" pitchFamily="49" charset="-122"/>
              </a:rPr>
              <a:t>公式法</a:t>
            </a:r>
            <a:r>
              <a:rPr lang="en-US" altLang="zh-CN" sz="2800" b="1" dirty="0" smtClean="0">
                <a:solidFill>
                  <a:srgbClr val="0000FF"/>
                </a:solidFill>
                <a:ea typeface="楷体_GB2312" pitchFamily="49" charset="-122"/>
              </a:rPr>
              <a:t>.</a:t>
            </a:r>
            <a:endParaRPr lang="en-US" altLang="zh-CN" sz="2800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graphicFrame>
        <p:nvGraphicFramePr>
          <p:cNvPr id="2938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783879"/>
              </p:ext>
            </p:extLst>
          </p:nvPr>
        </p:nvGraphicFramePr>
        <p:xfrm>
          <a:off x="4719833" y="1606551"/>
          <a:ext cx="361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0" name="公式" r:id="rId11" imgW="3610058" imgH="419126" progId="Equation.3">
                  <p:embed/>
                </p:oleObj>
              </mc:Choice>
              <mc:Fallback>
                <p:oleObj name="公式" r:id="rId11" imgW="3610058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833" y="1606551"/>
                        <a:ext cx="3619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0" name="Object 12"/>
          <p:cNvGraphicFramePr>
            <a:graphicFrameLocks noChangeAspect="1"/>
          </p:cNvGraphicFramePr>
          <p:nvPr/>
        </p:nvGraphicFramePr>
        <p:xfrm>
          <a:off x="2195513" y="1909763"/>
          <a:ext cx="1727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1" name="公式" r:id="rId13" imgW="1714630" imgH="857366" progId="Equation.3">
                  <p:embed/>
                </p:oleObj>
              </mc:Choice>
              <mc:Fallback>
                <p:oleObj name="公式" r:id="rId13" imgW="1714630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909763"/>
                        <a:ext cx="17272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1" name="Object 13"/>
          <p:cNvGraphicFramePr>
            <a:graphicFrameLocks noChangeAspect="1"/>
          </p:cNvGraphicFramePr>
          <p:nvPr/>
        </p:nvGraphicFramePr>
        <p:xfrm>
          <a:off x="3187701" y="4035425"/>
          <a:ext cx="44053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2" name="公式" r:id="rId15" imgW="4400572" imgH="904978" progId="Equation.3">
                  <p:embed/>
                </p:oleObj>
              </mc:Choice>
              <mc:Fallback>
                <p:oleObj name="公式" r:id="rId15" imgW="4400572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1" y="4035425"/>
                        <a:ext cx="44053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2" name="Object 14"/>
          <p:cNvGraphicFramePr>
            <a:graphicFrameLocks noChangeAspect="1"/>
          </p:cNvGraphicFramePr>
          <p:nvPr/>
        </p:nvGraphicFramePr>
        <p:xfrm>
          <a:off x="7715251" y="4057650"/>
          <a:ext cx="19415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3" name="公式" r:id="rId17" imgW="1933600" imgH="904978" progId="Equation.3">
                  <p:embed/>
                </p:oleObj>
              </mc:Choice>
              <mc:Fallback>
                <p:oleObj name="公式" r:id="rId17" imgW="193360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1" y="4057650"/>
                        <a:ext cx="19415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3" name="Object 15"/>
          <p:cNvGraphicFramePr>
            <a:graphicFrameLocks noChangeAspect="1"/>
          </p:cNvGraphicFramePr>
          <p:nvPr/>
        </p:nvGraphicFramePr>
        <p:xfrm>
          <a:off x="7678738" y="2749550"/>
          <a:ext cx="19415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4" name="公式" r:id="rId19" imgW="1933600" imgH="904978" progId="Equation.3">
                  <p:embed/>
                </p:oleObj>
              </mc:Choice>
              <mc:Fallback>
                <p:oleObj name="公式" r:id="rId19" imgW="193360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738" y="2749550"/>
                        <a:ext cx="19415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4" name="Object 16"/>
          <p:cNvGraphicFramePr>
            <a:graphicFrameLocks noChangeAspect="1"/>
          </p:cNvGraphicFramePr>
          <p:nvPr/>
        </p:nvGraphicFramePr>
        <p:xfrm>
          <a:off x="3081338" y="5291138"/>
          <a:ext cx="2817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5" name="公式" r:id="rId21" imgW="2809828" imgH="904978" progId="Equation.3">
                  <p:embed/>
                </p:oleObj>
              </mc:Choice>
              <mc:Fallback>
                <p:oleObj name="公式" r:id="rId21" imgW="2809828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338" y="5291138"/>
                        <a:ext cx="28178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5" name="Object 17"/>
          <p:cNvGraphicFramePr>
            <a:graphicFrameLocks noChangeAspect="1"/>
          </p:cNvGraphicFramePr>
          <p:nvPr/>
        </p:nvGraphicFramePr>
        <p:xfrm>
          <a:off x="5113338" y="2603500"/>
          <a:ext cx="736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6" name="公式" r:id="rId23" imgW="723886" imgH="523733" progId="Equation.3">
                  <p:embed/>
                </p:oleObj>
              </mc:Choice>
              <mc:Fallback>
                <p:oleObj name="公式" r:id="rId23" imgW="723886" imgH="5237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3338" y="2603500"/>
                        <a:ext cx="736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6" name="Object 18"/>
          <p:cNvGraphicFramePr>
            <a:graphicFrameLocks noChangeAspect="1"/>
          </p:cNvGraphicFramePr>
          <p:nvPr/>
        </p:nvGraphicFramePr>
        <p:xfrm>
          <a:off x="4216400" y="3298825"/>
          <a:ext cx="520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7" name="公式" r:id="rId25" imgW="514285" imgH="409742" progId="Equation.3">
                  <p:embed/>
                </p:oleObj>
              </mc:Choice>
              <mc:Fallback>
                <p:oleObj name="公式" r:id="rId25" imgW="5142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6400" y="3298825"/>
                        <a:ext cx="520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7" name="Object 19"/>
          <p:cNvGraphicFramePr>
            <a:graphicFrameLocks noChangeAspect="1"/>
          </p:cNvGraphicFramePr>
          <p:nvPr/>
        </p:nvGraphicFramePr>
        <p:xfrm>
          <a:off x="4800600" y="3197225"/>
          <a:ext cx="825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8" name="公式" r:id="rId27" imgW="819316" imgH="628689" progId="Equation.3">
                  <p:embed/>
                </p:oleObj>
              </mc:Choice>
              <mc:Fallback>
                <p:oleObj name="公式" r:id="rId27" imgW="819316" imgH="6286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197225"/>
                        <a:ext cx="8255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8" name="Object 20"/>
          <p:cNvGraphicFramePr>
            <a:graphicFrameLocks noChangeAspect="1"/>
          </p:cNvGraphicFramePr>
          <p:nvPr/>
        </p:nvGraphicFramePr>
        <p:xfrm>
          <a:off x="5651500" y="3298825"/>
          <a:ext cx="825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9" name="公式" r:id="rId29" imgW="819316" imgH="409742" progId="Equation.3">
                  <p:embed/>
                </p:oleObj>
              </mc:Choice>
              <mc:Fallback>
                <p:oleObj name="公式" r:id="rId29" imgW="819316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3298825"/>
                        <a:ext cx="825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9" name="Object 21"/>
          <p:cNvGraphicFramePr>
            <a:graphicFrameLocks noChangeAspect="1"/>
          </p:cNvGraphicFramePr>
          <p:nvPr/>
        </p:nvGraphicFramePr>
        <p:xfrm>
          <a:off x="6565900" y="3162300"/>
          <a:ext cx="825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0" name="公式" r:id="rId31" imgW="819316" imgH="676301" progId="Equation.3">
                  <p:embed/>
                </p:oleObj>
              </mc:Choice>
              <mc:Fallback>
                <p:oleObj name="公式" r:id="rId31" imgW="819316" imgH="6763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3162300"/>
                        <a:ext cx="8255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10" name="Object 22"/>
          <p:cNvGraphicFramePr>
            <a:graphicFrameLocks noChangeAspect="1"/>
          </p:cNvGraphicFramePr>
          <p:nvPr/>
        </p:nvGraphicFramePr>
        <p:xfrm>
          <a:off x="5176838" y="3917950"/>
          <a:ext cx="762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1" name="公式" r:id="rId33" imgW="752341" imgH="523733" progId="Equation.3">
                  <p:embed/>
                </p:oleObj>
              </mc:Choice>
              <mc:Fallback>
                <p:oleObj name="公式" r:id="rId33" imgW="752341" imgH="5237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3917950"/>
                        <a:ext cx="762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11" name="Text Box 23"/>
          <p:cNvSpPr txBox="1">
            <a:spLocks noChangeArrowheads="1"/>
          </p:cNvSpPr>
          <p:nvPr/>
        </p:nvSpPr>
        <p:spPr bwMode="auto">
          <a:xfrm>
            <a:off x="3935413" y="2060576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确定的隐函数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293912" name="Rectangle 24"/>
          <p:cNvSpPr>
            <a:spLocks noChangeArrowheads="1"/>
          </p:cNvSpPr>
          <p:nvPr/>
        </p:nvSpPr>
        <p:spPr bwMode="auto">
          <a:xfrm>
            <a:off x="8053193" y="5067300"/>
            <a:ext cx="1981200" cy="1295400"/>
          </a:xfrm>
          <a:prstGeom prst="rect">
            <a:avLst/>
          </a:prstGeom>
          <a:pattFill prst="pct25">
            <a:fgClr>
              <a:schemeClr val="bg1"/>
            </a:fgClr>
            <a:bgClr>
              <a:schemeClr val="accent6">
                <a:lumMod val="20000"/>
                <a:lumOff val="80000"/>
              </a:schemeClr>
            </a:bgClr>
          </a:patt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9391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109455"/>
              </p:ext>
            </p:extLst>
          </p:nvPr>
        </p:nvGraphicFramePr>
        <p:xfrm>
          <a:off x="5929004" y="5267325"/>
          <a:ext cx="40497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2" name="Equation" r:id="rId35" imgW="4038629" imgH="904978" progId="Equation.DSMT4">
                  <p:embed/>
                </p:oleObj>
              </mc:Choice>
              <mc:Fallback>
                <p:oleObj name="Equation" r:id="rId35" imgW="4038629" imgH="90497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004" y="5267325"/>
                        <a:ext cx="40497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14" name="Text Box 26"/>
          <p:cNvSpPr txBox="1">
            <a:spLocks noChangeArrowheads="1"/>
          </p:cNvSpPr>
          <p:nvPr/>
        </p:nvSpPr>
        <p:spPr bwMode="auto">
          <a:xfrm>
            <a:off x="6311900" y="2060576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93915" name="Object 27"/>
          <p:cNvGraphicFramePr>
            <a:graphicFrameLocks noChangeAspect="1"/>
          </p:cNvGraphicFramePr>
          <p:nvPr/>
        </p:nvGraphicFramePr>
        <p:xfrm>
          <a:off x="4254500" y="4495800"/>
          <a:ext cx="3073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3" name="公式" r:id="rId37" imgW="3066970" imgH="676301" progId="Equation.3">
                  <p:embed/>
                </p:oleObj>
              </mc:Choice>
              <mc:Fallback>
                <p:oleObj name="公式" r:id="rId37" imgW="3066970" imgH="6763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4495800"/>
                        <a:ext cx="3073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16" name="Text Box 28"/>
          <p:cNvSpPr txBox="1">
            <a:spLocks noChangeArrowheads="1"/>
          </p:cNvSpPr>
          <p:nvPr/>
        </p:nvSpPr>
        <p:spPr bwMode="auto">
          <a:xfrm>
            <a:off x="6838205" y="885076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已知方程</a:t>
            </a:r>
          </a:p>
        </p:txBody>
      </p:sp>
      <p:sp>
        <p:nvSpPr>
          <p:cNvPr id="293924" name="Text Box 36"/>
          <p:cNvSpPr txBox="1">
            <a:spLocks noChangeArrowheads="1"/>
          </p:cNvSpPr>
          <p:nvPr/>
        </p:nvSpPr>
        <p:spPr bwMode="auto">
          <a:xfrm>
            <a:off x="2127250" y="5378450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故</a:t>
            </a:r>
          </a:p>
        </p:txBody>
      </p:sp>
    </p:spTree>
    <p:extLst>
      <p:ext uri="{BB962C8B-B14F-4D97-AF65-F5344CB8AC3E}">
        <p14:creationId xmlns:p14="http://schemas.microsoft.com/office/powerpoint/2010/main" val="30717293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3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3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9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9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9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93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9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93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9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93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2" grpId="0" animBg="1"/>
      <p:bldP spid="293893" grpId="0" animBg="1"/>
      <p:bldP spid="293898" grpId="0" autoUpdateAnimBg="0"/>
      <p:bldP spid="293911" grpId="0" autoUpdateAnimBg="0"/>
      <p:bldP spid="293912" grpId="0" animBg="1"/>
      <p:bldP spid="293914" grpId="0" autoUpdateAnimBg="0"/>
      <p:bldP spid="293916" grpId="0" build="p" autoUpdateAnimBg="0"/>
      <p:bldP spid="293924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Text Box 2"/>
          <p:cNvSpPr txBox="1">
            <a:spLocks noChangeArrowheads="1"/>
          </p:cNvSpPr>
          <p:nvPr/>
        </p:nvSpPr>
        <p:spPr bwMode="auto">
          <a:xfrm>
            <a:off x="4849813" y="908694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对方程两边求微分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294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343947"/>
              </p:ext>
            </p:extLst>
          </p:nvPr>
        </p:nvGraphicFramePr>
        <p:xfrm>
          <a:off x="3467895" y="2529681"/>
          <a:ext cx="57626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2" name="公式" r:id="rId3" imgW="524002" imgH="409742" progId="Equation.3">
                  <p:embed/>
                </p:oleObj>
              </mc:Choice>
              <mc:Fallback>
                <p:oleObj name="公式" r:id="rId3" imgW="524002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895" y="2529681"/>
                        <a:ext cx="576262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16" name="Object 4"/>
          <p:cNvGraphicFramePr>
            <a:graphicFrameLocks noChangeAspect="1"/>
          </p:cNvGraphicFramePr>
          <p:nvPr/>
        </p:nvGraphicFramePr>
        <p:xfrm>
          <a:off x="3422650" y="5095875"/>
          <a:ext cx="4827588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3" name="公式" r:id="rId5" imgW="4476916" imgH="904978" progId="Equation.3">
                  <p:embed/>
                </p:oleObj>
              </mc:Choice>
              <mc:Fallback>
                <p:oleObj name="公式" r:id="rId5" imgW="4476916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650" y="5095875"/>
                        <a:ext cx="4827588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143406"/>
              </p:ext>
            </p:extLst>
          </p:nvPr>
        </p:nvGraphicFramePr>
        <p:xfrm>
          <a:off x="3520009" y="3294856"/>
          <a:ext cx="19177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4" name="公式" r:id="rId7" imgW="1771542" imgH="876133" progId="Equation.3">
                  <p:embed/>
                </p:oleObj>
              </mc:Choice>
              <mc:Fallback>
                <p:oleObj name="公式" r:id="rId7" imgW="1771542" imgH="8761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0009" y="3294856"/>
                        <a:ext cx="191770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983749"/>
              </p:ext>
            </p:extLst>
          </p:nvPr>
        </p:nvGraphicFramePr>
        <p:xfrm>
          <a:off x="3478213" y="4204097"/>
          <a:ext cx="21082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5" name="公式" r:id="rId9" imgW="1942970" imgH="876133" progId="Equation.3">
                  <p:embed/>
                </p:oleObj>
              </mc:Choice>
              <mc:Fallback>
                <p:oleObj name="公式" r:id="rId9" imgW="1942970" imgH="8761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3" y="4204097"/>
                        <a:ext cx="210820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305637"/>
              </p:ext>
            </p:extLst>
          </p:nvPr>
        </p:nvGraphicFramePr>
        <p:xfrm>
          <a:off x="5749763" y="4274343"/>
          <a:ext cx="234315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6" name="公式" r:id="rId11" imgW="2162287" imgH="857366" progId="Equation.3">
                  <p:embed/>
                </p:oleObj>
              </mc:Choice>
              <mc:Fallback>
                <p:oleObj name="公式" r:id="rId11" imgW="2162287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763" y="4274343"/>
                        <a:ext cx="2343150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12" name="Rectangle 8"/>
          <p:cNvSpPr>
            <a:spLocks noChangeArrowheads="1"/>
          </p:cNvSpPr>
          <p:nvPr/>
        </p:nvSpPr>
        <p:spPr bwMode="auto">
          <a:xfrm>
            <a:off x="2236320" y="923309"/>
            <a:ext cx="2472283" cy="462710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2   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微分法</a:t>
            </a:r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2949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617622"/>
              </p:ext>
            </p:extLst>
          </p:nvPr>
        </p:nvGraphicFramePr>
        <p:xfrm>
          <a:off x="3708299" y="1423496"/>
          <a:ext cx="18764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7" name="Equation" r:id="rId13" imgW="1733716" imgH="857366" progId="Equation.DSMT4">
                  <p:embed/>
                </p:oleObj>
              </mc:Choice>
              <mc:Fallback>
                <p:oleObj name="Equation" r:id="rId13" imgW="1733716" imgH="85736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299" y="1423496"/>
                        <a:ext cx="18764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888916"/>
              </p:ext>
            </p:extLst>
          </p:nvPr>
        </p:nvGraphicFramePr>
        <p:xfrm>
          <a:off x="6374941" y="3246439"/>
          <a:ext cx="1890713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8" name="公式" r:id="rId15" imgW="1743086" imgH="876133" progId="Equation.3">
                  <p:embed/>
                </p:oleObj>
              </mc:Choice>
              <mc:Fallback>
                <p:oleObj name="公式" r:id="rId15" imgW="1743086" imgH="8761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4941" y="3246439"/>
                        <a:ext cx="1890713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243130"/>
              </p:ext>
            </p:extLst>
          </p:nvPr>
        </p:nvGraphicFramePr>
        <p:xfrm>
          <a:off x="4094163" y="2270126"/>
          <a:ext cx="7556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9" name="公式" r:id="rId17" imgW="685713" imgH="857366" progId="Equation.3">
                  <p:embed/>
                </p:oleObj>
              </mc:Choice>
              <mc:Fallback>
                <p:oleObj name="公式" r:id="rId17" imgW="685713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4163" y="2270126"/>
                        <a:ext cx="75565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618161"/>
              </p:ext>
            </p:extLst>
          </p:nvPr>
        </p:nvGraphicFramePr>
        <p:xfrm>
          <a:off x="4849813" y="2515535"/>
          <a:ext cx="89058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0" name="公式" r:id="rId19" imgW="819316" imgH="409742" progId="Equation.3">
                  <p:embed/>
                </p:oleObj>
              </mc:Choice>
              <mc:Fallback>
                <p:oleObj name="公式" r:id="rId19" imgW="819316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9813" y="2515535"/>
                        <a:ext cx="890587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069600"/>
              </p:ext>
            </p:extLst>
          </p:nvPr>
        </p:nvGraphicFramePr>
        <p:xfrm>
          <a:off x="5813312" y="2270126"/>
          <a:ext cx="1328738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1" name="公式" r:id="rId21" imgW="1219084" imgH="857366" progId="Equation.3">
                  <p:embed/>
                </p:oleObj>
              </mc:Choice>
              <mc:Fallback>
                <p:oleObj name="公式" r:id="rId21" imgW="1219084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3312" y="2270126"/>
                        <a:ext cx="1328738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82743"/>
              </p:ext>
            </p:extLst>
          </p:nvPr>
        </p:nvGraphicFramePr>
        <p:xfrm>
          <a:off x="2951163" y="3524801"/>
          <a:ext cx="5270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2" name="公式" r:id="rId23" imgW="476113" imgH="409742" progId="Equation.3">
                  <p:embed/>
                </p:oleObj>
              </mc:Choice>
              <mc:Fallback>
                <p:oleObj name="公式" r:id="rId23" imgW="476113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163" y="3524801"/>
                        <a:ext cx="52705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584627"/>
              </p:ext>
            </p:extLst>
          </p:nvPr>
        </p:nvGraphicFramePr>
        <p:xfrm>
          <a:off x="5471653" y="3507583"/>
          <a:ext cx="9032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3" name="公式" r:id="rId25" imgW="828686" imgH="409742" progId="Equation.3">
                  <p:embed/>
                </p:oleObj>
              </mc:Choice>
              <mc:Fallback>
                <p:oleObj name="公式" r:id="rId25" imgW="828686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1653" y="3507583"/>
                        <a:ext cx="9032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754025"/>
              </p:ext>
            </p:extLst>
          </p:nvPr>
        </p:nvGraphicFramePr>
        <p:xfrm>
          <a:off x="8291723" y="3494881"/>
          <a:ext cx="53657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4" name="公式" r:id="rId27" imgW="485829" imgH="304787" progId="Equation.3">
                  <p:embed/>
                </p:oleObj>
              </mc:Choice>
              <mc:Fallback>
                <p:oleObj name="公式" r:id="rId27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1723" y="3494881"/>
                        <a:ext cx="536575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941604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4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4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4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4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4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4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4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4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4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4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4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326232"/>
            <a:ext cx="3670176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二、方程组的情形</a:t>
            </a:r>
          </a:p>
        </p:txBody>
      </p:sp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2133600" y="1096963"/>
            <a:ext cx="822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隐函数存在定理还可以推广到方程组的情形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graphicFrame>
        <p:nvGraphicFramePr>
          <p:cNvPr id="313348" name="Object 4"/>
          <p:cNvGraphicFramePr>
            <a:graphicFrameLocks noChangeAspect="1"/>
          </p:cNvGraphicFramePr>
          <p:nvPr/>
        </p:nvGraphicFramePr>
        <p:xfrm>
          <a:off x="2940050" y="2298700"/>
          <a:ext cx="2489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1" name="公式" r:id="rId4" imgW="2476341" imgH="971704" progId="Equation.3">
                  <p:embed/>
                </p:oleObj>
              </mc:Choice>
              <mc:Fallback>
                <p:oleObj name="公式" r:id="rId4" imgW="2476341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2298700"/>
                        <a:ext cx="24892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49" name="AutoShape 5"/>
          <p:cNvSpPr>
            <a:spLocks noChangeArrowheads="1"/>
          </p:cNvSpPr>
          <p:nvPr/>
        </p:nvSpPr>
        <p:spPr bwMode="auto">
          <a:xfrm>
            <a:off x="5562600" y="2687638"/>
            <a:ext cx="1295400" cy="152400"/>
          </a:xfrm>
          <a:prstGeom prst="rightArrow">
            <a:avLst>
              <a:gd name="adj1" fmla="val 50000"/>
              <a:gd name="adj2" fmla="val 212500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13350" name="Object 6"/>
          <p:cNvGraphicFramePr>
            <a:graphicFrameLocks noChangeAspect="1"/>
          </p:cNvGraphicFramePr>
          <p:nvPr/>
        </p:nvGraphicFramePr>
        <p:xfrm>
          <a:off x="6902450" y="2286000"/>
          <a:ext cx="1803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2" name="公式" r:id="rId6" imgW="1790628" imgH="971704" progId="Equation.3">
                  <p:embed/>
                </p:oleObj>
              </mc:Choice>
              <mc:Fallback>
                <p:oleObj name="公式" r:id="rId6" imgW="1790628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450" y="2286000"/>
                        <a:ext cx="18034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51" name="Text Box 7"/>
          <p:cNvSpPr txBox="1">
            <a:spLocks noChangeArrowheads="1"/>
          </p:cNvSpPr>
          <p:nvPr/>
        </p:nvSpPr>
        <p:spPr bwMode="auto">
          <a:xfrm>
            <a:off x="2133600" y="3352801"/>
            <a:ext cx="533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由 </a:t>
            </a:r>
            <a:r>
              <a:rPr lang="en-US" altLang="zh-CN" sz="2800" b="1" i="1">
                <a:ea typeface="楷体_GB2312" pitchFamily="49" charset="-122"/>
              </a:rPr>
              <a:t>F</a:t>
            </a:r>
            <a:r>
              <a:rPr lang="zh-CN" altLang="en-US" sz="2800" b="1" i="1">
                <a:ea typeface="楷体_GB2312" pitchFamily="49" charset="-122"/>
              </a:rPr>
              <a:t>、</a:t>
            </a:r>
            <a:r>
              <a:rPr lang="en-US" altLang="zh-CN" sz="2800" b="1" i="1">
                <a:ea typeface="楷体_GB2312" pitchFamily="49" charset="-122"/>
              </a:rPr>
              <a:t>G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的偏导数组成的行列式</a:t>
            </a:r>
          </a:p>
        </p:txBody>
      </p:sp>
      <p:graphicFrame>
        <p:nvGraphicFramePr>
          <p:cNvPr id="3133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871289"/>
              </p:ext>
            </p:extLst>
          </p:nvPr>
        </p:nvGraphicFramePr>
        <p:xfrm>
          <a:off x="3413026" y="3911247"/>
          <a:ext cx="3489424" cy="1088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3" name="Equation" r:id="rId8" imgW="1562040" imgH="482400" progId="Equation.DSMT4">
                  <p:embed/>
                </p:oleObj>
              </mc:Choice>
              <mc:Fallback>
                <p:oleObj name="Equation" r:id="rId8" imgW="15620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026" y="3911247"/>
                        <a:ext cx="3489424" cy="10888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53" name="Text Box 9"/>
          <p:cNvSpPr txBox="1">
            <a:spLocks noChangeArrowheads="1"/>
          </p:cNvSpPr>
          <p:nvPr/>
        </p:nvSpPr>
        <p:spPr bwMode="auto">
          <a:xfrm>
            <a:off x="1828800" y="5119688"/>
            <a:ext cx="594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称为</a:t>
            </a:r>
            <a:r>
              <a:rPr lang="en-US" altLang="zh-CN" sz="2800" b="1" i="1">
                <a:ea typeface="楷体_GB2312" pitchFamily="49" charset="-122"/>
              </a:rPr>
              <a:t>F</a:t>
            </a:r>
            <a:r>
              <a:rPr lang="zh-CN" altLang="en-US" sz="2800" b="1" i="1">
                <a:ea typeface="楷体_GB2312" pitchFamily="49" charset="-122"/>
              </a:rPr>
              <a:t>、</a:t>
            </a:r>
            <a:r>
              <a:rPr lang="en-US" altLang="zh-CN" sz="2800" b="1" i="1">
                <a:ea typeface="楷体_GB2312" pitchFamily="49" charset="-122"/>
              </a:rPr>
              <a:t>G </a:t>
            </a:r>
            <a:r>
              <a:rPr lang="zh-CN" altLang="en-US" sz="2800" b="1">
                <a:ea typeface="楷体_GB2312" pitchFamily="49" charset="-122"/>
              </a:rPr>
              <a:t>的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雅可比</a:t>
            </a: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( Jacobi )</a:t>
            </a:r>
            <a:r>
              <a:rPr lang="zh-CN" altLang="en-US" sz="2800" b="1">
                <a:ea typeface="楷体_GB2312" pitchFamily="49" charset="-122"/>
              </a:rPr>
              <a:t>行列式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313354" name="Text Box 10"/>
          <p:cNvSpPr txBox="1">
            <a:spLocks noChangeArrowheads="1"/>
          </p:cNvSpPr>
          <p:nvPr/>
        </p:nvSpPr>
        <p:spPr bwMode="auto">
          <a:xfrm>
            <a:off x="2133600" y="1676401"/>
            <a:ext cx="662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以两个方程确定两个隐函数的情况为例 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313355" name="Text Box 11"/>
          <p:cNvSpPr txBox="1">
            <a:spLocks noChangeArrowheads="1"/>
          </p:cNvSpPr>
          <p:nvPr/>
        </p:nvSpPr>
        <p:spPr bwMode="auto">
          <a:xfrm>
            <a:off x="8458200" y="1676400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即</a:t>
            </a:r>
          </a:p>
        </p:txBody>
      </p:sp>
    </p:spTree>
    <p:extLst>
      <p:ext uri="{BB962C8B-B14F-4D97-AF65-F5344CB8AC3E}">
        <p14:creationId xmlns:p14="http://schemas.microsoft.com/office/powerpoint/2010/main" val="345633201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3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3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autoUpdateAnimBg="0"/>
      <p:bldP spid="313349" grpId="0" animBg="1"/>
      <p:bldP spid="313351" grpId="0" autoUpdateAnimBg="0"/>
      <p:bldP spid="313353" grpId="0" autoUpdateAnimBg="0"/>
      <p:bldP spid="313354" grpId="0" autoUpdateAnimBg="0"/>
      <p:bldP spid="313355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5188" y="331531"/>
            <a:ext cx="1371600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</a:p>
        </p:txBody>
      </p:sp>
      <p:graphicFrame>
        <p:nvGraphicFramePr>
          <p:cNvPr id="315395" name="Object 3"/>
          <p:cNvGraphicFramePr>
            <a:graphicFrameLocks noChangeAspect="1"/>
          </p:cNvGraphicFramePr>
          <p:nvPr/>
        </p:nvGraphicFramePr>
        <p:xfrm>
          <a:off x="2984501" y="2233614"/>
          <a:ext cx="3040063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0" name="公式" r:id="rId4" imgW="3066970" imgH="419126" progId="Equation.3">
                  <p:embed/>
                </p:oleObj>
              </mc:Choice>
              <mc:Fallback>
                <p:oleObj name="公式" r:id="rId4" imgW="3066970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1" y="2233614"/>
                        <a:ext cx="3040063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396" name="Text Box 4"/>
          <p:cNvSpPr txBox="1">
            <a:spLocks noChangeArrowheads="1"/>
          </p:cNvSpPr>
          <p:nvPr/>
        </p:nvSpPr>
        <p:spPr bwMode="auto">
          <a:xfrm>
            <a:off x="6019800" y="1004888"/>
            <a:ext cx="441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的某一邻域内具有连续偏</a:t>
            </a:r>
          </a:p>
        </p:txBody>
      </p:sp>
      <p:sp>
        <p:nvSpPr>
          <p:cNvPr id="315397" name="Text Box 5"/>
          <p:cNvSpPr txBox="1">
            <a:spLocks noChangeArrowheads="1"/>
          </p:cNvSpPr>
          <p:nvPr/>
        </p:nvSpPr>
        <p:spPr bwMode="auto">
          <a:xfrm>
            <a:off x="3276600" y="3810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设函数</a:t>
            </a:r>
          </a:p>
        </p:txBody>
      </p:sp>
      <p:graphicFrame>
        <p:nvGraphicFramePr>
          <p:cNvPr id="315398" name="Object 6"/>
          <p:cNvGraphicFramePr>
            <a:graphicFrameLocks noChangeAspect="1"/>
          </p:cNvGraphicFramePr>
          <p:nvPr/>
        </p:nvGraphicFramePr>
        <p:xfrm>
          <a:off x="3740150" y="1073150"/>
          <a:ext cx="22875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1" name="公式" r:id="rId6" imgW="2304913" imgH="419126" progId="Equation.3">
                  <p:embed/>
                </p:oleObj>
              </mc:Choice>
              <mc:Fallback>
                <p:oleObj name="公式" r:id="rId6" imgW="230491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0150" y="1073150"/>
                        <a:ext cx="22875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9" name="Object 7"/>
          <p:cNvGraphicFramePr>
            <a:graphicFrameLocks noChangeAspect="1"/>
          </p:cNvGraphicFramePr>
          <p:nvPr/>
        </p:nvGraphicFramePr>
        <p:xfrm>
          <a:off x="4476751" y="508001"/>
          <a:ext cx="361156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2" name="公式" r:id="rId8" imgW="3638514" imgH="380897" progId="Equation.3">
                  <p:embed/>
                </p:oleObj>
              </mc:Choice>
              <mc:Fallback>
                <p:oleObj name="公式" r:id="rId8" imgW="3638514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1" y="508001"/>
                        <a:ext cx="3611563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0" name="Text Box 8"/>
          <p:cNvSpPr txBox="1">
            <a:spLocks noChangeArrowheads="1"/>
          </p:cNvSpPr>
          <p:nvPr/>
        </p:nvSpPr>
        <p:spPr bwMode="auto">
          <a:xfrm>
            <a:off x="1828800" y="404653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则方程组</a:t>
            </a:r>
          </a:p>
        </p:txBody>
      </p:sp>
      <p:graphicFrame>
        <p:nvGraphicFramePr>
          <p:cNvPr id="315401" name="Object 9"/>
          <p:cNvGraphicFramePr>
            <a:graphicFrameLocks noChangeAspect="1"/>
          </p:cNvGraphicFramePr>
          <p:nvPr/>
        </p:nvGraphicFramePr>
        <p:xfrm>
          <a:off x="3400426" y="4168776"/>
          <a:ext cx="50450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3" name="公式" r:id="rId10" imgW="5086285" imgH="380897" progId="Equation.3">
                  <p:embed/>
                </p:oleObj>
              </mc:Choice>
              <mc:Fallback>
                <p:oleObj name="公式" r:id="rId10" imgW="508628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426" y="4168776"/>
                        <a:ext cx="50450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2" name="Text Box 10"/>
          <p:cNvSpPr txBox="1">
            <a:spLocks noChangeArrowheads="1"/>
          </p:cNvSpPr>
          <p:nvPr/>
        </p:nvSpPr>
        <p:spPr bwMode="auto">
          <a:xfrm>
            <a:off x="2438400" y="304006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③</a:t>
            </a:r>
          </a:p>
        </p:txBody>
      </p:sp>
      <p:graphicFrame>
        <p:nvGraphicFramePr>
          <p:cNvPr id="315403" name="Object 11"/>
          <p:cNvGraphicFramePr>
            <a:graphicFrameLocks noChangeAspect="1"/>
          </p:cNvGraphicFramePr>
          <p:nvPr/>
        </p:nvGraphicFramePr>
        <p:xfrm>
          <a:off x="8466138" y="4114800"/>
          <a:ext cx="186531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4" name="公式" r:id="rId12" imgW="1886058" imgH="447624" progId="Equation.3">
                  <p:embed/>
                </p:oleObj>
              </mc:Choice>
              <mc:Fallback>
                <p:oleObj name="公式" r:id="rId12" imgW="1886058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6138" y="4114800"/>
                        <a:ext cx="1865312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4" name="Text Box 12"/>
          <p:cNvSpPr txBox="1">
            <a:spLocks noChangeArrowheads="1"/>
          </p:cNvSpPr>
          <p:nvPr/>
        </p:nvSpPr>
        <p:spPr bwMode="auto">
          <a:xfrm>
            <a:off x="4151313" y="515778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单值连续函数</a:t>
            </a:r>
          </a:p>
        </p:txBody>
      </p:sp>
      <p:graphicFrame>
        <p:nvGraphicFramePr>
          <p:cNvPr id="315405" name="Object 13"/>
          <p:cNvGraphicFramePr>
            <a:graphicFrameLocks noChangeAspect="1"/>
          </p:cNvGraphicFramePr>
          <p:nvPr/>
        </p:nvGraphicFramePr>
        <p:xfrm>
          <a:off x="6743701" y="5229226"/>
          <a:ext cx="34909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5" name="公式" r:id="rId14" imgW="3505258" imgH="380897" progId="Equation.3">
                  <p:embed/>
                </p:oleObj>
              </mc:Choice>
              <mc:Fallback>
                <p:oleObj name="公式" r:id="rId14" imgW="3505258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1" y="5229226"/>
                        <a:ext cx="34909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6" name="Text Box 14"/>
          <p:cNvSpPr txBox="1">
            <a:spLocks noChangeArrowheads="1"/>
          </p:cNvSpPr>
          <p:nvPr/>
        </p:nvSpPr>
        <p:spPr bwMode="auto">
          <a:xfrm>
            <a:off x="1759744" y="5699917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且有偏导数公式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315407" name="Text Box 15"/>
          <p:cNvSpPr txBox="1">
            <a:spLocks noChangeArrowheads="1"/>
          </p:cNvSpPr>
          <p:nvPr/>
        </p:nvSpPr>
        <p:spPr bwMode="auto">
          <a:xfrm>
            <a:off x="2438400" y="995363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①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在点</a:t>
            </a:r>
          </a:p>
        </p:txBody>
      </p:sp>
      <p:sp>
        <p:nvSpPr>
          <p:cNvPr id="315408" name="Text Box 16"/>
          <p:cNvSpPr txBox="1">
            <a:spLocks noChangeArrowheads="1"/>
          </p:cNvSpPr>
          <p:nvPr/>
        </p:nvSpPr>
        <p:spPr bwMode="auto">
          <a:xfrm>
            <a:off x="2438400" y="213360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②</a:t>
            </a:r>
          </a:p>
        </p:txBody>
      </p:sp>
      <p:sp>
        <p:nvSpPr>
          <p:cNvPr id="315409" name="Text Box 17"/>
          <p:cNvSpPr txBox="1">
            <a:spLocks noChangeArrowheads="1"/>
          </p:cNvSpPr>
          <p:nvPr/>
        </p:nvSpPr>
        <p:spPr bwMode="auto">
          <a:xfrm>
            <a:off x="1828800" y="4648201"/>
            <a:ext cx="632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的某一邻域内可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唯一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确定一组满足条件</a:t>
            </a:r>
          </a:p>
        </p:txBody>
      </p:sp>
      <p:sp>
        <p:nvSpPr>
          <p:cNvPr id="315410" name="Text Box 18"/>
          <p:cNvSpPr txBox="1">
            <a:spLocks noChangeArrowheads="1"/>
          </p:cNvSpPr>
          <p:nvPr/>
        </p:nvSpPr>
        <p:spPr bwMode="auto">
          <a:xfrm>
            <a:off x="8077200" y="411163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满足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315411" name="Object 19"/>
          <p:cNvGraphicFramePr>
            <a:graphicFrameLocks noChangeAspect="1"/>
          </p:cNvGraphicFramePr>
          <p:nvPr/>
        </p:nvGraphicFramePr>
        <p:xfrm>
          <a:off x="2995613" y="2895601"/>
          <a:ext cx="287020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6" name="公式" r:id="rId16" imgW="2895542" imgH="971704" progId="Equation.3">
                  <p:embed/>
                </p:oleObj>
              </mc:Choice>
              <mc:Fallback>
                <p:oleObj name="公式" r:id="rId16" imgW="2895542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3" y="2895601"/>
                        <a:ext cx="287020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12" name="Object 20"/>
          <p:cNvGraphicFramePr>
            <a:graphicFrameLocks noChangeAspect="1"/>
          </p:cNvGraphicFramePr>
          <p:nvPr/>
        </p:nvGraphicFramePr>
        <p:xfrm>
          <a:off x="6235700" y="2233614"/>
          <a:ext cx="300355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7" name="公式" r:id="rId18" imgW="3028798" imgH="419126" progId="Equation.3">
                  <p:embed/>
                </p:oleObj>
              </mc:Choice>
              <mc:Fallback>
                <p:oleObj name="公式" r:id="rId18" imgW="3028798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2233614"/>
                        <a:ext cx="300355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13" name="Text Box 21"/>
          <p:cNvSpPr txBox="1">
            <a:spLocks noChangeArrowheads="1"/>
          </p:cNvSpPr>
          <p:nvPr/>
        </p:nvSpPr>
        <p:spPr bwMode="auto">
          <a:xfrm>
            <a:off x="2878138" y="1538288"/>
            <a:ext cx="177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导数；</a:t>
            </a:r>
          </a:p>
        </p:txBody>
      </p:sp>
      <p:graphicFrame>
        <p:nvGraphicFramePr>
          <p:cNvPr id="315414" name="Object 22"/>
          <p:cNvGraphicFramePr>
            <a:graphicFrameLocks noChangeAspect="1"/>
          </p:cNvGraphicFramePr>
          <p:nvPr/>
        </p:nvGraphicFramePr>
        <p:xfrm>
          <a:off x="7997826" y="4746626"/>
          <a:ext cx="22764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8" name="公式" r:id="rId20" imgW="2286174" imgH="419126" progId="Equation.3">
                  <p:embed/>
                </p:oleObj>
              </mc:Choice>
              <mc:Fallback>
                <p:oleObj name="公式" r:id="rId20" imgW="2286174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7826" y="4746626"/>
                        <a:ext cx="22764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22" name="Object 30"/>
          <p:cNvGraphicFramePr>
            <a:graphicFrameLocks noChangeAspect="1"/>
          </p:cNvGraphicFramePr>
          <p:nvPr/>
        </p:nvGraphicFramePr>
        <p:xfrm>
          <a:off x="2135188" y="5229226"/>
          <a:ext cx="20002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9" name="公式" r:id="rId22" imgW="2009945" imgH="419126" progId="Equation.3">
                  <p:embed/>
                </p:oleObj>
              </mc:Choice>
              <mc:Fallback>
                <p:oleObj name="公式" r:id="rId22" imgW="2009945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5229226"/>
                        <a:ext cx="20002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356010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1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6" grpId="0" autoUpdateAnimBg="0"/>
      <p:bldP spid="315397" grpId="0" autoUpdateAnimBg="0"/>
      <p:bldP spid="315400" grpId="0" autoUpdateAnimBg="0"/>
      <p:bldP spid="315402" grpId="0" autoUpdateAnimBg="0"/>
      <p:bldP spid="315404" grpId="0" autoUpdateAnimBg="0"/>
      <p:bldP spid="315406" grpId="0" autoUpdateAnimBg="0"/>
      <p:bldP spid="315407" grpId="0" autoUpdateAnimBg="0"/>
      <p:bldP spid="315408" grpId="0" autoUpdateAnimBg="0"/>
      <p:bldP spid="315409" grpId="0" autoUpdateAnimBg="0"/>
      <p:bldP spid="315410" grpId="0" autoUpdateAnimBg="0"/>
      <p:bldP spid="31541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9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428278"/>
              </p:ext>
            </p:extLst>
          </p:nvPr>
        </p:nvGraphicFramePr>
        <p:xfrm>
          <a:off x="2112089" y="317500"/>
          <a:ext cx="26146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4" name="公式" r:id="rId4" imgW="2609944" imgH="904978" progId="Equation.3">
                  <p:embed/>
                </p:oleObj>
              </mc:Choice>
              <mc:Fallback>
                <p:oleObj name="公式" r:id="rId4" imgW="260994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089" y="317500"/>
                        <a:ext cx="26146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3" name="Line 3"/>
          <p:cNvSpPr>
            <a:spLocks noChangeShapeType="1"/>
          </p:cNvSpPr>
          <p:nvPr/>
        </p:nvSpPr>
        <p:spPr bwMode="auto">
          <a:xfrm>
            <a:off x="3998913" y="1293814"/>
            <a:ext cx="222250" cy="1587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4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152822"/>
              </p:ext>
            </p:extLst>
          </p:nvPr>
        </p:nvGraphicFramePr>
        <p:xfrm>
          <a:off x="2230554" y="1796234"/>
          <a:ext cx="2501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5" name="公式" r:id="rId6" imgW="2495427" imgH="904978" progId="Equation.3">
                  <p:embed/>
                </p:oleObj>
              </mc:Choice>
              <mc:Fallback>
                <p:oleObj name="公式" r:id="rId6" imgW="24954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554" y="1796234"/>
                        <a:ext cx="2501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5" name="Line 5"/>
          <p:cNvSpPr>
            <a:spLocks noChangeShapeType="1"/>
          </p:cNvSpPr>
          <p:nvPr/>
        </p:nvSpPr>
        <p:spPr bwMode="auto">
          <a:xfrm>
            <a:off x="3888560" y="2780928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4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429316"/>
              </p:ext>
            </p:extLst>
          </p:nvPr>
        </p:nvGraphicFramePr>
        <p:xfrm>
          <a:off x="2230554" y="3274968"/>
          <a:ext cx="25130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6" name="公式" r:id="rId8" imgW="2505144" imgH="904978" progId="Equation.3">
                  <p:embed/>
                </p:oleObj>
              </mc:Choice>
              <mc:Fallback>
                <p:oleObj name="公式" r:id="rId8" imgW="250514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554" y="3274968"/>
                        <a:ext cx="25130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7" name="Line 7"/>
          <p:cNvSpPr>
            <a:spLocks noChangeShapeType="1"/>
          </p:cNvSpPr>
          <p:nvPr/>
        </p:nvSpPr>
        <p:spPr bwMode="auto">
          <a:xfrm>
            <a:off x="4325429" y="4189368"/>
            <a:ext cx="228600" cy="0"/>
          </a:xfrm>
          <a:prstGeom prst="line">
            <a:avLst/>
          </a:prstGeom>
          <a:noFill/>
          <a:ln w="38100">
            <a:solidFill>
              <a:srgbClr val="FF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4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97875"/>
              </p:ext>
            </p:extLst>
          </p:nvPr>
        </p:nvGraphicFramePr>
        <p:xfrm>
          <a:off x="2330134" y="4832329"/>
          <a:ext cx="2501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7" name="公式" r:id="rId10" imgW="2495427" imgH="904978" progId="Equation.3">
                  <p:embed/>
                </p:oleObj>
              </mc:Choice>
              <mc:Fallback>
                <p:oleObj name="公式" r:id="rId10" imgW="24954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134" y="4832329"/>
                        <a:ext cx="2501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9" name="Line 9"/>
          <p:cNvSpPr>
            <a:spLocks noChangeShapeType="1"/>
          </p:cNvSpPr>
          <p:nvPr/>
        </p:nvSpPr>
        <p:spPr bwMode="auto">
          <a:xfrm>
            <a:off x="4325429" y="5796326"/>
            <a:ext cx="304800" cy="15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50" name="Text Box 10"/>
          <p:cNvSpPr txBox="1">
            <a:spLocks noChangeArrowheads="1"/>
          </p:cNvSpPr>
          <p:nvPr/>
        </p:nvSpPr>
        <p:spPr bwMode="auto">
          <a:xfrm>
            <a:off x="8904312" y="4709203"/>
            <a:ext cx="2133600" cy="13849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定理证明略</a:t>
            </a:r>
            <a:r>
              <a:rPr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.</a:t>
            </a:r>
            <a:r>
              <a:rPr lang="zh-CN" altLang="en-US" sz="2800" b="1" dirty="0">
                <a:ea typeface="楷体_GB2312" pitchFamily="49" charset="-122"/>
              </a:rPr>
              <a:t>仅推导偏导数公式如下：</a:t>
            </a:r>
          </a:p>
        </p:txBody>
      </p:sp>
      <p:graphicFrame>
        <p:nvGraphicFramePr>
          <p:cNvPr id="3174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967836"/>
              </p:ext>
            </p:extLst>
          </p:nvPr>
        </p:nvGraphicFramePr>
        <p:xfrm>
          <a:off x="4634448" y="158022"/>
          <a:ext cx="3683618" cy="1686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8" name="Equation" r:id="rId12" imgW="1536480" imgH="698400" progId="Equation.DSMT4">
                  <p:embed/>
                </p:oleObj>
              </mc:Choice>
              <mc:Fallback>
                <p:oleObj name="Equation" r:id="rId12" imgW="153648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4448" y="158022"/>
                        <a:ext cx="3683618" cy="1686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652258"/>
              </p:ext>
            </p:extLst>
          </p:nvPr>
        </p:nvGraphicFramePr>
        <p:xfrm>
          <a:off x="4671571" y="1757082"/>
          <a:ext cx="3487886" cy="159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9" name="Equation" r:id="rId14" imgW="1536480" imgH="698400" progId="Equation.DSMT4">
                  <p:embed/>
                </p:oleObj>
              </mc:Choice>
              <mc:Fallback>
                <p:oleObj name="Equation" r:id="rId14" imgW="153648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1571" y="1757082"/>
                        <a:ext cx="3487886" cy="15998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928303"/>
              </p:ext>
            </p:extLst>
          </p:nvPr>
        </p:nvGraphicFramePr>
        <p:xfrm>
          <a:off x="4818759" y="3202509"/>
          <a:ext cx="3387918" cy="1573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20" name="Equation" r:id="rId16" imgW="1511280" imgH="698400" progId="Equation.DSMT4">
                  <p:embed/>
                </p:oleObj>
              </mc:Choice>
              <mc:Fallback>
                <p:oleObj name="Equation" r:id="rId16" imgW="151128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759" y="3202509"/>
                        <a:ext cx="3387918" cy="15732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491328"/>
              </p:ext>
            </p:extLst>
          </p:nvPr>
        </p:nvGraphicFramePr>
        <p:xfrm>
          <a:off x="4774911" y="4709203"/>
          <a:ext cx="3557167" cy="1600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21" name="Equation" r:id="rId18" imgW="1562040" imgH="698400" progId="Equation.DSMT4">
                  <p:embed/>
                </p:oleObj>
              </mc:Choice>
              <mc:Fallback>
                <p:oleObj name="Equation" r:id="rId18" imgW="156204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4911" y="4709203"/>
                        <a:ext cx="3557167" cy="1600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091729"/>
              </p:ext>
            </p:extLst>
          </p:nvPr>
        </p:nvGraphicFramePr>
        <p:xfrm>
          <a:off x="7109923" y="230273"/>
          <a:ext cx="532702" cy="1043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22" name="Equation" r:id="rId20" imgW="228600" imgH="457200" progId="Equation.DSMT4">
                  <p:embed/>
                </p:oleObj>
              </mc:Choice>
              <mc:Fallback>
                <p:oleObj name="Equation" r:id="rId20" imgW="2286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9923" y="230273"/>
                        <a:ext cx="532702" cy="10438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022675"/>
              </p:ext>
            </p:extLst>
          </p:nvPr>
        </p:nvGraphicFramePr>
        <p:xfrm>
          <a:off x="7006785" y="1757082"/>
          <a:ext cx="496056" cy="112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23" name="Equation" r:id="rId22" imgW="215640" imgH="495000" progId="Equation.DSMT4">
                  <p:embed/>
                </p:oleObj>
              </mc:Choice>
              <mc:Fallback>
                <p:oleObj name="Equation" r:id="rId22" imgW="21564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6785" y="1757082"/>
                        <a:ext cx="496056" cy="1124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523173"/>
              </p:ext>
            </p:extLst>
          </p:nvPr>
        </p:nvGraphicFramePr>
        <p:xfrm>
          <a:off x="7573908" y="3239758"/>
          <a:ext cx="543783" cy="1065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24" name="Equation" r:id="rId24" imgW="228600" imgH="457200" progId="Equation.DSMT4">
                  <p:embed/>
                </p:oleObj>
              </mc:Choice>
              <mc:Fallback>
                <p:oleObj name="Equation" r:id="rId24" imgW="2286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3908" y="3239758"/>
                        <a:ext cx="543783" cy="10655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920031"/>
              </p:ext>
            </p:extLst>
          </p:nvPr>
        </p:nvGraphicFramePr>
        <p:xfrm>
          <a:off x="7670970" y="4724044"/>
          <a:ext cx="489572" cy="1109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25" name="Equation" r:id="rId26" imgW="215640" imgH="495000" progId="Equation.DSMT4">
                  <p:embed/>
                </p:oleObj>
              </mc:Choice>
              <mc:Fallback>
                <p:oleObj name="Equation" r:id="rId26" imgW="21564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970" y="4724044"/>
                        <a:ext cx="489572" cy="11094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090371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7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7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1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7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animBg="1"/>
      <p:bldP spid="317445" grpId="0" animBg="1"/>
      <p:bldP spid="317447" grpId="0" animBg="1"/>
      <p:bldP spid="317449" grpId="0" animBg="1"/>
      <p:bldP spid="317450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490" name="Object 2"/>
          <p:cNvGraphicFramePr>
            <a:graphicFrameLocks noChangeAspect="1"/>
          </p:cNvGraphicFramePr>
          <p:nvPr/>
        </p:nvGraphicFramePr>
        <p:xfrm>
          <a:off x="3251201" y="1460500"/>
          <a:ext cx="416401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66" name="公式" r:id="rId4" imgW="4152799" imgH="971704" progId="Equation.3">
                  <p:embed/>
                </p:oleObj>
              </mc:Choice>
              <mc:Fallback>
                <p:oleObj name="公式" r:id="rId4" imgW="4152799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1" y="1460500"/>
                        <a:ext cx="4164013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1" name="Object 3"/>
          <p:cNvGraphicFramePr>
            <a:graphicFrameLocks noChangeAspect="1"/>
          </p:cNvGraphicFramePr>
          <p:nvPr/>
        </p:nvGraphicFramePr>
        <p:xfrm>
          <a:off x="2281238" y="4203701"/>
          <a:ext cx="50974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67" name="公式" r:id="rId6" imgW="5086285" imgH="904978" progId="Equation.3">
                  <p:embed/>
                </p:oleObj>
              </mc:Choice>
              <mc:Fallback>
                <p:oleObj name="公式" r:id="rId6" imgW="5086285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8" y="4203701"/>
                        <a:ext cx="50974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214313"/>
              </p:ext>
            </p:extLst>
          </p:nvPr>
        </p:nvGraphicFramePr>
        <p:xfrm>
          <a:off x="3817769" y="292100"/>
          <a:ext cx="24876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68" name="公式" r:id="rId8" imgW="2476341" imgH="971704" progId="Equation.3">
                  <p:embed/>
                </p:oleObj>
              </mc:Choice>
              <mc:Fallback>
                <p:oleObj name="公式" r:id="rId8" imgW="2476341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769" y="292100"/>
                        <a:ext cx="2487612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3" name="Text Box 5"/>
          <p:cNvSpPr txBox="1">
            <a:spLocks noChangeArrowheads="1"/>
          </p:cNvSpPr>
          <p:nvPr/>
        </p:nvSpPr>
        <p:spPr bwMode="auto">
          <a:xfrm>
            <a:off x="6172200" y="47148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有隐函数组</a:t>
            </a:r>
          </a:p>
        </p:txBody>
      </p:sp>
      <p:sp>
        <p:nvSpPr>
          <p:cNvPr id="319494" name="Text Box 6"/>
          <p:cNvSpPr txBox="1">
            <a:spLocks noChangeArrowheads="1"/>
          </p:cNvSpPr>
          <p:nvPr/>
        </p:nvSpPr>
        <p:spPr bwMode="auto">
          <a:xfrm>
            <a:off x="10003657" y="471488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则</a:t>
            </a:r>
          </a:p>
        </p:txBody>
      </p:sp>
      <p:sp>
        <p:nvSpPr>
          <p:cNvPr id="319495" name="Text Box 7"/>
          <p:cNvSpPr txBox="1">
            <a:spLocks noChangeArrowheads="1"/>
          </p:cNvSpPr>
          <p:nvPr/>
        </p:nvSpPr>
        <p:spPr bwMode="auto">
          <a:xfrm>
            <a:off x="1828800" y="2986088"/>
            <a:ext cx="2781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两边对 </a:t>
            </a:r>
            <a:r>
              <a:rPr lang="en-US" altLang="zh-CN" sz="2800" b="1" i="1">
                <a:ea typeface="楷体_GB2312" pitchFamily="49" charset="-122"/>
              </a:rPr>
              <a:t>x </a:t>
            </a:r>
            <a:r>
              <a:rPr lang="zh-CN" altLang="en-US" sz="2800" b="1">
                <a:ea typeface="楷体_GB2312" pitchFamily="49" charset="-122"/>
              </a:rPr>
              <a:t>求导得</a:t>
            </a:r>
          </a:p>
        </p:txBody>
      </p:sp>
      <p:graphicFrame>
        <p:nvGraphicFramePr>
          <p:cNvPr id="1710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855412"/>
              </p:ext>
            </p:extLst>
          </p:nvPr>
        </p:nvGraphicFramePr>
        <p:xfrm>
          <a:off x="8144891" y="311588"/>
          <a:ext cx="1993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69" name="公式" r:id="rId10" imgW="1981142" imgH="971704" progId="Equation.3">
                  <p:embed/>
                </p:oleObj>
              </mc:Choice>
              <mc:Fallback>
                <p:oleObj name="公式" r:id="rId10" imgW="1981142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4891" y="311588"/>
                        <a:ext cx="19939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9497" name="Group 9"/>
          <p:cNvGrpSpPr>
            <a:grpSpLocks/>
          </p:cNvGrpSpPr>
          <p:nvPr/>
        </p:nvGrpSpPr>
        <p:grpSpPr bwMode="auto">
          <a:xfrm>
            <a:off x="3841751" y="1828800"/>
            <a:ext cx="2411413" cy="0"/>
            <a:chOff x="384" y="864"/>
            <a:chExt cx="1632" cy="0"/>
          </a:xfrm>
        </p:grpSpPr>
        <p:sp>
          <p:nvSpPr>
            <p:cNvPr id="171055" name="Line 10"/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6" name="Line 11"/>
            <p:cNvSpPr>
              <a:spLocks noChangeShapeType="1"/>
            </p:cNvSpPr>
            <p:nvPr/>
          </p:nvSpPr>
          <p:spPr bwMode="auto">
            <a:xfrm>
              <a:off x="110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7" name="Line 12"/>
            <p:cNvSpPr>
              <a:spLocks noChangeShapeType="1"/>
            </p:cNvSpPr>
            <p:nvPr/>
          </p:nvSpPr>
          <p:spPr bwMode="auto">
            <a:xfrm>
              <a:off x="182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9501" name="Group 13"/>
          <p:cNvGrpSpPr>
            <a:grpSpLocks/>
          </p:cNvGrpSpPr>
          <p:nvPr/>
        </p:nvGrpSpPr>
        <p:grpSpPr bwMode="auto">
          <a:xfrm>
            <a:off x="3828258" y="2438400"/>
            <a:ext cx="2447925" cy="0"/>
            <a:chOff x="384" y="864"/>
            <a:chExt cx="1632" cy="0"/>
          </a:xfrm>
        </p:grpSpPr>
        <p:sp>
          <p:nvSpPr>
            <p:cNvPr id="171052" name="Line 14"/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3" name="Line 15"/>
            <p:cNvSpPr>
              <a:spLocks noChangeShapeType="1"/>
            </p:cNvSpPr>
            <p:nvPr/>
          </p:nvSpPr>
          <p:spPr bwMode="auto">
            <a:xfrm>
              <a:off x="110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4" name="Line 16"/>
            <p:cNvSpPr>
              <a:spLocks noChangeShapeType="1"/>
            </p:cNvSpPr>
            <p:nvPr/>
          </p:nvSpPr>
          <p:spPr bwMode="auto">
            <a:xfrm>
              <a:off x="182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9505" name="Group 17"/>
          <p:cNvGrpSpPr>
            <a:grpSpLocks/>
          </p:cNvGrpSpPr>
          <p:nvPr/>
        </p:nvGrpSpPr>
        <p:grpSpPr bwMode="auto">
          <a:xfrm>
            <a:off x="3828258" y="2444750"/>
            <a:ext cx="2447925" cy="0"/>
            <a:chOff x="384" y="864"/>
            <a:chExt cx="1632" cy="0"/>
          </a:xfrm>
        </p:grpSpPr>
        <p:sp>
          <p:nvSpPr>
            <p:cNvPr id="171049" name="Line 18"/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0" name="Line 19"/>
            <p:cNvSpPr>
              <a:spLocks noChangeShapeType="1"/>
            </p:cNvSpPr>
            <p:nvPr/>
          </p:nvSpPr>
          <p:spPr bwMode="auto">
            <a:xfrm>
              <a:off x="110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1" name="Line 20"/>
            <p:cNvSpPr>
              <a:spLocks noChangeShapeType="1"/>
            </p:cNvSpPr>
            <p:nvPr/>
          </p:nvSpPr>
          <p:spPr bwMode="auto">
            <a:xfrm>
              <a:off x="182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1020" name="Rectangle 21"/>
          <p:cNvSpPr>
            <a:spLocks noGrp="1" noChangeArrowheads="1"/>
          </p:cNvSpPr>
          <p:nvPr>
            <p:ph type="title" idx="4294967295"/>
          </p:nvPr>
        </p:nvSpPr>
        <p:spPr>
          <a:xfrm>
            <a:off x="2084388" y="311588"/>
            <a:ext cx="1752600" cy="744535"/>
          </a:xfrm>
          <a:noFill/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设方程组</a:t>
            </a:r>
          </a:p>
        </p:txBody>
      </p:sp>
      <p:graphicFrame>
        <p:nvGraphicFramePr>
          <p:cNvPr id="3195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913001"/>
              </p:ext>
            </p:extLst>
          </p:nvPr>
        </p:nvGraphicFramePr>
        <p:xfrm>
          <a:off x="3772368" y="5189496"/>
          <a:ext cx="2681287" cy="1132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70" name="Equation" r:id="rId12" imgW="1155600" imgH="482400" progId="Equation.DSMT4">
                  <p:embed/>
                </p:oleObj>
              </mc:Choice>
              <mc:Fallback>
                <p:oleObj name="Equation" r:id="rId12" imgW="11556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2368" y="5189496"/>
                        <a:ext cx="2681287" cy="1132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11" name="Text Box 23"/>
          <p:cNvSpPr txBox="1">
            <a:spLocks noChangeArrowheads="1"/>
          </p:cNvSpPr>
          <p:nvPr/>
        </p:nvSpPr>
        <p:spPr bwMode="auto">
          <a:xfrm>
            <a:off x="7315200" y="435768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在点</a:t>
            </a:r>
            <a:r>
              <a:rPr lang="en-US" altLang="zh-CN" sz="2800" b="1" i="1">
                <a:ea typeface="楷体_GB2312" pitchFamily="49" charset="-122"/>
              </a:rPr>
              <a:t>P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的某邻域内</a:t>
            </a:r>
          </a:p>
        </p:txBody>
      </p:sp>
      <p:graphicFrame>
        <p:nvGraphicFramePr>
          <p:cNvPr id="319512" name="Object 24"/>
          <p:cNvGraphicFramePr>
            <a:graphicFrameLocks noChangeAspect="1"/>
          </p:cNvGraphicFramePr>
          <p:nvPr/>
        </p:nvGraphicFramePr>
        <p:xfrm>
          <a:off x="4572001" y="2727326"/>
          <a:ext cx="461963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71" name="Equation" r:id="rId14" imgW="371312" imgH="895247" progId="Equation.3">
                  <p:embed/>
                </p:oleObj>
              </mc:Choice>
              <mc:Fallback>
                <p:oleObj name="Equation" r:id="rId14" imgW="371312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2727326"/>
                        <a:ext cx="461963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3" name="Object 25"/>
          <p:cNvGraphicFramePr>
            <a:graphicFrameLocks noChangeAspect="1"/>
          </p:cNvGraphicFramePr>
          <p:nvPr/>
        </p:nvGraphicFramePr>
        <p:xfrm>
          <a:off x="6000750" y="2444750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72" name="公式" r:id="rId16" imgW="590630" imgH="904978" progId="Equation.3">
                  <p:embed/>
                </p:oleObj>
              </mc:Choice>
              <mc:Fallback>
                <p:oleObj name="公式" r:id="rId16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2444750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4" name="Object 26"/>
          <p:cNvGraphicFramePr>
            <a:graphicFrameLocks noChangeAspect="1"/>
          </p:cNvGraphicFramePr>
          <p:nvPr/>
        </p:nvGraphicFramePr>
        <p:xfrm>
          <a:off x="7372350" y="2444750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73" name="公式" r:id="rId18" imgW="590630" imgH="904978" progId="Equation.3">
                  <p:embed/>
                </p:oleObj>
              </mc:Choice>
              <mc:Fallback>
                <p:oleObj name="公式" r:id="rId18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2350" y="2444750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5" name="Object 27"/>
          <p:cNvGraphicFramePr>
            <a:graphicFrameLocks noChangeAspect="1"/>
          </p:cNvGraphicFramePr>
          <p:nvPr/>
        </p:nvGraphicFramePr>
        <p:xfrm>
          <a:off x="6000750" y="3346450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74" name="公式" r:id="rId20" imgW="590630" imgH="904978" progId="Equation.3">
                  <p:embed/>
                </p:oleObj>
              </mc:Choice>
              <mc:Fallback>
                <p:oleObj name="公式" r:id="rId20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3346450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6" name="Object 28"/>
          <p:cNvGraphicFramePr>
            <a:graphicFrameLocks noChangeAspect="1"/>
          </p:cNvGraphicFramePr>
          <p:nvPr/>
        </p:nvGraphicFramePr>
        <p:xfrm>
          <a:off x="7372350" y="3363913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75" name="公式" r:id="rId22" imgW="590630" imgH="904978" progId="Equation.3">
                  <p:embed/>
                </p:oleObj>
              </mc:Choice>
              <mc:Fallback>
                <p:oleObj name="公式" r:id="rId22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2350" y="3363913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987920"/>
              </p:ext>
            </p:extLst>
          </p:nvPr>
        </p:nvGraphicFramePr>
        <p:xfrm>
          <a:off x="4834223" y="2639107"/>
          <a:ext cx="485403" cy="548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76" name="Equation" r:id="rId24" imgW="203040" imgH="228600" progId="Equation.DSMT4">
                  <p:embed/>
                </p:oleObj>
              </mc:Choice>
              <mc:Fallback>
                <p:oleObj name="Equation" r:id="rId24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4223" y="2639107"/>
                        <a:ext cx="485403" cy="5483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861733"/>
              </p:ext>
            </p:extLst>
          </p:nvPr>
        </p:nvGraphicFramePr>
        <p:xfrm>
          <a:off x="5279592" y="2641600"/>
          <a:ext cx="704401" cy="534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77" name="Equation" r:id="rId26" imgW="304560" imgH="228600" progId="Equation.DSMT4">
                  <p:embed/>
                </p:oleObj>
              </mc:Choice>
              <mc:Fallback>
                <p:oleObj name="Equation" r:id="rId26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9592" y="2641600"/>
                        <a:ext cx="704401" cy="5346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3900904"/>
              </p:ext>
            </p:extLst>
          </p:nvPr>
        </p:nvGraphicFramePr>
        <p:xfrm>
          <a:off x="6629400" y="2625815"/>
          <a:ext cx="723901" cy="546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78" name="Equation" r:id="rId28" imgW="304560" imgH="228600" progId="Equation.DSMT4">
                  <p:embed/>
                </p:oleObj>
              </mc:Choice>
              <mc:Fallback>
                <p:oleObj name="Equation" r:id="rId28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625815"/>
                        <a:ext cx="723901" cy="546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0" name="Object 32"/>
          <p:cNvGraphicFramePr>
            <a:graphicFrameLocks noChangeAspect="1"/>
          </p:cNvGraphicFramePr>
          <p:nvPr/>
        </p:nvGraphicFramePr>
        <p:xfrm>
          <a:off x="8001000" y="2690814"/>
          <a:ext cx="4572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79" name="公式" r:id="rId30" imgW="485829" imgH="304787" progId="Equation.3">
                  <p:embed/>
                </p:oleObj>
              </mc:Choice>
              <mc:Fallback>
                <p:oleObj name="公式" r:id="rId30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2690814"/>
                        <a:ext cx="4572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880448"/>
              </p:ext>
            </p:extLst>
          </p:nvPr>
        </p:nvGraphicFramePr>
        <p:xfrm>
          <a:off x="4851850" y="3525909"/>
          <a:ext cx="463178" cy="527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80" name="Equation" r:id="rId32" imgW="203040" imgH="228600" progId="Equation.DSMT4">
                  <p:embed/>
                </p:oleObj>
              </mc:Choice>
              <mc:Fallback>
                <p:oleObj name="Equation" r:id="rId32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1850" y="3525909"/>
                        <a:ext cx="463178" cy="527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451274"/>
              </p:ext>
            </p:extLst>
          </p:nvPr>
        </p:nvGraphicFramePr>
        <p:xfrm>
          <a:off x="5295457" y="3528139"/>
          <a:ext cx="680669" cy="51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81" name="Equation" r:id="rId34" imgW="304560" imgH="228600" progId="Equation.DSMT4">
                  <p:embed/>
                </p:oleObj>
              </mc:Choice>
              <mc:Fallback>
                <p:oleObj name="Equation" r:id="rId34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457" y="3528139"/>
                        <a:ext cx="680669" cy="51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923975"/>
              </p:ext>
            </p:extLst>
          </p:nvPr>
        </p:nvGraphicFramePr>
        <p:xfrm>
          <a:off x="6645793" y="3525909"/>
          <a:ext cx="627608" cy="50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82" name="Equation" r:id="rId36" imgW="291960" imgH="228600" progId="Equation.DSMT4">
                  <p:embed/>
                </p:oleObj>
              </mc:Choice>
              <mc:Fallback>
                <p:oleObj name="Equation" r:id="rId36" imgW="291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5793" y="3525909"/>
                        <a:ext cx="627608" cy="502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4" name="Object 36"/>
          <p:cNvGraphicFramePr>
            <a:graphicFrameLocks noChangeAspect="1"/>
          </p:cNvGraphicFramePr>
          <p:nvPr/>
        </p:nvGraphicFramePr>
        <p:xfrm>
          <a:off x="8077200" y="3605214"/>
          <a:ext cx="4572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83" name="公式" r:id="rId38" imgW="485829" imgH="304787" progId="Equation.3">
                  <p:embed/>
                </p:oleObj>
              </mc:Choice>
              <mc:Fallback>
                <p:oleObj name="公式" r:id="rId38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3605214"/>
                        <a:ext cx="4572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32" name="Text Box 44"/>
          <p:cNvSpPr txBox="1">
            <a:spLocks noChangeArrowheads="1"/>
          </p:cNvSpPr>
          <p:nvPr/>
        </p:nvSpPr>
        <p:spPr bwMode="auto">
          <a:xfrm>
            <a:off x="6496051" y="545465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故得</a:t>
            </a:r>
          </a:p>
        </p:txBody>
      </p:sp>
      <p:grpSp>
        <p:nvGrpSpPr>
          <p:cNvPr id="319533" name="Group 45"/>
          <p:cNvGrpSpPr>
            <a:grpSpLocks/>
          </p:cNvGrpSpPr>
          <p:nvPr/>
        </p:nvGrpSpPr>
        <p:grpSpPr bwMode="auto">
          <a:xfrm>
            <a:off x="3836988" y="1828800"/>
            <a:ext cx="2411412" cy="0"/>
            <a:chOff x="384" y="864"/>
            <a:chExt cx="1632" cy="0"/>
          </a:xfrm>
        </p:grpSpPr>
        <p:sp>
          <p:nvSpPr>
            <p:cNvPr id="171046" name="Line 46"/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47" name="Line 47"/>
            <p:cNvSpPr>
              <a:spLocks noChangeShapeType="1"/>
            </p:cNvSpPr>
            <p:nvPr/>
          </p:nvSpPr>
          <p:spPr bwMode="auto">
            <a:xfrm>
              <a:off x="110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48" name="Line 48"/>
            <p:cNvSpPr>
              <a:spLocks noChangeShapeType="1"/>
            </p:cNvSpPr>
            <p:nvPr/>
          </p:nvSpPr>
          <p:spPr bwMode="auto">
            <a:xfrm>
              <a:off x="182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9537" name="Text Box 49"/>
          <p:cNvSpPr txBox="1">
            <a:spLocks noChangeArrowheads="1"/>
          </p:cNvSpPr>
          <p:nvPr/>
        </p:nvSpPr>
        <p:spPr bwMode="auto">
          <a:xfrm>
            <a:off x="1868488" y="5407026"/>
            <a:ext cx="2093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系数行列式</a:t>
            </a:r>
          </a:p>
        </p:txBody>
      </p:sp>
    </p:spTree>
    <p:extLst>
      <p:ext uri="{BB962C8B-B14F-4D97-AF65-F5344CB8AC3E}">
        <p14:creationId xmlns:p14="http://schemas.microsoft.com/office/powerpoint/2010/main" val="51514409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1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9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19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1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1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1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1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19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4" grpId="0" autoUpdateAnimBg="0"/>
      <p:bldP spid="319495" grpId="0" autoUpdateAnimBg="0"/>
      <p:bldP spid="319511" grpId="0" autoUpdateAnimBg="0"/>
      <p:bldP spid="319532" grpId="0" build="p" autoUpdateAnimBg="0"/>
      <p:bldP spid="319537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Text Box 2"/>
          <p:cNvSpPr txBox="1">
            <a:spLocks noChangeArrowheads="1"/>
          </p:cNvSpPr>
          <p:nvPr/>
        </p:nvSpPr>
        <p:spPr bwMode="auto">
          <a:xfrm>
            <a:off x="2209800" y="2921001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同样可得</a:t>
            </a:r>
            <a:endParaRPr lang="zh-CN" altLang="en-US" sz="2800" b="1">
              <a:ea typeface="仿宋_GB2312" pitchFamily="49" charset="-122"/>
            </a:endParaRPr>
          </a:p>
        </p:txBody>
      </p:sp>
      <p:graphicFrame>
        <p:nvGraphicFramePr>
          <p:cNvPr id="321539" name="Object 3"/>
          <p:cNvGraphicFramePr>
            <a:graphicFrameLocks noChangeAspect="1"/>
          </p:cNvGraphicFramePr>
          <p:nvPr/>
        </p:nvGraphicFramePr>
        <p:xfrm>
          <a:off x="4054475" y="3573464"/>
          <a:ext cx="2520950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2" name="公式" r:id="rId3" imgW="2505144" imgH="904978" progId="Equation.3">
                  <p:embed/>
                </p:oleObj>
              </mc:Choice>
              <mc:Fallback>
                <p:oleObj name="公式" r:id="rId3" imgW="250514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475" y="3573464"/>
                        <a:ext cx="2520950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3" name="Object 11"/>
          <p:cNvGraphicFramePr>
            <a:graphicFrameLocks noChangeAspect="1"/>
          </p:cNvGraphicFramePr>
          <p:nvPr/>
        </p:nvGraphicFramePr>
        <p:xfrm>
          <a:off x="4054475" y="615950"/>
          <a:ext cx="252095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3" name="公式" r:id="rId5" imgW="2505144" imgH="904978" progId="Equation.3">
                  <p:embed/>
                </p:oleObj>
              </mc:Choice>
              <mc:Fallback>
                <p:oleObj name="公式" r:id="rId5" imgW="250514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475" y="615950"/>
                        <a:ext cx="2520950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8" name="Object 12"/>
          <p:cNvGraphicFramePr>
            <a:graphicFrameLocks noChangeAspect="1"/>
          </p:cNvGraphicFramePr>
          <p:nvPr/>
        </p:nvGraphicFramePr>
        <p:xfrm>
          <a:off x="4054476" y="1758950"/>
          <a:ext cx="2563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4" name="公式" r:id="rId7" imgW="2552686" imgH="904978" progId="Equation.3">
                  <p:embed/>
                </p:oleObj>
              </mc:Choice>
              <mc:Fallback>
                <p:oleObj name="公式" r:id="rId7" imgW="2552686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476" y="1758950"/>
                        <a:ext cx="25638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9" name="Object 13"/>
          <p:cNvGraphicFramePr>
            <a:graphicFrameLocks noChangeAspect="1"/>
          </p:cNvGraphicFramePr>
          <p:nvPr/>
        </p:nvGraphicFramePr>
        <p:xfrm>
          <a:off x="4060825" y="4730750"/>
          <a:ext cx="250825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5" name="公式" r:id="rId9" imgW="2495427" imgH="904978" progId="Equation.3">
                  <p:embed/>
                </p:oleObj>
              </mc:Choice>
              <mc:Fallback>
                <p:oleObj name="公式" r:id="rId9" imgW="24954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825" y="4730750"/>
                        <a:ext cx="2508250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599569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1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8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71700" y="328751"/>
            <a:ext cx="1371600" cy="616606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4.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73059" name="Object 3"/>
          <p:cNvGraphicFramePr>
            <a:graphicFrameLocks noChangeAspect="1"/>
          </p:cNvGraphicFramePr>
          <p:nvPr/>
        </p:nvGraphicFramePr>
        <p:xfrm>
          <a:off x="3403600" y="457200"/>
          <a:ext cx="393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0" name="公式" r:id="rId3" imgW="3924459" imgH="380897" progId="Equation.3">
                  <p:embed/>
                </p:oleObj>
              </mc:Choice>
              <mc:Fallback>
                <p:oleObj name="公式" r:id="rId3" imgW="392445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600" y="457200"/>
                        <a:ext cx="3937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60" name="Object 4"/>
          <p:cNvGraphicFramePr>
            <a:graphicFrameLocks noChangeAspect="1"/>
          </p:cNvGraphicFramePr>
          <p:nvPr/>
        </p:nvGraphicFramePr>
        <p:xfrm>
          <a:off x="7874000" y="222250"/>
          <a:ext cx="2451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1" name="公式" r:id="rId5" imgW="2438516" imgH="904978" progId="Equation.3">
                  <p:embed/>
                </p:oleObj>
              </mc:Choice>
              <mc:Fallback>
                <p:oleObj name="公式" r:id="rId5" imgW="2438516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0" y="222250"/>
                        <a:ext cx="2451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5" name="Text Box 5"/>
          <p:cNvSpPr txBox="1">
            <a:spLocks noChangeArrowheads="1"/>
          </p:cNvSpPr>
          <p:nvPr/>
        </p:nvSpPr>
        <p:spPr bwMode="auto">
          <a:xfrm>
            <a:off x="1943100" y="1136650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 smtClean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一</a:t>
            </a:r>
            <a:r>
              <a:rPr lang="zh-CN" altLang="zh-CN" sz="2800" b="1" dirty="0" smtClean="0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3225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162110"/>
              </p:ext>
            </p:extLst>
          </p:nvPr>
        </p:nvGraphicFramePr>
        <p:xfrm>
          <a:off x="3046464" y="3327426"/>
          <a:ext cx="1905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2" name="公式" r:id="rId7" imgW="1895428" imgH="971704" progId="Equation.3">
                  <p:embed/>
                </p:oleObj>
              </mc:Choice>
              <mc:Fallback>
                <p:oleObj name="公式" r:id="rId7" imgW="1895428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464" y="3327426"/>
                        <a:ext cx="19050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7" name="Object 7"/>
          <p:cNvGraphicFramePr>
            <a:graphicFrameLocks noChangeAspect="1"/>
          </p:cNvGraphicFramePr>
          <p:nvPr/>
        </p:nvGraphicFramePr>
        <p:xfrm>
          <a:off x="2965450" y="4316413"/>
          <a:ext cx="1143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3" name="公式" r:id="rId9" imgW="1133370" imgH="904978" progId="Equation.3">
                  <p:embed/>
                </p:oleObj>
              </mc:Choice>
              <mc:Fallback>
                <p:oleObj name="公式" r:id="rId9" imgW="113337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4316413"/>
                        <a:ext cx="1143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9" name="Text Box 9"/>
          <p:cNvSpPr txBox="1">
            <a:spLocks noChangeArrowheads="1"/>
          </p:cNvSpPr>
          <p:nvPr/>
        </p:nvSpPr>
        <p:spPr bwMode="auto">
          <a:xfrm>
            <a:off x="5537200" y="1078050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ea typeface="楷体_GB2312" pitchFamily="49" charset="-122"/>
              </a:rPr>
              <a:t>方程组两边对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zh-CN" altLang="zh-CN" sz="2800" b="1" dirty="0">
                <a:ea typeface="楷体_GB2312" pitchFamily="49" charset="-122"/>
              </a:rPr>
              <a:t>求导，并移项得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73066" name="Text Box 10"/>
          <p:cNvSpPr txBox="1">
            <a:spLocks noChangeArrowheads="1"/>
          </p:cNvSpPr>
          <p:nvPr/>
        </p:nvSpPr>
        <p:spPr bwMode="auto">
          <a:xfrm>
            <a:off x="7315200" y="39528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3225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25532"/>
              </p:ext>
            </p:extLst>
          </p:nvPr>
        </p:nvGraphicFramePr>
        <p:xfrm>
          <a:off x="4145885" y="2469944"/>
          <a:ext cx="2436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4" name="公式" r:id="rId11" imgW="2428799" imgH="904978" progId="Equation.3">
                  <p:embed/>
                </p:oleObj>
              </mc:Choice>
              <mc:Fallback>
                <p:oleObj name="公式" r:id="rId11" imgW="2428799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5885" y="2469944"/>
                        <a:ext cx="24368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2" name="Object 12"/>
          <p:cNvGraphicFramePr>
            <a:graphicFrameLocks noChangeAspect="1"/>
          </p:cNvGraphicFramePr>
          <p:nvPr/>
        </p:nvGraphicFramePr>
        <p:xfrm>
          <a:off x="4032250" y="4267200"/>
          <a:ext cx="1587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5" name="公式" r:id="rId13" imgW="1581027" imgH="971704" progId="Equation.3">
                  <p:embed/>
                </p:oleObj>
              </mc:Choice>
              <mc:Fallback>
                <p:oleObj name="公式" r:id="rId13" imgW="1581027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4267200"/>
                        <a:ext cx="15875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996843"/>
              </p:ext>
            </p:extLst>
          </p:nvPr>
        </p:nvGraphicFramePr>
        <p:xfrm>
          <a:off x="5537200" y="4335463"/>
          <a:ext cx="1917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6" name="Equation" r:id="rId15" imgW="1905145" imgH="933476" progId="Equation.DSMT4">
                  <p:embed/>
                </p:oleObj>
              </mc:Choice>
              <mc:Fallback>
                <p:oleObj name="Equation" r:id="rId15" imgW="1905145" imgH="93347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4335463"/>
                        <a:ext cx="1917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4" name="Object 14"/>
          <p:cNvGraphicFramePr>
            <a:graphicFrameLocks noChangeAspect="1"/>
          </p:cNvGraphicFramePr>
          <p:nvPr/>
        </p:nvGraphicFramePr>
        <p:xfrm>
          <a:off x="4205288" y="5332413"/>
          <a:ext cx="1422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7" name="公式" r:id="rId17" imgW="1409599" imgH="971704" progId="Equation.3">
                  <p:embed/>
                </p:oleObj>
              </mc:Choice>
              <mc:Fallback>
                <p:oleObj name="公式" r:id="rId17" imgW="1409599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5288" y="5332413"/>
                        <a:ext cx="14224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5" name="Object 15"/>
          <p:cNvGraphicFramePr>
            <a:graphicFrameLocks noChangeAspect="1"/>
          </p:cNvGraphicFramePr>
          <p:nvPr/>
        </p:nvGraphicFramePr>
        <p:xfrm>
          <a:off x="2971800" y="5376863"/>
          <a:ext cx="1143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8" name="公式" r:id="rId19" imgW="1133370" imgH="904978" progId="Equation.3">
                  <p:embed/>
                </p:oleObj>
              </mc:Choice>
              <mc:Fallback>
                <p:oleObj name="公式" r:id="rId19" imgW="113337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376863"/>
                        <a:ext cx="1143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032925"/>
              </p:ext>
            </p:extLst>
          </p:nvPr>
        </p:nvGraphicFramePr>
        <p:xfrm>
          <a:off x="5574071" y="5257063"/>
          <a:ext cx="1962089" cy="98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9" name="Equation" r:id="rId21" imgW="863280" imgH="431640" progId="Equation.DSMT4">
                  <p:embed/>
                </p:oleObj>
              </mc:Choice>
              <mc:Fallback>
                <p:oleObj name="Equation" r:id="rId21" imgW="863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4071" y="5257063"/>
                        <a:ext cx="1962089" cy="98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025353"/>
              </p:ext>
            </p:extLst>
          </p:nvPr>
        </p:nvGraphicFramePr>
        <p:xfrm>
          <a:off x="4100974" y="1571316"/>
          <a:ext cx="24495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80" name="公式" r:id="rId23" imgW="2438516" imgH="904978" progId="Equation.3">
                  <p:embed/>
                </p:oleObj>
              </mc:Choice>
              <mc:Fallback>
                <p:oleObj name="公式" r:id="rId23" imgW="2438516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0974" y="1571316"/>
                        <a:ext cx="24495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97985"/>
              </p:ext>
            </p:extLst>
          </p:nvPr>
        </p:nvGraphicFramePr>
        <p:xfrm>
          <a:off x="5015880" y="3532050"/>
          <a:ext cx="1968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81" name="公式" r:id="rId25" imgW="1962056" imgH="495236" progId="Equation.3">
                  <p:embed/>
                </p:oleObj>
              </mc:Choice>
              <mc:Fallback>
                <p:oleObj name="公式" r:id="rId25" imgW="1962056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880" y="3532050"/>
                        <a:ext cx="1968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82" name="AutoShape 22"/>
          <p:cNvSpPr>
            <a:spLocks/>
          </p:cNvSpPr>
          <p:nvPr/>
        </p:nvSpPr>
        <p:spPr bwMode="auto">
          <a:xfrm>
            <a:off x="3830638" y="1788472"/>
            <a:ext cx="201612" cy="1447800"/>
          </a:xfrm>
          <a:prstGeom prst="leftBrace">
            <a:avLst>
              <a:gd name="adj1" fmla="val 5984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85" name="AutoShape 25"/>
          <p:cNvSpPr>
            <a:spLocks/>
          </p:cNvSpPr>
          <p:nvPr/>
        </p:nvSpPr>
        <p:spPr bwMode="auto">
          <a:xfrm>
            <a:off x="2667001" y="4475163"/>
            <a:ext cx="201613" cy="1676400"/>
          </a:xfrm>
          <a:prstGeom prst="leftBrace">
            <a:avLst>
              <a:gd name="adj1" fmla="val 69291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94" name="Text Box 34"/>
          <p:cNvSpPr txBox="1">
            <a:spLocks noChangeArrowheads="1"/>
          </p:cNvSpPr>
          <p:nvPr/>
        </p:nvSpPr>
        <p:spPr bwMode="auto">
          <a:xfrm>
            <a:off x="1835384" y="3532050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由题设</a:t>
            </a:r>
          </a:p>
        </p:txBody>
      </p:sp>
      <p:sp>
        <p:nvSpPr>
          <p:cNvPr id="322595" name="Text Box 35"/>
          <p:cNvSpPr txBox="1">
            <a:spLocks noChangeArrowheads="1"/>
          </p:cNvSpPr>
          <p:nvPr/>
        </p:nvSpPr>
        <p:spPr bwMode="auto">
          <a:xfrm>
            <a:off x="1828801" y="499745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故有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973439" y="1083442"/>
            <a:ext cx="2589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隐函数求导法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70704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22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2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5" grpId="0" autoUpdateAnimBg="0"/>
      <p:bldP spid="322569" grpId="0" autoUpdateAnimBg="0"/>
      <p:bldP spid="322582" grpId="0" animBg="1"/>
      <p:bldP spid="322585" grpId="0" animBg="1"/>
      <p:bldP spid="322594" grpId="0" build="p" autoUpdateAnimBg="0"/>
      <p:bldP spid="322595" grpId="0" build="p" autoUpdateAnimBg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566" name="Object 6"/>
          <p:cNvGraphicFramePr>
            <a:graphicFrameLocks noChangeAspect="1"/>
          </p:cNvGraphicFramePr>
          <p:nvPr/>
        </p:nvGraphicFramePr>
        <p:xfrm>
          <a:off x="2984500" y="3289300"/>
          <a:ext cx="1905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11" name="公式" r:id="rId3" imgW="1895428" imgH="971704" progId="Equation.3">
                  <p:embed/>
                </p:oleObj>
              </mc:Choice>
              <mc:Fallback>
                <p:oleObj name="公式" r:id="rId3" imgW="1895428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3289300"/>
                        <a:ext cx="19050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963461"/>
              </p:ext>
            </p:extLst>
          </p:nvPr>
        </p:nvGraphicFramePr>
        <p:xfrm>
          <a:off x="2960130" y="4344340"/>
          <a:ext cx="1272489" cy="985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12" name="Equation" r:id="rId5" imgW="558720" imgH="431640" progId="Equation.DSMT4">
                  <p:embed/>
                </p:oleObj>
              </mc:Choice>
              <mc:Fallback>
                <p:oleObj name="Equation" r:id="rId5" imgW="558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130" y="4344340"/>
                        <a:ext cx="1272489" cy="985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9" name="Text Box 9"/>
          <p:cNvSpPr txBox="1">
            <a:spLocks noChangeArrowheads="1"/>
          </p:cNvSpPr>
          <p:nvPr/>
        </p:nvSpPr>
        <p:spPr bwMode="auto">
          <a:xfrm>
            <a:off x="1857089" y="945633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ea typeface="楷体_GB2312" pitchFamily="49" charset="-122"/>
              </a:rPr>
              <a:t>方程组两边对 </a:t>
            </a:r>
            <a:r>
              <a:rPr lang="en-US" altLang="zh-CN" sz="2800" b="1" i="1" dirty="0" smtClean="0">
                <a:ea typeface="楷体_GB2312" pitchFamily="49" charset="-122"/>
              </a:rPr>
              <a:t>y </a:t>
            </a:r>
            <a:r>
              <a:rPr lang="zh-CN" altLang="zh-CN" sz="2800" b="1" dirty="0">
                <a:ea typeface="楷体_GB2312" pitchFamily="49" charset="-122"/>
              </a:rPr>
              <a:t>求导，并移项得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225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439560"/>
              </p:ext>
            </p:extLst>
          </p:nvPr>
        </p:nvGraphicFramePr>
        <p:xfrm>
          <a:off x="4032250" y="2309194"/>
          <a:ext cx="2555875" cy="973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13" name="Equation" r:id="rId7" imgW="1143000" imgH="431640" progId="Equation.DSMT4">
                  <p:embed/>
                </p:oleObj>
              </mc:Choice>
              <mc:Fallback>
                <p:oleObj name="Equation" r:id="rId7" imgW="1143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2309194"/>
                        <a:ext cx="2555875" cy="973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724645"/>
              </p:ext>
            </p:extLst>
          </p:nvPr>
        </p:nvGraphicFramePr>
        <p:xfrm>
          <a:off x="4051644" y="4267200"/>
          <a:ext cx="1633537" cy="1062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14" name="Equation" r:id="rId9" imgW="723600" imgH="469800" progId="Equation.DSMT4">
                  <p:embed/>
                </p:oleObj>
              </mc:Choice>
              <mc:Fallback>
                <p:oleObj name="Equation" r:id="rId9" imgW="7236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644" y="4267200"/>
                        <a:ext cx="1633537" cy="10628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8997037"/>
              </p:ext>
            </p:extLst>
          </p:nvPr>
        </p:nvGraphicFramePr>
        <p:xfrm>
          <a:off x="5563395" y="4293055"/>
          <a:ext cx="1780094" cy="977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15" name="Equation" r:id="rId11" imgW="787320" imgH="431640" progId="Equation.DSMT4">
                  <p:embed/>
                </p:oleObj>
              </mc:Choice>
              <mc:Fallback>
                <p:oleObj name="Equation" r:id="rId11" imgW="787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3395" y="4293055"/>
                        <a:ext cx="1780094" cy="9774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952074"/>
              </p:ext>
            </p:extLst>
          </p:nvPr>
        </p:nvGraphicFramePr>
        <p:xfrm>
          <a:off x="4116577" y="5270501"/>
          <a:ext cx="1562860" cy="1176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16" name="Equation" r:id="rId13" imgW="622080" imgH="469800" progId="Equation.DSMT4">
                  <p:embed/>
                </p:oleObj>
              </mc:Choice>
              <mc:Fallback>
                <p:oleObj name="Equation" r:id="rId13" imgW="6220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6577" y="5270501"/>
                        <a:ext cx="1562860" cy="11760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280614"/>
              </p:ext>
            </p:extLst>
          </p:nvPr>
        </p:nvGraphicFramePr>
        <p:xfrm>
          <a:off x="2875398" y="5330069"/>
          <a:ext cx="1270912" cy="984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17" name="Equation" r:id="rId15" imgW="558720" imgH="431640" progId="Equation.DSMT4">
                  <p:embed/>
                </p:oleObj>
              </mc:Choice>
              <mc:Fallback>
                <p:oleObj name="Equation" r:id="rId15" imgW="558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398" y="5330069"/>
                        <a:ext cx="1270912" cy="9845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368395"/>
              </p:ext>
            </p:extLst>
          </p:nvPr>
        </p:nvGraphicFramePr>
        <p:xfrm>
          <a:off x="5656366" y="5338314"/>
          <a:ext cx="1876947" cy="941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18" name="Equation" r:id="rId17" imgW="863280" imgH="431640" progId="Equation.DSMT4">
                  <p:embed/>
                </p:oleObj>
              </mc:Choice>
              <mc:Fallback>
                <p:oleObj name="Equation" r:id="rId17" imgW="863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6366" y="5338314"/>
                        <a:ext cx="1876947" cy="9419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04081"/>
              </p:ext>
            </p:extLst>
          </p:nvPr>
        </p:nvGraphicFramePr>
        <p:xfrm>
          <a:off x="4032250" y="1417469"/>
          <a:ext cx="2350295" cy="992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19" name="Equation" r:id="rId19" imgW="1028520" imgH="431640" progId="Equation.DSMT4">
                  <p:embed/>
                </p:oleObj>
              </mc:Choice>
              <mc:Fallback>
                <p:oleObj name="Equation" r:id="rId19" imgW="1028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1417469"/>
                        <a:ext cx="2350295" cy="9928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1" name="Object 21"/>
          <p:cNvGraphicFramePr>
            <a:graphicFrameLocks noChangeAspect="1"/>
          </p:cNvGraphicFramePr>
          <p:nvPr/>
        </p:nvGraphicFramePr>
        <p:xfrm>
          <a:off x="4895850" y="3486150"/>
          <a:ext cx="1968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20" name="公式" r:id="rId21" imgW="1962056" imgH="495236" progId="Equation.3">
                  <p:embed/>
                </p:oleObj>
              </mc:Choice>
              <mc:Fallback>
                <p:oleObj name="公式" r:id="rId21" imgW="1962056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3486150"/>
                        <a:ext cx="1968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82" name="AutoShape 22"/>
          <p:cNvSpPr>
            <a:spLocks/>
          </p:cNvSpPr>
          <p:nvPr/>
        </p:nvSpPr>
        <p:spPr bwMode="auto">
          <a:xfrm>
            <a:off x="3887788" y="1689100"/>
            <a:ext cx="201612" cy="1447800"/>
          </a:xfrm>
          <a:prstGeom prst="leftBrace">
            <a:avLst>
              <a:gd name="adj1" fmla="val 5984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85" name="AutoShape 25"/>
          <p:cNvSpPr>
            <a:spLocks/>
          </p:cNvSpPr>
          <p:nvPr/>
        </p:nvSpPr>
        <p:spPr bwMode="auto">
          <a:xfrm>
            <a:off x="2667001" y="4475163"/>
            <a:ext cx="201613" cy="1676400"/>
          </a:xfrm>
          <a:prstGeom prst="leftBrace">
            <a:avLst>
              <a:gd name="adj1" fmla="val 69291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94" name="Text Box 34"/>
          <p:cNvSpPr txBox="1">
            <a:spLocks noChangeArrowheads="1"/>
          </p:cNvSpPr>
          <p:nvPr/>
        </p:nvSpPr>
        <p:spPr bwMode="auto">
          <a:xfrm>
            <a:off x="1828801" y="3443288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由题设</a:t>
            </a:r>
          </a:p>
        </p:txBody>
      </p:sp>
      <p:sp>
        <p:nvSpPr>
          <p:cNvPr id="322595" name="Text Box 35"/>
          <p:cNvSpPr txBox="1">
            <a:spLocks noChangeArrowheads="1"/>
          </p:cNvSpPr>
          <p:nvPr/>
        </p:nvSpPr>
        <p:spPr bwMode="auto">
          <a:xfrm>
            <a:off x="1828801" y="499745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故有</a:t>
            </a:r>
          </a:p>
        </p:txBody>
      </p:sp>
    </p:spTree>
    <p:extLst>
      <p:ext uri="{BB962C8B-B14F-4D97-AF65-F5344CB8AC3E}">
        <p14:creationId xmlns:p14="http://schemas.microsoft.com/office/powerpoint/2010/main" val="335094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2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9" grpId="0" autoUpdateAnimBg="0"/>
      <p:bldP spid="322582" grpId="0" animBg="1"/>
      <p:bldP spid="322585" grpId="0" animBg="1"/>
      <p:bldP spid="322594" grpId="0" build="p" autoUpdateAnimBg="0"/>
      <p:bldP spid="322595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5" name="Text Box 5"/>
          <p:cNvSpPr txBox="1">
            <a:spLocks noChangeArrowheads="1"/>
          </p:cNvSpPr>
          <p:nvPr/>
        </p:nvSpPr>
        <p:spPr bwMode="auto">
          <a:xfrm>
            <a:off x="2090490" y="721515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 smtClean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zh-CN" altLang="en-US" sz="2800" b="1" dirty="0" smtClean="0">
                <a:solidFill>
                  <a:srgbClr val="FF0000"/>
                </a:solidFill>
                <a:ea typeface="楷体_GB2312" pitchFamily="49" charset="-122"/>
              </a:rPr>
              <a:t>二</a:t>
            </a:r>
            <a:r>
              <a:rPr lang="zh-CN" altLang="zh-CN" sz="2800" b="1" dirty="0" smtClean="0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322566" name="Object 6"/>
          <p:cNvGraphicFramePr>
            <a:graphicFrameLocks noChangeAspect="1"/>
          </p:cNvGraphicFramePr>
          <p:nvPr/>
        </p:nvGraphicFramePr>
        <p:xfrm>
          <a:off x="2984500" y="3289300"/>
          <a:ext cx="1905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3" name="公式" r:id="rId3" imgW="1895428" imgH="971704" progId="Equation.3">
                  <p:embed/>
                </p:oleObj>
              </mc:Choice>
              <mc:Fallback>
                <p:oleObj name="公式" r:id="rId3" imgW="1895428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3289300"/>
                        <a:ext cx="19050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9" name="Text Box 9"/>
          <p:cNvSpPr txBox="1">
            <a:spLocks noChangeArrowheads="1"/>
          </p:cNvSpPr>
          <p:nvPr/>
        </p:nvSpPr>
        <p:spPr bwMode="auto">
          <a:xfrm>
            <a:off x="4583832" y="687128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ea typeface="楷体_GB2312" pitchFamily="49" charset="-122"/>
              </a:rPr>
              <a:t>方程组两边</a:t>
            </a:r>
            <a:r>
              <a:rPr lang="zh-CN" altLang="zh-CN" sz="2800" b="1" dirty="0" smtClean="0">
                <a:ea typeface="楷体_GB2312" pitchFamily="49" charset="-122"/>
              </a:rPr>
              <a:t>对</a:t>
            </a:r>
            <a:r>
              <a:rPr lang="zh-CN" altLang="en-US" sz="2800" b="1" dirty="0" smtClean="0">
                <a:ea typeface="楷体_GB2312" pitchFamily="49" charset="-122"/>
              </a:rPr>
              <a:t>微分</a:t>
            </a:r>
            <a:r>
              <a:rPr lang="zh-CN" altLang="zh-CN" sz="2800" b="1" dirty="0" smtClean="0">
                <a:ea typeface="楷体_GB2312" pitchFamily="49" charset="-122"/>
              </a:rPr>
              <a:t>，得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225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976337"/>
              </p:ext>
            </p:extLst>
          </p:nvPr>
        </p:nvGraphicFramePr>
        <p:xfrm>
          <a:off x="2777928" y="1789614"/>
          <a:ext cx="371951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4" name="Equation" r:id="rId5" imgW="1663560" imgH="203040" progId="Equation.DSMT4">
                  <p:embed/>
                </p:oleObj>
              </mc:Choice>
              <mc:Fallback>
                <p:oleObj name="Equation" r:id="rId5" imgW="1663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7928" y="1789614"/>
                        <a:ext cx="3719513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14589"/>
              </p:ext>
            </p:extLst>
          </p:nvPr>
        </p:nvGraphicFramePr>
        <p:xfrm>
          <a:off x="2755935" y="1275552"/>
          <a:ext cx="37719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5" name="Equation" r:id="rId7" imgW="1650960" imgH="203040" progId="Equation.DSMT4">
                  <p:embed/>
                </p:oleObj>
              </mc:Choice>
              <mc:Fallback>
                <p:oleObj name="Equation" r:id="rId7" imgW="1650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35" y="1275552"/>
                        <a:ext cx="37719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1" name="Object 21"/>
          <p:cNvGraphicFramePr>
            <a:graphicFrameLocks noChangeAspect="1"/>
          </p:cNvGraphicFramePr>
          <p:nvPr/>
        </p:nvGraphicFramePr>
        <p:xfrm>
          <a:off x="4895850" y="3486150"/>
          <a:ext cx="1968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6" name="公式" r:id="rId9" imgW="1962056" imgH="495236" progId="Equation.3">
                  <p:embed/>
                </p:oleObj>
              </mc:Choice>
              <mc:Fallback>
                <p:oleObj name="公式" r:id="rId9" imgW="1962056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3486150"/>
                        <a:ext cx="1968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82" name="AutoShape 22"/>
          <p:cNvSpPr>
            <a:spLocks/>
          </p:cNvSpPr>
          <p:nvPr/>
        </p:nvSpPr>
        <p:spPr bwMode="auto">
          <a:xfrm>
            <a:off x="2484272" y="1439065"/>
            <a:ext cx="182730" cy="711669"/>
          </a:xfrm>
          <a:prstGeom prst="leftBrace">
            <a:avLst>
              <a:gd name="adj1" fmla="val 5984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85" name="AutoShape 25"/>
          <p:cNvSpPr>
            <a:spLocks/>
          </p:cNvSpPr>
          <p:nvPr/>
        </p:nvSpPr>
        <p:spPr bwMode="auto">
          <a:xfrm>
            <a:off x="2689127" y="4696159"/>
            <a:ext cx="177601" cy="1206773"/>
          </a:xfrm>
          <a:prstGeom prst="leftBrace">
            <a:avLst>
              <a:gd name="adj1" fmla="val 69291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94" name="Text Box 34"/>
          <p:cNvSpPr txBox="1">
            <a:spLocks noChangeArrowheads="1"/>
          </p:cNvSpPr>
          <p:nvPr/>
        </p:nvSpPr>
        <p:spPr bwMode="auto">
          <a:xfrm>
            <a:off x="1828801" y="3443288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由题设</a:t>
            </a:r>
          </a:p>
        </p:txBody>
      </p:sp>
      <p:sp>
        <p:nvSpPr>
          <p:cNvPr id="322595" name="Text Box 35"/>
          <p:cNvSpPr txBox="1">
            <a:spLocks noChangeArrowheads="1"/>
          </p:cNvSpPr>
          <p:nvPr/>
        </p:nvSpPr>
        <p:spPr bwMode="auto">
          <a:xfrm>
            <a:off x="1823440" y="4918403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故有</a:t>
            </a:r>
          </a:p>
        </p:txBody>
      </p:sp>
      <p:sp>
        <p:nvSpPr>
          <p:cNvPr id="22" name="AutoShape 22"/>
          <p:cNvSpPr>
            <a:spLocks/>
          </p:cNvSpPr>
          <p:nvPr/>
        </p:nvSpPr>
        <p:spPr bwMode="auto">
          <a:xfrm>
            <a:off x="3380918" y="2388715"/>
            <a:ext cx="182730" cy="711669"/>
          </a:xfrm>
          <a:prstGeom prst="leftBrace">
            <a:avLst>
              <a:gd name="adj1" fmla="val 5984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3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257282"/>
              </p:ext>
            </p:extLst>
          </p:nvPr>
        </p:nvGraphicFramePr>
        <p:xfrm>
          <a:off x="3596374" y="2245443"/>
          <a:ext cx="35988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7" name="Equation" r:id="rId11" imgW="1574640" imgH="203040" progId="Equation.DSMT4">
                  <p:embed/>
                </p:oleObj>
              </mc:Choice>
              <mc:Fallback>
                <p:oleObj name="Equation" r:id="rId11" imgW="1574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6374" y="2245443"/>
                        <a:ext cx="35988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731733"/>
              </p:ext>
            </p:extLst>
          </p:nvPr>
        </p:nvGraphicFramePr>
        <p:xfrm>
          <a:off x="3572345" y="2698496"/>
          <a:ext cx="3519487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8" name="Equation" r:id="rId13" imgW="1574640" imgH="203040" progId="Equation.DSMT4">
                  <p:embed/>
                </p:oleObj>
              </mc:Choice>
              <mc:Fallback>
                <p:oleObj name="Equation" r:id="rId13" imgW="1574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2345" y="2698496"/>
                        <a:ext cx="3519487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303767" y="241841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即</a:t>
            </a:r>
            <a:endParaRPr lang="zh-CN" altLang="en-US" sz="2800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3894092" y="2680028"/>
            <a:ext cx="338527" cy="420356"/>
            <a:chOff x="3894092" y="2680028"/>
            <a:chExt cx="338527" cy="420356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3902169" y="2680028"/>
              <a:ext cx="330450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3894092" y="3100384"/>
              <a:ext cx="330450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4724275" y="2671545"/>
            <a:ext cx="347164" cy="430926"/>
            <a:chOff x="4724275" y="2671545"/>
            <a:chExt cx="347164" cy="430926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4740989" y="2671545"/>
              <a:ext cx="330450" cy="0"/>
            </a:xfrm>
            <a:prstGeom prst="line">
              <a:avLst/>
            </a:prstGeom>
            <a:ln w="2222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4724275" y="3102471"/>
              <a:ext cx="330450" cy="0"/>
            </a:xfrm>
            <a:prstGeom prst="line">
              <a:avLst/>
            </a:prstGeom>
            <a:ln w="2222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078074"/>
              </p:ext>
            </p:extLst>
          </p:nvPr>
        </p:nvGraphicFramePr>
        <p:xfrm>
          <a:off x="2893215" y="4265796"/>
          <a:ext cx="5016730" cy="103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9" name="Equation" r:id="rId15" imgW="2095200" imgH="431640" progId="Equation.DSMT4">
                  <p:embed/>
                </p:oleObj>
              </mc:Choice>
              <mc:Fallback>
                <p:oleObj name="Equation" r:id="rId15" imgW="2095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93215" y="4265796"/>
                        <a:ext cx="5016730" cy="1033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839525"/>
              </p:ext>
            </p:extLst>
          </p:nvPr>
        </p:nvGraphicFramePr>
        <p:xfrm>
          <a:off x="2903538" y="5180013"/>
          <a:ext cx="5046662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90" name="Equation" r:id="rId17" imgW="2108160" imgH="431640" progId="Equation.DSMT4">
                  <p:embed/>
                </p:oleObj>
              </mc:Choice>
              <mc:Fallback>
                <p:oleObj name="Equation" r:id="rId17" imgW="2108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03538" y="5180013"/>
                        <a:ext cx="5046662" cy="1033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140520" y="695237"/>
            <a:ext cx="1507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anose="02010600030101010101" pitchFamily="2" charset="-122"/>
              </a:rPr>
              <a:t>微分法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2133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5" grpId="0" autoUpdateAnimBg="0"/>
      <p:bldP spid="322569" grpId="0" autoUpdateAnimBg="0"/>
      <p:bldP spid="322582" grpId="0" animBg="1"/>
      <p:bldP spid="322585" grpId="0" animBg="1"/>
      <p:bldP spid="322594" grpId="0" build="p" autoUpdateAnimBg="0"/>
      <p:bldP spid="322595" grpId="0" build="p" autoUpdateAnimBg="0"/>
      <p:bldP spid="22" grpId="0" animBg="1"/>
      <p:bldP spid="2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6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643904"/>
              </p:ext>
            </p:extLst>
          </p:nvPr>
        </p:nvGraphicFramePr>
        <p:xfrm>
          <a:off x="6963183" y="3835990"/>
          <a:ext cx="43180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3" name="公式" r:id="rId3" imgW="419201" imgH="857366" progId="Equation.3">
                  <p:embed/>
                </p:oleObj>
              </mc:Choice>
              <mc:Fallback>
                <p:oleObj name="公式" r:id="rId3" imgW="419201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3183" y="3835990"/>
                        <a:ext cx="431800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247498"/>
              </p:ext>
            </p:extLst>
          </p:nvPr>
        </p:nvGraphicFramePr>
        <p:xfrm>
          <a:off x="7424315" y="3826079"/>
          <a:ext cx="2324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4" name="公式" r:id="rId5" imgW="2314629" imgH="904978" progId="Equation.3">
                  <p:embed/>
                </p:oleObj>
              </mc:Choice>
              <mc:Fallback>
                <p:oleObj name="公式" r:id="rId5" imgW="2314629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4315" y="3826079"/>
                        <a:ext cx="2324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555433"/>
              </p:ext>
            </p:extLst>
          </p:nvPr>
        </p:nvGraphicFramePr>
        <p:xfrm>
          <a:off x="7353300" y="2141688"/>
          <a:ext cx="2235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5" name="公式" r:id="rId7" imgW="2228915" imgH="904978" progId="Equation.3">
                  <p:embed/>
                </p:oleObj>
              </mc:Choice>
              <mc:Fallback>
                <p:oleObj name="公式" r:id="rId7" imgW="2228915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2141688"/>
                        <a:ext cx="2235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09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1528172" y="626210"/>
            <a:ext cx="1371600" cy="609600"/>
          </a:xfrm>
          <a:noFill/>
          <a:extLst/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1:</a:t>
            </a:r>
            <a:r>
              <a:rPr lang="zh-CN" altLang="en-US" sz="28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endParaRPr lang="en-US" altLang="zh-CN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246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878747"/>
              </p:ext>
            </p:extLst>
          </p:nvPr>
        </p:nvGraphicFramePr>
        <p:xfrm>
          <a:off x="2882084" y="747876"/>
          <a:ext cx="3149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6" name="公式" r:id="rId9" imgW="3143315" imgH="380897" progId="Equation.3">
                  <p:embed/>
                </p:oleObj>
              </mc:Choice>
              <mc:Fallback>
                <p:oleObj name="公式" r:id="rId9" imgW="314331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084" y="747876"/>
                        <a:ext cx="3149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856060"/>
              </p:ext>
            </p:extLst>
          </p:nvPr>
        </p:nvGraphicFramePr>
        <p:xfrm>
          <a:off x="2526484" y="1211671"/>
          <a:ext cx="711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7" name="公式" r:id="rId11" imgW="704799" imgH="828521" progId="Equation.3">
                  <p:embed/>
                </p:oleObj>
              </mc:Choice>
              <mc:Fallback>
                <p:oleObj name="公式" r:id="rId11" imgW="704799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6484" y="1211671"/>
                        <a:ext cx="711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708978"/>
              </p:ext>
            </p:extLst>
          </p:nvPr>
        </p:nvGraphicFramePr>
        <p:xfrm>
          <a:off x="3202733" y="1442279"/>
          <a:ext cx="39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8" name="公式" r:id="rId13" imgW="381029" imgH="409742" progId="Equation.3">
                  <p:embed/>
                </p:oleObj>
              </mc:Choice>
              <mc:Fallback>
                <p:oleObj name="公式" r:id="rId13" imgW="381029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2733" y="1442279"/>
                        <a:ext cx="393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767526"/>
              </p:ext>
            </p:extLst>
          </p:nvPr>
        </p:nvGraphicFramePr>
        <p:xfrm>
          <a:off x="3638550" y="1237420"/>
          <a:ext cx="1384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9" name="公式" r:id="rId15" imgW="1371774" imgH="828521" progId="Equation.3">
                  <p:embed/>
                </p:oleObj>
              </mc:Choice>
              <mc:Fallback>
                <p:oleObj name="公式" r:id="rId15" imgW="1371774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0" y="1237420"/>
                        <a:ext cx="1384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332586"/>
              </p:ext>
            </p:extLst>
          </p:nvPr>
        </p:nvGraphicFramePr>
        <p:xfrm>
          <a:off x="5013776" y="1446970"/>
          <a:ext cx="660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0" name="公式" r:id="rId17" imgW="647541" imgH="409742" progId="Equation.3">
                  <p:embed/>
                </p:oleObj>
              </mc:Choice>
              <mc:Fallback>
                <p:oleObj name="公式" r:id="rId17" imgW="6475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776" y="1446970"/>
                        <a:ext cx="660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176504"/>
              </p:ext>
            </p:extLst>
          </p:nvPr>
        </p:nvGraphicFramePr>
        <p:xfrm>
          <a:off x="5718626" y="1237420"/>
          <a:ext cx="20812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1" name="公式" r:id="rId19" imgW="2076573" imgH="828521" progId="Equation.3">
                  <p:embed/>
                </p:oleObj>
              </mc:Choice>
              <mc:Fallback>
                <p:oleObj name="公式" r:id="rId19" imgW="2076573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8626" y="1237420"/>
                        <a:ext cx="20812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20" name="AutoShape 12"/>
          <p:cNvSpPr>
            <a:spLocks noChangeArrowheads="1"/>
          </p:cNvSpPr>
          <p:nvPr/>
        </p:nvSpPr>
        <p:spPr bwMode="auto">
          <a:xfrm>
            <a:off x="5991357" y="2476500"/>
            <a:ext cx="914400" cy="152400"/>
          </a:xfrm>
          <a:prstGeom prst="rightArrow">
            <a:avLst>
              <a:gd name="adj1" fmla="val 50000"/>
              <a:gd name="adj2" fmla="val 1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46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684578"/>
              </p:ext>
            </p:extLst>
          </p:nvPr>
        </p:nvGraphicFramePr>
        <p:xfrm>
          <a:off x="6895721" y="2133600"/>
          <a:ext cx="431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2" name="公式" r:id="rId21" imgW="419201" imgH="828521" progId="Equation.3">
                  <p:embed/>
                </p:oleObj>
              </mc:Choice>
              <mc:Fallback>
                <p:oleObj name="公式" r:id="rId21" imgW="419201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5721" y="2133600"/>
                        <a:ext cx="431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935944"/>
              </p:ext>
            </p:extLst>
          </p:nvPr>
        </p:nvGraphicFramePr>
        <p:xfrm>
          <a:off x="7798630" y="2061334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3" name="公式" r:id="rId23" imgW="1428685" imgH="409742" progId="Equation.3">
                  <p:embed/>
                </p:oleObj>
              </mc:Choice>
              <mc:Fallback>
                <p:oleObj name="公式" r:id="rId23" imgW="14286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8630" y="2061334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216843"/>
              </p:ext>
            </p:extLst>
          </p:nvPr>
        </p:nvGraphicFramePr>
        <p:xfrm>
          <a:off x="7644717" y="2626519"/>
          <a:ext cx="19542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4" name="公式" r:id="rId25" imgW="1942970" imgH="409742" progId="Equation.3">
                  <p:embed/>
                </p:oleObj>
              </mc:Choice>
              <mc:Fallback>
                <p:oleObj name="公式" r:id="rId25" imgW="1942970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4717" y="2626519"/>
                        <a:ext cx="19542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24" name="Text Box 16"/>
          <p:cNvSpPr txBox="1">
            <a:spLocks noChangeArrowheads="1"/>
          </p:cNvSpPr>
          <p:nvPr/>
        </p:nvSpPr>
        <p:spPr bwMode="auto">
          <a:xfrm>
            <a:off x="1878150" y="1392273"/>
            <a:ext cx="53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3246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12735"/>
              </p:ext>
            </p:extLst>
          </p:nvPr>
        </p:nvGraphicFramePr>
        <p:xfrm>
          <a:off x="2526484" y="3331754"/>
          <a:ext cx="469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5" name="公式" r:id="rId27" imgW="457374" imgH="295404" progId="Equation.3">
                  <p:embed/>
                </p:oleObj>
              </mc:Choice>
              <mc:Fallback>
                <p:oleObj name="公式" r:id="rId27" imgW="457374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6484" y="3331754"/>
                        <a:ext cx="4699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752736"/>
              </p:ext>
            </p:extLst>
          </p:nvPr>
        </p:nvGraphicFramePr>
        <p:xfrm>
          <a:off x="3005883" y="3276600"/>
          <a:ext cx="39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6" name="公式" r:id="rId29" imgW="381029" imgH="409742" progId="Equation.3">
                  <p:embed/>
                </p:oleObj>
              </mc:Choice>
              <mc:Fallback>
                <p:oleObj name="公式" r:id="rId29" imgW="381029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883" y="3276600"/>
                        <a:ext cx="393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4937"/>
              </p:ext>
            </p:extLst>
          </p:nvPr>
        </p:nvGraphicFramePr>
        <p:xfrm>
          <a:off x="3399583" y="3083754"/>
          <a:ext cx="1384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7" name="公式" r:id="rId31" imgW="1371774" imgH="857366" progId="Equation.3">
                  <p:embed/>
                </p:oleObj>
              </mc:Choice>
              <mc:Fallback>
                <p:oleObj name="公式" r:id="rId31" imgW="1371774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9583" y="3083754"/>
                        <a:ext cx="13843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276289"/>
              </p:ext>
            </p:extLst>
          </p:nvPr>
        </p:nvGraphicFramePr>
        <p:xfrm>
          <a:off x="4826001" y="3276600"/>
          <a:ext cx="660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8" name="公式" r:id="rId33" imgW="647541" imgH="409742" progId="Equation.3">
                  <p:embed/>
                </p:oleObj>
              </mc:Choice>
              <mc:Fallback>
                <p:oleObj name="公式" r:id="rId33" imgW="6475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1" y="3276600"/>
                        <a:ext cx="660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28938"/>
              </p:ext>
            </p:extLst>
          </p:nvPr>
        </p:nvGraphicFramePr>
        <p:xfrm>
          <a:off x="5472870" y="3034230"/>
          <a:ext cx="20431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9" name="公式" r:id="rId35" imgW="2038401" imgH="857366" progId="Equation.3">
                  <p:embed/>
                </p:oleObj>
              </mc:Choice>
              <mc:Fallback>
                <p:oleObj name="公式" r:id="rId35" imgW="2038401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870" y="3034230"/>
                        <a:ext cx="20431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30" name="Text Box 22"/>
          <p:cNvSpPr txBox="1">
            <a:spLocks noChangeArrowheads="1"/>
          </p:cNvSpPr>
          <p:nvPr/>
        </p:nvSpPr>
        <p:spPr bwMode="auto">
          <a:xfrm>
            <a:off x="1883186" y="3255998"/>
            <a:ext cx="500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324631" name="AutoShape 23"/>
          <p:cNvSpPr>
            <a:spLocks noChangeArrowheads="1"/>
          </p:cNvSpPr>
          <p:nvPr/>
        </p:nvSpPr>
        <p:spPr bwMode="auto">
          <a:xfrm>
            <a:off x="5955569" y="4194924"/>
            <a:ext cx="914400" cy="152400"/>
          </a:xfrm>
          <a:prstGeom prst="rightArrow">
            <a:avLst>
              <a:gd name="adj1" fmla="val 50000"/>
              <a:gd name="adj2" fmla="val 1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463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616873"/>
              </p:ext>
            </p:extLst>
          </p:nvPr>
        </p:nvGraphicFramePr>
        <p:xfrm>
          <a:off x="7748005" y="3791744"/>
          <a:ext cx="1955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0" name="公式" r:id="rId37" imgW="1942970" imgH="409742" progId="Equation.3">
                  <p:embed/>
                </p:oleObj>
              </mc:Choice>
              <mc:Fallback>
                <p:oleObj name="公式" r:id="rId37" imgW="1942970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8005" y="3791744"/>
                        <a:ext cx="1955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55791"/>
              </p:ext>
            </p:extLst>
          </p:nvPr>
        </p:nvGraphicFramePr>
        <p:xfrm>
          <a:off x="7973830" y="4270171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1" name="公式" r:id="rId39" imgW="1428685" imgH="409742" progId="Equation.3">
                  <p:embed/>
                </p:oleObj>
              </mc:Choice>
              <mc:Fallback>
                <p:oleObj name="公式" r:id="rId39" imgW="14286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3830" y="4270171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790463"/>
              </p:ext>
            </p:extLst>
          </p:nvPr>
        </p:nvGraphicFramePr>
        <p:xfrm>
          <a:off x="7092609" y="5340205"/>
          <a:ext cx="431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2" name="公式" r:id="rId41" imgW="419201" imgH="904978" progId="Equation.3">
                  <p:embed/>
                </p:oleObj>
              </mc:Choice>
              <mc:Fallback>
                <p:oleObj name="公式" r:id="rId41" imgW="419201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609" y="5340205"/>
                        <a:ext cx="431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90571"/>
              </p:ext>
            </p:extLst>
          </p:nvPr>
        </p:nvGraphicFramePr>
        <p:xfrm>
          <a:off x="7644717" y="5302105"/>
          <a:ext cx="2309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3" name="公式" r:id="rId43" imgW="2304913" imgH="904978" progId="Equation.3">
                  <p:embed/>
                </p:oleObj>
              </mc:Choice>
              <mc:Fallback>
                <p:oleObj name="公式" r:id="rId43" imgW="2304913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4717" y="5302105"/>
                        <a:ext cx="23098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905878"/>
              </p:ext>
            </p:extLst>
          </p:nvPr>
        </p:nvGraphicFramePr>
        <p:xfrm>
          <a:off x="2454192" y="4854575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4" name="公式" r:id="rId45" imgW="485829" imgH="304787" progId="Equation.3">
                  <p:embed/>
                </p:oleObj>
              </mc:Choice>
              <mc:Fallback>
                <p:oleObj name="公式" r:id="rId45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192" y="4854575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555637"/>
              </p:ext>
            </p:extLst>
          </p:nvPr>
        </p:nvGraphicFramePr>
        <p:xfrm>
          <a:off x="2932113" y="4819300"/>
          <a:ext cx="39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5" name="公式" r:id="rId47" imgW="381029" imgH="409742" progId="Equation.3">
                  <p:embed/>
                </p:oleObj>
              </mc:Choice>
              <mc:Fallback>
                <p:oleObj name="公式" r:id="rId47" imgW="381029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113" y="4819300"/>
                        <a:ext cx="393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435642"/>
              </p:ext>
            </p:extLst>
          </p:nvPr>
        </p:nvGraphicFramePr>
        <p:xfrm>
          <a:off x="3326607" y="4599059"/>
          <a:ext cx="1384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6" name="公式" r:id="rId49" imgW="1371774" imgH="904978" progId="Equation.3">
                  <p:embed/>
                </p:oleObj>
              </mc:Choice>
              <mc:Fallback>
                <p:oleObj name="公式" r:id="rId49" imgW="137177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6607" y="4599059"/>
                        <a:ext cx="1384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510745"/>
              </p:ext>
            </p:extLst>
          </p:nvPr>
        </p:nvGraphicFramePr>
        <p:xfrm>
          <a:off x="4730750" y="4800600"/>
          <a:ext cx="660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7" name="公式" r:id="rId51" imgW="647541" imgH="409742" progId="Equation.3">
                  <p:embed/>
                </p:oleObj>
              </mc:Choice>
              <mc:Fallback>
                <p:oleObj name="公式" r:id="rId51" imgW="6475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4800600"/>
                        <a:ext cx="660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4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617628"/>
              </p:ext>
            </p:extLst>
          </p:nvPr>
        </p:nvGraphicFramePr>
        <p:xfrm>
          <a:off x="5460207" y="4595564"/>
          <a:ext cx="1993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8" name="公式" r:id="rId53" imgW="1981142" imgH="904978" progId="Equation.3">
                  <p:embed/>
                </p:oleObj>
              </mc:Choice>
              <mc:Fallback>
                <p:oleObj name="公式" r:id="rId53" imgW="1981142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0207" y="4595564"/>
                        <a:ext cx="1993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41" name="Text Box 33"/>
          <p:cNvSpPr txBox="1">
            <a:spLocks noChangeArrowheads="1"/>
          </p:cNvSpPr>
          <p:nvPr/>
        </p:nvSpPr>
        <p:spPr bwMode="auto">
          <a:xfrm>
            <a:off x="1905000" y="4769294"/>
            <a:ext cx="500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324642" name="AutoShape 34"/>
          <p:cNvSpPr>
            <a:spLocks noChangeArrowheads="1"/>
          </p:cNvSpPr>
          <p:nvPr/>
        </p:nvSpPr>
        <p:spPr bwMode="auto">
          <a:xfrm>
            <a:off x="5942014" y="5651500"/>
            <a:ext cx="1030287" cy="171450"/>
          </a:xfrm>
          <a:prstGeom prst="rightArrow">
            <a:avLst>
              <a:gd name="adj1" fmla="val 50000"/>
              <a:gd name="adj2" fmla="val 15023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4643" name="Object 35"/>
          <p:cNvGraphicFramePr>
            <a:graphicFrameLocks noChangeAspect="1"/>
          </p:cNvGraphicFramePr>
          <p:nvPr/>
        </p:nvGraphicFramePr>
        <p:xfrm>
          <a:off x="8356600" y="5270500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9" name="公式" r:id="rId55" imgW="1428685" imgH="409742" progId="Equation.3">
                  <p:embed/>
                </p:oleObj>
              </mc:Choice>
              <mc:Fallback>
                <p:oleObj name="公式" r:id="rId55" imgW="14286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0" y="5270500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44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182201"/>
              </p:ext>
            </p:extLst>
          </p:nvPr>
        </p:nvGraphicFramePr>
        <p:xfrm>
          <a:off x="8356600" y="5797405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0" name="公式" r:id="rId57" imgW="1428685" imgH="409742" progId="Equation.3">
                  <p:embed/>
                </p:oleObj>
              </mc:Choice>
              <mc:Fallback>
                <p:oleObj name="公式" r:id="rId57" imgW="14286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0" y="5797405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096157" y="626210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3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812830"/>
              </p:ext>
            </p:extLst>
          </p:nvPr>
        </p:nvGraphicFramePr>
        <p:xfrm>
          <a:off x="6673267" y="444463"/>
          <a:ext cx="2052638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1" name="公式" r:id="rId59" imgW="2076573" imgH="904978" progId="Equation.3">
                  <p:embed/>
                </p:oleObj>
              </mc:Choice>
              <mc:Fallback>
                <p:oleObj name="公式" r:id="rId59" imgW="2076573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3267" y="444463"/>
                        <a:ext cx="2052638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8"/>
          <p:cNvSpPr txBox="1">
            <a:spLocks noChangeArrowheads="1"/>
          </p:cNvSpPr>
          <p:nvPr/>
        </p:nvSpPr>
        <p:spPr bwMode="auto">
          <a:xfrm>
            <a:off x="203294" y="152075"/>
            <a:ext cx="3168121" cy="5847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练习   </a:t>
            </a:r>
            <a:endParaRPr lang="zh-CN" altLang="en-US" sz="32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279354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4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24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2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24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2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2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2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2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2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2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2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2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2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24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2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2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2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2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2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2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2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20" grpId="0" animBg="1"/>
      <p:bldP spid="324624" grpId="0" autoUpdateAnimBg="0"/>
      <p:bldP spid="324630" grpId="0" autoUpdateAnimBg="0"/>
      <p:bldP spid="324631" grpId="0" animBg="1"/>
      <p:bldP spid="324641" grpId="0" autoUpdateAnimBg="0"/>
      <p:bldP spid="32464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5634" name="Object 2"/>
          <p:cNvGraphicFramePr>
            <a:graphicFrameLocks noChangeAspect="1"/>
          </p:cNvGraphicFramePr>
          <p:nvPr/>
        </p:nvGraphicFramePr>
        <p:xfrm>
          <a:off x="3492501" y="1073150"/>
          <a:ext cx="34131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19" name="公式" r:id="rId3" imgW="3143315" imgH="380897" progId="Equation.3">
                  <p:embed/>
                </p:oleObj>
              </mc:Choice>
              <mc:Fallback>
                <p:oleObj name="公式" r:id="rId3" imgW="314331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1" y="1073150"/>
                        <a:ext cx="34131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31" name="Rectangle 3"/>
          <p:cNvSpPr>
            <a:spLocks noGrp="1" noChangeArrowheads="1"/>
          </p:cNvSpPr>
          <p:nvPr>
            <p:ph type="title"/>
          </p:nvPr>
        </p:nvSpPr>
        <p:spPr>
          <a:xfrm>
            <a:off x="2086692" y="339726"/>
            <a:ext cx="9193884" cy="660399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微分法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全微分形式不变性同时求出各偏导数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25636" name="Object 4"/>
          <p:cNvGraphicFramePr>
            <a:graphicFrameLocks noChangeAspect="1"/>
          </p:cNvGraphicFramePr>
          <p:nvPr/>
        </p:nvGraphicFramePr>
        <p:xfrm>
          <a:off x="6024563" y="3789363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0" name="公式" r:id="rId5" imgW="590630" imgH="904978" progId="Equation.3">
                  <p:embed/>
                </p:oleObj>
              </mc:Choice>
              <mc:Fallback>
                <p:oleObj name="公式" r:id="rId5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3789363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7" name="Object 5"/>
          <p:cNvGraphicFramePr>
            <a:graphicFrameLocks noChangeAspect="1"/>
          </p:cNvGraphicFramePr>
          <p:nvPr/>
        </p:nvGraphicFramePr>
        <p:xfrm>
          <a:off x="2247900" y="1724025"/>
          <a:ext cx="7874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1" name="公式" r:id="rId7" imgW="714516" imgH="323901" progId="Equation.3">
                  <p:embed/>
                </p:oleObj>
              </mc:Choice>
              <mc:Fallback>
                <p:oleObj name="公式" r:id="rId7" imgW="714516" imgH="3239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1724025"/>
                        <a:ext cx="7874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180655"/>
              </p:ext>
            </p:extLst>
          </p:nvPr>
        </p:nvGraphicFramePr>
        <p:xfrm>
          <a:off x="2976563" y="1622425"/>
          <a:ext cx="560387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2" name="Equation" r:id="rId9" imgW="203040" imgH="228600" progId="Equation.DSMT4">
                  <p:embed/>
                </p:oleObj>
              </mc:Choice>
              <mc:Fallback>
                <p:oleObj name="Equation" r:id="rId9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3" y="1622425"/>
                        <a:ext cx="560387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9" name="Object 7"/>
          <p:cNvGraphicFramePr>
            <a:graphicFrameLocks noChangeAspect="1"/>
          </p:cNvGraphicFramePr>
          <p:nvPr/>
        </p:nvGraphicFramePr>
        <p:xfrm>
          <a:off x="3416300" y="1706563"/>
          <a:ext cx="246538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3" name="公式" r:id="rId11" imgW="2267087" imgH="409742" progId="Equation.3">
                  <p:embed/>
                </p:oleObj>
              </mc:Choice>
              <mc:Fallback>
                <p:oleObj name="公式" r:id="rId11" imgW="2267087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1706563"/>
                        <a:ext cx="2465388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0" name="Object 8"/>
          <p:cNvGraphicFramePr>
            <a:graphicFrameLocks noChangeAspect="1"/>
          </p:cNvGraphicFramePr>
          <p:nvPr/>
        </p:nvGraphicFramePr>
        <p:xfrm>
          <a:off x="5900738" y="1701801"/>
          <a:ext cx="7175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4" name="公式" r:id="rId13" imgW="647541" imgH="409742" progId="Equation.3">
                  <p:embed/>
                </p:oleObj>
              </mc:Choice>
              <mc:Fallback>
                <p:oleObj name="公式" r:id="rId13" imgW="6475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1701801"/>
                        <a:ext cx="71755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613354"/>
              </p:ext>
            </p:extLst>
          </p:nvPr>
        </p:nvGraphicFramePr>
        <p:xfrm>
          <a:off x="6650038" y="1711833"/>
          <a:ext cx="384333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5" name="公式" r:id="rId15" imgW="3533714" imgH="409742" progId="Equation.3">
                  <p:embed/>
                </p:oleObj>
              </mc:Choice>
              <mc:Fallback>
                <p:oleObj name="公式" r:id="rId15" imgW="3533714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038" y="1711833"/>
                        <a:ext cx="384333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2" name="Object 10"/>
          <p:cNvGraphicFramePr>
            <a:graphicFrameLocks noChangeAspect="1"/>
          </p:cNvGraphicFramePr>
          <p:nvPr/>
        </p:nvGraphicFramePr>
        <p:xfrm>
          <a:off x="2189164" y="2211388"/>
          <a:ext cx="134778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6" name="公式" r:id="rId17" imgW="1333601" imgH="419126" progId="Equation.3">
                  <p:embed/>
                </p:oleObj>
              </mc:Choice>
              <mc:Fallback>
                <p:oleObj name="公式" r:id="rId17" imgW="133360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4" y="2211388"/>
                        <a:ext cx="1347787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3" name="Object 11"/>
          <p:cNvGraphicFramePr>
            <a:graphicFrameLocks noChangeAspect="1"/>
          </p:cNvGraphicFramePr>
          <p:nvPr/>
        </p:nvGraphicFramePr>
        <p:xfrm>
          <a:off x="2859088" y="2714625"/>
          <a:ext cx="60817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7" name="公式" r:id="rId19" imgW="6077030" imgH="904978" progId="Equation.3">
                  <p:embed/>
                </p:oleObj>
              </mc:Choice>
              <mc:Fallback>
                <p:oleObj name="公式" r:id="rId19" imgW="60770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2714625"/>
                        <a:ext cx="60817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4" name="Object 12"/>
          <p:cNvGraphicFramePr>
            <a:graphicFrameLocks noChangeAspect="1"/>
          </p:cNvGraphicFramePr>
          <p:nvPr/>
        </p:nvGraphicFramePr>
        <p:xfrm>
          <a:off x="5214938" y="3225800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8" name="公式" r:id="rId21" imgW="1428685" imgH="409742" progId="Equation.3">
                  <p:embed/>
                </p:oleObj>
              </mc:Choice>
              <mc:Fallback>
                <p:oleObj name="公式" r:id="rId21" imgW="14286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3225800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5" name="Object 13"/>
          <p:cNvGraphicFramePr>
            <a:graphicFrameLocks noChangeAspect="1"/>
          </p:cNvGraphicFramePr>
          <p:nvPr/>
        </p:nvGraphicFramePr>
        <p:xfrm>
          <a:off x="6057901" y="2692400"/>
          <a:ext cx="2932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9" name="公式" r:id="rId23" imgW="2924345" imgH="409742" progId="Equation.3">
                  <p:embed/>
                </p:oleObj>
              </mc:Choice>
              <mc:Fallback>
                <p:oleObj name="公式" r:id="rId23" imgW="292434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1" y="2692400"/>
                        <a:ext cx="29321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6" name="Object 14"/>
          <p:cNvGraphicFramePr>
            <a:graphicFrameLocks noChangeAspect="1"/>
          </p:cNvGraphicFramePr>
          <p:nvPr/>
        </p:nvGraphicFramePr>
        <p:xfrm>
          <a:off x="3619501" y="2654300"/>
          <a:ext cx="24622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30" name="公式" r:id="rId25" imgW="2457602" imgH="409742" progId="Equation.3">
                  <p:embed/>
                </p:oleObj>
              </mc:Choice>
              <mc:Fallback>
                <p:oleObj name="公式" r:id="rId25" imgW="2457602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1" y="2654300"/>
                        <a:ext cx="24622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7" name="Object 15"/>
          <p:cNvGraphicFramePr>
            <a:graphicFrameLocks noChangeAspect="1"/>
          </p:cNvGraphicFramePr>
          <p:nvPr/>
        </p:nvGraphicFramePr>
        <p:xfrm>
          <a:off x="6816725" y="3789363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31" name="公式" r:id="rId27" imgW="590630" imgH="904978" progId="Equation.3">
                  <p:embed/>
                </p:oleObj>
              </mc:Choice>
              <mc:Fallback>
                <p:oleObj name="公式" r:id="rId27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5" y="3789363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5655" name="Text Box 23"/>
          <p:cNvSpPr txBox="1">
            <a:spLocks noChangeArrowheads="1"/>
          </p:cNvSpPr>
          <p:nvPr/>
        </p:nvSpPr>
        <p:spPr bwMode="auto">
          <a:xfrm>
            <a:off x="2063751" y="4005263"/>
            <a:ext cx="3902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由</a:t>
            </a:r>
            <a:r>
              <a:rPr lang="en-US" altLang="zh-CN" sz="2800" b="1">
                <a:ea typeface="楷体_GB2312" pitchFamily="49" charset="-122"/>
              </a:rPr>
              <a:t>d </a:t>
            </a:r>
            <a:r>
              <a:rPr lang="en-US" altLang="zh-CN" sz="2800" b="1" i="1">
                <a:ea typeface="楷体_GB2312" pitchFamily="49" charset="-122"/>
              </a:rPr>
              <a:t>y</a:t>
            </a:r>
            <a:r>
              <a:rPr lang="en-US" altLang="zh-CN" sz="2800" b="1">
                <a:ea typeface="楷体_GB2312" pitchFamily="49" charset="-122"/>
              </a:rPr>
              <a:t>, d </a:t>
            </a:r>
            <a:r>
              <a:rPr lang="en-US" altLang="zh-CN" sz="2800" b="1" i="1">
                <a:ea typeface="楷体_GB2312" pitchFamily="49" charset="-122"/>
              </a:rPr>
              <a:t>z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的系数即可得</a:t>
            </a:r>
          </a:p>
        </p:txBody>
      </p:sp>
    </p:spTree>
    <p:extLst>
      <p:ext uri="{BB962C8B-B14F-4D97-AF65-F5344CB8AC3E}">
        <p14:creationId xmlns:p14="http://schemas.microsoft.com/office/powerpoint/2010/main" val="11093428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5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2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55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6658" name="Object 2"/>
          <p:cNvGraphicFramePr>
            <a:graphicFrameLocks noChangeAspect="1"/>
          </p:cNvGraphicFramePr>
          <p:nvPr/>
        </p:nvGraphicFramePr>
        <p:xfrm>
          <a:off x="3497263" y="987426"/>
          <a:ext cx="30353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2" name="公式" r:id="rId3" imgW="3000342" imgH="400011" progId="Equation.3">
                  <p:embed/>
                </p:oleObj>
              </mc:Choice>
              <mc:Fallback>
                <p:oleObj name="公式" r:id="rId3" imgW="3000342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987426"/>
                        <a:ext cx="30353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59" name="Object 3"/>
          <p:cNvGraphicFramePr>
            <a:graphicFrameLocks noChangeAspect="1"/>
          </p:cNvGraphicFramePr>
          <p:nvPr/>
        </p:nvGraphicFramePr>
        <p:xfrm>
          <a:off x="2405063" y="1563688"/>
          <a:ext cx="2006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3" name="公式" r:id="rId5" imgW="2000228" imgH="495236" progId="Equation.3">
                  <p:embed/>
                </p:oleObj>
              </mc:Choice>
              <mc:Fallback>
                <p:oleObj name="公式" r:id="rId5" imgW="2000228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1563688"/>
                        <a:ext cx="2006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1" name="Object 5"/>
          <p:cNvGraphicFramePr>
            <a:graphicFrameLocks noChangeAspect="1"/>
          </p:cNvGraphicFramePr>
          <p:nvPr/>
        </p:nvGraphicFramePr>
        <p:xfrm>
          <a:off x="7085014" y="1419226"/>
          <a:ext cx="109378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4" name="公式" r:id="rId7" imgW="1085828" imgH="904978" progId="Equation.3">
                  <p:embed/>
                </p:oleObj>
              </mc:Choice>
              <mc:Fallback>
                <p:oleObj name="公式" r:id="rId7" imgW="1085828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5014" y="1419226"/>
                        <a:ext cx="109378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62" name="Text Box 6"/>
          <p:cNvSpPr txBox="1">
            <a:spLocks noChangeArrowheads="1"/>
          </p:cNvSpPr>
          <p:nvPr/>
        </p:nvSpPr>
        <p:spPr bwMode="auto">
          <a:xfrm>
            <a:off x="6456363" y="908051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分别由下列两式确定 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sp>
        <p:nvSpPr>
          <p:cNvPr id="326663" name="Text Box 7"/>
          <p:cNvSpPr txBox="1">
            <a:spLocks noChangeArrowheads="1"/>
          </p:cNvSpPr>
          <p:nvPr/>
        </p:nvSpPr>
        <p:spPr bwMode="auto">
          <a:xfrm>
            <a:off x="2063750" y="90805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又函数</a:t>
            </a:r>
          </a:p>
        </p:txBody>
      </p:sp>
      <p:graphicFrame>
        <p:nvGraphicFramePr>
          <p:cNvPr id="3266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158758"/>
              </p:ext>
            </p:extLst>
          </p:nvPr>
        </p:nvGraphicFramePr>
        <p:xfrm>
          <a:off x="3143672" y="283925"/>
          <a:ext cx="2133600" cy="508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5" name="Equation" r:id="rId9" imgW="888840" imgH="203040" progId="Equation.DSMT4">
                  <p:embed/>
                </p:oleObj>
              </mc:Choice>
              <mc:Fallback>
                <p:oleObj name="Equation" r:id="rId9" imgW="888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2" y="283925"/>
                        <a:ext cx="2133600" cy="508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65" name="Text Box 9"/>
          <p:cNvSpPr txBox="1">
            <a:spLocks noChangeArrowheads="1"/>
          </p:cNvSpPr>
          <p:nvPr/>
        </p:nvSpPr>
        <p:spPr bwMode="auto">
          <a:xfrm>
            <a:off x="5303838" y="311150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有连续的一阶偏导数 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sp>
        <p:nvSpPr>
          <p:cNvPr id="326666" name="Text Box 10"/>
          <p:cNvSpPr txBox="1">
            <a:spLocks noChangeArrowheads="1"/>
          </p:cNvSpPr>
          <p:nvPr/>
        </p:nvSpPr>
        <p:spPr bwMode="auto">
          <a:xfrm>
            <a:off x="2102840" y="274638"/>
            <a:ext cx="1040832" cy="519113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ea typeface="仿宋_GB2312" pitchFamily="49" charset="-122"/>
              </a:rPr>
              <a:t>2.</a:t>
            </a:r>
            <a:r>
              <a:rPr lang="en-US" altLang="zh-CN" sz="2800" b="1" dirty="0" smtClean="0">
                <a:solidFill>
                  <a:schemeClr val="tx2"/>
                </a:solidFill>
                <a:ea typeface="仿宋_GB2312" pitchFamily="49" charset="-122"/>
              </a:rPr>
              <a:t> </a:t>
            </a:r>
            <a:r>
              <a:rPr lang="en-US" altLang="zh-CN" sz="2800" b="1" dirty="0" smtClean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设</a:t>
            </a:r>
          </a:p>
        </p:txBody>
      </p:sp>
      <p:sp>
        <p:nvSpPr>
          <p:cNvPr id="326667" name="Text Box 11"/>
          <p:cNvSpPr txBox="1">
            <a:spLocks noChangeArrowheads="1"/>
          </p:cNvSpPr>
          <p:nvPr/>
        </p:nvSpPr>
        <p:spPr bwMode="auto">
          <a:xfrm>
            <a:off x="2133600" y="2362201"/>
            <a:ext cx="640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ea typeface="楷体_GB2312" pitchFamily="49" charset="-122"/>
              </a:rPr>
              <a:t>两个隐函数方程两边对 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求导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326668" name="Object 12"/>
          <p:cNvGraphicFramePr>
            <a:graphicFrameLocks noChangeAspect="1"/>
          </p:cNvGraphicFramePr>
          <p:nvPr/>
        </p:nvGraphicFramePr>
        <p:xfrm>
          <a:off x="3481388" y="5321300"/>
          <a:ext cx="51292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6" name="公式" r:id="rId11" imgW="5124457" imgH="981088" progId="Equation.3">
                  <p:embed/>
                </p:oleObj>
              </mc:Choice>
              <mc:Fallback>
                <p:oleObj name="公式" r:id="rId11" imgW="5124457" imgH="981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8" y="5321300"/>
                        <a:ext cx="5129212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9" name="Object 13"/>
          <p:cNvGraphicFramePr>
            <a:graphicFrameLocks noChangeAspect="1"/>
          </p:cNvGraphicFramePr>
          <p:nvPr/>
        </p:nvGraphicFramePr>
        <p:xfrm>
          <a:off x="9451976" y="2654300"/>
          <a:ext cx="22542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7" name="Equation" r:id="rId13" imgW="218970" imgH="228677" progId="Equation.3">
                  <p:embed/>
                </p:oleObj>
              </mc:Choice>
              <mc:Fallback>
                <p:oleObj name="Equation" r:id="rId13" imgW="218970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51976" y="2654300"/>
                        <a:ext cx="225425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6670" name="Group 14"/>
          <p:cNvGrpSpPr>
            <a:grpSpLocks/>
          </p:cNvGrpSpPr>
          <p:nvPr/>
        </p:nvGrpSpPr>
        <p:grpSpPr bwMode="auto">
          <a:xfrm>
            <a:off x="9196393" y="2941638"/>
            <a:ext cx="668338" cy="1314451"/>
            <a:chOff x="4593" y="720"/>
            <a:chExt cx="421" cy="828"/>
          </a:xfrm>
        </p:grpSpPr>
        <p:sp>
          <p:nvSpPr>
            <p:cNvPr id="177194" name="Line 15"/>
            <p:cNvSpPr>
              <a:spLocks noChangeShapeType="1"/>
            </p:cNvSpPr>
            <p:nvPr/>
          </p:nvSpPr>
          <p:spPr bwMode="auto">
            <a:xfrm flipH="1">
              <a:off x="4593" y="720"/>
              <a:ext cx="207" cy="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95" name="Line 16"/>
            <p:cNvSpPr>
              <a:spLocks noChangeShapeType="1"/>
            </p:cNvSpPr>
            <p:nvPr/>
          </p:nvSpPr>
          <p:spPr bwMode="auto">
            <a:xfrm>
              <a:off x="4800" y="720"/>
              <a:ext cx="0" cy="8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96" name="Line 17"/>
            <p:cNvSpPr>
              <a:spLocks noChangeShapeType="1"/>
            </p:cNvSpPr>
            <p:nvPr/>
          </p:nvSpPr>
          <p:spPr bwMode="auto">
            <a:xfrm>
              <a:off x="4800" y="720"/>
              <a:ext cx="214" cy="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881255" y="3750326"/>
            <a:ext cx="1196975" cy="1022290"/>
            <a:chOff x="8954280" y="4101753"/>
            <a:chExt cx="1196975" cy="1022290"/>
          </a:xfrm>
        </p:grpSpPr>
        <p:graphicFrame>
          <p:nvGraphicFramePr>
            <p:cNvPr id="326674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7090747"/>
                </p:ext>
              </p:extLst>
            </p:nvPr>
          </p:nvGraphicFramePr>
          <p:xfrm>
            <a:off x="8954280" y="4101753"/>
            <a:ext cx="1196975" cy="395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88" name="Equation" r:id="rId15" imgW="507960" imgH="164880" progId="Equation.DSMT4">
                    <p:embed/>
                  </p:oleObj>
                </mc:Choice>
                <mc:Fallback>
                  <p:oleObj name="Equation" r:id="rId15" imgW="50796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54280" y="4101753"/>
                          <a:ext cx="1196975" cy="395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92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0605474"/>
                </p:ext>
              </p:extLst>
            </p:nvPr>
          </p:nvGraphicFramePr>
          <p:xfrm>
            <a:off x="9364560" y="4758918"/>
            <a:ext cx="390525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89" name="Equation" r:id="rId17" imgW="139680" imgH="139680" progId="Equation.DSMT4">
                    <p:embed/>
                  </p:oleObj>
                </mc:Choice>
                <mc:Fallback>
                  <p:oleObj name="Equation" r:id="rId17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64560" y="4758918"/>
                          <a:ext cx="390525" cy="365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6681" name="Line 25"/>
          <p:cNvSpPr>
            <a:spLocks noChangeShapeType="1"/>
          </p:cNvSpPr>
          <p:nvPr/>
        </p:nvSpPr>
        <p:spPr bwMode="auto">
          <a:xfrm>
            <a:off x="2495600" y="2091353"/>
            <a:ext cx="1752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26682" name="Object 26"/>
          <p:cNvGraphicFramePr>
            <a:graphicFrameLocks noChangeAspect="1"/>
          </p:cNvGraphicFramePr>
          <p:nvPr/>
        </p:nvGraphicFramePr>
        <p:xfrm>
          <a:off x="3862388" y="2914650"/>
          <a:ext cx="40878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0" name="公式" r:id="rId19" imgW="4076801" imgH="495236" progId="Equation.3">
                  <p:embed/>
                </p:oleObj>
              </mc:Choice>
              <mc:Fallback>
                <p:oleObj name="公式" r:id="rId19" imgW="4076801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8" y="2914650"/>
                        <a:ext cx="40878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3" name="Object 27"/>
          <p:cNvGraphicFramePr>
            <a:graphicFrameLocks noChangeAspect="1"/>
          </p:cNvGraphicFramePr>
          <p:nvPr/>
        </p:nvGraphicFramePr>
        <p:xfrm>
          <a:off x="3836988" y="3663950"/>
          <a:ext cx="68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1" name="公式" r:id="rId21" imgW="676344" imgH="419126" progId="Equation.3">
                  <p:embed/>
                </p:oleObj>
              </mc:Choice>
              <mc:Fallback>
                <p:oleObj name="公式" r:id="rId21" imgW="676344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6988" y="3663950"/>
                        <a:ext cx="685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4" name="Object 28"/>
          <p:cNvGraphicFramePr>
            <a:graphicFrameLocks noChangeAspect="1"/>
          </p:cNvGraphicFramePr>
          <p:nvPr/>
        </p:nvGraphicFramePr>
        <p:xfrm>
          <a:off x="4602163" y="3486150"/>
          <a:ext cx="1460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2" name="公式" r:id="rId23" imgW="1447771" imgH="857366" progId="Equation.3">
                  <p:embed/>
                </p:oleObj>
              </mc:Choice>
              <mc:Fallback>
                <p:oleObj name="公式" r:id="rId23" imgW="1447771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163" y="3486150"/>
                        <a:ext cx="14605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5" name="Object 29"/>
          <p:cNvGraphicFramePr>
            <a:graphicFrameLocks noChangeAspect="1"/>
          </p:cNvGraphicFramePr>
          <p:nvPr/>
        </p:nvGraphicFramePr>
        <p:xfrm>
          <a:off x="6167438" y="3722688"/>
          <a:ext cx="100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3" name="公式" r:id="rId25" imgW="990745" imgH="400011" progId="Equation.3">
                  <p:embed/>
                </p:oleObj>
              </mc:Choice>
              <mc:Fallback>
                <p:oleObj name="公式" r:id="rId25" imgW="990745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8" y="3722688"/>
                        <a:ext cx="1003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86" name="AutoShape 30"/>
          <p:cNvSpPr>
            <a:spLocks/>
          </p:cNvSpPr>
          <p:nvPr/>
        </p:nvSpPr>
        <p:spPr bwMode="auto">
          <a:xfrm>
            <a:off x="3581400" y="3124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 dirty="0"/>
          </a:p>
        </p:txBody>
      </p:sp>
      <p:graphicFrame>
        <p:nvGraphicFramePr>
          <p:cNvPr id="326687" name="Object 31"/>
          <p:cNvGraphicFramePr>
            <a:graphicFrameLocks noChangeAspect="1"/>
          </p:cNvGraphicFramePr>
          <p:nvPr/>
        </p:nvGraphicFramePr>
        <p:xfrm>
          <a:off x="3594100" y="4405313"/>
          <a:ext cx="1358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4" name="公式" r:id="rId27" imgW="1352687" imgH="828521" progId="Equation.3">
                  <p:embed/>
                </p:oleObj>
              </mc:Choice>
              <mc:Fallback>
                <p:oleObj name="公式" r:id="rId27" imgW="1352687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0" y="4405313"/>
                        <a:ext cx="1358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8" name="Object 32"/>
          <p:cNvGraphicFramePr>
            <a:graphicFrameLocks noChangeAspect="1"/>
          </p:cNvGraphicFramePr>
          <p:nvPr/>
        </p:nvGraphicFramePr>
        <p:xfrm>
          <a:off x="5162550" y="4330700"/>
          <a:ext cx="25527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5" name="公式" r:id="rId29" imgW="2543316" imgH="981088" progId="Equation.3">
                  <p:embed/>
                </p:oleObj>
              </mc:Choice>
              <mc:Fallback>
                <p:oleObj name="公式" r:id="rId29" imgW="2543316" imgH="981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2550" y="4330700"/>
                        <a:ext cx="25527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9" name="Object 33"/>
          <p:cNvGraphicFramePr>
            <a:graphicFrameLocks noChangeAspect="1"/>
          </p:cNvGraphicFramePr>
          <p:nvPr/>
        </p:nvGraphicFramePr>
        <p:xfrm>
          <a:off x="4530726" y="1419225"/>
          <a:ext cx="25511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6" name="公式" r:id="rId31" imgW="2543316" imgH="828521" progId="Equation.3">
                  <p:embed/>
                </p:oleObj>
              </mc:Choice>
              <mc:Fallback>
                <p:oleObj name="公式" r:id="rId31" imgW="2543316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726" y="1419225"/>
                        <a:ext cx="25511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90" name="Line 34"/>
          <p:cNvSpPr>
            <a:spLocks noChangeShapeType="1"/>
          </p:cNvSpPr>
          <p:nvPr/>
        </p:nvSpPr>
        <p:spPr bwMode="auto">
          <a:xfrm>
            <a:off x="4522788" y="2232844"/>
            <a:ext cx="2514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6691" name="Rectangle 35"/>
          <p:cNvSpPr>
            <a:spLocks noChangeArrowheads="1"/>
          </p:cNvSpPr>
          <p:nvPr/>
        </p:nvSpPr>
        <p:spPr bwMode="auto">
          <a:xfrm>
            <a:off x="8183563" y="1557338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chemeClr val="accent2"/>
                </a:solidFill>
                <a:ea typeface="楷体_GB2312" pitchFamily="49" charset="-122"/>
              </a:rPr>
              <a:t>(</a:t>
            </a:r>
            <a:r>
              <a:rPr lang="zh-CN" altLang="en-US" b="1">
                <a:solidFill>
                  <a:schemeClr val="accent2"/>
                </a:solidFill>
                <a:ea typeface="楷体_GB2312" pitchFamily="49" charset="-122"/>
              </a:rPr>
              <a:t>考研题</a:t>
            </a:r>
            <a:r>
              <a:rPr lang="en-US" altLang="zh-CN" b="1">
                <a:solidFill>
                  <a:schemeClr val="accent2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326699" name="Text Box 43"/>
          <p:cNvSpPr txBox="1">
            <a:spLocks noChangeArrowheads="1"/>
          </p:cNvSpPr>
          <p:nvPr/>
        </p:nvSpPr>
        <p:spPr bwMode="auto">
          <a:xfrm>
            <a:off x="2133601" y="454025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解得</a:t>
            </a:r>
          </a:p>
        </p:txBody>
      </p:sp>
      <p:sp>
        <p:nvSpPr>
          <p:cNvPr id="326700" name="Text Box 44"/>
          <p:cNvSpPr txBox="1">
            <a:spLocks noChangeArrowheads="1"/>
          </p:cNvSpPr>
          <p:nvPr/>
        </p:nvSpPr>
        <p:spPr bwMode="auto">
          <a:xfrm>
            <a:off x="2133601" y="553085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因此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196393" y="4074713"/>
            <a:ext cx="642080" cy="362751"/>
            <a:chOff x="9581379" y="3729825"/>
            <a:chExt cx="642080" cy="362751"/>
          </a:xfrm>
        </p:grpSpPr>
        <p:sp>
          <p:nvSpPr>
            <p:cNvPr id="177193" name="Line 21"/>
            <p:cNvSpPr>
              <a:spLocks noChangeShapeType="1"/>
            </p:cNvSpPr>
            <p:nvPr/>
          </p:nvSpPr>
          <p:spPr bwMode="auto">
            <a:xfrm flipH="1">
              <a:off x="9959166" y="3729825"/>
              <a:ext cx="264293" cy="3627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21"/>
            <p:cNvSpPr>
              <a:spLocks noChangeShapeType="1"/>
            </p:cNvSpPr>
            <p:nvPr/>
          </p:nvSpPr>
          <p:spPr bwMode="auto">
            <a:xfrm>
              <a:off x="9581379" y="3729825"/>
              <a:ext cx="283350" cy="3627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711028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6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6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2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2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6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2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26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26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2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26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26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26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26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2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2" grpId="0" autoUpdateAnimBg="0"/>
      <p:bldP spid="326663" grpId="0" autoUpdateAnimBg="0"/>
      <p:bldP spid="326665" grpId="0" autoUpdateAnimBg="0"/>
      <p:bldP spid="326666" grpId="0"/>
      <p:bldP spid="326667" grpId="0" autoUpdateAnimBg="0"/>
      <p:bldP spid="326681" grpId="0" animBg="1"/>
      <p:bldP spid="326686" grpId="0" animBg="1"/>
      <p:bldP spid="326690" grpId="0" animBg="1"/>
      <p:bldP spid="326691" grpId="0" build="p" autoUpdateAnimBg="0" advAuto="0"/>
      <p:bldP spid="326699" grpId="0" build="p" autoUpdateAnimBg="0"/>
      <p:bldP spid="326700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682" name="Object 2"/>
          <p:cNvGraphicFramePr>
            <a:graphicFrameLocks noChangeAspect="1"/>
          </p:cNvGraphicFramePr>
          <p:nvPr/>
        </p:nvGraphicFramePr>
        <p:xfrm>
          <a:off x="2495550" y="2486025"/>
          <a:ext cx="571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52" name="公式" r:id="rId3" imgW="561827" imgH="343016" progId="Equation.3">
                  <p:embed/>
                </p:oleObj>
              </mc:Choice>
              <mc:Fallback>
                <p:oleObj name="公式" r:id="rId3" imgW="561827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486025"/>
                        <a:ext cx="571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462588"/>
              </p:ext>
            </p:extLst>
          </p:nvPr>
        </p:nvGraphicFramePr>
        <p:xfrm>
          <a:off x="2448376" y="3009155"/>
          <a:ext cx="774745" cy="543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53" name="Equation" r:id="rId5" imgW="330120" imgH="228600" progId="Equation.DSMT4">
                  <p:embed/>
                </p:oleObj>
              </mc:Choice>
              <mc:Fallback>
                <p:oleObj name="Equation" r:id="rId5" imgW="330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8376" y="3009155"/>
                        <a:ext cx="774745" cy="543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269026"/>
              </p:ext>
            </p:extLst>
          </p:nvPr>
        </p:nvGraphicFramePr>
        <p:xfrm>
          <a:off x="3164411" y="3004372"/>
          <a:ext cx="1028176" cy="595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54" name="Equation" r:id="rId7" imgW="419040" imgH="241200" progId="Equation.DSMT4">
                  <p:embed/>
                </p:oleObj>
              </mc:Choice>
              <mc:Fallback>
                <p:oleObj name="Equation" r:id="rId7" imgW="419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4411" y="3004372"/>
                        <a:ext cx="1028176" cy="595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507527"/>
              </p:ext>
            </p:extLst>
          </p:nvPr>
        </p:nvGraphicFramePr>
        <p:xfrm>
          <a:off x="4085011" y="3025846"/>
          <a:ext cx="1667174" cy="542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55" name="Equation" r:id="rId9" imgW="711000" imgH="228600" progId="Equation.DSMT4">
                  <p:embed/>
                </p:oleObj>
              </mc:Choice>
              <mc:Fallback>
                <p:oleObj name="Equation" r:id="rId9" imgW="71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5011" y="3025846"/>
                        <a:ext cx="1667174" cy="542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86" name="AutoShape 6"/>
          <p:cNvSpPr>
            <a:spLocks/>
          </p:cNvSpPr>
          <p:nvPr/>
        </p:nvSpPr>
        <p:spPr bwMode="auto">
          <a:xfrm>
            <a:off x="2286000" y="252412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687" name="Object 7"/>
          <p:cNvGraphicFramePr>
            <a:graphicFrameLocks noChangeAspect="1"/>
          </p:cNvGraphicFramePr>
          <p:nvPr/>
        </p:nvGraphicFramePr>
        <p:xfrm>
          <a:off x="3368675" y="2492375"/>
          <a:ext cx="1206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56" name="公式" r:id="rId11" imgW="1199998" imgH="400011" progId="Equation.3">
                  <p:embed/>
                </p:oleObj>
              </mc:Choice>
              <mc:Fallback>
                <p:oleObj name="公式" r:id="rId11" imgW="1199998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675" y="2492375"/>
                        <a:ext cx="1206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8" name="Object 8"/>
          <p:cNvGraphicFramePr>
            <a:graphicFrameLocks noChangeAspect="1"/>
          </p:cNvGraphicFramePr>
          <p:nvPr/>
        </p:nvGraphicFramePr>
        <p:xfrm>
          <a:off x="4565650" y="2482850"/>
          <a:ext cx="1054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57" name="公式" r:id="rId13" imgW="1047656" imgH="400011" progId="Equation.3">
                  <p:embed/>
                </p:oleObj>
              </mc:Choice>
              <mc:Fallback>
                <p:oleObj name="公式" r:id="rId13" imgW="1047656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2482850"/>
                        <a:ext cx="1054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5" name="Rectangle 9"/>
          <p:cNvSpPr>
            <a:spLocks noGrp="1" noChangeArrowheads="1"/>
          </p:cNvSpPr>
          <p:nvPr>
            <p:ph type="title"/>
          </p:nvPr>
        </p:nvSpPr>
        <p:spPr>
          <a:xfrm>
            <a:off x="2087974" y="317505"/>
            <a:ext cx="919163" cy="808034"/>
          </a:xfrm>
          <a:noFill/>
        </p:spPr>
        <p:txBody>
          <a:bodyPr/>
          <a:lstStyle/>
          <a:p>
            <a:pPr algn="l" eaLnBrk="1" hangingPunct="1"/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 smtClean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327690" name="Object 10"/>
          <p:cNvGraphicFramePr>
            <a:graphicFrameLocks noChangeAspect="1"/>
          </p:cNvGraphicFramePr>
          <p:nvPr/>
        </p:nvGraphicFramePr>
        <p:xfrm>
          <a:off x="2965451" y="514350"/>
          <a:ext cx="26781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58" name="公式" r:id="rId15" imgW="2666855" imgH="380897" progId="Equation.3">
                  <p:embed/>
                </p:oleObj>
              </mc:Choice>
              <mc:Fallback>
                <p:oleObj name="公式" r:id="rId15" imgW="266685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1" y="514350"/>
                        <a:ext cx="26781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91" name="Text Box 11"/>
          <p:cNvSpPr txBox="1">
            <a:spLocks noChangeArrowheads="1"/>
          </p:cNvSpPr>
          <p:nvPr/>
        </p:nvSpPr>
        <p:spPr bwMode="auto">
          <a:xfrm>
            <a:off x="5562600" y="395288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是由方程</a:t>
            </a:r>
          </a:p>
        </p:txBody>
      </p:sp>
      <p:graphicFrame>
        <p:nvGraphicFramePr>
          <p:cNvPr id="327692" name="Object 12"/>
          <p:cNvGraphicFramePr>
            <a:graphicFrameLocks noChangeAspect="1"/>
          </p:cNvGraphicFramePr>
          <p:nvPr/>
        </p:nvGraphicFramePr>
        <p:xfrm>
          <a:off x="7137401" y="514350"/>
          <a:ext cx="20939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59" name="公式" r:id="rId17" imgW="2085942" imgH="380897" progId="Equation.3">
                  <p:embed/>
                </p:oleObj>
              </mc:Choice>
              <mc:Fallback>
                <p:oleObj name="公式" r:id="rId17" imgW="2085942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7401" y="514350"/>
                        <a:ext cx="20939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93" name="Text Box 13"/>
          <p:cNvSpPr txBox="1">
            <a:spLocks noChangeArrowheads="1"/>
          </p:cNvSpPr>
          <p:nvPr/>
        </p:nvSpPr>
        <p:spPr bwMode="auto">
          <a:xfrm>
            <a:off x="9144000" y="39528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和</a:t>
            </a:r>
          </a:p>
        </p:txBody>
      </p:sp>
      <p:graphicFrame>
        <p:nvGraphicFramePr>
          <p:cNvPr id="327694" name="Object 14"/>
          <p:cNvGraphicFramePr>
            <a:graphicFrameLocks noChangeAspect="1"/>
          </p:cNvGraphicFramePr>
          <p:nvPr/>
        </p:nvGraphicFramePr>
        <p:xfrm>
          <a:off x="2417763" y="1131888"/>
          <a:ext cx="19669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0" name="公式" r:id="rId19" imgW="1962056" imgH="380897" progId="Equation.3">
                  <p:embed/>
                </p:oleObj>
              </mc:Choice>
              <mc:Fallback>
                <p:oleObj name="公式" r:id="rId19" imgW="196205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763" y="1131888"/>
                        <a:ext cx="19669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95" name="Text Box 15"/>
          <p:cNvSpPr txBox="1">
            <a:spLocks noChangeArrowheads="1"/>
          </p:cNvSpPr>
          <p:nvPr/>
        </p:nvSpPr>
        <p:spPr bwMode="auto">
          <a:xfrm>
            <a:off x="4367213" y="1052513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所确定的函数 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327696" name="Object 16"/>
          <p:cNvGraphicFramePr>
            <a:graphicFrameLocks noChangeAspect="1"/>
          </p:cNvGraphicFramePr>
          <p:nvPr/>
        </p:nvGraphicFramePr>
        <p:xfrm>
          <a:off x="7369176" y="989013"/>
          <a:ext cx="657225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1" name="公式" r:id="rId21" imgW="533371" imgH="609574" progId="Equation.3">
                  <p:embed/>
                </p:oleObj>
              </mc:Choice>
              <mc:Fallback>
                <p:oleObj name="公式" r:id="rId21" imgW="533371" imgH="6095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9176" y="989013"/>
                        <a:ext cx="657225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97" name="Text Box 17"/>
          <p:cNvSpPr txBox="1">
            <a:spLocks noChangeArrowheads="1"/>
          </p:cNvSpPr>
          <p:nvPr/>
        </p:nvSpPr>
        <p:spPr bwMode="auto">
          <a:xfrm>
            <a:off x="2133600" y="1828801"/>
            <a:ext cx="624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1   </a:t>
            </a:r>
            <a:r>
              <a:rPr lang="zh-CN" altLang="en-US" sz="2800" b="1" dirty="0">
                <a:ea typeface="楷体_GB2312" pitchFamily="49" charset="-122"/>
              </a:rPr>
              <a:t>分别在各方程两端对 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求导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得</a:t>
            </a:r>
          </a:p>
        </p:txBody>
      </p:sp>
      <p:sp>
        <p:nvSpPr>
          <p:cNvPr id="327698" name="Line 18"/>
          <p:cNvSpPr>
            <a:spLocks noChangeShapeType="1"/>
          </p:cNvSpPr>
          <p:nvPr/>
        </p:nvSpPr>
        <p:spPr bwMode="auto">
          <a:xfrm>
            <a:off x="7162800" y="914400"/>
            <a:ext cx="21336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27699" name="Object 19"/>
          <p:cNvGraphicFramePr>
            <a:graphicFrameLocks noChangeAspect="1"/>
          </p:cNvGraphicFramePr>
          <p:nvPr/>
        </p:nvGraphicFramePr>
        <p:xfrm>
          <a:off x="3052763" y="2508250"/>
          <a:ext cx="304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2" name="公式" r:id="rId23" imgW="295315" imgH="380897" progId="Equation.3">
                  <p:embed/>
                </p:oleObj>
              </mc:Choice>
              <mc:Fallback>
                <p:oleObj name="公式" r:id="rId23" imgW="29531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763" y="2508250"/>
                        <a:ext cx="304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00" name="Line 20"/>
          <p:cNvSpPr>
            <a:spLocks noChangeShapeType="1"/>
          </p:cNvSpPr>
          <p:nvPr/>
        </p:nvSpPr>
        <p:spPr bwMode="auto">
          <a:xfrm>
            <a:off x="7162800" y="914400"/>
            <a:ext cx="213360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01" name="Line 21"/>
          <p:cNvSpPr>
            <a:spLocks noChangeShapeType="1"/>
          </p:cNvSpPr>
          <p:nvPr/>
        </p:nvSpPr>
        <p:spPr bwMode="auto">
          <a:xfrm>
            <a:off x="2286000" y="1525588"/>
            <a:ext cx="21336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02" name="AutoShape 22"/>
          <p:cNvSpPr>
            <a:spLocks noChangeArrowheads="1"/>
          </p:cNvSpPr>
          <p:nvPr/>
        </p:nvSpPr>
        <p:spPr bwMode="auto">
          <a:xfrm>
            <a:off x="5867401" y="2905125"/>
            <a:ext cx="849313" cy="152400"/>
          </a:xfrm>
          <a:prstGeom prst="rightArrow">
            <a:avLst>
              <a:gd name="adj1" fmla="val 50000"/>
              <a:gd name="adj2" fmla="val 13932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703" name="Object 23"/>
          <p:cNvGraphicFramePr>
            <a:graphicFrameLocks noChangeAspect="1"/>
          </p:cNvGraphicFramePr>
          <p:nvPr/>
        </p:nvGraphicFramePr>
        <p:xfrm>
          <a:off x="6961188" y="2482850"/>
          <a:ext cx="35163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3" name="公式" r:id="rId25" imgW="3505258" imgH="400011" progId="Equation.3">
                  <p:embed/>
                </p:oleObj>
              </mc:Choice>
              <mc:Fallback>
                <p:oleObj name="公式" r:id="rId25" imgW="3505258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1188" y="2482850"/>
                        <a:ext cx="35163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04" name="AutoShape 24"/>
          <p:cNvSpPr>
            <a:spLocks/>
          </p:cNvSpPr>
          <p:nvPr/>
        </p:nvSpPr>
        <p:spPr bwMode="auto">
          <a:xfrm>
            <a:off x="6781800" y="25146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70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426083"/>
              </p:ext>
            </p:extLst>
          </p:nvPr>
        </p:nvGraphicFramePr>
        <p:xfrm>
          <a:off x="7028828" y="2965593"/>
          <a:ext cx="3182672" cy="586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4" name="Equation" r:id="rId27" imgW="1320480" imgH="241200" progId="Equation.DSMT4">
                  <p:embed/>
                </p:oleObj>
              </mc:Choice>
              <mc:Fallback>
                <p:oleObj name="Equation" r:id="rId27" imgW="1320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8828" y="2965593"/>
                        <a:ext cx="3182672" cy="5869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0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014700"/>
              </p:ext>
            </p:extLst>
          </p:nvPr>
        </p:nvGraphicFramePr>
        <p:xfrm>
          <a:off x="6830849" y="5712055"/>
          <a:ext cx="2465551" cy="531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5" name="Equation" r:id="rId29" imgW="1130040" imgH="241200" progId="Equation.DSMT4">
                  <p:embed/>
                </p:oleObj>
              </mc:Choice>
              <mc:Fallback>
                <p:oleObj name="Equation" r:id="rId29" imgW="1130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0849" y="5712055"/>
                        <a:ext cx="2465551" cy="5310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0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655554"/>
              </p:ext>
            </p:extLst>
          </p:nvPr>
        </p:nvGraphicFramePr>
        <p:xfrm>
          <a:off x="6156814" y="4499607"/>
          <a:ext cx="3496245" cy="1077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6" name="Equation" r:id="rId31" imgW="1536480" imgH="469800" progId="Equation.DSMT4">
                  <p:embed/>
                </p:oleObj>
              </mc:Choice>
              <mc:Fallback>
                <p:oleObj name="Equation" r:id="rId31" imgW="15364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814" y="4499607"/>
                        <a:ext cx="3496245" cy="1077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08" name="Object 28"/>
          <p:cNvGraphicFramePr>
            <a:graphicFrameLocks noChangeAspect="1"/>
          </p:cNvGraphicFramePr>
          <p:nvPr/>
        </p:nvGraphicFramePr>
        <p:xfrm>
          <a:off x="1836738" y="4565650"/>
          <a:ext cx="1549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7" name="公式" r:id="rId33" imgW="1543202" imgH="904978" progId="Equation.3">
                  <p:embed/>
                </p:oleObj>
              </mc:Choice>
              <mc:Fallback>
                <p:oleObj name="公式" r:id="rId33" imgW="1543202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4565650"/>
                        <a:ext cx="1549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0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180352"/>
              </p:ext>
            </p:extLst>
          </p:nvPr>
        </p:nvGraphicFramePr>
        <p:xfrm>
          <a:off x="3164411" y="4564091"/>
          <a:ext cx="3067898" cy="15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8" name="Equation" r:id="rId35" imgW="1434960" imgH="698400" progId="Equation.DSMT4">
                  <p:embed/>
                </p:oleObj>
              </mc:Choice>
              <mc:Fallback>
                <p:oleObj name="Equation" r:id="rId35" imgW="143496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4411" y="4564091"/>
                        <a:ext cx="3067898" cy="15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633906"/>
              </p:ext>
            </p:extLst>
          </p:nvPr>
        </p:nvGraphicFramePr>
        <p:xfrm>
          <a:off x="3394615" y="3871925"/>
          <a:ext cx="2531995" cy="1078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9" name="Equation" r:id="rId37" imgW="1168200" imgH="495000" progId="Equation.DSMT4">
                  <p:embed/>
                </p:oleObj>
              </mc:Choice>
              <mc:Fallback>
                <p:oleObj name="Equation" r:id="rId37" imgW="11682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615" y="3871925"/>
                        <a:ext cx="2531995" cy="1078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1" name="Rectangle 31"/>
          <p:cNvSpPr>
            <a:spLocks noChangeArrowheads="1"/>
          </p:cNvSpPr>
          <p:nvPr/>
        </p:nvSpPr>
        <p:spPr bwMode="auto">
          <a:xfrm>
            <a:off x="8040688" y="1125539"/>
            <a:ext cx="13179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chemeClr val="accent2"/>
                </a:solidFill>
                <a:ea typeface="楷体_GB2312" pitchFamily="49" charset="-122"/>
              </a:rPr>
              <a:t>(</a:t>
            </a:r>
            <a:r>
              <a:rPr lang="zh-CN" altLang="en-US" b="1">
                <a:solidFill>
                  <a:schemeClr val="accent2"/>
                </a:solidFill>
                <a:ea typeface="楷体_GB2312" pitchFamily="49" charset="-122"/>
              </a:rPr>
              <a:t>考研题</a:t>
            </a:r>
            <a:r>
              <a:rPr lang="en-US" altLang="zh-CN" b="1">
                <a:solidFill>
                  <a:schemeClr val="accent2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327719" name="Line 39"/>
          <p:cNvSpPr>
            <a:spLocks noChangeShapeType="1"/>
          </p:cNvSpPr>
          <p:nvPr/>
        </p:nvSpPr>
        <p:spPr bwMode="auto">
          <a:xfrm>
            <a:off x="8626112" y="2869688"/>
            <a:ext cx="3048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20" name="Line 40"/>
          <p:cNvSpPr>
            <a:spLocks noChangeShapeType="1"/>
          </p:cNvSpPr>
          <p:nvPr/>
        </p:nvSpPr>
        <p:spPr bwMode="auto">
          <a:xfrm>
            <a:off x="8839200" y="3505200"/>
            <a:ext cx="3048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62435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7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7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2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2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2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27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27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2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2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2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27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2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6" grpId="0" animBg="1"/>
      <p:bldP spid="327691" grpId="0" autoUpdateAnimBg="0"/>
      <p:bldP spid="327693" grpId="0" autoUpdateAnimBg="0"/>
      <p:bldP spid="327695" grpId="0" autoUpdateAnimBg="0"/>
      <p:bldP spid="327697" grpId="0" autoUpdateAnimBg="0"/>
      <p:bldP spid="327698" grpId="0" animBg="1"/>
      <p:bldP spid="327700" grpId="0" animBg="1"/>
      <p:bldP spid="327701" grpId="0" animBg="1"/>
      <p:bldP spid="327702" grpId="0" animBg="1"/>
      <p:bldP spid="327704" grpId="0" animBg="1"/>
      <p:bldP spid="327711" grpId="0" build="p" autoUpdateAnimBg="0" advAuto="0"/>
      <p:bldP spid="327719" grpId="0" animBg="1"/>
      <p:bldP spid="3277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274639"/>
            <a:ext cx="2609850" cy="715962"/>
          </a:xfrm>
          <a:noFill/>
        </p:spPr>
        <p:txBody>
          <a:bodyPr/>
          <a:lstStyle/>
          <a:p>
            <a:pPr algn="l" eaLnBrk="1" hangingPunct="1">
              <a:lnSpc>
                <a:spcPct val="125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微分法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328707" name="Object 3"/>
          <p:cNvGraphicFramePr>
            <a:graphicFrameLocks noChangeAspect="1"/>
          </p:cNvGraphicFramePr>
          <p:nvPr/>
        </p:nvGraphicFramePr>
        <p:xfrm>
          <a:off x="3100388" y="1047750"/>
          <a:ext cx="42592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17" name="公式" r:id="rId3" imgW="4267316" imgH="380897" progId="Equation.3">
                  <p:embed/>
                </p:oleObj>
              </mc:Choice>
              <mc:Fallback>
                <p:oleObj name="公式" r:id="rId3" imgW="426731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1047750"/>
                        <a:ext cx="425926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708" name="Text Box 4"/>
          <p:cNvSpPr txBox="1">
            <a:spLocks noChangeArrowheads="1"/>
          </p:cNvSpPr>
          <p:nvPr/>
        </p:nvSpPr>
        <p:spPr bwMode="auto">
          <a:xfrm>
            <a:off x="2133600" y="1538288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对各方程两边分别求微分</a:t>
            </a:r>
            <a:r>
              <a:rPr lang="en-US" altLang="zh-CN" sz="2800" b="1">
                <a:ea typeface="楷体_GB2312" pitchFamily="49" charset="-122"/>
              </a:rPr>
              <a:t>:</a:t>
            </a:r>
          </a:p>
        </p:txBody>
      </p:sp>
      <p:sp>
        <p:nvSpPr>
          <p:cNvPr id="328709" name="Text Box 5"/>
          <p:cNvSpPr txBox="1">
            <a:spLocks noChangeArrowheads="1"/>
          </p:cNvSpPr>
          <p:nvPr/>
        </p:nvSpPr>
        <p:spPr bwMode="auto">
          <a:xfrm>
            <a:off x="2133600" y="327660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化简得</a:t>
            </a:r>
          </a:p>
        </p:txBody>
      </p:sp>
      <p:sp>
        <p:nvSpPr>
          <p:cNvPr id="328710" name="Text Box 6"/>
          <p:cNvSpPr txBox="1">
            <a:spLocks noChangeArrowheads="1"/>
          </p:cNvSpPr>
          <p:nvPr/>
        </p:nvSpPr>
        <p:spPr bwMode="auto">
          <a:xfrm>
            <a:off x="2133600" y="55626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消去</a:t>
            </a:r>
          </a:p>
        </p:txBody>
      </p:sp>
      <p:graphicFrame>
        <p:nvGraphicFramePr>
          <p:cNvPr id="3287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467644"/>
              </p:ext>
            </p:extLst>
          </p:nvPr>
        </p:nvGraphicFramePr>
        <p:xfrm>
          <a:off x="2926778" y="5601142"/>
          <a:ext cx="531813" cy="519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18" name="Equation" r:id="rId5" imgW="228600" imgH="203040" progId="Equation.DSMT4">
                  <p:embed/>
                </p:oleObj>
              </mc:Choice>
              <mc:Fallback>
                <p:oleObj name="Equation" r:id="rId5" imgW="228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778" y="5601142"/>
                        <a:ext cx="531813" cy="5198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2" name="Object 8"/>
          <p:cNvGraphicFramePr>
            <a:graphicFrameLocks noChangeAspect="1"/>
          </p:cNvGraphicFramePr>
          <p:nvPr/>
        </p:nvGraphicFramePr>
        <p:xfrm>
          <a:off x="4159250" y="5403850"/>
          <a:ext cx="584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19" name="公式" r:id="rId7" imgW="571543" imgH="904978" progId="Equation.3">
                  <p:embed/>
                </p:oleObj>
              </mc:Choice>
              <mc:Fallback>
                <p:oleObj name="公式" r:id="rId7" imgW="571543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250" y="5403850"/>
                        <a:ext cx="584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3" name="Object 9"/>
          <p:cNvGraphicFramePr>
            <a:graphicFrameLocks noChangeAspect="1"/>
          </p:cNvGraphicFramePr>
          <p:nvPr/>
        </p:nvGraphicFramePr>
        <p:xfrm>
          <a:off x="4640263" y="4699000"/>
          <a:ext cx="1181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0" name="公式" r:id="rId9" imgW="1171542" imgH="409742" progId="Equation.3">
                  <p:embed/>
                </p:oleObj>
              </mc:Choice>
              <mc:Fallback>
                <p:oleObj name="公式" r:id="rId9" imgW="1171542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263" y="4699000"/>
                        <a:ext cx="1181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4" name="Object 10"/>
          <p:cNvGraphicFramePr>
            <a:graphicFrameLocks noChangeAspect="1"/>
          </p:cNvGraphicFramePr>
          <p:nvPr/>
        </p:nvGraphicFramePr>
        <p:xfrm>
          <a:off x="5867400" y="4692650"/>
          <a:ext cx="157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1" name="公式" r:id="rId11" imgW="1561941" imgH="419126" progId="Equation.3">
                  <p:embed/>
                </p:oleObj>
              </mc:Choice>
              <mc:Fallback>
                <p:oleObj name="公式" r:id="rId11" imgW="156194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692650"/>
                        <a:ext cx="1574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5" name="Object 11"/>
          <p:cNvGraphicFramePr>
            <a:graphicFrameLocks noChangeAspect="1"/>
          </p:cNvGraphicFramePr>
          <p:nvPr/>
        </p:nvGraphicFramePr>
        <p:xfrm>
          <a:off x="5537200" y="3968750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2" name="公式" r:id="rId13" imgW="1314515" imgH="400011" progId="Equation.3">
                  <p:embed/>
                </p:oleObj>
              </mc:Choice>
              <mc:Fallback>
                <p:oleObj name="公式" r:id="rId13" imgW="1314515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968750"/>
                        <a:ext cx="1320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6" name="Object 12"/>
          <p:cNvGraphicFramePr>
            <a:graphicFrameLocks noChangeAspect="1"/>
          </p:cNvGraphicFramePr>
          <p:nvPr/>
        </p:nvGraphicFramePr>
        <p:xfrm>
          <a:off x="6800850" y="3981450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3" name="公式" r:id="rId15" imgW="1181259" imgH="380897" progId="Equation.3">
                  <p:embed/>
                </p:oleObj>
              </mc:Choice>
              <mc:Fallback>
                <p:oleObj name="公式" r:id="rId15" imgW="118125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850" y="3981450"/>
                        <a:ext cx="1193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7" name="Object 13"/>
          <p:cNvGraphicFramePr>
            <a:graphicFrameLocks noChangeAspect="1"/>
          </p:cNvGraphicFramePr>
          <p:nvPr/>
        </p:nvGraphicFramePr>
        <p:xfrm>
          <a:off x="3595688" y="2178050"/>
          <a:ext cx="38592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4" name="公式" r:id="rId17" imgW="3848114" imgH="400011" progId="Equation.3">
                  <p:embed/>
                </p:oleObj>
              </mc:Choice>
              <mc:Fallback>
                <p:oleObj name="公式" r:id="rId17" imgW="3848114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688" y="2178050"/>
                        <a:ext cx="38592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8" name="Object 14"/>
          <p:cNvGraphicFramePr>
            <a:graphicFrameLocks noChangeAspect="1"/>
          </p:cNvGraphicFramePr>
          <p:nvPr/>
        </p:nvGraphicFramePr>
        <p:xfrm>
          <a:off x="3638551" y="2763838"/>
          <a:ext cx="35036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5" name="公式" r:id="rId19" imgW="3495541" imgH="419126" progId="Equation.3">
                  <p:embed/>
                </p:oleObj>
              </mc:Choice>
              <mc:Fallback>
                <p:oleObj name="公式" r:id="rId19" imgW="349554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1" y="2763838"/>
                        <a:ext cx="35036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9" name="Object 15"/>
          <p:cNvGraphicFramePr>
            <a:graphicFrameLocks noChangeAspect="1"/>
          </p:cNvGraphicFramePr>
          <p:nvPr/>
        </p:nvGraphicFramePr>
        <p:xfrm>
          <a:off x="3676650" y="3968750"/>
          <a:ext cx="1917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6" name="公式" r:id="rId21" imgW="1905145" imgH="400011" progId="Equation.3">
                  <p:embed/>
                </p:oleObj>
              </mc:Choice>
              <mc:Fallback>
                <p:oleObj name="公式" r:id="rId21" imgW="1905145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6650" y="3968750"/>
                        <a:ext cx="1917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20" name="Object 16"/>
          <p:cNvGraphicFramePr>
            <a:graphicFrameLocks noChangeAspect="1"/>
          </p:cNvGraphicFramePr>
          <p:nvPr/>
        </p:nvGraphicFramePr>
        <p:xfrm>
          <a:off x="3663950" y="4699000"/>
          <a:ext cx="889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7" name="公式" r:id="rId23" imgW="876228" imgH="409742" progId="Equation.3">
                  <p:embed/>
                </p:oleObj>
              </mc:Choice>
              <mc:Fallback>
                <p:oleObj name="公式" r:id="rId23" imgW="876228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950" y="4699000"/>
                        <a:ext cx="889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728" name="AutoShape 24"/>
          <p:cNvSpPr>
            <a:spLocks/>
          </p:cNvSpPr>
          <p:nvPr/>
        </p:nvSpPr>
        <p:spPr bwMode="auto">
          <a:xfrm>
            <a:off x="3440113" y="22098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729" name="AutoShape 25"/>
          <p:cNvSpPr>
            <a:spLocks/>
          </p:cNvSpPr>
          <p:nvPr/>
        </p:nvSpPr>
        <p:spPr bwMode="auto">
          <a:xfrm>
            <a:off x="3479800" y="40767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730" name="Text Box 26"/>
          <p:cNvSpPr txBox="1">
            <a:spLocks noChangeArrowheads="1"/>
          </p:cNvSpPr>
          <p:nvPr/>
        </p:nvSpPr>
        <p:spPr bwMode="auto">
          <a:xfrm>
            <a:off x="3321051" y="556260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可得</a:t>
            </a:r>
          </a:p>
        </p:txBody>
      </p:sp>
    </p:spTree>
    <p:extLst>
      <p:ext uri="{BB962C8B-B14F-4D97-AF65-F5344CB8AC3E}">
        <p14:creationId xmlns:p14="http://schemas.microsoft.com/office/powerpoint/2010/main" val="62445010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2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2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8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28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8" grpId="0" autoUpdateAnimBg="0"/>
      <p:bldP spid="328709" grpId="0" autoUpdateAnimBg="0"/>
      <p:bldP spid="328710" grpId="0" build="p" autoUpdateAnimBg="0"/>
      <p:bldP spid="328728" grpId="0" animBg="1"/>
      <p:bldP spid="328729" grpId="0" animBg="1"/>
      <p:bldP spid="328730" grpId="0" build="p" autoUpdateAnimBg="0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8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6057317"/>
              </p:ext>
            </p:extLst>
          </p:nvPr>
        </p:nvGraphicFramePr>
        <p:xfrm>
          <a:off x="3529575" y="2256514"/>
          <a:ext cx="1485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10" name="公式" r:id="rId3" imgW="1476227" imgH="904978" progId="Equation.3">
                  <p:embed/>
                </p:oleObj>
              </mc:Choice>
              <mc:Fallback>
                <p:oleObj name="公式" r:id="rId3" imgW="14762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575" y="2256514"/>
                        <a:ext cx="1485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7" name="Rectangle 3"/>
          <p:cNvSpPr>
            <a:spLocks noGrp="1" noChangeArrowheads="1"/>
          </p:cNvSpPr>
          <p:nvPr>
            <p:ph type="title"/>
          </p:nvPr>
        </p:nvSpPr>
        <p:spPr>
          <a:xfrm>
            <a:off x="2134108" y="354820"/>
            <a:ext cx="469089" cy="533400"/>
          </a:xfrm>
          <a:noFill/>
        </p:spPr>
        <p:txBody>
          <a:bodyPr/>
          <a:lstStyle/>
          <a:p>
            <a:pPr algn="l" eaLnBrk="1" hangingPunct="1"/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  <a:endParaRPr lang="en-US" altLang="zh-CN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2500325" y="380144"/>
            <a:ext cx="811188" cy="52322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设</a:t>
            </a:r>
          </a:p>
        </p:txBody>
      </p:sp>
      <p:graphicFrame>
        <p:nvGraphicFramePr>
          <p:cNvPr id="675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360700"/>
              </p:ext>
            </p:extLst>
          </p:nvPr>
        </p:nvGraphicFramePr>
        <p:xfrm>
          <a:off x="3023394" y="452438"/>
          <a:ext cx="1409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11" name="公式" r:id="rId5" imgW="1400229" imgH="380897" progId="Equation.3">
                  <p:embed/>
                </p:oleObj>
              </mc:Choice>
              <mc:Fallback>
                <p:oleObj name="公式" r:id="rId5" imgW="140022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3394" y="452438"/>
                        <a:ext cx="1409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4550569" y="383382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675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044656"/>
              </p:ext>
            </p:extLst>
          </p:nvPr>
        </p:nvGraphicFramePr>
        <p:xfrm>
          <a:off x="5473700" y="465138"/>
          <a:ext cx="15478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12" name="公式" r:id="rId7" imgW="1543202" imgH="380897" progId="Equation.3">
                  <p:embed/>
                </p:oleObj>
              </mc:Choice>
              <mc:Fallback>
                <p:oleObj name="公式" r:id="rId7" imgW="1543202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700" y="465138"/>
                        <a:ext cx="15478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234325"/>
              </p:ext>
            </p:extLst>
          </p:nvPr>
        </p:nvGraphicFramePr>
        <p:xfrm>
          <a:off x="7073901" y="283932"/>
          <a:ext cx="1311276" cy="73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13" name="Equation" r:id="rId9" imgW="622080" imgH="342720" progId="Equation.DSMT4">
                  <p:embed/>
                </p:oleObj>
              </mc:Choice>
              <mc:Fallback>
                <p:oleObj name="Equation" r:id="rId9" imgW="622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01" y="283932"/>
                        <a:ext cx="1311276" cy="73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3" name="Text Box 9"/>
          <p:cNvSpPr txBox="1">
            <a:spLocks noChangeArrowheads="1"/>
          </p:cNvSpPr>
          <p:nvPr/>
        </p:nvSpPr>
        <p:spPr bwMode="auto">
          <a:xfrm>
            <a:off x="1795796" y="92868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确定 </a:t>
            </a:r>
            <a:r>
              <a:rPr lang="en-US" altLang="zh-CN" sz="2800" b="1" i="1" dirty="0">
                <a:ea typeface="楷体_GB2312" pitchFamily="49" charset="-122"/>
              </a:rPr>
              <a:t>u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是 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 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的函数 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2068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185871"/>
              </p:ext>
            </p:extLst>
          </p:nvPr>
        </p:nvGraphicFramePr>
        <p:xfrm>
          <a:off x="5425813" y="954539"/>
          <a:ext cx="3296609" cy="492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14" name="Equation" r:id="rId11" imgW="1460160" imgH="215640" progId="Equation.DSMT4">
                  <p:embed/>
                </p:oleObj>
              </mc:Choice>
              <mc:Fallback>
                <p:oleObj name="Equation" r:id="rId11" imgW="1460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5813" y="954539"/>
                        <a:ext cx="3296609" cy="4928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0446"/>
              </p:ext>
            </p:extLst>
          </p:nvPr>
        </p:nvGraphicFramePr>
        <p:xfrm>
          <a:off x="8725358" y="962689"/>
          <a:ext cx="1593063" cy="472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15" name="Equation" r:id="rId13" imgW="698400" imgH="203040" progId="Equation.DSMT4">
                  <p:embed/>
                </p:oleObj>
              </mc:Choice>
              <mc:Fallback>
                <p:oleObj name="Equation" r:id="rId13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5358" y="962689"/>
                        <a:ext cx="1593063" cy="4721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0" name="Text Box 12"/>
          <p:cNvSpPr txBox="1">
            <a:spLocks noChangeArrowheads="1"/>
          </p:cNvSpPr>
          <p:nvPr/>
        </p:nvSpPr>
        <p:spPr bwMode="auto">
          <a:xfrm>
            <a:off x="1725613" y="1565939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连续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且</a:t>
            </a:r>
          </a:p>
        </p:txBody>
      </p:sp>
      <p:graphicFrame>
        <p:nvGraphicFramePr>
          <p:cNvPr id="2068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728916"/>
              </p:ext>
            </p:extLst>
          </p:nvPr>
        </p:nvGraphicFramePr>
        <p:xfrm>
          <a:off x="3079948" y="1587934"/>
          <a:ext cx="1575479" cy="497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16" name="Equation" r:id="rId15" imgW="647640" imgH="203040" progId="Equation.DSMT4">
                  <p:embed/>
                </p:oleObj>
              </mc:Choice>
              <mc:Fallback>
                <p:oleObj name="Equation" r:id="rId15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948" y="1587934"/>
                        <a:ext cx="1575479" cy="497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2" name="Text Box 14"/>
          <p:cNvSpPr txBox="1">
            <a:spLocks noChangeArrowheads="1"/>
          </p:cNvSpPr>
          <p:nvPr/>
        </p:nvSpPr>
        <p:spPr bwMode="auto">
          <a:xfrm>
            <a:off x="4617871" y="1573388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2068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381033"/>
              </p:ext>
            </p:extLst>
          </p:nvPr>
        </p:nvGraphicFramePr>
        <p:xfrm>
          <a:off x="5195887" y="1354138"/>
          <a:ext cx="28432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17" name="公式" r:id="rId17" imgW="2838284" imgH="904978" progId="Equation.3">
                  <p:embed/>
                </p:oleObj>
              </mc:Choice>
              <mc:Fallback>
                <p:oleObj name="公式" r:id="rId17" imgW="283828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5887" y="1354138"/>
                        <a:ext cx="28432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4" name="Text Box 16"/>
          <p:cNvSpPr txBox="1">
            <a:spLocks noChangeArrowheads="1"/>
          </p:cNvSpPr>
          <p:nvPr/>
        </p:nvSpPr>
        <p:spPr bwMode="auto">
          <a:xfrm>
            <a:off x="1756800" y="2442521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206865" name="AutoShape 17"/>
          <p:cNvSpPr>
            <a:spLocks/>
          </p:cNvSpPr>
          <p:nvPr/>
        </p:nvSpPr>
        <p:spPr bwMode="auto">
          <a:xfrm>
            <a:off x="6262055" y="3419750"/>
            <a:ext cx="152400" cy="1295400"/>
          </a:xfrm>
          <a:prstGeom prst="rightBrace">
            <a:avLst>
              <a:gd name="adj1" fmla="val 70833"/>
              <a:gd name="adj2" fmla="val 51565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6866" name="AutoShape 18"/>
          <p:cNvSpPr>
            <a:spLocks noChangeArrowheads="1"/>
          </p:cNvSpPr>
          <p:nvPr/>
        </p:nvSpPr>
        <p:spPr bwMode="auto">
          <a:xfrm>
            <a:off x="6474813" y="3998192"/>
            <a:ext cx="685800" cy="169862"/>
          </a:xfrm>
          <a:prstGeom prst="rightArrow">
            <a:avLst>
              <a:gd name="adj1" fmla="val 50000"/>
              <a:gd name="adj2" fmla="val 10093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68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304021"/>
              </p:ext>
            </p:extLst>
          </p:nvPr>
        </p:nvGraphicFramePr>
        <p:xfrm>
          <a:off x="2785500" y="2256514"/>
          <a:ext cx="774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18" name="公式" r:id="rId19" imgW="762058" imgH="904978" progId="Equation.3">
                  <p:embed/>
                </p:oleObj>
              </mc:Choice>
              <mc:Fallback>
                <p:oleObj name="公式" r:id="rId19" imgW="762058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5500" y="2256514"/>
                        <a:ext cx="774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6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597208"/>
              </p:ext>
            </p:extLst>
          </p:nvPr>
        </p:nvGraphicFramePr>
        <p:xfrm>
          <a:off x="5257800" y="2222727"/>
          <a:ext cx="2133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19" name="公式" r:id="rId21" imgW="2124115" imgH="904978" progId="Equation.3">
                  <p:embed/>
                </p:oleObj>
              </mc:Choice>
              <mc:Fallback>
                <p:oleObj name="公式" r:id="rId21" imgW="2124115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222727"/>
                        <a:ext cx="2133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6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865201"/>
              </p:ext>
            </p:extLst>
          </p:nvPr>
        </p:nvGraphicFramePr>
        <p:xfrm>
          <a:off x="3033935" y="3146650"/>
          <a:ext cx="2006296" cy="954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0" name="Equation" r:id="rId23" imgW="914400" imgH="431640" progId="Equation.DSMT4">
                  <p:embed/>
                </p:oleObj>
              </mc:Choice>
              <mc:Fallback>
                <p:oleObj name="Equation" r:id="rId23" imgW="914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3935" y="3146650"/>
                        <a:ext cx="2006296" cy="954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531598"/>
              </p:ext>
            </p:extLst>
          </p:nvPr>
        </p:nvGraphicFramePr>
        <p:xfrm>
          <a:off x="5192149" y="3430588"/>
          <a:ext cx="1016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1" name="公式" r:id="rId25" imgW="1009484" imgH="380897" progId="Equation.3">
                  <p:embed/>
                </p:oleObj>
              </mc:Choice>
              <mc:Fallback>
                <p:oleObj name="公式" r:id="rId25" imgW="1009484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2149" y="3430588"/>
                        <a:ext cx="1016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948648"/>
              </p:ext>
            </p:extLst>
          </p:nvPr>
        </p:nvGraphicFramePr>
        <p:xfrm>
          <a:off x="3066486" y="4078367"/>
          <a:ext cx="1972169" cy="936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2" name="Equation" r:id="rId27" imgW="914400" imgH="431640" progId="Equation.DSMT4">
                  <p:embed/>
                </p:oleObj>
              </mc:Choice>
              <mc:Fallback>
                <p:oleObj name="Equation" r:id="rId27" imgW="914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6486" y="4078367"/>
                        <a:ext cx="1972169" cy="9366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320501"/>
              </p:ext>
            </p:extLst>
          </p:nvPr>
        </p:nvGraphicFramePr>
        <p:xfrm>
          <a:off x="5182555" y="4366471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3" name="公式" r:id="rId29" imgW="990745" imgH="380897" progId="Equation.3">
                  <p:embed/>
                </p:oleObj>
              </mc:Choice>
              <mc:Fallback>
                <p:oleObj name="公式" r:id="rId29" imgW="99074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2555" y="4366471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629777"/>
              </p:ext>
            </p:extLst>
          </p:nvPr>
        </p:nvGraphicFramePr>
        <p:xfrm>
          <a:off x="7451758" y="3098042"/>
          <a:ext cx="774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4" name="公式" r:id="rId31" imgW="762058" imgH="904978" progId="Equation.3">
                  <p:embed/>
                </p:oleObj>
              </mc:Choice>
              <mc:Fallback>
                <p:oleObj name="公式" r:id="rId31" imgW="762058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58" y="3098042"/>
                        <a:ext cx="774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425474"/>
              </p:ext>
            </p:extLst>
          </p:nvPr>
        </p:nvGraphicFramePr>
        <p:xfrm>
          <a:off x="8213759" y="3045604"/>
          <a:ext cx="1358382" cy="990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5" name="Equation" r:id="rId33" imgW="596880" imgH="431640" progId="Equation.DSMT4">
                  <p:embed/>
                </p:oleObj>
              </mc:Choice>
              <mc:Fallback>
                <p:oleObj name="Equation" r:id="rId33" imgW="596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3759" y="3045604"/>
                        <a:ext cx="1358382" cy="990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39641"/>
              </p:ext>
            </p:extLst>
          </p:nvPr>
        </p:nvGraphicFramePr>
        <p:xfrm>
          <a:off x="7464458" y="4135211"/>
          <a:ext cx="762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6" name="公式" r:id="rId35" imgW="752341" imgH="904978" progId="Equation.3">
                  <p:embed/>
                </p:oleObj>
              </mc:Choice>
              <mc:Fallback>
                <p:oleObj name="公式" r:id="rId35" imgW="752341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58" y="4135211"/>
                        <a:ext cx="762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193155"/>
              </p:ext>
            </p:extLst>
          </p:nvPr>
        </p:nvGraphicFramePr>
        <p:xfrm>
          <a:off x="8299516" y="4078367"/>
          <a:ext cx="1331491" cy="971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7" name="Equation" r:id="rId37" imgW="596880" imgH="431640" progId="Equation.DSMT4">
                  <p:embed/>
                </p:oleObj>
              </mc:Choice>
              <mc:Fallback>
                <p:oleObj name="Equation" r:id="rId37" imgW="596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9516" y="4078367"/>
                        <a:ext cx="1331491" cy="9712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77" name="AutoShape 29"/>
          <p:cNvSpPr>
            <a:spLocks/>
          </p:cNvSpPr>
          <p:nvPr/>
        </p:nvSpPr>
        <p:spPr bwMode="auto">
          <a:xfrm>
            <a:off x="7239000" y="3414783"/>
            <a:ext cx="152400" cy="13716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687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45454"/>
              </p:ext>
            </p:extLst>
          </p:nvPr>
        </p:nvGraphicFramePr>
        <p:xfrm>
          <a:off x="5192149" y="5308600"/>
          <a:ext cx="838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8" name="公式" r:id="rId39" imgW="828686" imgH="400011" progId="Equation.3">
                  <p:embed/>
                </p:oleObj>
              </mc:Choice>
              <mc:Fallback>
                <p:oleObj name="公式" r:id="rId39" imgW="828686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2149" y="5308600"/>
                        <a:ext cx="838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142026"/>
              </p:ext>
            </p:extLst>
          </p:nvPr>
        </p:nvGraphicFramePr>
        <p:xfrm>
          <a:off x="1725613" y="5029996"/>
          <a:ext cx="34147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9" name="公式" r:id="rId41" imgW="3409827" imgH="904978" progId="Equation.3">
                  <p:embed/>
                </p:oleObj>
              </mc:Choice>
              <mc:Fallback>
                <p:oleObj name="公式" r:id="rId41" imgW="34098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613" y="5029996"/>
                        <a:ext cx="34147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8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05320"/>
              </p:ext>
            </p:extLst>
          </p:nvPr>
        </p:nvGraphicFramePr>
        <p:xfrm>
          <a:off x="6030349" y="5084820"/>
          <a:ext cx="30972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30" name="公式" r:id="rId43" imgW="3086057" imgH="904978" progId="Equation.3">
                  <p:embed/>
                </p:oleObj>
              </mc:Choice>
              <mc:Fallback>
                <p:oleObj name="公式" r:id="rId43" imgW="308605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0349" y="5084820"/>
                        <a:ext cx="30972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8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253887"/>
              </p:ext>
            </p:extLst>
          </p:nvPr>
        </p:nvGraphicFramePr>
        <p:xfrm>
          <a:off x="9135021" y="5328446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31" name="公式" r:id="rId45" imgW="485829" imgH="304787" progId="Equation.3">
                  <p:embed/>
                </p:oleObj>
              </mc:Choice>
              <mc:Fallback>
                <p:oleObj name="公式" r:id="rId45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5021" y="5328446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865271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6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6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6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6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6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6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06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0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0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0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0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0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0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0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0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0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60" grpId="0" build="p" autoUpdateAnimBg="0" advAuto="0"/>
      <p:bldP spid="206862" grpId="0" build="p" autoUpdateAnimBg="0"/>
      <p:bldP spid="206864" grpId="0" autoUpdateAnimBg="0"/>
      <p:bldP spid="206865" grpId="0" animBg="1"/>
      <p:bldP spid="206866" grpId="0" animBg="1"/>
      <p:bldP spid="20687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67608" y="744224"/>
            <a:ext cx="2247222" cy="609806"/>
          </a:xfrm>
          <a:noFill/>
          <a:ln w="19050">
            <a:solidFill>
              <a:srgbClr val="FF0000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内容小结</a:t>
            </a:r>
          </a:p>
        </p:txBody>
      </p:sp>
      <p:sp>
        <p:nvSpPr>
          <p:cNvPr id="323587" name="Text Box 3"/>
          <p:cNvSpPr txBox="1">
            <a:spLocks noChangeArrowheads="1"/>
          </p:cNvSpPr>
          <p:nvPr/>
        </p:nvSpPr>
        <p:spPr bwMode="auto">
          <a:xfrm>
            <a:off x="2438400" y="1699530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1. </a:t>
            </a:r>
            <a:r>
              <a:rPr lang="zh-CN" altLang="en-US" sz="2800" b="1" dirty="0">
                <a:ea typeface="楷体_GB2312" pitchFamily="49" charset="-122"/>
              </a:rPr>
              <a:t>隐函数</a:t>
            </a:r>
            <a:r>
              <a:rPr lang="en-US" altLang="zh-CN" sz="2800" b="1" dirty="0">
                <a:ea typeface="楷体_GB2312" pitchFamily="49" charset="-122"/>
              </a:rPr>
              <a:t>( </a:t>
            </a:r>
            <a:r>
              <a:rPr lang="zh-CN" altLang="en-US" sz="2800" b="1" dirty="0">
                <a:ea typeface="楷体_GB2312" pitchFamily="49" charset="-122"/>
              </a:rPr>
              <a:t>组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ea typeface="楷体_GB2312" pitchFamily="49" charset="-122"/>
              </a:rPr>
              <a:t>存在定理</a:t>
            </a:r>
          </a:p>
        </p:txBody>
      </p:sp>
      <p:sp>
        <p:nvSpPr>
          <p:cNvPr id="323588" name="Text Box 4"/>
          <p:cNvSpPr txBox="1">
            <a:spLocks noChangeArrowheads="1"/>
          </p:cNvSpPr>
          <p:nvPr/>
        </p:nvSpPr>
        <p:spPr bwMode="auto">
          <a:xfrm>
            <a:off x="2438400" y="2299838"/>
            <a:ext cx="398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2. </a:t>
            </a:r>
            <a:r>
              <a:rPr lang="zh-CN" altLang="en-US" sz="2800" b="1" dirty="0">
                <a:ea typeface="楷体_GB2312" pitchFamily="49" charset="-122"/>
              </a:rPr>
              <a:t>隐函数 </a:t>
            </a:r>
            <a:r>
              <a:rPr lang="en-US" altLang="zh-CN" sz="2800" b="1" dirty="0">
                <a:ea typeface="楷体_GB2312" pitchFamily="49" charset="-122"/>
              </a:rPr>
              <a:t>( </a:t>
            </a:r>
            <a:r>
              <a:rPr lang="zh-CN" altLang="en-US" sz="2800" b="1" dirty="0">
                <a:ea typeface="楷体_GB2312" pitchFamily="49" charset="-122"/>
              </a:rPr>
              <a:t>组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ea typeface="楷体_GB2312" pitchFamily="49" charset="-122"/>
              </a:rPr>
              <a:t>求导方法</a:t>
            </a:r>
          </a:p>
        </p:txBody>
      </p:sp>
      <p:sp>
        <p:nvSpPr>
          <p:cNvPr id="323589" name="Text Box 5"/>
          <p:cNvSpPr txBox="1">
            <a:spLocks noChangeArrowheads="1"/>
          </p:cNvSpPr>
          <p:nvPr/>
        </p:nvSpPr>
        <p:spPr bwMode="auto">
          <a:xfrm>
            <a:off x="2351584" y="2900145"/>
            <a:ext cx="85752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方法</a:t>
            </a:r>
            <a:r>
              <a:rPr lang="en-US" altLang="zh-CN" sz="2800" b="1" dirty="0">
                <a:ea typeface="楷体_GB2312" pitchFamily="49" charset="-122"/>
              </a:rPr>
              <a:t>1. </a:t>
            </a:r>
            <a:r>
              <a:rPr lang="zh-CN" altLang="en-US" sz="2800" b="1" dirty="0">
                <a:ea typeface="楷体_GB2312" pitchFamily="49" charset="-122"/>
              </a:rPr>
              <a:t>利用复合函数求导法则直接</a:t>
            </a:r>
            <a:r>
              <a:rPr lang="zh-CN" altLang="en-US" sz="2800" b="1" dirty="0" smtClean="0">
                <a:ea typeface="楷体_GB2312" pitchFamily="49" charset="-122"/>
              </a:rPr>
              <a:t>计算</a:t>
            </a:r>
            <a:r>
              <a:rPr lang="en-US" altLang="zh-CN" sz="2800" b="1" dirty="0" smtClean="0">
                <a:ea typeface="楷体_GB2312" pitchFamily="49" charset="-122"/>
              </a:rPr>
              <a:t>(</a:t>
            </a:r>
            <a:r>
              <a:rPr lang="zh-CN" altLang="en-US" sz="2800" b="1" dirty="0" smtClean="0">
                <a:ea typeface="楷体_GB2312" pitchFamily="49" charset="-122"/>
              </a:rPr>
              <a:t>即隐函数法</a:t>
            </a:r>
            <a:r>
              <a:rPr lang="en-US" altLang="zh-CN" sz="2800" b="1" dirty="0" smtClean="0">
                <a:ea typeface="楷体_GB2312" pitchFamily="49" charset="-122"/>
              </a:rPr>
              <a:t>)</a:t>
            </a:r>
            <a:r>
              <a:rPr lang="zh-CN" altLang="en-US" sz="2800" b="1" dirty="0" smtClean="0"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;</a:t>
            </a:r>
          </a:p>
        </p:txBody>
      </p:sp>
      <p:sp>
        <p:nvSpPr>
          <p:cNvPr id="323590" name="Text Box 6"/>
          <p:cNvSpPr txBox="1">
            <a:spLocks noChangeArrowheads="1"/>
          </p:cNvSpPr>
          <p:nvPr/>
        </p:nvSpPr>
        <p:spPr bwMode="auto">
          <a:xfrm>
            <a:off x="2351584" y="3531260"/>
            <a:ext cx="480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方法</a:t>
            </a:r>
            <a:r>
              <a:rPr lang="en-US" altLang="zh-CN" sz="2800" b="1" dirty="0">
                <a:ea typeface="楷体_GB2312" pitchFamily="49" charset="-122"/>
              </a:rPr>
              <a:t>2. </a:t>
            </a:r>
            <a:r>
              <a:rPr lang="zh-CN" altLang="en-US" sz="2800" b="1" dirty="0">
                <a:ea typeface="楷体_GB2312" pitchFamily="49" charset="-122"/>
              </a:rPr>
              <a:t>利用微分形式不变性 </a:t>
            </a:r>
            <a:r>
              <a:rPr lang="en-US" altLang="zh-CN" sz="2800" b="1" dirty="0">
                <a:ea typeface="楷体_GB2312" pitchFamily="49" charset="-122"/>
              </a:rPr>
              <a:t>;</a:t>
            </a:r>
          </a:p>
        </p:txBody>
      </p:sp>
      <p:sp>
        <p:nvSpPr>
          <p:cNvPr id="323591" name="Text Box 7"/>
          <p:cNvSpPr txBox="1">
            <a:spLocks noChangeArrowheads="1"/>
          </p:cNvSpPr>
          <p:nvPr/>
        </p:nvSpPr>
        <p:spPr bwMode="auto">
          <a:xfrm>
            <a:off x="2372077" y="4140565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方法</a:t>
            </a:r>
            <a:r>
              <a:rPr lang="en-US" altLang="zh-CN" sz="2800" b="1" dirty="0">
                <a:ea typeface="楷体_GB2312" pitchFamily="49" charset="-122"/>
              </a:rPr>
              <a:t>3. </a:t>
            </a:r>
            <a:r>
              <a:rPr lang="zh-CN" altLang="en-US" sz="2800" b="1" dirty="0">
                <a:ea typeface="楷体_GB2312" pitchFamily="49" charset="-122"/>
              </a:rPr>
              <a:t>代公式</a:t>
            </a:r>
          </a:p>
        </p:txBody>
      </p:sp>
    </p:spTree>
    <p:extLst>
      <p:ext uri="{BB962C8B-B14F-4D97-AF65-F5344CB8AC3E}">
        <p14:creationId xmlns:p14="http://schemas.microsoft.com/office/powerpoint/2010/main" val="70467575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autoUpdateAnimBg="0"/>
      <p:bldP spid="323588" grpId="0" autoUpdateAnimBg="0"/>
      <p:bldP spid="323589" grpId="0" autoUpdateAnimBg="0"/>
      <p:bldP spid="323590" grpId="0" autoUpdateAnimBg="0"/>
      <p:bldP spid="323591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2742</TotalTime>
  <Words>837</Words>
  <Application>Microsoft Office PowerPoint</Application>
  <PresentationFormat>宽屏</PresentationFormat>
  <Paragraphs>190</Paragraphs>
  <Slides>31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31</vt:i4>
      </vt:variant>
    </vt:vector>
  </HeadingPairs>
  <TitlesOfParts>
    <vt:vector size="44" baseType="lpstr">
      <vt:lpstr>仿宋_GB2312</vt:lpstr>
      <vt:lpstr>黑体</vt:lpstr>
      <vt:lpstr>华文行楷</vt:lpstr>
      <vt:lpstr>华文楷体</vt:lpstr>
      <vt:lpstr>楷体_GB2312</vt:lpstr>
      <vt:lpstr>宋体</vt:lpstr>
      <vt:lpstr>Arial</vt:lpstr>
      <vt:lpstr>Calibri</vt:lpstr>
      <vt:lpstr>Times New Roman</vt:lpstr>
      <vt:lpstr>Office 主题</vt:lpstr>
      <vt:lpstr>公式</vt:lpstr>
      <vt:lpstr>Equation</vt:lpstr>
      <vt:lpstr>MathType 6.0 Equation</vt:lpstr>
      <vt:lpstr>PowerPoint 演示文稿</vt:lpstr>
      <vt:lpstr>本节讨论 :</vt:lpstr>
      <vt:lpstr>一、一个方程的情形 </vt:lpstr>
      <vt:lpstr>PowerPoint 演示文稿</vt:lpstr>
      <vt:lpstr>二阶导数 :</vt:lpstr>
      <vt:lpstr>例1. 验证方程</vt:lpstr>
      <vt:lpstr>PowerPoint 演示文稿</vt:lpstr>
      <vt:lpstr>导数的另一求法</vt:lpstr>
      <vt:lpstr>导数的另一求法</vt:lpstr>
      <vt:lpstr>定理2 .</vt:lpstr>
      <vt:lpstr>PowerPoint 演示文稿</vt:lpstr>
      <vt:lpstr>例2. 设</vt:lpstr>
      <vt:lpstr>解法2    利用公式</vt:lpstr>
      <vt:lpstr>解法3</vt:lpstr>
      <vt:lpstr>例3.</vt:lpstr>
      <vt:lpstr>PowerPoint 演示文稿</vt:lpstr>
      <vt:lpstr>二、方程组的情形</vt:lpstr>
      <vt:lpstr>定理3.</vt:lpstr>
      <vt:lpstr>PowerPoint 演示文稿</vt:lpstr>
      <vt:lpstr>设方程组</vt:lpstr>
      <vt:lpstr>PowerPoint 演示文稿</vt:lpstr>
      <vt:lpstr>例4. 设</vt:lpstr>
      <vt:lpstr>PowerPoint 演示文稿</vt:lpstr>
      <vt:lpstr>PowerPoint 演示文稿</vt:lpstr>
      <vt:lpstr>例1:设</vt:lpstr>
      <vt:lpstr>解法2. (微分法)利用全微分形式不变性同时求出各偏导数.</vt:lpstr>
      <vt:lpstr>PowerPoint 演示文稿</vt:lpstr>
      <vt:lpstr>3. 设</vt:lpstr>
      <vt:lpstr>解法2   微分法.</vt:lpstr>
      <vt:lpstr>4</vt:lpstr>
      <vt:lpstr>内容小结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Microsoft 帐户</cp:lastModifiedBy>
  <cp:revision>114</cp:revision>
  <dcterms:created xsi:type="dcterms:W3CDTF">2009-06-13T01:14:34Z</dcterms:created>
  <dcterms:modified xsi:type="dcterms:W3CDTF">2022-02-27T15:24:25Z</dcterms:modified>
</cp:coreProperties>
</file>