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7" r:id="rId2"/>
    <p:sldId id="258" r:id="rId3"/>
    <p:sldId id="288" r:id="rId4"/>
    <p:sldId id="289" r:id="rId5"/>
    <p:sldId id="294" r:id="rId6"/>
    <p:sldId id="259" r:id="rId7"/>
    <p:sldId id="260" r:id="rId8"/>
    <p:sldId id="261" r:id="rId9"/>
    <p:sldId id="262" r:id="rId10"/>
    <p:sldId id="263" r:id="rId11"/>
    <p:sldId id="264" r:id="rId12"/>
    <p:sldId id="286" r:id="rId13"/>
    <p:sldId id="287" r:id="rId14"/>
    <p:sldId id="265" r:id="rId15"/>
    <p:sldId id="267" r:id="rId16"/>
    <p:sldId id="292" r:id="rId17"/>
    <p:sldId id="269" r:id="rId18"/>
    <p:sldId id="290" r:id="rId19"/>
    <p:sldId id="291" r:id="rId20"/>
    <p:sldId id="308" r:id="rId21"/>
    <p:sldId id="309" r:id="rId22"/>
    <p:sldId id="306" r:id="rId23"/>
    <p:sldId id="305" r:id="rId24"/>
    <p:sldId id="307" r:id="rId25"/>
    <p:sldId id="272" r:id="rId26"/>
    <p:sldId id="273" r:id="rId27"/>
    <p:sldId id="296" r:id="rId28"/>
    <p:sldId id="274" r:id="rId29"/>
    <p:sldId id="275" r:id="rId30"/>
    <p:sldId id="304" r:id="rId31"/>
    <p:sldId id="310" r:id="rId32"/>
    <p:sldId id="279" r:id="rId33"/>
    <p:sldId id="314" r:id="rId34"/>
    <p:sldId id="315" r:id="rId35"/>
    <p:sldId id="316" r:id="rId36"/>
    <p:sldId id="317" r:id="rId37"/>
    <p:sldId id="320" r:id="rId38"/>
    <p:sldId id="280" r:id="rId39"/>
    <p:sldId id="281" r:id="rId40"/>
    <p:sldId id="297" r:id="rId41"/>
    <p:sldId id="299" r:id="rId42"/>
    <p:sldId id="298" r:id="rId43"/>
    <p:sldId id="301" r:id="rId44"/>
    <p:sldId id="302" r:id="rId45"/>
    <p:sldId id="311" r:id="rId46"/>
    <p:sldId id="312" r:id="rId47"/>
    <p:sldId id="313" r:id="rId48"/>
    <p:sldId id="318" r:id="rId49"/>
    <p:sldId id="319" r:id="rId50"/>
    <p:sldId id="321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66FF"/>
    <a:srgbClr val="FF0000"/>
    <a:srgbClr val="0000FF"/>
    <a:srgbClr val="FF00FF"/>
    <a:srgbClr val="99CC00"/>
    <a:srgbClr val="000066"/>
    <a:srgbClr val="000099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6424" autoAdjust="0"/>
  </p:normalViewPr>
  <p:slideViewPr>
    <p:cSldViewPr snapToGrid="0">
      <p:cViewPr varScale="1">
        <p:scale>
          <a:sx n="71" d="100"/>
          <a:sy n="71" d="100"/>
        </p:scale>
        <p:origin x="33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3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22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5" Type="http://schemas.openxmlformats.org/officeDocument/2006/relationships/image" Target="../media/image2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Relationship Id="rId1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12.wmf"/><Relationship Id="rId5" Type="http://schemas.openxmlformats.org/officeDocument/2006/relationships/image" Target="../media/image17.wmf"/><Relationship Id="rId4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41.wmf"/><Relationship Id="rId18" Type="http://schemas.openxmlformats.org/officeDocument/2006/relationships/image" Target="../media/image46.wmf"/><Relationship Id="rId3" Type="http://schemas.openxmlformats.org/officeDocument/2006/relationships/image" Target="../media/image31.wmf"/><Relationship Id="rId21" Type="http://schemas.openxmlformats.org/officeDocument/2006/relationships/image" Target="../media/image49.wmf"/><Relationship Id="rId7" Type="http://schemas.openxmlformats.org/officeDocument/2006/relationships/image" Target="../media/image35.wmf"/><Relationship Id="rId12" Type="http://schemas.openxmlformats.org/officeDocument/2006/relationships/image" Target="../media/image40.wmf"/><Relationship Id="rId17" Type="http://schemas.openxmlformats.org/officeDocument/2006/relationships/image" Target="../media/image45.emf"/><Relationship Id="rId2" Type="http://schemas.openxmlformats.org/officeDocument/2006/relationships/image" Target="../media/image30.wmf"/><Relationship Id="rId16" Type="http://schemas.openxmlformats.org/officeDocument/2006/relationships/image" Target="../media/image44.wmf"/><Relationship Id="rId20" Type="http://schemas.openxmlformats.org/officeDocument/2006/relationships/image" Target="../media/image48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11" Type="http://schemas.openxmlformats.org/officeDocument/2006/relationships/image" Target="../media/image39.wmf"/><Relationship Id="rId24" Type="http://schemas.openxmlformats.org/officeDocument/2006/relationships/image" Target="../media/image52.wmf"/><Relationship Id="rId5" Type="http://schemas.openxmlformats.org/officeDocument/2006/relationships/image" Target="../media/image33.wmf"/><Relationship Id="rId15" Type="http://schemas.openxmlformats.org/officeDocument/2006/relationships/image" Target="../media/image43.emf"/><Relationship Id="rId23" Type="http://schemas.openxmlformats.org/officeDocument/2006/relationships/image" Target="../media/image51.wmf"/><Relationship Id="rId10" Type="http://schemas.openxmlformats.org/officeDocument/2006/relationships/image" Target="../media/image38.wmf"/><Relationship Id="rId19" Type="http://schemas.openxmlformats.org/officeDocument/2006/relationships/image" Target="../media/image47.emf"/><Relationship Id="rId4" Type="http://schemas.openxmlformats.org/officeDocument/2006/relationships/image" Target="../media/image32.wmf"/><Relationship Id="rId9" Type="http://schemas.openxmlformats.org/officeDocument/2006/relationships/image" Target="../media/image37.wmf"/><Relationship Id="rId14" Type="http://schemas.openxmlformats.org/officeDocument/2006/relationships/image" Target="../media/image42.wmf"/><Relationship Id="rId22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wmf"/><Relationship Id="rId7" Type="http://schemas.openxmlformats.org/officeDocument/2006/relationships/image" Target="../media/image59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image" Target="../media/image82.wmf"/><Relationship Id="rId18" Type="http://schemas.openxmlformats.org/officeDocument/2006/relationships/image" Target="../media/image87.wmf"/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12" Type="http://schemas.openxmlformats.org/officeDocument/2006/relationships/image" Target="../media/image81.wmf"/><Relationship Id="rId17" Type="http://schemas.openxmlformats.org/officeDocument/2006/relationships/image" Target="../media/image86.wmf"/><Relationship Id="rId2" Type="http://schemas.openxmlformats.org/officeDocument/2006/relationships/image" Target="../media/image71.wmf"/><Relationship Id="rId16" Type="http://schemas.openxmlformats.org/officeDocument/2006/relationships/image" Target="../media/image85.wmf"/><Relationship Id="rId1" Type="http://schemas.openxmlformats.org/officeDocument/2006/relationships/image" Target="../media/image70.emf"/><Relationship Id="rId6" Type="http://schemas.openxmlformats.org/officeDocument/2006/relationships/image" Target="../media/image75.wmf"/><Relationship Id="rId11" Type="http://schemas.openxmlformats.org/officeDocument/2006/relationships/image" Target="../media/image80.emf"/><Relationship Id="rId5" Type="http://schemas.openxmlformats.org/officeDocument/2006/relationships/image" Target="../media/image74.wmf"/><Relationship Id="rId15" Type="http://schemas.openxmlformats.org/officeDocument/2006/relationships/image" Target="../media/image84.wmf"/><Relationship Id="rId10" Type="http://schemas.openxmlformats.org/officeDocument/2006/relationships/image" Target="../media/image79.emf"/><Relationship Id="rId4" Type="http://schemas.openxmlformats.org/officeDocument/2006/relationships/image" Target="../media/image73.wmf"/><Relationship Id="rId9" Type="http://schemas.openxmlformats.org/officeDocument/2006/relationships/image" Target="../media/image78.wmf"/><Relationship Id="rId14" Type="http://schemas.openxmlformats.org/officeDocument/2006/relationships/image" Target="../media/image8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6" Type="http://schemas.openxmlformats.org/officeDocument/2006/relationships/image" Target="../media/image94.wmf"/><Relationship Id="rId5" Type="http://schemas.openxmlformats.org/officeDocument/2006/relationships/image" Target="../media/image93.emf"/><Relationship Id="rId4" Type="http://schemas.openxmlformats.org/officeDocument/2006/relationships/image" Target="../media/image92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Relationship Id="rId4" Type="http://schemas.openxmlformats.org/officeDocument/2006/relationships/image" Target="../media/image101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9" Type="http://schemas.openxmlformats.org/officeDocument/2006/relationships/image" Target="../media/image11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12" Type="http://schemas.openxmlformats.org/officeDocument/2006/relationships/image" Target="../media/image125.e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11" Type="http://schemas.openxmlformats.org/officeDocument/2006/relationships/image" Target="../media/image124.emf"/><Relationship Id="rId5" Type="http://schemas.openxmlformats.org/officeDocument/2006/relationships/image" Target="../media/image118.wmf"/><Relationship Id="rId10" Type="http://schemas.openxmlformats.org/officeDocument/2006/relationships/image" Target="../media/image123.wmf"/><Relationship Id="rId4" Type="http://schemas.openxmlformats.org/officeDocument/2006/relationships/image" Target="../media/image117.wmf"/><Relationship Id="rId9" Type="http://schemas.openxmlformats.org/officeDocument/2006/relationships/image" Target="../media/image12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Relationship Id="rId9" Type="http://schemas.openxmlformats.org/officeDocument/2006/relationships/image" Target="../media/image14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image" Target="../media/image153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12" Type="http://schemas.openxmlformats.org/officeDocument/2006/relationships/image" Target="../media/image152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11" Type="http://schemas.openxmlformats.org/officeDocument/2006/relationships/image" Target="../media/image151.wmf"/><Relationship Id="rId5" Type="http://schemas.openxmlformats.org/officeDocument/2006/relationships/image" Target="../media/image145.wmf"/><Relationship Id="rId10" Type="http://schemas.openxmlformats.org/officeDocument/2006/relationships/image" Target="../media/image150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3" Type="http://schemas.openxmlformats.org/officeDocument/2006/relationships/image" Target="../media/image163.wmf"/><Relationship Id="rId7" Type="http://schemas.openxmlformats.org/officeDocument/2006/relationships/image" Target="../media/image167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10" Type="http://schemas.openxmlformats.org/officeDocument/2006/relationships/image" Target="../media/image170.wmf"/><Relationship Id="rId4" Type="http://schemas.openxmlformats.org/officeDocument/2006/relationships/image" Target="../media/image164.wmf"/><Relationship Id="rId9" Type="http://schemas.openxmlformats.org/officeDocument/2006/relationships/image" Target="../media/image16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emf"/><Relationship Id="rId13" Type="http://schemas.openxmlformats.org/officeDocument/2006/relationships/image" Target="../media/image183.wmf"/><Relationship Id="rId3" Type="http://schemas.openxmlformats.org/officeDocument/2006/relationships/image" Target="../media/image173.emf"/><Relationship Id="rId7" Type="http://schemas.openxmlformats.org/officeDocument/2006/relationships/image" Target="../media/image177.wmf"/><Relationship Id="rId12" Type="http://schemas.openxmlformats.org/officeDocument/2006/relationships/image" Target="../media/image182.wmf"/><Relationship Id="rId2" Type="http://schemas.openxmlformats.org/officeDocument/2006/relationships/image" Target="../media/image172.wmf"/><Relationship Id="rId1" Type="http://schemas.openxmlformats.org/officeDocument/2006/relationships/image" Target="../media/image171.emf"/><Relationship Id="rId6" Type="http://schemas.openxmlformats.org/officeDocument/2006/relationships/image" Target="../media/image176.wmf"/><Relationship Id="rId11" Type="http://schemas.openxmlformats.org/officeDocument/2006/relationships/image" Target="../media/image181.wmf"/><Relationship Id="rId5" Type="http://schemas.openxmlformats.org/officeDocument/2006/relationships/image" Target="../media/image175.emf"/><Relationship Id="rId10" Type="http://schemas.openxmlformats.org/officeDocument/2006/relationships/image" Target="../media/image180.wmf"/><Relationship Id="rId4" Type="http://schemas.openxmlformats.org/officeDocument/2006/relationships/image" Target="../media/image174.wmf"/><Relationship Id="rId9" Type="http://schemas.openxmlformats.org/officeDocument/2006/relationships/image" Target="../media/image179.wmf"/><Relationship Id="rId14" Type="http://schemas.openxmlformats.org/officeDocument/2006/relationships/image" Target="../media/image18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image" Target="../media/image197.wmf"/><Relationship Id="rId3" Type="http://schemas.openxmlformats.org/officeDocument/2006/relationships/image" Target="../media/image187.wmf"/><Relationship Id="rId7" Type="http://schemas.openxmlformats.org/officeDocument/2006/relationships/image" Target="../media/image191.wmf"/><Relationship Id="rId12" Type="http://schemas.openxmlformats.org/officeDocument/2006/relationships/image" Target="../media/image196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11" Type="http://schemas.openxmlformats.org/officeDocument/2006/relationships/image" Target="../media/image195.wmf"/><Relationship Id="rId5" Type="http://schemas.openxmlformats.org/officeDocument/2006/relationships/image" Target="../media/image189.wmf"/><Relationship Id="rId10" Type="http://schemas.openxmlformats.org/officeDocument/2006/relationships/image" Target="../media/image194.wmf"/><Relationship Id="rId4" Type="http://schemas.openxmlformats.org/officeDocument/2006/relationships/image" Target="../media/image188.wmf"/><Relationship Id="rId9" Type="http://schemas.openxmlformats.org/officeDocument/2006/relationships/image" Target="../media/image193.wmf"/><Relationship Id="rId14" Type="http://schemas.openxmlformats.org/officeDocument/2006/relationships/image" Target="../media/image19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12" Type="http://schemas.openxmlformats.org/officeDocument/2006/relationships/image" Target="../media/image213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Relationship Id="rId6" Type="http://schemas.openxmlformats.org/officeDocument/2006/relationships/image" Target="../media/image207.wmf"/><Relationship Id="rId11" Type="http://schemas.openxmlformats.org/officeDocument/2006/relationships/image" Target="../media/image212.wmf"/><Relationship Id="rId5" Type="http://schemas.openxmlformats.org/officeDocument/2006/relationships/image" Target="../media/image206.wmf"/><Relationship Id="rId10" Type="http://schemas.openxmlformats.org/officeDocument/2006/relationships/image" Target="../media/image211.wmf"/><Relationship Id="rId4" Type="http://schemas.openxmlformats.org/officeDocument/2006/relationships/image" Target="../media/image205.wmf"/><Relationship Id="rId9" Type="http://schemas.openxmlformats.org/officeDocument/2006/relationships/image" Target="../media/image21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3" Type="http://schemas.openxmlformats.org/officeDocument/2006/relationships/image" Target="../media/image216.wmf"/><Relationship Id="rId7" Type="http://schemas.openxmlformats.org/officeDocument/2006/relationships/image" Target="../media/image220.wmf"/><Relationship Id="rId12" Type="http://schemas.openxmlformats.org/officeDocument/2006/relationships/image" Target="../media/image225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11" Type="http://schemas.openxmlformats.org/officeDocument/2006/relationships/image" Target="../media/image224.wmf"/><Relationship Id="rId5" Type="http://schemas.openxmlformats.org/officeDocument/2006/relationships/image" Target="../media/image218.wmf"/><Relationship Id="rId10" Type="http://schemas.openxmlformats.org/officeDocument/2006/relationships/image" Target="../media/image223.wmf"/><Relationship Id="rId4" Type="http://schemas.openxmlformats.org/officeDocument/2006/relationships/image" Target="../media/image217.wmf"/><Relationship Id="rId9" Type="http://schemas.openxmlformats.org/officeDocument/2006/relationships/image" Target="../media/image222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image" Target="../media/image238.wmf"/><Relationship Id="rId3" Type="http://schemas.openxmlformats.org/officeDocument/2006/relationships/image" Target="../media/image228.wmf"/><Relationship Id="rId7" Type="http://schemas.openxmlformats.org/officeDocument/2006/relationships/image" Target="../media/image232.wmf"/><Relationship Id="rId12" Type="http://schemas.openxmlformats.org/officeDocument/2006/relationships/image" Target="../media/image237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11" Type="http://schemas.openxmlformats.org/officeDocument/2006/relationships/image" Target="../media/image236.wmf"/><Relationship Id="rId5" Type="http://schemas.openxmlformats.org/officeDocument/2006/relationships/image" Target="../media/image230.wmf"/><Relationship Id="rId15" Type="http://schemas.openxmlformats.org/officeDocument/2006/relationships/image" Target="../media/image240.wmf"/><Relationship Id="rId10" Type="http://schemas.openxmlformats.org/officeDocument/2006/relationships/image" Target="../media/image235.wmf"/><Relationship Id="rId4" Type="http://schemas.openxmlformats.org/officeDocument/2006/relationships/image" Target="../media/image229.wmf"/><Relationship Id="rId9" Type="http://schemas.openxmlformats.org/officeDocument/2006/relationships/image" Target="../media/image234.wmf"/><Relationship Id="rId14" Type="http://schemas.openxmlformats.org/officeDocument/2006/relationships/image" Target="../media/image23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image" Target="../media/image232.wmf"/><Relationship Id="rId3" Type="http://schemas.openxmlformats.org/officeDocument/2006/relationships/image" Target="../media/image243.wmf"/><Relationship Id="rId7" Type="http://schemas.openxmlformats.org/officeDocument/2006/relationships/image" Target="../media/image226.wmf"/><Relationship Id="rId12" Type="http://schemas.openxmlformats.org/officeDocument/2006/relationships/image" Target="../media/image231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Relationship Id="rId6" Type="http://schemas.openxmlformats.org/officeDocument/2006/relationships/image" Target="../media/image246.wmf"/><Relationship Id="rId11" Type="http://schemas.openxmlformats.org/officeDocument/2006/relationships/image" Target="../media/image230.wmf"/><Relationship Id="rId5" Type="http://schemas.openxmlformats.org/officeDocument/2006/relationships/image" Target="../media/image245.wmf"/><Relationship Id="rId15" Type="http://schemas.openxmlformats.org/officeDocument/2006/relationships/image" Target="../media/image248.wmf"/><Relationship Id="rId10" Type="http://schemas.openxmlformats.org/officeDocument/2006/relationships/image" Target="../media/image229.wmf"/><Relationship Id="rId4" Type="http://schemas.openxmlformats.org/officeDocument/2006/relationships/image" Target="../media/image244.wmf"/><Relationship Id="rId9" Type="http://schemas.openxmlformats.org/officeDocument/2006/relationships/image" Target="../media/image228.wmf"/><Relationship Id="rId14" Type="http://schemas.openxmlformats.org/officeDocument/2006/relationships/image" Target="../media/image24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13" Type="http://schemas.openxmlformats.org/officeDocument/2006/relationships/image" Target="../media/image252.wmf"/><Relationship Id="rId18" Type="http://schemas.openxmlformats.org/officeDocument/2006/relationships/image" Target="../media/image257.wmf"/><Relationship Id="rId3" Type="http://schemas.openxmlformats.org/officeDocument/2006/relationships/image" Target="../media/image245.wmf"/><Relationship Id="rId7" Type="http://schemas.openxmlformats.org/officeDocument/2006/relationships/image" Target="../media/image228.wmf"/><Relationship Id="rId12" Type="http://schemas.openxmlformats.org/officeDocument/2006/relationships/image" Target="../media/image251.wmf"/><Relationship Id="rId17" Type="http://schemas.openxmlformats.org/officeDocument/2006/relationships/image" Target="../media/image256.wmf"/><Relationship Id="rId2" Type="http://schemas.openxmlformats.org/officeDocument/2006/relationships/image" Target="../media/image250.wmf"/><Relationship Id="rId16" Type="http://schemas.openxmlformats.org/officeDocument/2006/relationships/image" Target="../media/image255.wmf"/><Relationship Id="rId1" Type="http://schemas.openxmlformats.org/officeDocument/2006/relationships/image" Target="../media/image249.wmf"/><Relationship Id="rId6" Type="http://schemas.openxmlformats.org/officeDocument/2006/relationships/image" Target="../media/image227.wmf"/><Relationship Id="rId11" Type="http://schemas.openxmlformats.org/officeDocument/2006/relationships/image" Target="../media/image232.wmf"/><Relationship Id="rId5" Type="http://schemas.openxmlformats.org/officeDocument/2006/relationships/image" Target="../media/image226.wmf"/><Relationship Id="rId15" Type="http://schemas.openxmlformats.org/officeDocument/2006/relationships/image" Target="../media/image254.wmf"/><Relationship Id="rId10" Type="http://schemas.openxmlformats.org/officeDocument/2006/relationships/image" Target="../media/image231.wmf"/><Relationship Id="rId19" Type="http://schemas.openxmlformats.org/officeDocument/2006/relationships/image" Target="../media/image258.wmf"/><Relationship Id="rId4" Type="http://schemas.openxmlformats.org/officeDocument/2006/relationships/image" Target="../media/image246.wmf"/><Relationship Id="rId9" Type="http://schemas.openxmlformats.org/officeDocument/2006/relationships/image" Target="../media/image230.wmf"/><Relationship Id="rId14" Type="http://schemas.openxmlformats.org/officeDocument/2006/relationships/image" Target="../media/image25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13" Type="http://schemas.openxmlformats.org/officeDocument/2006/relationships/image" Target="../media/image271.emf"/><Relationship Id="rId18" Type="http://schemas.openxmlformats.org/officeDocument/2006/relationships/image" Target="../media/image276.wmf"/><Relationship Id="rId3" Type="http://schemas.openxmlformats.org/officeDocument/2006/relationships/image" Target="../media/image261.wmf"/><Relationship Id="rId21" Type="http://schemas.openxmlformats.org/officeDocument/2006/relationships/image" Target="../media/image279.wmf"/><Relationship Id="rId7" Type="http://schemas.openxmlformats.org/officeDocument/2006/relationships/image" Target="../media/image265.wmf"/><Relationship Id="rId12" Type="http://schemas.openxmlformats.org/officeDocument/2006/relationships/image" Target="../media/image270.wmf"/><Relationship Id="rId17" Type="http://schemas.openxmlformats.org/officeDocument/2006/relationships/image" Target="../media/image275.wmf"/><Relationship Id="rId2" Type="http://schemas.openxmlformats.org/officeDocument/2006/relationships/image" Target="../media/image260.wmf"/><Relationship Id="rId16" Type="http://schemas.openxmlformats.org/officeDocument/2006/relationships/image" Target="../media/image274.wmf"/><Relationship Id="rId20" Type="http://schemas.openxmlformats.org/officeDocument/2006/relationships/image" Target="../media/image278.wmf"/><Relationship Id="rId1" Type="http://schemas.openxmlformats.org/officeDocument/2006/relationships/image" Target="../media/image259.wmf"/><Relationship Id="rId6" Type="http://schemas.openxmlformats.org/officeDocument/2006/relationships/image" Target="../media/image264.wmf"/><Relationship Id="rId11" Type="http://schemas.openxmlformats.org/officeDocument/2006/relationships/image" Target="../media/image269.wmf"/><Relationship Id="rId5" Type="http://schemas.openxmlformats.org/officeDocument/2006/relationships/image" Target="../media/image263.wmf"/><Relationship Id="rId15" Type="http://schemas.openxmlformats.org/officeDocument/2006/relationships/image" Target="../media/image273.wmf"/><Relationship Id="rId10" Type="http://schemas.openxmlformats.org/officeDocument/2006/relationships/image" Target="../media/image268.wmf"/><Relationship Id="rId19" Type="http://schemas.openxmlformats.org/officeDocument/2006/relationships/image" Target="../media/image277.wmf"/><Relationship Id="rId4" Type="http://schemas.openxmlformats.org/officeDocument/2006/relationships/image" Target="../media/image262.wmf"/><Relationship Id="rId9" Type="http://schemas.openxmlformats.org/officeDocument/2006/relationships/image" Target="../media/image267.wmf"/><Relationship Id="rId14" Type="http://schemas.openxmlformats.org/officeDocument/2006/relationships/image" Target="../media/image272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3" Type="http://schemas.openxmlformats.org/officeDocument/2006/relationships/image" Target="../media/image283.wmf"/><Relationship Id="rId7" Type="http://schemas.openxmlformats.org/officeDocument/2006/relationships/image" Target="../media/image277.wmf"/><Relationship Id="rId2" Type="http://schemas.openxmlformats.org/officeDocument/2006/relationships/image" Target="../media/image282.wmf"/><Relationship Id="rId1" Type="http://schemas.openxmlformats.org/officeDocument/2006/relationships/image" Target="../media/image281.wmf"/><Relationship Id="rId6" Type="http://schemas.openxmlformats.org/officeDocument/2006/relationships/image" Target="../media/image276.wmf"/><Relationship Id="rId5" Type="http://schemas.openxmlformats.org/officeDocument/2006/relationships/image" Target="../media/image270.wmf"/><Relationship Id="rId4" Type="http://schemas.openxmlformats.org/officeDocument/2006/relationships/image" Target="../media/image284.jpeg"/><Relationship Id="rId9" Type="http://schemas.openxmlformats.org/officeDocument/2006/relationships/image" Target="../media/image286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13" Type="http://schemas.openxmlformats.org/officeDocument/2006/relationships/image" Target="../media/image295.wmf"/><Relationship Id="rId18" Type="http://schemas.openxmlformats.org/officeDocument/2006/relationships/image" Target="../media/image298.wmf"/><Relationship Id="rId3" Type="http://schemas.openxmlformats.org/officeDocument/2006/relationships/image" Target="../media/image288.wmf"/><Relationship Id="rId21" Type="http://schemas.openxmlformats.org/officeDocument/2006/relationships/image" Target="../media/image301.wmf"/><Relationship Id="rId7" Type="http://schemas.openxmlformats.org/officeDocument/2006/relationships/image" Target="../media/image269.wmf"/><Relationship Id="rId12" Type="http://schemas.openxmlformats.org/officeDocument/2006/relationships/image" Target="../media/image294.wmf"/><Relationship Id="rId17" Type="http://schemas.openxmlformats.org/officeDocument/2006/relationships/image" Target="../media/image297.wmf"/><Relationship Id="rId2" Type="http://schemas.openxmlformats.org/officeDocument/2006/relationships/image" Target="../media/image287.wmf"/><Relationship Id="rId16" Type="http://schemas.openxmlformats.org/officeDocument/2006/relationships/image" Target="../media/image279.wmf"/><Relationship Id="rId20" Type="http://schemas.openxmlformats.org/officeDocument/2006/relationships/image" Target="../media/image300.wmf"/><Relationship Id="rId1" Type="http://schemas.openxmlformats.org/officeDocument/2006/relationships/image" Target="../media/image263.wmf"/><Relationship Id="rId6" Type="http://schemas.openxmlformats.org/officeDocument/2006/relationships/image" Target="../media/image268.wmf"/><Relationship Id="rId11" Type="http://schemas.openxmlformats.org/officeDocument/2006/relationships/image" Target="../media/image293.wmf"/><Relationship Id="rId5" Type="http://schemas.openxmlformats.org/officeDocument/2006/relationships/image" Target="../media/image290.wmf"/><Relationship Id="rId15" Type="http://schemas.openxmlformats.org/officeDocument/2006/relationships/image" Target="../media/image278.wmf"/><Relationship Id="rId10" Type="http://schemas.openxmlformats.org/officeDocument/2006/relationships/image" Target="../media/image272.wmf"/><Relationship Id="rId19" Type="http://schemas.openxmlformats.org/officeDocument/2006/relationships/image" Target="../media/image299.wmf"/><Relationship Id="rId4" Type="http://schemas.openxmlformats.org/officeDocument/2006/relationships/image" Target="../media/image289.wmf"/><Relationship Id="rId9" Type="http://schemas.openxmlformats.org/officeDocument/2006/relationships/image" Target="../media/image292.wmf"/><Relationship Id="rId14" Type="http://schemas.openxmlformats.org/officeDocument/2006/relationships/image" Target="../media/image29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wmf"/><Relationship Id="rId2" Type="http://schemas.openxmlformats.org/officeDocument/2006/relationships/image" Target="../media/image303.wmf"/><Relationship Id="rId1" Type="http://schemas.openxmlformats.org/officeDocument/2006/relationships/image" Target="../media/image302.wmf"/><Relationship Id="rId6" Type="http://schemas.openxmlformats.org/officeDocument/2006/relationships/image" Target="../media/image307.wmf"/><Relationship Id="rId5" Type="http://schemas.openxmlformats.org/officeDocument/2006/relationships/image" Target="../media/image306.wmf"/><Relationship Id="rId4" Type="http://schemas.openxmlformats.org/officeDocument/2006/relationships/image" Target="../media/image30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wmf"/><Relationship Id="rId2" Type="http://schemas.openxmlformats.org/officeDocument/2006/relationships/image" Target="../media/image309.wmf"/><Relationship Id="rId1" Type="http://schemas.openxmlformats.org/officeDocument/2006/relationships/image" Target="../media/image308.wmf"/><Relationship Id="rId5" Type="http://schemas.openxmlformats.org/officeDocument/2006/relationships/image" Target="../media/image312.wmf"/><Relationship Id="rId4" Type="http://schemas.openxmlformats.org/officeDocument/2006/relationships/image" Target="../media/image311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3" Type="http://schemas.openxmlformats.org/officeDocument/2006/relationships/image" Target="../media/image315.wmf"/><Relationship Id="rId7" Type="http://schemas.openxmlformats.org/officeDocument/2006/relationships/image" Target="../media/image259.wmf"/><Relationship Id="rId2" Type="http://schemas.openxmlformats.org/officeDocument/2006/relationships/image" Target="../media/image314.wmf"/><Relationship Id="rId1" Type="http://schemas.openxmlformats.org/officeDocument/2006/relationships/image" Target="../media/image313.wmf"/><Relationship Id="rId6" Type="http://schemas.openxmlformats.org/officeDocument/2006/relationships/image" Target="../media/image318.wmf"/><Relationship Id="rId5" Type="http://schemas.openxmlformats.org/officeDocument/2006/relationships/image" Target="../media/image317.wmf"/><Relationship Id="rId10" Type="http://schemas.openxmlformats.org/officeDocument/2006/relationships/image" Target="../media/image262.wmf"/><Relationship Id="rId4" Type="http://schemas.openxmlformats.org/officeDocument/2006/relationships/image" Target="../media/image316.wmf"/><Relationship Id="rId9" Type="http://schemas.openxmlformats.org/officeDocument/2006/relationships/image" Target="../media/image261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13" Type="http://schemas.openxmlformats.org/officeDocument/2006/relationships/image" Target="../media/image260.wmf"/><Relationship Id="rId3" Type="http://schemas.openxmlformats.org/officeDocument/2006/relationships/image" Target="../media/image321.wmf"/><Relationship Id="rId7" Type="http://schemas.openxmlformats.org/officeDocument/2006/relationships/image" Target="../media/image325.wmf"/><Relationship Id="rId12" Type="http://schemas.openxmlformats.org/officeDocument/2006/relationships/image" Target="../media/image259.wmf"/><Relationship Id="rId2" Type="http://schemas.openxmlformats.org/officeDocument/2006/relationships/image" Target="../media/image320.wmf"/><Relationship Id="rId16" Type="http://schemas.openxmlformats.org/officeDocument/2006/relationships/image" Target="../media/image330.wmf"/><Relationship Id="rId1" Type="http://schemas.openxmlformats.org/officeDocument/2006/relationships/image" Target="../media/image319.wmf"/><Relationship Id="rId6" Type="http://schemas.openxmlformats.org/officeDocument/2006/relationships/image" Target="../media/image324.wmf"/><Relationship Id="rId11" Type="http://schemas.openxmlformats.org/officeDocument/2006/relationships/image" Target="../media/image329.wmf"/><Relationship Id="rId5" Type="http://schemas.openxmlformats.org/officeDocument/2006/relationships/image" Target="../media/image323.wmf"/><Relationship Id="rId15" Type="http://schemas.openxmlformats.org/officeDocument/2006/relationships/image" Target="../media/image262.wmf"/><Relationship Id="rId10" Type="http://schemas.openxmlformats.org/officeDocument/2006/relationships/image" Target="../media/image328.wmf"/><Relationship Id="rId4" Type="http://schemas.openxmlformats.org/officeDocument/2006/relationships/image" Target="../media/image322.wmf"/><Relationship Id="rId9" Type="http://schemas.openxmlformats.org/officeDocument/2006/relationships/image" Target="../media/image327.wmf"/><Relationship Id="rId14" Type="http://schemas.openxmlformats.org/officeDocument/2006/relationships/image" Target="../media/image261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image" Target="../media/image333.wmf"/><Relationship Id="rId7" Type="http://schemas.openxmlformats.org/officeDocument/2006/relationships/image" Target="../media/image337.wmf"/><Relationship Id="rId12" Type="http://schemas.openxmlformats.org/officeDocument/2006/relationships/image" Target="../media/image262.wmf"/><Relationship Id="rId2" Type="http://schemas.openxmlformats.org/officeDocument/2006/relationships/image" Target="../media/image332.wmf"/><Relationship Id="rId1" Type="http://schemas.openxmlformats.org/officeDocument/2006/relationships/image" Target="../media/image331.wmf"/><Relationship Id="rId6" Type="http://schemas.openxmlformats.org/officeDocument/2006/relationships/image" Target="../media/image336.wmf"/><Relationship Id="rId11" Type="http://schemas.openxmlformats.org/officeDocument/2006/relationships/image" Target="../media/image261.wmf"/><Relationship Id="rId5" Type="http://schemas.openxmlformats.org/officeDocument/2006/relationships/image" Target="../media/image335.wmf"/><Relationship Id="rId10" Type="http://schemas.openxmlformats.org/officeDocument/2006/relationships/image" Target="../media/image260.wmf"/><Relationship Id="rId4" Type="http://schemas.openxmlformats.org/officeDocument/2006/relationships/image" Target="../media/image334.wmf"/><Relationship Id="rId9" Type="http://schemas.openxmlformats.org/officeDocument/2006/relationships/image" Target="../media/image259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wmf"/><Relationship Id="rId7" Type="http://schemas.openxmlformats.org/officeDocument/2006/relationships/image" Target="../media/image343.wmf"/><Relationship Id="rId2" Type="http://schemas.openxmlformats.org/officeDocument/2006/relationships/image" Target="../media/image339.wmf"/><Relationship Id="rId1" Type="http://schemas.openxmlformats.org/officeDocument/2006/relationships/image" Target="../media/image338.wmf"/><Relationship Id="rId6" Type="http://schemas.openxmlformats.org/officeDocument/2006/relationships/image" Target="../media/image342.wmf"/><Relationship Id="rId5" Type="http://schemas.openxmlformats.org/officeDocument/2006/relationships/image" Target="../media/image341.wmf"/><Relationship Id="rId4" Type="http://schemas.openxmlformats.org/officeDocument/2006/relationships/image" Target="../media/image340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wmf"/><Relationship Id="rId3" Type="http://schemas.openxmlformats.org/officeDocument/2006/relationships/image" Target="../media/image329.wmf"/><Relationship Id="rId7" Type="http://schemas.openxmlformats.org/officeDocument/2006/relationships/image" Target="../media/image262.wmf"/><Relationship Id="rId2" Type="http://schemas.openxmlformats.org/officeDocument/2006/relationships/image" Target="../media/image345.wmf"/><Relationship Id="rId1" Type="http://schemas.openxmlformats.org/officeDocument/2006/relationships/image" Target="../media/image344.wmf"/><Relationship Id="rId6" Type="http://schemas.openxmlformats.org/officeDocument/2006/relationships/image" Target="../media/image261.wmf"/><Relationship Id="rId11" Type="http://schemas.openxmlformats.org/officeDocument/2006/relationships/image" Target="../media/image340.wmf"/><Relationship Id="rId5" Type="http://schemas.openxmlformats.org/officeDocument/2006/relationships/image" Target="../media/image260.wmf"/><Relationship Id="rId10" Type="http://schemas.openxmlformats.org/officeDocument/2006/relationships/image" Target="../media/image339.wmf"/><Relationship Id="rId4" Type="http://schemas.openxmlformats.org/officeDocument/2006/relationships/image" Target="../media/image259.wmf"/><Relationship Id="rId9" Type="http://schemas.openxmlformats.org/officeDocument/2006/relationships/image" Target="../media/image347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13" Type="http://schemas.openxmlformats.org/officeDocument/2006/relationships/image" Target="../media/image360.wmf"/><Relationship Id="rId18" Type="http://schemas.openxmlformats.org/officeDocument/2006/relationships/image" Target="../media/image262.wmf"/><Relationship Id="rId3" Type="http://schemas.openxmlformats.org/officeDocument/2006/relationships/image" Target="../media/image350.wmf"/><Relationship Id="rId7" Type="http://schemas.openxmlformats.org/officeDocument/2006/relationships/image" Target="../media/image354.wmf"/><Relationship Id="rId12" Type="http://schemas.openxmlformats.org/officeDocument/2006/relationships/image" Target="../media/image359.wmf"/><Relationship Id="rId17" Type="http://schemas.openxmlformats.org/officeDocument/2006/relationships/image" Target="../media/image261.wmf"/><Relationship Id="rId2" Type="http://schemas.openxmlformats.org/officeDocument/2006/relationships/image" Target="../media/image349.wmf"/><Relationship Id="rId16" Type="http://schemas.openxmlformats.org/officeDocument/2006/relationships/image" Target="../media/image260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11" Type="http://schemas.openxmlformats.org/officeDocument/2006/relationships/image" Target="../media/image358.wmf"/><Relationship Id="rId5" Type="http://schemas.openxmlformats.org/officeDocument/2006/relationships/image" Target="../media/image352.wmf"/><Relationship Id="rId15" Type="http://schemas.openxmlformats.org/officeDocument/2006/relationships/image" Target="../media/image259.wmf"/><Relationship Id="rId10" Type="http://schemas.openxmlformats.org/officeDocument/2006/relationships/image" Target="../media/image357.wmf"/><Relationship Id="rId19" Type="http://schemas.openxmlformats.org/officeDocument/2006/relationships/image" Target="../media/image362.wmf"/><Relationship Id="rId4" Type="http://schemas.openxmlformats.org/officeDocument/2006/relationships/image" Target="../media/image351.wmf"/><Relationship Id="rId9" Type="http://schemas.openxmlformats.org/officeDocument/2006/relationships/image" Target="../media/image356.wmf"/><Relationship Id="rId14" Type="http://schemas.openxmlformats.org/officeDocument/2006/relationships/image" Target="../media/image361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wmf"/><Relationship Id="rId13" Type="http://schemas.openxmlformats.org/officeDocument/2006/relationships/image" Target="../media/image260.wmf"/><Relationship Id="rId3" Type="http://schemas.openxmlformats.org/officeDocument/2006/relationships/image" Target="../media/image365.wmf"/><Relationship Id="rId7" Type="http://schemas.openxmlformats.org/officeDocument/2006/relationships/image" Target="../media/image369.wmf"/><Relationship Id="rId12" Type="http://schemas.openxmlformats.org/officeDocument/2006/relationships/image" Target="../media/image259.wmf"/><Relationship Id="rId2" Type="http://schemas.openxmlformats.org/officeDocument/2006/relationships/image" Target="../media/image364.wmf"/><Relationship Id="rId16" Type="http://schemas.openxmlformats.org/officeDocument/2006/relationships/image" Target="../media/image373.wmf"/><Relationship Id="rId1" Type="http://schemas.openxmlformats.org/officeDocument/2006/relationships/image" Target="../media/image363.wmf"/><Relationship Id="rId6" Type="http://schemas.openxmlformats.org/officeDocument/2006/relationships/image" Target="../media/image368.wmf"/><Relationship Id="rId11" Type="http://schemas.openxmlformats.org/officeDocument/2006/relationships/image" Target="../media/image358.wmf"/><Relationship Id="rId5" Type="http://schemas.openxmlformats.org/officeDocument/2006/relationships/image" Target="../media/image367.wmf"/><Relationship Id="rId15" Type="http://schemas.openxmlformats.org/officeDocument/2006/relationships/image" Target="../media/image262.wmf"/><Relationship Id="rId10" Type="http://schemas.openxmlformats.org/officeDocument/2006/relationships/image" Target="../media/image372.wmf"/><Relationship Id="rId4" Type="http://schemas.openxmlformats.org/officeDocument/2006/relationships/image" Target="../media/image366.wmf"/><Relationship Id="rId9" Type="http://schemas.openxmlformats.org/officeDocument/2006/relationships/image" Target="../media/image371.wmf"/><Relationship Id="rId14" Type="http://schemas.openxmlformats.org/officeDocument/2006/relationships/image" Target="../media/image261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13" Type="http://schemas.openxmlformats.org/officeDocument/2006/relationships/image" Target="../media/image373.wmf"/><Relationship Id="rId3" Type="http://schemas.openxmlformats.org/officeDocument/2006/relationships/image" Target="../media/image365.wmf"/><Relationship Id="rId7" Type="http://schemas.openxmlformats.org/officeDocument/2006/relationships/image" Target="../media/image370.wmf"/><Relationship Id="rId12" Type="http://schemas.openxmlformats.org/officeDocument/2006/relationships/image" Target="../media/image262.wmf"/><Relationship Id="rId2" Type="http://schemas.openxmlformats.org/officeDocument/2006/relationships/image" Target="../media/image364.wmf"/><Relationship Id="rId1" Type="http://schemas.openxmlformats.org/officeDocument/2006/relationships/image" Target="../media/image363.wmf"/><Relationship Id="rId6" Type="http://schemas.openxmlformats.org/officeDocument/2006/relationships/image" Target="../media/image375.wmf"/><Relationship Id="rId11" Type="http://schemas.openxmlformats.org/officeDocument/2006/relationships/image" Target="../media/image261.wmf"/><Relationship Id="rId5" Type="http://schemas.openxmlformats.org/officeDocument/2006/relationships/image" Target="../media/image368.wmf"/><Relationship Id="rId10" Type="http://schemas.openxmlformats.org/officeDocument/2006/relationships/image" Target="../media/image260.wmf"/><Relationship Id="rId4" Type="http://schemas.openxmlformats.org/officeDocument/2006/relationships/image" Target="../media/image374.wmf"/><Relationship Id="rId9" Type="http://schemas.openxmlformats.org/officeDocument/2006/relationships/image" Target="../media/image259.wmf"/><Relationship Id="rId14" Type="http://schemas.openxmlformats.org/officeDocument/2006/relationships/image" Target="../media/image376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wmf"/><Relationship Id="rId13" Type="http://schemas.openxmlformats.org/officeDocument/2006/relationships/image" Target="../media/image389.wmf"/><Relationship Id="rId3" Type="http://schemas.openxmlformats.org/officeDocument/2006/relationships/image" Target="../media/image379.wmf"/><Relationship Id="rId7" Type="http://schemas.openxmlformats.org/officeDocument/2006/relationships/image" Target="../media/image383.wmf"/><Relationship Id="rId12" Type="http://schemas.openxmlformats.org/officeDocument/2006/relationships/image" Target="../media/image388.wmf"/><Relationship Id="rId2" Type="http://schemas.openxmlformats.org/officeDocument/2006/relationships/image" Target="../media/image378.wmf"/><Relationship Id="rId16" Type="http://schemas.openxmlformats.org/officeDocument/2006/relationships/image" Target="../media/image392.wmf"/><Relationship Id="rId1" Type="http://schemas.openxmlformats.org/officeDocument/2006/relationships/image" Target="../media/image377.wmf"/><Relationship Id="rId6" Type="http://schemas.openxmlformats.org/officeDocument/2006/relationships/image" Target="../media/image382.wmf"/><Relationship Id="rId11" Type="http://schemas.openxmlformats.org/officeDocument/2006/relationships/image" Target="../media/image387.wmf"/><Relationship Id="rId5" Type="http://schemas.openxmlformats.org/officeDocument/2006/relationships/image" Target="../media/image381.wmf"/><Relationship Id="rId15" Type="http://schemas.openxmlformats.org/officeDocument/2006/relationships/image" Target="../media/image391.wmf"/><Relationship Id="rId10" Type="http://schemas.openxmlformats.org/officeDocument/2006/relationships/image" Target="../media/image386.wmf"/><Relationship Id="rId4" Type="http://schemas.openxmlformats.org/officeDocument/2006/relationships/image" Target="../media/image380.wmf"/><Relationship Id="rId9" Type="http://schemas.openxmlformats.org/officeDocument/2006/relationships/image" Target="../media/image385.wmf"/><Relationship Id="rId14" Type="http://schemas.openxmlformats.org/officeDocument/2006/relationships/image" Target="../media/image390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wmf"/><Relationship Id="rId13" Type="http://schemas.openxmlformats.org/officeDocument/2006/relationships/image" Target="../media/image397.wmf"/><Relationship Id="rId3" Type="http://schemas.openxmlformats.org/officeDocument/2006/relationships/image" Target="../media/image390.wmf"/><Relationship Id="rId7" Type="http://schemas.openxmlformats.org/officeDocument/2006/relationships/image" Target="../media/image392.wmf"/><Relationship Id="rId12" Type="http://schemas.openxmlformats.org/officeDocument/2006/relationships/image" Target="../media/image396.wmf"/><Relationship Id="rId2" Type="http://schemas.openxmlformats.org/officeDocument/2006/relationships/image" Target="../media/image389.wmf"/><Relationship Id="rId1" Type="http://schemas.openxmlformats.org/officeDocument/2006/relationships/image" Target="../media/image388.wmf"/><Relationship Id="rId6" Type="http://schemas.openxmlformats.org/officeDocument/2006/relationships/image" Target="../media/image387.wmf"/><Relationship Id="rId11" Type="http://schemas.openxmlformats.org/officeDocument/2006/relationships/image" Target="../media/image395.wmf"/><Relationship Id="rId5" Type="http://schemas.openxmlformats.org/officeDocument/2006/relationships/image" Target="../media/image386.wmf"/><Relationship Id="rId15" Type="http://schemas.openxmlformats.org/officeDocument/2006/relationships/image" Target="../media/image399.wmf"/><Relationship Id="rId10" Type="http://schemas.openxmlformats.org/officeDocument/2006/relationships/image" Target="../media/image394.wmf"/><Relationship Id="rId4" Type="http://schemas.openxmlformats.org/officeDocument/2006/relationships/image" Target="../media/image391.wmf"/><Relationship Id="rId9" Type="http://schemas.openxmlformats.org/officeDocument/2006/relationships/image" Target="../media/image393.wmf"/><Relationship Id="rId14" Type="http://schemas.openxmlformats.org/officeDocument/2006/relationships/image" Target="../media/image398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wmf"/><Relationship Id="rId13" Type="http://schemas.openxmlformats.org/officeDocument/2006/relationships/image" Target="../media/image387.wmf"/><Relationship Id="rId3" Type="http://schemas.openxmlformats.org/officeDocument/2006/relationships/image" Target="../media/image381.wmf"/><Relationship Id="rId7" Type="http://schemas.openxmlformats.org/officeDocument/2006/relationships/image" Target="../media/image385.wmf"/><Relationship Id="rId12" Type="http://schemas.openxmlformats.org/officeDocument/2006/relationships/image" Target="../media/image386.wmf"/><Relationship Id="rId17" Type="http://schemas.openxmlformats.org/officeDocument/2006/relationships/image" Target="../media/image404.wmf"/><Relationship Id="rId2" Type="http://schemas.openxmlformats.org/officeDocument/2006/relationships/image" Target="../media/image380.wmf"/><Relationship Id="rId16" Type="http://schemas.openxmlformats.org/officeDocument/2006/relationships/image" Target="../media/image403.wmf"/><Relationship Id="rId1" Type="http://schemas.openxmlformats.org/officeDocument/2006/relationships/image" Target="../media/image379.wmf"/><Relationship Id="rId6" Type="http://schemas.openxmlformats.org/officeDocument/2006/relationships/image" Target="../media/image384.wmf"/><Relationship Id="rId11" Type="http://schemas.openxmlformats.org/officeDocument/2006/relationships/image" Target="../media/image391.wmf"/><Relationship Id="rId5" Type="http://schemas.openxmlformats.org/officeDocument/2006/relationships/image" Target="../media/image401.wmf"/><Relationship Id="rId15" Type="http://schemas.openxmlformats.org/officeDocument/2006/relationships/image" Target="../media/image402.wmf"/><Relationship Id="rId10" Type="http://schemas.openxmlformats.org/officeDocument/2006/relationships/image" Target="../media/image390.wmf"/><Relationship Id="rId4" Type="http://schemas.openxmlformats.org/officeDocument/2006/relationships/image" Target="../media/image400.wmf"/><Relationship Id="rId9" Type="http://schemas.openxmlformats.org/officeDocument/2006/relationships/image" Target="../media/image389.wmf"/><Relationship Id="rId14" Type="http://schemas.openxmlformats.org/officeDocument/2006/relationships/image" Target="../media/image392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wmf"/><Relationship Id="rId13" Type="http://schemas.openxmlformats.org/officeDocument/2006/relationships/image" Target="../media/image397.wmf"/><Relationship Id="rId18" Type="http://schemas.openxmlformats.org/officeDocument/2006/relationships/image" Target="../media/image410.wmf"/><Relationship Id="rId3" Type="http://schemas.openxmlformats.org/officeDocument/2006/relationships/image" Target="../media/image390.wmf"/><Relationship Id="rId7" Type="http://schemas.openxmlformats.org/officeDocument/2006/relationships/image" Target="../media/image392.wmf"/><Relationship Id="rId12" Type="http://schemas.openxmlformats.org/officeDocument/2006/relationships/image" Target="../media/image407.wmf"/><Relationship Id="rId17" Type="http://schemas.openxmlformats.org/officeDocument/2006/relationships/image" Target="../media/image409.wmf"/><Relationship Id="rId2" Type="http://schemas.openxmlformats.org/officeDocument/2006/relationships/image" Target="../media/image389.wmf"/><Relationship Id="rId16" Type="http://schemas.openxmlformats.org/officeDocument/2006/relationships/image" Target="../media/image408.wmf"/><Relationship Id="rId1" Type="http://schemas.openxmlformats.org/officeDocument/2006/relationships/image" Target="../media/image388.wmf"/><Relationship Id="rId6" Type="http://schemas.openxmlformats.org/officeDocument/2006/relationships/image" Target="../media/image387.wmf"/><Relationship Id="rId11" Type="http://schemas.openxmlformats.org/officeDocument/2006/relationships/image" Target="../media/image406.wmf"/><Relationship Id="rId5" Type="http://schemas.openxmlformats.org/officeDocument/2006/relationships/image" Target="../media/image386.wmf"/><Relationship Id="rId15" Type="http://schemas.openxmlformats.org/officeDocument/2006/relationships/image" Target="../media/image399.wmf"/><Relationship Id="rId10" Type="http://schemas.openxmlformats.org/officeDocument/2006/relationships/image" Target="../media/image405.wmf"/><Relationship Id="rId4" Type="http://schemas.openxmlformats.org/officeDocument/2006/relationships/image" Target="../media/image391.wmf"/><Relationship Id="rId9" Type="http://schemas.openxmlformats.org/officeDocument/2006/relationships/image" Target="../media/image393.wmf"/><Relationship Id="rId14" Type="http://schemas.openxmlformats.org/officeDocument/2006/relationships/image" Target="../media/image398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wmf"/><Relationship Id="rId13" Type="http://schemas.openxmlformats.org/officeDocument/2006/relationships/image" Target="../media/image299.wmf"/><Relationship Id="rId3" Type="http://schemas.openxmlformats.org/officeDocument/2006/relationships/image" Target="../media/image412.wmf"/><Relationship Id="rId7" Type="http://schemas.openxmlformats.org/officeDocument/2006/relationships/image" Target="../media/image269.wmf"/><Relationship Id="rId12" Type="http://schemas.openxmlformats.org/officeDocument/2006/relationships/image" Target="../media/image298.wmf"/><Relationship Id="rId2" Type="http://schemas.openxmlformats.org/officeDocument/2006/relationships/image" Target="../media/image411.wmf"/><Relationship Id="rId1" Type="http://schemas.openxmlformats.org/officeDocument/2006/relationships/image" Target="../media/image263.wmf"/><Relationship Id="rId6" Type="http://schemas.openxmlformats.org/officeDocument/2006/relationships/image" Target="../media/image268.wmf"/><Relationship Id="rId11" Type="http://schemas.openxmlformats.org/officeDocument/2006/relationships/image" Target="../media/image297.wmf"/><Relationship Id="rId5" Type="http://schemas.openxmlformats.org/officeDocument/2006/relationships/image" Target="../media/image290.wmf"/><Relationship Id="rId15" Type="http://schemas.openxmlformats.org/officeDocument/2006/relationships/image" Target="../media/image417.wmf"/><Relationship Id="rId10" Type="http://schemas.openxmlformats.org/officeDocument/2006/relationships/image" Target="../media/image415.wmf"/><Relationship Id="rId4" Type="http://schemas.openxmlformats.org/officeDocument/2006/relationships/image" Target="../media/image289.wmf"/><Relationship Id="rId9" Type="http://schemas.openxmlformats.org/officeDocument/2006/relationships/image" Target="../media/image414.wmf"/><Relationship Id="rId14" Type="http://schemas.openxmlformats.org/officeDocument/2006/relationships/image" Target="../media/image416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13" Type="http://schemas.openxmlformats.org/officeDocument/2006/relationships/image" Target="../media/image421.wmf"/><Relationship Id="rId18" Type="http://schemas.openxmlformats.org/officeDocument/2006/relationships/image" Target="../media/image426.wmf"/><Relationship Id="rId3" Type="http://schemas.openxmlformats.org/officeDocument/2006/relationships/image" Target="../media/image268.wmf"/><Relationship Id="rId7" Type="http://schemas.openxmlformats.org/officeDocument/2006/relationships/image" Target="../media/image279.wmf"/><Relationship Id="rId12" Type="http://schemas.openxmlformats.org/officeDocument/2006/relationships/image" Target="../media/image420.wmf"/><Relationship Id="rId17" Type="http://schemas.openxmlformats.org/officeDocument/2006/relationships/image" Target="../media/image425.wmf"/><Relationship Id="rId2" Type="http://schemas.openxmlformats.org/officeDocument/2006/relationships/image" Target="../media/image290.wmf"/><Relationship Id="rId16" Type="http://schemas.openxmlformats.org/officeDocument/2006/relationships/image" Target="../media/image424.wmf"/><Relationship Id="rId1" Type="http://schemas.openxmlformats.org/officeDocument/2006/relationships/image" Target="../media/image289.wmf"/><Relationship Id="rId6" Type="http://schemas.openxmlformats.org/officeDocument/2006/relationships/image" Target="../media/image278.wmf"/><Relationship Id="rId11" Type="http://schemas.openxmlformats.org/officeDocument/2006/relationships/image" Target="../media/image419.wmf"/><Relationship Id="rId5" Type="http://schemas.openxmlformats.org/officeDocument/2006/relationships/image" Target="../media/image418.wmf"/><Relationship Id="rId15" Type="http://schemas.openxmlformats.org/officeDocument/2006/relationships/image" Target="../media/image423.wmf"/><Relationship Id="rId10" Type="http://schemas.openxmlformats.org/officeDocument/2006/relationships/image" Target="../media/image299.wmf"/><Relationship Id="rId19" Type="http://schemas.openxmlformats.org/officeDocument/2006/relationships/image" Target="../media/image427.wmf"/><Relationship Id="rId4" Type="http://schemas.openxmlformats.org/officeDocument/2006/relationships/image" Target="../media/image269.wmf"/><Relationship Id="rId9" Type="http://schemas.openxmlformats.org/officeDocument/2006/relationships/image" Target="../media/image298.wmf"/><Relationship Id="rId14" Type="http://schemas.openxmlformats.org/officeDocument/2006/relationships/image" Target="../media/image422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1.wmf"/><Relationship Id="rId3" Type="http://schemas.openxmlformats.org/officeDocument/2006/relationships/image" Target="../media/image299.wmf"/><Relationship Id="rId7" Type="http://schemas.openxmlformats.org/officeDocument/2006/relationships/image" Target="../media/image430.wmf"/><Relationship Id="rId12" Type="http://schemas.openxmlformats.org/officeDocument/2006/relationships/image" Target="../media/image434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Relationship Id="rId6" Type="http://schemas.openxmlformats.org/officeDocument/2006/relationships/image" Target="../media/image429.wmf"/><Relationship Id="rId11" Type="http://schemas.openxmlformats.org/officeDocument/2006/relationships/image" Target="../media/image427.wmf"/><Relationship Id="rId5" Type="http://schemas.openxmlformats.org/officeDocument/2006/relationships/image" Target="../media/image414.wmf"/><Relationship Id="rId10" Type="http://schemas.openxmlformats.org/officeDocument/2006/relationships/image" Target="../media/image433.wmf"/><Relationship Id="rId4" Type="http://schemas.openxmlformats.org/officeDocument/2006/relationships/image" Target="../media/image428.wmf"/><Relationship Id="rId9" Type="http://schemas.openxmlformats.org/officeDocument/2006/relationships/image" Target="../media/image432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wmf"/><Relationship Id="rId3" Type="http://schemas.openxmlformats.org/officeDocument/2006/relationships/image" Target="../media/image299.wmf"/><Relationship Id="rId7" Type="http://schemas.openxmlformats.org/officeDocument/2006/relationships/image" Target="../media/image414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Relationship Id="rId6" Type="http://schemas.openxmlformats.org/officeDocument/2006/relationships/image" Target="../media/image437.wmf"/><Relationship Id="rId5" Type="http://schemas.openxmlformats.org/officeDocument/2006/relationships/image" Target="../media/image436.wmf"/><Relationship Id="rId4" Type="http://schemas.openxmlformats.org/officeDocument/2006/relationships/image" Target="../media/image435.wmf"/><Relationship Id="rId9" Type="http://schemas.openxmlformats.org/officeDocument/2006/relationships/image" Target="../media/image439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3.wmf"/><Relationship Id="rId3" Type="http://schemas.openxmlformats.org/officeDocument/2006/relationships/image" Target="../media/image299.wmf"/><Relationship Id="rId7" Type="http://schemas.openxmlformats.org/officeDocument/2006/relationships/image" Target="../media/image442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Relationship Id="rId6" Type="http://schemas.openxmlformats.org/officeDocument/2006/relationships/image" Target="../media/image432.wmf"/><Relationship Id="rId11" Type="http://schemas.openxmlformats.org/officeDocument/2006/relationships/image" Target="../media/image446.wmf"/><Relationship Id="rId5" Type="http://schemas.openxmlformats.org/officeDocument/2006/relationships/image" Target="../media/image441.wmf"/><Relationship Id="rId10" Type="http://schemas.openxmlformats.org/officeDocument/2006/relationships/image" Target="../media/image445.wmf"/><Relationship Id="rId4" Type="http://schemas.openxmlformats.org/officeDocument/2006/relationships/image" Target="../media/image440.wmf"/><Relationship Id="rId9" Type="http://schemas.openxmlformats.org/officeDocument/2006/relationships/image" Target="../media/image444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wmf"/><Relationship Id="rId3" Type="http://schemas.openxmlformats.org/officeDocument/2006/relationships/image" Target="../media/image449.wmf"/><Relationship Id="rId7" Type="http://schemas.openxmlformats.org/officeDocument/2006/relationships/image" Target="../media/image453.wmf"/><Relationship Id="rId12" Type="http://schemas.openxmlformats.org/officeDocument/2006/relationships/image" Target="../media/image458.wmf"/><Relationship Id="rId2" Type="http://schemas.openxmlformats.org/officeDocument/2006/relationships/image" Target="../media/image448.wmf"/><Relationship Id="rId1" Type="http://schemas.openxmlformats.org/officeDocument/2006/relationships/image" Target="../media/image447.wmf"/><Relationship Id="rId6" Type="http://schemas.openxmlformats.org/officeDocument/2006/relationships/image" Target="../media/image452.wmf"/><Relationship Id="rId11" Type="http://schemas.openxmlformats.org/officeDocument/2006/relationships/image" Target="../media/image457.wmf"/><Relationship Id="rId5" Type="http://schemas.openxmlformats.org/officeDocument/2006/relationships/image" Target="../media/image451.wmf"/><Relationship Id="rId10" Type="http://schemas.openxmlformats.org/officeDocument/2006/relationships/image" Target="../media/image456.wmf"/><Relationship Id="rId4" Type="http://schemas.openxmlformats.org/officeDocument/2006/relationships/image" Target="../media/image450.wmf"/><Relationship Id="rId9" Type="http://schemas.openxmlformats.org/officeDocument/2006/relationships/image" Target="../media/image4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E01932-0A66-4DEF-9236-1EB5A447759C}" type="datetimeFigureOut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AC071-8F2A-4B42-9DA7-C3B21EAA24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03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  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AC071-8F2A-4B42-9DA7-C3B21EAA24E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325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AC071-8F2A-4B42-9DA7-C3B21EAA24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232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B9B486-16C2-4246-8263-C30DAEB77D68}" type="slidenum">
              <a:rPr lang="en-US" altLang="zh-CN" sz="1200"/>
              <a:pPr eaLnBrk="1" hangingPunct="1"/>
              <a:t>32</a:t>
            </a:fld>
            <a:endParaRPr lang="en-US" altLang="zh-CN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63588" y="762000"/>
            <a:ext cx="6094412" cy="3429000"/>
          </a:xfrm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31" tIns="45716" rIns="91431" bIns="45716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603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AC071-8F2A-4B42-9DA7-C3B21EAA24E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89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BF8F-6070-4564-811A-734A95FB7683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276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4D91C-794E-48CE-9B67-09D6C7526551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5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DFB9-3136-4664-B4B6-E3CF079EB87C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8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32452-2D61-4787-A123-934010385008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07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63757-F92F-4715-8C9A-970A30F54D97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22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4C55-D4C5-47A6-BD96-605BA35BCFF0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59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C139-EB57-4D2D-A115-B6291F324625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9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F4B31-227A-4FAF-AC92-8460E584B5B0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32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86D5-9D4B-4960-9BC6-AC28D156D982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76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EDE96-61B5-427A-B055-6D71CA6B2313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48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25AC-FD6D-4266-8B61-40FE96FE74E5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29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545AA-BC6A-445A-B1E0-F86CD99C943F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7A6BA-F77C-4491-81A5-784207A0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42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8.wmf"/><Relationship Id="rId26" Type="http://schemas.openxmlformats.org/officeDocument/2006/relationships/image" Target="../media/image22.w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29" Type="http://schemas.openxmlformats.org/officeDocument/2006/relationships/oleObject" Target="../embeddings/oleObject21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21.wmf"/><Relationship Id="rId32" Type="http://schemas.openxmlformats.org/officeDocument/2006/relationships/image" Target="../media/image25.w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28" Type="http://schemas.openxmlformats.org/officeDocument/2006/relationships/image" Target="../media/image23.wmf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6.bin"/><Relationship Id="rId31" Type="http://schemas.openxmlformats.org/officeDocument/2006/relationships/oleObject" Target="../embeddings/oleObject22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Relationship Id="rId27" Type="http://schemas.openxmlformats.org/officeDocument/2006/relationships/oleObject" Target="../embeddings/oleObject20.bin"/><Relationship Id="rId30" Type="http://schemas.openxmlformats.org/officeDocument/2006/relationships/image" Target="../media/image2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8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26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6.wmf"/><Relationship Id="rId26" Type="http://schemas.openxmlformats.org/officeDocument/2006/relationships/image" Target="../media/image40.wmf"/><Relationship Id="rId39" Type="http://schemas.openxmlformats.org/officeDocument/2006/relationships/oleObject" Target="../embeddings/oleObject46.bin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34" Type="http://schemas.openxmlformats.org/officeDocument/2006/relationships/image" Target="../media/image44.wmf"/><Relationship Id="rId42" Type="http://schemas.openxmlformats.org/officeDocument/2006/relationships/image" Target="../media/image48.wmf"/><Relationship Id="rId47" Type="http://schemas.openxmlformats.org/officeDocument/2006/relationships/image" Target="../media/image50.wmf"/><Relationship Id="rId50" Type="http://schemas.openxmlformats.org/officeDocument/2006/relationships/oleObject" Target="../embeddings/oleObject52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5.bin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3.bin"/><Relationship Id="rId38" Type="http://schemas.openxmlformats.org/officeDocument/2006/relationships/image" Target="../media/image46.wmf"/><Relationship Id="rId46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.wmf"/><Relationship Id="rId20" Type="http://schemas.openxmlformats.org/officeDocument/2006/relationships/image" Target="../media/image37.wmf"/><Relationship Id="rId29" Type="http://schemas.openxmlformats.org/officeDocument/2006/relationships/oleObject" Target="../embeddings/oleObject41.bin"/><Relationship Id="rId41" Type="http://schemas.openxmlformats.org/officeDocument/2006/relationships/oleObject" Target="../embeddings/oleObject4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39.wmf"/><Relationship Id="rId32" Type="http://schemas.openxmlformats.org/officeDocument/2006/relationships/image" Target="../media/image43.emf"/><Relationship Id="rId37" Type="http://schemas.openxmlformats.org/officeDocument/2006/relationships/oleObject" Target="../embeddings/oleObject45.bin"/><Relationship Id="rId40" Type="http://schemas.openxmlformats.org/officeDocument/2006/relationships/image" Target="../media/image47.emf"/><Relationship Id="rId45" Type="http://schemas.openxmlformats.org/officeDocument/2006/relationships/oleObject" Target="../embeddings/oleObject49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41.wmf"/><Relationship Id="rId36" Type="http://schemas.openxmlformats.org/officeDocument/2006/relationships/image" Target="../media/image45.emf"/><Relationship Id="rId49" Type="http://schemas.openxmlformats.org/officeDocument/2006/relationships/image" Target="../media/image51.wmf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36.bin"/><Relationship Id="rId31" Type="http://schemas.openxmlformats.org/officeDocument/2006/relationships/oleObject" Target="../embeddings/oleObject42.bin"/><Relationship Id="rId44" Type="http://schemas.openxmlformats.org/officeDocument/2006/relationships/image" Target="../media/image49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4.wmf"/><Relationship Id="rId22" Type="http://schemas.openxmlformats.org/officeDocument/2006/relationships/image" Target="../media/image38.wmf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42.wmf"/><Relationship Id="rId35" Type="http://schemas.openxmlformats.org/officeDocument/2006/relationships/oleObject" Target="../embeddings/oleObject44.bin"/><Relationship Id="rId43" Type="http://schemas.openxmlformats.org/officeDocument/2006/relationships/oleObject" Target="../embeddings/oleObject48.bin"/><Relationship Id="rId48" Type="http://schemas.openxmlformats.org/officeDocument/2006/relationships/oleObject" Target="../embeddings/oleObject51.bin"/><Relationship Id="rId8" Type="http://schemas.openxmlformats.org/officeDocument/2006/relationships/image" Target="../media/image31.wmf"/><Relationship Id="rId51" Type="http://schemas.openxmlformats.org/officeDocument/2006/relationships/image" Target="../media/image5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58.bin"/><Relationship Id="rId18" Type="http://schemas.openxmlformats.org/officeDocument/2006/relationships/oleObject" Target="../embeddings/oleObject61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7.wmf"/><Relationship Id="rId17" Type="http://schemas.openxmlformats.org/officeDocument/2006/relationships/image" Target="../media/image59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0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56.wmf"/><Relationship Id="rId19" Type="http://schemas.openxmlformats.org/officeDocument/2006/relationships/image" Target="../media/image60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5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64.wmf"/><Relationship Id="rId19" Type="http://schemas.openxmlformats.org/officeDocument/2006/relationships/image" Target="../media/image69.png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4.wmf"/><Relationship Id="rId18" Type="http://schemas.openxmlformats.org/officeDocument/2006/relationships/oleObject" Target="../embeddings/oleObject77.bin"/><Relationship Id="rId26" Type="http://schemas.openxmlformats.org/officeDocument/2006/relationships/oleObject" Target="../embeddings/oleObject81.bin"/><Relationship Id="rId39" Type="http://schemas.openxmlformats.org/officeDocument/2006/relationships/image" Target="../media/image87.wmf"/><Relationship Id="rId3" Type="http://schemas.openxmlformats.org/officeDocument/2006/relationships/image" Target="../media/image88.png"/><Relationship Id="rId21" Type="http://schemas.openxmlformats.org/officeDocument/2006/relationships/image" Target="../media/image78.wmf"/><Relationship Id="rId34" Type="http://schemas.openxmlformats.org/officeDocument/2006/relationships/oleObject" Target="../embeddings/oleObject85.bin"/><Relationship Id="rId7" Type="http://schemas.openxmlformats.org/officeDocument/2006/relationships/image" Target="../media/image71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76.wmf"/><Relationship Id="rId25" Type="http://schemas.openxmlformats.org/officeDocument/2006/relationships/image" Target="../media/image80.emf"/><Relationship Id="rId33" Type="http://schemas.openxmlformats.org/officeDocument/2006/relationships/image" Target="../media/image84.wmf"/><Relationship Id="rId38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78.bin"/><Relationship Id="rId29" Type="http://schemas.openxmlformats.org/officeDocument/2006/relationships/image" Target="../media/image82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3.wmf"/><Relationship Id="rId24" Type="http://schemas.openxmlformats.org/officeDocument/2006/relationships/oleObject" Target="../embeddings/oleObject80.bin"/><Relationship Id="rId32" Type="http://schemas.openxmlformats.org/officeDocument/2006/relationships/oleObject" Target="../embeddings/oleObject84.bin"/><Relationship Id="rId37" Type="http://schemas.openxmlformats.org/officeDocument/2006/relationships/image" Target="../media/image86.wmf"/><Relationship Id="rId5" Type="http://schemas.openxmlformats.org/officeDocument/2006/relationships/image" Target="../media/image70.emf"/><Relationship Id="rId15" Type="http://schemas.openxmlformats.org/officeDocument/2006/relationships/image" Target="../media/image75.wmf"/><Relationship Id="rId23" Type="http://schemas.openxmlformats.org/officeDocument/2006/relationships/image" Target="../media/image79.emf"/><Relationship Id="rId28" Type="http://schemas.openxmlformats.org/officeDocument/2006/relationships/oleObject" Target="../embeddings/oleObject82.bin"/><Relationship Id="rId36" Type="http://schemas.openxmlformats.org/officeDocument/2006/relationships/oleObject" Target="../embeddings/oleObject86.bin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77.wmf"/><Relationship Id="rId31" Type="http://schemas.openxmlformats.org/officeDocument/2006/relationships/image" Target="../media/image83.w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2.wmf"/><Relationship Id="rId14" Type="http://schemas.openxmlformats.org/officeDocument/2006/relationships/oleObject" Target="../embeddings/oleObject75.bin"/><Relationship Id="rId22" Type="http://schemas.openxmlformats.org/officeDocument/2006/relationships/oleObject" Target="../embeddings/oleObject79.bin"/><Relationship Id="rId27" Type="http://schemas.openxmlformats.org/officeDocument/2006/relationships/image" Target="../media/image81.wmf"/><Relationship Id="rId30" Type="http://schemas.openxmlformats.org/officeDocument/2006/relationships/oleObject" Target="../embeddings/oleObject83.bin"/><Relationship Id="rId35" Type="http://schemas.openxmlformats.org/officeDocument/2006/relationships/image" Target="../media/image8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3.emf"/><Relationship Id="rId18" Type="http://schemas.openxmlformats.org/officeDocument/2006/relationships/oleObject" Target="../embeddings/oleObject95.bin"/><Relationship Id="rId3" Type="http://schemas.openxmlformats.org/officeDocument/2006/relationships/image" Target="../media/image97.jpeg"/><Relationship Id="rId7" Type="http://schemas.openxmlformats.org/officeDocument/2006/relationships/image" Target="../media/image90.e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9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4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2.emf"/><Relationship Id="rId5" Type="http://schemas.openxmlformats.org/officeDocument/2006/relationships/image" Target="../media/image89.emf"/><Relationship Id="rId15" Type="http://schemas.openxmlformats.org/officeDocument/2006/relationships/image" Target="../media/image94.w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96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9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01.emf"/><Relationship Id="rId4" Type="http://schemas.openxmlformats.org/officeDocument/2006/relationships/image" Target="../media/image98.emf"/><Relationship Id="rId9" Type="http://schemas.openxmlformats.org/officeDocument/2006/relationships/oleObject" Target="../embeddings/oleObject9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06.wmf"/><Relationship Id="rId18" Type="http://schemas.openxmlformats.org/officeDocument/2006/relationships/oleObject" Target="../embeddings/oleObject107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10.wmf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104.bin"/><Relationship Id="rId17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6.bin"/><Relationship Id="rId20" Type="http://schemas.openxmlformats.org/officeDocument/2006/relationships/oleObject" Target="../embeddings/oleObject108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05.wmf"/><Relationship Id="rId5" Type="http://schemas.openxmlformats.org/officeDocument/2006/relationships/image" Target="../media/image102.wmf"/><Relationship Id="rId15" Type="http://schemas.openxmlformats.org/officeDocument/2006/relationships/image" Target="../media/image107.wmf"/><Relationship Id="rId10" Type="http://schemas.openxmlformats.org/officeDocument/2006/relationships/oleObject" Target="../embeddings/oleObject103.bin"/><Relationship Id="rId19" Type="http://schemas.openxmlformats.org/officeDocument/2006/relationships/image" Target="../media/image109.wmf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10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11.wmf"/><Relationship Id="rId9" Type="http://schemas.openxmlformats.org/officeDocument/2006/relationships/image" Target="../media/image1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21.wmf"/><Relationship Id="rId26" Type="http://schemas.openxmlformats.org/officeDocument/2006/relationships/image" Target="../media/image125.emf"/><Relationship Id="rId3" Type="http://schemas.openxmlformats.org/officeDocument/2006/relationships/oleObject" Target="../embeddings/oleObject112.bin"/><Relationship Id="rId21" Type="http://schemas.openxmlformats.org/officeDocument/2006/relationships/oleObject" Target="../embeddings/oleObject121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19.bin"/><Relationship Id="rId25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wmf"/><Relationship Id="rId20" Type="http://schemas.openxmlformats.org/officeDocument/2006/relationships/image" Target="../media/image122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16.bin"/><Relationship Id="rId24" Type="http://schemas.openxmlformats.org/officeDocument/2006/relationships/image" Target="../media/image124.emf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23" Type="http://schemas.openxmlformats.org/officeDocument/2006/relationships/oleObject" Target="../embeddings/oleObject122.bin"/><Relationship Id="rId10" Type="http://schemas.openxmlformats.org/officeDocument/2006/relationships/image" Target="../media/image117.wmf"/><Relationship Id="rId19" Type="http://schemas.openxmlformats.org/officeDocument/2006/relationships/oleObject" Target="../embeddings/oleObject120.bin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19.wmf"/><Relationship Id="rId22" Type="http://schemas.openxmlformats.org/officeDocument/2006/relationships/image" Target="../media/image12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29.bin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5" Type="http://schemas.openxmlformats.org/officeDocument/2006/relationships/image" Target="../media/image120.png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3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39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36.wmf"/><Relationship Id="rId17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8.wmf"/><Relationship Id="rId20" Type="http://schemas.openxmlformats.org/officeDocument/2006/relationships/image" Target="../media/image14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10" Type="http://schemas.openxmlformats.org/officeDocument/2006/relationships/image" Target="../media/image135.wmf"/><Relationship Id="rId19" Type="http://schemas.openxmlformats.org/officeDocument/2006/relationships/oleObject" Target="../embeddings/oleObject138.bin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3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48.wmf"/><Relationship Id="rId26" Type="http://schemas.openxmlformats.org/officeDocument/2006/relationships/image" Target="../media/image152.wmf"/><Relationship Id="rId3" Type="http://schemas.openxmlformats.org/officeDocument/2006/relationships/oleObject" Target="../embeddings/oleObject139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46.bin"/><Relationship Id="rId25" Type="http://schemas.openxmlformats.org/officeDocument/2006/relationships/oleObject" Target="../embeddings/oleObject15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43.bin"/><Relationship Id="rId24" Type="http://schemas.openxmlformats.org/officeDocument/2006/relationships/image" Target="../media/image151.w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49.bin"/><Relationship Id="rId28" Type="http://schemas.openxmlformats.org/officeDocument/2006/relationships/image" Target="../media/image153.wmf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46.wmf"/><Relationship Id="rId22" Type="http://schemas.openxmlformats.org/officeDocument/2006/relationships/image" Target="../media/image150.wmf"/><Relationship Id="rId27" Type="http://schemas.openxmlformats.org/officeDocument/2006/relationships/oleObject" Target="../embeddings/oleObject15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53.png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8.wmf"/><Relationship Id="rId17" Type="http://schemas.openxmlformats.org/officeDocument/2006/relationships/image" Target="../media/image16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10" Type="http://schemas.openxmlformats.org/officeDocument/2006/relationships/image" Target="../media/image157.wmf"/><Relationship Id="rId19" Type="http://schemas.openxmlformats.org/officeDocument/2006/relationships/image" Target="../media/image154.png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5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68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5.wmf"/><Relationship Id="rId17" Type="http://schemas.openxmlformats.org/officeDocument/2006/relationships/oleObject" Target="../embeddings/oleObject16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7.wmf"/><Relationship Id="rId20" Type="http://schemas.openxmlformats.org/officeDocument/2006/relationships/image" Target="../media/image169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164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61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66.wmf"/><Relationship Id="rId22" Type="http://schemas.openxmlformats.org/officeDocument/2006/relationships/image" Target="../media/image17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78.emf"/><Relationship Id="rId26" Type="http://schemas.openxmlformats.org/officeDocument/2006/relationships/image" Target="../media/image182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75.emf"/><Relationship Id="rId17" Type="http://schemas.openxmlformats.org/officeDocument/2006/relationships/oleObject" Target="../embeddings/oleObject176.bin"/><Relationship Id="rId25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7.wmf"/><Relationship Id="rId20" Type="http://schemas.openxmlformats.org/officeDocument/2006/relationships/image" Target="../media/image179.wmf"/><Relationship Id="rId29" Type="http://schemas.openxmlformats.org/officeDocument/2006/relationships/oleObject" Target="../embeddings/oleObject182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81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28" Type="http://schemas.openxmlformats.org/officeDocument/2006/relationships/image" Target="../media/image183.wmf"/><Relationship Id="rId10" Type="http://schemas.openxmlformats.org/officeDocument/2006/relationships/image" Target="../media/image174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71.e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76.wmf"/><Relationship Id="rId22" Type="http://schemas.openxmlformats.org/officeDocument/2006/relationships/image" Target="../media/image180.wmf"/><Relationship Id="rId27" Type="http://schemas.openxmlformats.org/officeDocument/2006/relationships/oleObject" Target="../embeddings/oleObject181.bin"/><Relationship Id="rId30" Type="http://schemas.openxmlformats.org/officeDocument/2006/relationships/image" Target="../media/image18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188.bin"/><Relationship Id="rId18" Type="http://schemas.openxmlformats.org/officeDocument/2006/relationships/image" Target="../media/image192.wmf"/><Relationship Id="rId26" Type="http://schemas.openxmlformats.org/officeDocument/2006/relationships/image" Target="../media/image196.wmf"/><Relationship Id="rId3" Type="http://schemas.openxmlformats.org/officeDocument/2006/relationships/oleObject" Target="../embeddings/oleObject183.bin"/><Relationship Id="rId21" Type="http://schemas.openxmlformats.org/officeDocument/2006/relationships/oleObject" Target="../embeddings/oleObject192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190.bin"/><Relationship Id="rId25" Type="http://schemas.openxmlformats.org/officeDocument/2006/relationships/oleObject" Target="../embeddings/oleObject1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1.wmf"/><Relationship Id="rId20" Type="http://schemas.openxmlformats.org/officeDocument/2006/relationships/image" Target="../media/image193.wmf"/><Relationship Id="rId29" Type="http://schemas.openxmlformats.org/officeDocument/2006/relationships/oleObject" Target="../embeddings/oleObject196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87.bin"/><Relationship Id="rId24" Type="http://schemas.openxmlformats.org/officeDocument/2006/relationships/image" Target="../media/image195.wmf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23" Type="http://schemas.openxmlformats.org/officeDocument/2006/relationships/oleObject" Target="../embeddings/oleObject193.bin"/><Relationship Id="rId28" Type="http://schemas.openxmlformats.org/officeDocument/2006/relationships/image" Target="../media/image197.wmf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191.bin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90.wmf"/><Relationship Id="rId22" Type="http://schemas.openxmlformats.org/officeDocument/2006/relationships/image" Target="../media/image194.wmf"/><Relationship Id="rId27" Type="http://schemas.openxmlformats.org/officeDocument/2006/relationships/oleObject" Target="../embeddings/oleObject195.bin"/><Relationship Id="rId30" Type="http://schemas.openxmlformats.org/officeDocument/2006/relationships/image" Target="../media/image19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0.wmf"/><Relationship Id="rId5" Type="http://schemas.openxmlformats.org/officeDocument/2006/relationships/oleObject" Target="../embeddings/oleObject198.bin"/><Relationship Id="rId4" Type="http://schemas.openxmlformats.org/officeDocument/2006/relationships/image" Target="../media/image19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09.wmf"/><Relationship Id="rId26" Type="http://schemas.openxmlformats.org/officeDocument/2006/relationships/image" Target="../media/image213.wmf"/><Relationship Id="rId3" Type="http://schemas.openxmlformats.org/officeDocument/2006/relationships/oleObject" Target="../embeddings/oleObject200.bin"/><Relationship Id="rId21" Type="http://schemas.openxmlformats.org/officeDocument/2006/relationships/oleObject" Target="../embeddings/oleObject209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207.bin"/><Relationship Id="rId25" Type="http://schemas.openxmlformats.org/officeDocument/2006/relationships/oleObject" Target="../embeddings/oleObject2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8.wmf"/><Relationship Id="rId20" Type="http://schemas.openxmlformats.org/officeDocument/2006/relationships/image" Target="../media/image210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204.bin"/><Relationship Id="rId24" Type="http://schemas.openxmlformats.org/officeDocument/2006/relationships/image" Target="../media/image212.wmf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23" Type="http://schemas.openxmlformats.org/officeDocument/2006/relationships/oleObject" Target="../embeddings/oleObject210.bin"/><Relationship Id="rId10" Type="http://schemas.openxmlformats.org/officeDocument/2006/relationships/image" Target="../media/image205.wmf"/><Relationship Id="rId19" Type="http://schemas.openxmlformats.org/officeDocument/2006/relationships/oleObject" Target="../embeddings/oleObject208.bin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7.wmf"/><Relationship Id="rId22" Type="http://schemas.openxmlformats.org/officeDocument/2006/relationships/image" Target="../media/image21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217.bin"/><Relationship Id="rId18" Type="http://schemas.openxmlformats.org/officeDocument/2006/relationships/image" Target="../media/image221.wmf"/><Relationship Id="rId26" Type="http://schemas.openxmlformats.org/officeDocument/2006/relationships/image" Target="../media/image225.wmf"/><Relationship Id="rId3" Type="http://schemas.openxmlformats.org/officeDocument/2006/relationships/oleObject" Target="../embeddings/oleObject212.bin"/><Relationship Id="rId21" Type="http://schemas.openxmlformats.org/officeDocument/2006/relationships/oleObject" Target="../embeddings/oleObject221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18.wmf"/><Relationship Id="rId17" Type="http://schemas.openxmlformats.org/officeDocument/2006/relationships/oleObject" Target="../embeddings/oleObject219.bin"/><Relationship Id="rId25" Type="http://schemas.openxmlformats.org/officeDocument/2006/relationships/oleObject" Target="../embeddings/oleObject2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0.wmf"/><Relationship Id="rId20" Type="http://schemas.openxmlformats.org/officeDocument/2006/relationships/image" Target="../media/image222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16.bin"/><Relationship Id="rId24" Type="http://schemas.openxmlformats.org/officeDocument/2006/relationships/image" Target="../media/image224.wmf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218.bin"/><Relationship Id="rId23" Type="http://schemas.openxmlformats.org/officeDocument/2006/relationships/oleObject" Target="../embeddings/oleObject222.bin"/><Relationship Id="rId10" Type="http://schemas.openxmlformats.org/officeDocument/2006/relationships/image" Target="../media/image217.wmf"/><Relationship Id="rId19" Type="http://schemas.openxmlformats.org/officeDocument/2006/relationships/oleObject" Target="../embeddings/oleObject220.bin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219.wmf"/><Relationship Id="rId22" Type="http://schemas.openxmlformats.org/officeDocument/2006/relationships/image" Target="../media/image22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13" Type="http://schemas.openxmlformats.org/officeDocument/2006/relationships/oleObject" Target="../embeddings/oleObject229.bin"/><Relationship Id="rId18" Type="http://schemas.openxmlformats.org/officeDocument/2006/relationships/oleObject" Target="../embeddings/oleObject232.bin"/><Relationship Id="rId26" Type="http://schemas.openxmlformats.org/officeDocument/2006/relationships/oleObject" Target="../embeddings/oleObject236.bin"/><Relationship Id="rId3" Type="http://schemas.openxmlformats.org/officeDocument/2006/relationships/oleObject" Target="../embeddings/oleObject224.bin"/><Relationship Id="rId21" Type="http://schemas.openxmlformats.org/officeDocument/2006/relationships/image" Target="../media/image234.wmf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230.wmf"/><Relationship Id="rId17" Type="http://schemas.openxmlformats.org/officeDocument/2006/relationships/oleObject" Target="../embeddings/oleObject231.bin"/><Relationship Id="rId25" Type="http://schemas.openxmlformats.org/officeDocument/2006/relationships/image" Target="../media/image236.wmf"/><Relationship Id="rId33" Type="http://schemas.openxmlformats.org/officeDocument/2006/relationships/image" Target="../media/image24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2.wmf"/><Relationship Id="rId20" Type="http://schemas.openxmlformats.org/officeDocument/2006/relationships/oleObject" Target="../embeddings/oleObject233.bin"/><Relationship Id="rId29" Type="http://schemas.openxmlformats.org/officeDocument/2006/relationships/image" Target="../media/image238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28.bin"/><Relationship Id="rId24" Type="http://schemas.openxmlformats.org/officeDocument/2006/relationships/oleObject" Target="../embeddings/oleObject235.bin"/><Relationship Id="rId32" Type="http://schemas.openxmlformats.org/officeDocument/2006/relationships/oleObject" Target="../embeddings/oleObject239.bin"/><Relationship Id="rId5" Type="http://schemas.openxmlformats.org/officeDocument/2006/relationships/oleObject" Target="../embeddings/oleObject225.bin"/><Relationship Id="rId15" Type="http://schemas.openxmlformats.org/officeDocument/2006/relationships/oleObject" Target="../embeddings/oleObject230.bin"/><Relationship Id="rId23" Type="http://schemas.openxmlformats.org/officeDocument/2006/relationships/image" Target="../media/image235.wmf"/><Relationship Id="rId28" Type="http://schemas.openxmlformats.org/officeDocument/2006/relationships/oleObject" Target="../embeddings/oleObject237.bin"/><Relationship Id="rId10" Type="http://schemas.openxmlformats.org/officeDocument/2006/relationships/image" Target="../media/image229.wmf"/><Relationship Id="rId19" Type="http://schemas.openxmlformats.org/officeDocument/2006/relationships/image" Target="../media/image233.wmf"/><Relationship Id="rId31" Type="http://schemas.openxmlformats.org/officeDocument/2006/relationships/image" Target="../media/image239.wmf"/><Relationship Id="rId4" Type="http://schemas.openxmlformats.org/officeDocument/2006/relationships/image" Target="../media/image226.w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231.wmf"/><Relationship Id="rId22" Type="http://schemas.openxmlformats.org/officeDocument/2006/relationships/oleObject" Target="../embeddings/oleObject234.bin"/><Relationship Id="rId27" Type="http://schemas.openxmlformats.org/officeDocument/2006/relationships/image" Target="../media/image237.wmf"/><Relationship Id="rId30" Type="http://schemas.openxmlformats.org/officeDocument/2006/relationships/oleObject" Target="../embeddings/oleObject23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13" Type="http://schemas.openxmlformats.org/officeDocument/2006/relationships/oleObject" Target="../embeddings/oleObject245.bin"/><Relationship Id="rId18" Type="http://schemas.openxmlformats.org/officeDocument/2006/relationships/image" Target="../media/image227.wmf"/><Relationship Id="rId26" Type="http://schemas.openxmlformats.org/officeDocument/2006/relationships/image" Target="../media/image231.wmf"/><Relationship Id="rId3" Type="http://schemas.openxmlformats.org/officeDocument/2006/relationships/oleObject" Target="../embeddings/oleObject240.bin"/><Relationship Id="rId21" Type="http://schemas.openxmlformats.org/officeDocument/2006/relationships/oleObject" Target="../embeddings/oleObject249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45.wmf"/><Relationship Id="rId17" Type="http://schemas.openxmlformats.org/officeDocument/2006/relationships/oleObject" Target="../embeddings/oleObject247.bin"/><Relationship Id="rId25" Type="http://schemas.openxmlformats.org/officeDocument/2006/relationships/oleObject" Target="../embeddings/oleObject251.bin"/><Relationship Id="rId33" Type="http://schemas.openxmlformats.org/officeDocument/2006/relationships/image" Target="../media/image24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6.wmf"/><Relationship Id="rId20" Type="http://schemas.openxmlformats.org/officeDocument/2006/relationships/image" Target="../media/image228.wmf"/><Relationship Id="rId29" Type="http://schemas.openxmlformats.org/officeDocument/2006/relationships/oleObject" Target="../embeddings/oleObject253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42.wmf"/><Relationship Id="rId11" Type="http://schemas.openxmlformats.org/officeDocument/2006/relationships/oleObject" Target="../embeddings/oleObject244.bin"/><Relationship Id="rId24" Type="http://schemas.openxmlformats.org/officeDocument/2006/relationships/image" Target="../media/image230.wmf"/><Relationship Id="rId32" Type="http://schemas.openxmlformats.org/officeDocument/2006/relationships/oleObject" Target="../embeddings/oleObject255.bin"/><Relationship Id="rId5" Type="http://schemas.openxmlformats.org/officeDocument/2006/relationships/oleObject" Target="../embeddings/oleObject241.bin"/><Relationship Id="rId15" Type="http://schemas.openxmlformats.org/officeDocument/2006/relationships/oleObject" Target="../embeddings/oleObject246.bin"/><Relationship Id="rId23" Type="http://schemas.openxmlformats.org/officeDocument/2006/relationships/oleObject" Target="../embeddings/oleObject250.bin"/><Relationship Id="rId28" Type="http://schemas.openxmlformats.org/officeDocument/2006/relationships/image" Target="../media/image232.wmf"/><Relationship Id="rId10" Type="http://schemas.openxmlformats.org/officeDocument/2006/relationships/image" Target="../media/image244.wmf"/><Relationship Id="rId19" Type="http://schemas.openxmlformats.org/officeDocument/2006/relationships/oleObject" Target="../embeddings/oleObject248.bin"/><Relationship Id="rId31" Type="http://schemas.openxmlformats.org/officeDocument/2006/relationships/image" Target="../media/image247.wmf"/><Relationship Id="rId4" Type="http://schemas.openxmlformats.org/officeDocument/2006/relationships/image" Target="../media/image241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246.wmf"/><Relationship Id="rId22" Type="http://schemas.openxmlformats.org/officeDocument/2006/relationships/image" Target="../media/image229.wmf"/><Relationship Id="rId27" Type="http://schemas.openxmlformats.org/officeDocument/2006/relationships/oleObject" Target="../embeddings/oleObject252.bin"/><Relationship Id="rId30" Type="http://schemas.openxmlformats.org/officeDocument/2006/relationships/oleObject" Target="../embeddings/oleObject25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61.bin"/><Relationship Id="rId18" Type="http://schemas.openxmlformats.org/officeDocument/2006/relationships/image" Target="../media/image229.wmf"/><Relationship Id="rId26" Type="http://schemas.openxmlformats.org/officeDocument/2006/relationships/oleObject" Target="../embeddings/oleObject268.bin"/><Relationship Id="rId39" Type="http://schemas.openxmlformats.org/officeDocument/2006/relationships/image" Target="../media/image256.wmf"/><Relationship Id="rId3" Type="http://schemas.openxmlformats.org/officeDocument/2006/relationships/oleObject" Target="../embeddings/oleObject256.bin"/><Relationship Id="rId21" Type="http://schemas.openxmlformats.org/officeDocument/2006/relationships/oleObject" Target="../embeddings/oleObject265.bin"/><Relationship Id="rId34" Type="http://schemas.openxmlformats.org/officeDocument/2006/relationships/oleObject" Target="../embeddings/oleObject272.bin"/><Relationship Id="rId42" Type="http://schemas.openxmlformats.org/officeDocument/2006/relationships/oleObject" Target="../embeddings/oleObject277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26.wmf"/><Relationship Id="rId17" Type="http://schemas.openxmlformats.org/officeDocument/2006/relationships/oleObject" Target="../embeddings/oleObject263.bin"/><Relationship Id="rId25" Type="http://schemas.openxmlformats.org/officeDocument/2006/relationships/oleObject" Target="../embeddings/oleObject267.bin"/><Relationship Id="rId33" Type="http://schemas.openxmlformats.org/officeDocument/2006/relationships/image" Target="../media/image254.wmf"/><Relationship Id="rId38" Type="http://schemas.openxmlformats.org/officeDocument/2006/relationships/oleObject" Target="../embeddings/oleObject2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8.wmf"/><Relationship Id="rId20" Type="http://schemas.openxmlformats.org/officeDocument/2006/relationships/image" Target="../media/image230.wmf"/><Relationship Id="rId29" Type="http://schemas.openxmlformats.org/officeDocument/2006/relationships/image" Target="../media/image252.wmf"/><Relationship Id="rId41" Type="http://schemas.openxmlformats.org/officeDocument/2006/relationships/image" Target="../media/image257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50.wmf"/><Relationship Id="rId11" Type="http://schemas.openxmlformats.org/officeDocument/2006/relationships/oleObject" Target="../embeddings/oleObject260.bin"/><Relationship Id="rId24" Type="http://schemas.openxmlformats.org/officeDocument/2006/relationships/image" Target="../media/image232.wmf"/><Relationship Id="rId32" Type="http://schemas.openxmlformats.org/officeDocument/2006/relationships/oleObject" Target="../embeddings/oleObject271.bin"/><Relationship Id="rId37" Type="http://schemas.openxmlformats.org/officeDocument/2006/relationships/oleObject" Target="../embeddings/oleObject274.bin"/><Relationship Id="rId40" Type="http://schemas.openxmlformats.org/officeDocument/2006/relationships/oleObject" Target="../embeddings/oleObject276.bin"/><Relationship Id="rId5" Type="http://schemas.openxmlformats.org/officeDocument/2006/relationships/oleObject" Target="../embeddings/oleObject257.bin"/><Relationship Id="rId15" Type="http://schemas.openxmlformats.org/officeDocument/2006/relationships/oleObject" Target="../embeddings/oleObject262.bin"/><Relationship Id="rId23" Type="http://schemas.openxmlformats.org/officeDocument/2006/relationships/oleObject" Target="../embeddings/oleObject266.bin"/><Relationship Id="rId28" Type="http://schemas.openxmlformats.org/officeDocument/2006/relationships/oleObject" Target="../embeddings/oleObject269.bin"/><Relationship Id="rId36" Type="http://schemas.openxmlformats.org/officeDocument/2006/relationships/oleObject" Target="../embeddings/oleObject273.bin"/><Relationship Id="rId10" Type="http://schemas.openxmlformats.org/officeDocument/2006/relationships/image" Target="../media/image246.wmf"/><Relationship Id="rId19" Type="http://schemas.openxmlformats.org/officeDocument/2006/relationships/oleObject" Target="../embeddings/oleObject264.bin"/><Relationship Id="rId31" Type="http://schemas.openxmlformats.org/officeDocument/2006/relationships/image" Target="../media/image253.wmf"/><Relationship Id="rId4" Type="http://schemas.openxmlformats.org/officeDocument/2006/relationships/image" Target="../media/image249.w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27.wmf"/><Relationship Id="rId22" Type="http://schemas.openxmlformats.org/officeDocument/2006/relationships/image" Target="../media/image231.wmf"/><Relationship Id="rId27" Type="http://schemas.openxmlformats.org/officeDocument/2006/relationships/image" Target="../media/image251.wmf"/><Relationship Id="rId30" Type="http://schemas.openxmlformats.org/officeDocument/2006/relationships/oleObject" Target="../embeddings/oleObject270.bin"/><Relationship Id="rId35" Type="http://schemas.openxmlformats.org/officeDocument/2006/relationships/image" Target="../media/image255.wmf"/><Relationship Id="rId43" Type="http://schemas.openxmlformats.org/officeDocument/2006/relationships/image" Target="../media/image25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image" Target="../media/image263.wmf"/><Relationship Id="rId18" Type="http://schemas.openxmlformats.org/officeDocument/2006/relationships/oleObject" Target="../embeddings/oleObject285.bin"/><Relationship Id="rId26" Type="http://schemas.openxmlformats.org/officeDocument/2006/relationships/oleObject" Target="../embeddings/oleObject289.bin"/><Relationship Id="rId39" Type="http://schemas.openxmlformats.org/officeDocument/2006/relationships/image" Target="../media/image276.wmf"/><Relationship Id="rId3" Type="http://schemas.openxmlformats.org/officeDocument/2006/relationships/image" Target="../media/image280.png"/><Relationship Id="rId21" Type="http://schemas.openxmlformats.org/officeDocument/2006/relationships/image" Target="../media/image267.wmf"/><Relationship Id="rId34" Type="http://schemas.openxmlformats.org/officeDocument/2006/relationships/oleObject" Target="../embeddings/oleObject293.bin"/><Relationship Id="rId42" Type="http://schemas.openxmlformats.org/officeDocument/2006/relationships/oleObject" Target="../embeddings/oleObject297.bin"/><Relationship Id="rId7" Type="http://schemas.openxmlformats.org/officeDocument/2006/relationships/image" Target="../media/image260.wmf"/><Relationship Id="rId12" Type="http://schemas.openxmlformats.org/officeDocument/2006/relationships/oleObject" Target="../embeddings/oleObject282.bin"/><Relationship Id="rId17" Type="http://schemas.openxmlformats.org/officeDocument/2006/relationships/image" Target="../media/image265.wmf"/><Relationship Id="rId25" Type="http://schemas.openxmlformats.org/officeDocument/2006/relationships/image" Target="../media/image269.wmf"/><Relationship Id="rId33" Type="http://schemas.openxmlformats.org/officeDocument/2006/relationships/image" Target="../media/image273.wmf"/><Relationship Id="rId38" Type="http://schemas.openxmlformats.org/officeDocument/2006/relationships/oleObject" Target="../embeddings/oleObject29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4.bin"/><Relationship Id="rId20" Type="http://schemas.openxmlformats.org/officeDocument/2006/relationships/oleObject" Target="../embeddings/oleObject286.bin"/><Relationship Id="rId29" Type="http://schemas.openxmlformats.org/officeDocument/2006/relationships/image" Target="../media/image271.emf"/><Relationship Id="rId41" Type="http://schemas.openxmlformats.org/officeDocument/2006/relationships/image" Target="../media/image277.wmf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79.bin"/><Relationship Id="rId11" Type="http://schemas.openxmlformats.org/officeDocument/2006/relationships/image" Target="../media/image262.wmf"/><Relationship Id="rId24" Type="http://schemas.openxmlformats.org/officeDocument/2006/relationships/oleObject" Target="../embeddings/oleObject288.bin"/><Relationship Id="rId32" Type="http://schemas.openxmlformats.org/officeDocument/2006/relationships/oleObject" Target="../embeddings/oleObject292.bin"/><Relationship Id="rId37" Type="http://schemas.openxmlformats.org/officeDocument/2006/relationships/image" Target="../media/image275.wmf"/><Relationship Id="rId40" Type="http://schemas.openxmlformats.org/officeDocument/2006/relationships/oleObject" Target="../embeddings/oleObject296.bin"/><Relationship Id="rId45" Type="http://schemas.openxmlformats.org/officeDocument/2006/relationships/image" Target="../media/image279.wmf"/><Relationship Id="rId5" Type="http://schemas.openxmlformats.org/officeDocument/2006/relationships/image" Target="../media/image259.wmf"/><Relationship Id="rId15" Type="http://schemas.openxmlformats.org/officeDocument/2006/relationships/image" Target="../media/image264.wmf"/><Relationship Id="rId23" Type="http://schemas.openxmlformats.org/officeDocument/2006/relationships/image" Target="../media/image268.wmf"/><Relationship Id="rId28" Type="http://schemas.openxmlformats.org/officeDocument/2006/relationships/oleObject" Target="../embeddings/oleObject290.bin"/><Relationship Id="rId36" Type="http://schemas.openxmlformats.org/officeDocument/2006/relationships/oleObject" Target="../embeddings/oleObject294.bin"/><Relationship Id="rId10" Type="http://schemas.openxmlformats.org/officeDocument/2006/relationships/oleObject" Target="../embeddings/oleObject281.bin"/><Relationship Id="rId19" Type="http://schemas.openxmlformats.org/officeDocument/2006/relationships/image" Target="../media/image266.wmf"/><Relationship Id="rId31" Type="http://schemas.openxmlformats.org/officeDocument/2006/relationships/image" Target="../media/image272.wmf"/><Relationship Id="rId44" Type="http://schemas.openxmlformats.org/officeDocument/2006/relationships/oleObject" Target="../embeddings/oleObject298.bin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261.wmf"/><Relationship Id="rId14" Type="http://schemas.openxmlformats.org/officeDocument/2006/relationships/oleObject" Target="../embeddings/oleObject283.bin"/><Relationship Id="rId22" Type="http://schemas.openxmlformats.org/officeDocument/2006/relationships/oleObject" Target="../embeddings/oleObject287.bin"/><Relationship Id="rId27" Type="http://schemas.openxmlformats.org/officeDocument/2006/relationships/image" Target="../media/image270.wmf"/><Relationship Id="rId30" Type="http://schemas.openxmlformats.org/officeDocument/2006/relationships/oleObject" Target="../embeddings/oleObject291.bin"/><Relationship Id="rId35" Type="http://schemas.openxmlformats.org/officeDocument/2006/relationships/image" Target="../media/image274.wmf"/><Relationship Id="rId43" Type="http://schemas.openxmlformats.org/officeDocument/2006/relationships/image" Target="../media/image27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13" Type="http://schemas.openxmlformats.org/officeDocument/2006/relationships/image" Target="../media/image276.wmf"/><Relationship Id="rId18" Type="http://schemas.openxmlformats.org/officeDocument/2006/relationships/oleObject" Target="../embeddings/oleObject306.bin"/><Relationship Id="rId3" Type="http://schemas.openxmlformats.org/officeDocument/2006/relationships/oleObject" Target="../embeddings/oleObject299.bin"/><Relationship Id="rId7" Type="http://schemas.openxmlformats.org/officeDocument/2006/relationships/oleObject" Target="../embeddings/oleObject301.bin"/><Relationship Id="rId12" Type="http://schemas.openxmlformats.org/officeDocument/2006/relationships/oleObject" Target="../embeddings/oleObject303.bin"/><Relationship Id="rId17" Type="http://schemas.openxmlformats.org/officeDocument/2006/relationships/image" Target="../media/image28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5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82.wmf"/><Relationship Id="rId11" Type="http://schemas.openxmlformats.org/officeDocument/2006/relationships/image" Target="../media/image284.jpeg"/><Relationship Id="rId5" Type="http://schemas.openxmlformats.org/officeDocument/2006/relationships/oleObject" Target="../embeddings/oleObject300.bin"/><Relationship Id="rId15" Type="http://schemas.openxmlformats.org/officeDocument/2006/relationships/image" Target="../media/image277.wmf"/><Relationship Id="rId10" Type="http://schemas.openxmlformats.org/officeDocument/2006/relationships/image" Target="../media/image270.wmf"/><Relationship Id="rId19" Type="http://schemas.openxmlformats.org/officeDocument/2006/relationships/image" Target="../media/image286.wmf"/><Relationship Id="rId4" Type="http://schemas.openxmlformats.org/officeDocument/2006/relationships/image" Target="../media/image281.wmf"/><Relationship Id="rId9" Type="http://schemas.openxmlformats.org/officeDocument/2006/relationships/oleObject" Target="../embeddings/oleObject302.bin"/><Relationship Id="rId14" Type="http://schemas.openxmlformats.org/officeDocument/2006/relationships/oleObject" Target="../embeddings/oleObject30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13" Type="http://schemas.openxmlformats.org/officeDocument/2006/relationships/oleObject" Target="../embeddings/oleObject312.bin"/><Relationship Id="rId18" Type="http://schemas.openxmlformats.org/officeDocument/2006/relationships/image" Target="../media/image291.wmf"/><Relationship Id="rId26" Type="http://schemas.openxmlformats.org/officeDocument/2006/relationships/image" Target="../media/image294.wmf"/><Relationship Id="rId39" Type="http://schemas.openxmlformats.org/officeDocument/2006/relationships/oleObject" Target="../embeddings/oleObject325.bin"/><Relationship Id="rId3" Type="http://schemas.openxmlformats.org/officeDocument/2006/relationships/oleObject" Target="../embeddings/oleObject307.bin"/><Relationship Id="rId21" Type="http://schemas.openxmlformats.org/officeDocument/2006/relationships/oleObject" Target="../embeddings/oleObject316.bin"/><Relationship Id="rId34" Type="http://schemas.openxmlformats.org/officeDocument/2006/relationships/image" Target="../media/image279.wmf"/><Relationship Id="rId42" Type="http://schemas.openxmlformats.org/officeDocument/2006/relationships/image" Target="../media/image300.wmf"/><Relationship Id="rId7" Type="http://schemas.openxmlformats.org/officeDocument/2006/relationships/oleObject" Target="../embeddings/oleObject309.bin"/><Relationship Id="rId12" Type="http://schemas.openxmlformats.org/officeDocument/2006/relationships/image" Target="../media/image290.wmf"/><Relationship Id="rId17" Type="http://schemas.openxmlformats.org/officeDocument/2006/relationships/oleObject" Target="../embeddings/oleObject314.bin"/><Relationship Id="rId25" Type="http://schemas.openxmlformats.org/officeDocument/2006/relationships/oleObject" Target="../embeddings/oleObject318.bin"/><Relationship Id="rId33" Type="http://schemas.openxmlformats.org/officeDocument/2006/relationships/oleObject" Target="../embeddings/oleObject322.bin"/><Relationship Id="rId38" Type="http://schemas.openxmlformats.org/officeDocument/2006/relationships/image" Target="../media/image29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9.wmf"/><Relationship Id="rId20" Type="http://schemas.openxmlformats.org/officeDocument/2006/relationships/image" Target="../media/image292.wmf"/><Relationship Id="rId29" Type="http://schemas.openxmlformats.org/officeDocument/2006/relationships/oleObject" Target="../embeddings/oleObject320.bin"/><Relationship Id="rId41" Type="http://schemas.openxmlformats.org/officeDocument/2006/relationships/oleObject" Target="../embeddings/oleObject326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87.wmf"/><Relationship Id="rId11" Type="http://schemas.openxmlformats.org/officeDocument/2006/relationships/oleObject" Target="../embeddings/oleObject311.bin"/><Relationship Id="rId24" Type="http://schemas.openxmlformats.org/officeDocument/2006/relationships/image" Target="../media/image293.wmf"/><Relationship Id="rId32" Type="http://schemas.openxmlformats.org/officeDocument/2006/relationships/image" Target="../media/image278.wmf"/><Relationship Id="rId37" Type="http://schemas.openxmlformats.org/officeDocument/2006/relationships/oleObject" Target="../embeddings/oleObject324.bin"/><Relationship Id="rId40" Type="http://schemas.openxmlformats.org/officeDocument/2006/relationships/image" Target="../media/image299.wmf"/><Relationship Id="rId5" Type="http://schemas.openxmlformats.org/officeDocument/2006/relationships/oleObject" Target="../embeddings/oleObject308.bin"/><Relationship Id="rId15" Type="http://schemas.openxmlformats.org/officeDocument/2006/relationships/oleObject" Target="../embeddings/oleObject313.bin"/><Relationship Id="rId23" Type="http://schemas.openxmlformats.org/officeDocument/2006/relationships/oleObject" Target="../embeddings/oleObject317.bin"/><Relationship Id="rId28" Type="http://schemas.openxmlformats.org/officeDocument/2006/relationships/image" Target="../media/image295.wmf"/><Relationship Id="rId36" Type="http://schemas.openxmlformats.org/officeDocument/2006/relationships/image" Target="../media/image297.wmf"/><Relationship Id="rId10" Type="http://schemas.openxmlformats.org/officeDocument/2006/relationships/image" Target="../media/image289.wmf"/><Relationship Id="rId19" Type="http://schemas.openxmlformats.org/officeDocument/2006/relationships/oleObject" Target="../embeddings/oleObject315.bin"/><Relationship Id="rId31" Type="http://schemas.openxmlformats.org/officeDocument/2006/relationships/oleObject" Target="../embeddings/oleObject321.bin"/><Relationship Id="rId44" Type="http://schemas.openxmlformats.org/officeDocument/2006/relationships/image" Target="../media/image301.wmf"/><Relationship Id="rId4" Type="http://schemas.openxmlformats.org/officeDocument/2006/relationships/image" Target="../media/image263.wmf"/><Relationship Id="rId9" Type="http://schemas.openxmlformats.org/officeDocument/2006/relationships/oleObject" Target="../embeddings/oleObject310.bin"/><Relationship Id="rId14" Type="http://schemas.openxmlformats.org/officeDocument/2006/relationships/image" Target="../media/image268.wmf"/><Relationship Id="rId22" Type="http://schemas.openxmlformats.org/officeDocument/2006/relationships/image" Target="../media/image272.wmf"/><Relationship Id="rId27" Type="http://schemas.openxmlformats.org/officeDocument/2006/relationships/oleObject" Target="../embeddings/oleObject319.bin"/><Relationship Id="rId30" Type="http://schemas.openxmlformats.org/officeDocument/2006/relationships/image" Target="../media/image296.wmf"/><Relationship Id="rId35" Type="http://schemas.openxmlformats.org/officeDocument/2006/relationships/oleObject" Target="../embeddings/oleObject323.bin"/><Relationship Id="rId43" Type="http://schemas.openxmlformats.org/officeDocument/2006/relationships/oleObject" Target="../embeddings/oleObject32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13" Type="http://schemas.openxmlformats.org/officeDocument/2006/relationships/oleObject" Target="../embeddings/oleObject333.bin"/><Relationship Id="rId3" Type="http://schemas.openxmlformats.org/officeDocument/2006/relationships/oleObject" Target="../embeddings/oleObject328.bin"/><Relationship Id="rId7" Type="http://schemas.openxmlformats.org/officeDocument/2006/relationships/oleObject" Target="../embeddings/oleObject330.bin"/><Relationship Id="rId12" Type="http://schemas.openxmlformats.org/officeDocument/2006/relationships/image" Target="../media/image30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03.wmf"/><Relationship Id="rId11" Type="http://schemas.openxmlformats.org/officeDocument/2006/relationships/oleObject" Target="../embeddings/oleObject332.bin"/><Relationship Id="rId5" Type="http://schemas.openxmlformats.org/officeDocument/2006/relationships/oleObject" Target="../embeddings/oleObject329.bin"/><Relationship Id="rId10" Type="http://schemas.openxmlformats.org/officeDocument/2006/relationships/image" Target="../media/image305.wmf"/><Relationship Id="rId4" Type="http://schemas.openxmlformats.org/officeDocument/2006/relationships/image" Target="../media/image302.wmf"/><Relationship Id="rId9" Type="http://schemas.openxmlformats.org/officeDocument/2006/relationships/oleObject" Target="../embeddings/oleObject331.bin"/><Relationship Id="rId14" Type="http://schemas.openxmlformats.org/officeDocument/2006/relationships/image" Target="../media/image30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6.bin"/><Relationship Id="rId13" Type="http://schemas.openxmlformats.org/officeDocument/2006/relationships/image" Target="../media/image312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09.wmf"/><Relationship Id="rId12" Type="http://schemas.openxmlformats.org/officeDocument/2006/relationships/oleObject" Target="../embeddings/oleObject3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335.bin"/><Relationship Id="rId11" Type="http://schemas.openxmlformats.org/officeDocument/2006/relationships/image" Target="../media/image311.wmf"/><Relationship Id="rId5" Type="http://schemas.openxmlformats.org/officeDocument/2006/relationships/image" Target="../media/image308.wmf"/><Relationship Id="rId10" Type="http://schemas.openxmlformats.org/officeDocument/2006/relationships/oleObject" Target="../embeddings/oleObject337.bin"/><Relationship Id="rId4" Type="http://schemas.openxmlformats.org/officeDocument/2006/relationships/oleObject" Target="../embeddings/oleObject334.bin"/><Relationship Id="rId9" Type="http://schemas.openxmlformats.org/officeDocument/2006/relationships/image" Target="../media/image310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13" Type="http://schemas.openxmlformats.org/officeDocument/2006/relationships/oleObject" Target="../embeddings/oleObject344.bin"/><Relationship Id="rId18" Type="http://schemas.openxmlformats.org/officeDocument/2006/relationships/image" Target="../media/image260.wmf"/><Relationship Id="rId3" Type="http://schemas.openxmlformats.org/officeDocument/2006/relationships/oleObject" Target="../embeddings/oleObject339.bin"/><Relationship Id="rId21" Type="http://schemas.openxmlformats.org/officeDocument/2006/relationships/oleObject" Target="../embeddings/oleObject348.bin"/><Relationship Id="rId7" Type="http://schemas.openxmlformats.org/officeDocument/2006/relationships/oleObject" Target="../embeddings/oleObject341.bin"/><Relationship Id="rId12" Type="http://schemas.openxmlformats.org/officeDocument/2006/relationships/image" Target="../media/image317.wmf"/><Relationship Id="rId17" Type="http://schemas.openxmlformats.org/officeDocument/2006/relationships/oleObject" Target="../embeddings/oleObject3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9.wmf"/><Relationship Id="rId20" Type="http://schemas.openxmlformats.org/officeDocument/2006/relationships/image" Target="../media/image261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343.bin"/><Relationship Id="rId5" Type="http://schemas.openxmlformats.org/officeDocument/2006/relationships/oleObject" Target="../embeddings/oleObject340.bin"/><Relationship Id="rId15" Type="http://schemas.openxmlformats.org/officeDocument/2006/relationships/oleObject" Target="../embeddings/oleObject345.bin"/><Relationship Id="rId10" Type="http://schemas.openxmlformats.org/officeDocument/2006/relationships/image" Target="../media/image316.wmf"/><Relationship Id="rId19" Type="http://schemas.openxmlformats.org/officeDocument/2006/relationships/oleObject" Target="../embeddings/oleObject347.bin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342.bin"/><Relationship Id="rId14" Type="http://schemas.openxmlformats.org/officeDocument/2006/relationships/image" Target="../media/image318.wmf"/><Relationship Id="rId22" Type="http://schemas.openxmlformats.org/officeDocument/2006/relationships/image" Target="../media/image26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1.bin"/><Relationship Id="rId13" Type="http://schemas.openxmlformats.org/officeDocument/2006/relationships/image" Target="../media/image323.wmf"/><Relationship Id="rId18" Type="http://schemas.openxmlformats.org/officeDocument/2006/relationships/oleObject" Target="../embeddings/oleObject356.bin"/><Relationship Id="rId26" Type="http://schemas.openxmlformats.org/officeDocument/2006/relationships/oleObject" Target="../embeddings/oleObject360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327.wmf"/><Relationship Id="rId34" Type="http://schemas.openxmlformats.org/officeDocument/2006/relationships/oleObject" Target="../embeddings/oleObject364.bin"/><Relationship Id="rId7" Type="http://schemas.openxmlformats.org/officeDocument/2006/relationships/image" Target="../media/image320.wmf"/><Relationship Id="rId12" Type="http://schemas.openxmlformats.org/officeDocument/2006/relationships/oleObject" Target="../embeddings/oleObject353.bin"/><Relationship Id="rId17" Type="http://schemas.openxmlformats.org/officeDocument/2006/relationships/image" Target="../media/image325.wmf"/><Relationship Id="rId25" Type="http://schemas.openxmlformats.org/officeDocument/2006/relationships/image" Target="../media/image329.wmf"/><Relationship Id="rId33" Type="http://schemas.openxmlformats.org/officeDocument/2006/relationships/image" Target="../media/image2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5.bin"/><Relationship Id="rId20" Type="http://schemas.openxmlformats.org/officeDocument/2006/relationships/oleObject" Target="../embeddings/oleObject357.bin"/><Relationship Id="rId29" Type="http://schemas.openxmlformats.org/officeDocument/2006/relationships/image" Target="../media/image260.wmf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50.bin"/><Relationship Id="rId11" Type="http://schemas.openxmlformats.org/officeDocument/2006/relationships/image" Target="../media/image322.wmf"/><Relationship Id="rId24" Type="http://schemas.openxmlformats.org/officeDocument/2006/relationships/oleObject" Target="../embeddings/oleObject359.bin"/><Relationship Id="rId32" Type="http://schemas.openxmlformats.org/officeDocument/2006/relationships/oleObject" Target="../embeddings/oleObject363.bin"/><Relationship Id="rId5" Type="http://schemas.openxmlformats.org/officeDocument/2006/relationships/image" Target="../media/image319.wmf"/><Relationship Id="rId15" Type="http://schemas.openxmlformats.org/officeDocument/2006/relationships/image" Target="../media/image324.wmf"/><Relationship Id="rId23" Type="http://schemas.openxmlformats.org/officeDocument/2006/relationships/image" Target="../media/image328.wmf"/><Relationship Id="rId28" Type="http://schemas.openxmlformats.org/officeDocument/2006/relationships/oleObject" Target="../embeddings/oleObject361.bin"/><Relationship Id="rId10" Type="http://schemas.openxmlformats.org/officeDocument/2006/relationships/oleObject" Target="../embeddings/oleObject352.bin"/><Relationship Id="rId19" Type="http://schemas.openxmlformats.org/officeDocument/2006/relationships/image" Target="../media/image326.wmf"/><Relationship Id="rId31" Type="http://schemas.openxmlformats.org/officeDocument/2006/relationships/image" Target="../media/image261.wmf"/><Relationship Id="rId4" Type="http://schemas.openxmlformats.org/officeDocument/2006/relationships/oleObject" Target="../embeddings/oleObject349.bin"/><Relationship Id="rId9" Type="http://schemas.openxmlformats.org/officeDocument/2006/relationships/image" Target="../media/image321.wmf"/><Relationship Id="rId14" Type="http://schemas.openxmlformats.org/officeDocument/2006/relationships/oleObject" Target="../embeddings/oleObject354.bin"/><Relationship Id="rId22" Type="http://schemas.openxmlformats.org/officeDocument/2006/relationships/oleObject" Target="../embeddings/oleObject358.bin"/><Relationship Id="rId27" Type="http://schemas.openxmlformats.org/officeDocument/2006/relationships/image" Target="../media/image259.wmf"/><Relationship Id="rId30" Type="http://schemas.openxmlformats.org/officeDocument/2006/relationships/oleObject" Target="../embeddings/oleObject362.bin"/><Relationship Id="rId35" Type="http://schemas.openxmlformats.org/officeDocument/2006/relationships/image" Target="../media/image330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13" Type="http://schemas.openxmlformats.org/officeDocument/2006/relationships/oleObject" Target="../embeddings/oleObject370.bin"/><Relationship Id="rId18" Type="http://schemas.openxmlformats.org/officeDocument/2006/relationships/image" Target="../media/image329.wmf"/><Relationship Id="rId26" Type="http://schemas.openxmlformats.org/officeDocument/2006/relationships/image" Target="../media/image262.wmf"/><Relationship Id="rId3" Type="http://schemas.openxmlformats.org/officeDocument/2006/relationships/oleObject" Target="../embeddings/oleObject365.bin"/><Relationship Id="rId21" Type="http://schemas.openxmlformats.org/officeDocument/2006/relationships/oleObject" Target="../embeddings/oleObject374.bin"/><Relationship Id="rId7" Type="http://schemas.openxmlformats.org/officeDocument/2006/relationships/oleObject" Target="../embeddings/oleObject367.bin"/><Relationship Id="rId12" Type="http://schemas.openxmlformats.org/officeDocument/2006/relationships/image" Target="../media/image335.wmf"/><Relationship Id="rId17" Type="http://schemas.openxmlformats.org/officeDocument/2006/relationships/oleObject" Target="../embeddings/oleObject372.bin"/><Relationship Id="rId25" Type="http://schemas.openxmlformats.org/officeDocument/2006/relationships/oleObject" Target="../embeddings/oleObject3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7.wmf"/><Relationship Id="rId20" Type="http://schemas.openxmlformats.org/officeDocument/2006/relationships/image" Target="../media/image259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32.wmf"/><Relationship Id="rId11" Type="http://schemas.openxmlformats.org/officeDocument/2006/relationships/oleObject" Target="../embeddings/oleObject369.bin"/><Relationship Id="rId24" Type="http://schemas.openxmlformats.org/officeDocument/2006/relationships/image" Target="../media/image261.wmf"/><Relationship Id="rId5" Type="http://schemas.openxmlformats.org/officeDocument/2006/relationships/oleObject" Target="../embeddings/oleObject366.bin"/><Relationship Id="rId15" Type="http://schemas.openxmlformats.org/officeDocument/2006/relationships/oleObject" Target="../embeddings/oleObject371.bin"/><Relationship Id="rId23" Type="http://schemas.openxmlformats.org/officeDocument/2006/relationships/oleObject" Target="../embeddings/oleObject375.bin"/><Relationship Id="rId10" Type="http://schemas.openxmlformats.org/officeDocument/2006/relationships/image" Target="../media/image334.wmf"/><Relationship Id="rId19" Type="http://schemas.openxmlformats.org/officeDocument/2006/relationships/oleObject" Target="../embeddings/oleObject373.bin"/><Relationship Id="rId4" Type="http://schemas.openxmlformats.org/officeDocument/2006/relationships/image" Target="../media/image331.wmf"/><Relationship Id="rId9" Type="http://schemas.openxmlformats.org/officeDocument/2006/relationships/oleObject" Target="../embeddings/oleObject368.bin"/><Relationship Id="rId14" Type="http://schemas.openxmlformats.org/officeDocument/2006/relationships/image" Target="../media/image336.wmf"/><Relationship Id="rId22" Type="http://schemas.openxmlformats.org/officeDocument/2006/relationships/image" Target="../media/image26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13" Type="http://schemas.openxmlformats.org/officeDocument/2006/relationships/oleObject" Target="../embeddings/oleObject382.bin"/><Relationship Id="rId3" Type="http://schemas.openxmlformats.org/officeDocument/2006/relationships/oleObject" Target="../embeddings/oleObject377.bin"/><Relationship Id="rId7" Type="http://schemas.openxmlformats.org/officeDocument/2006/relationships/oleObject" Target="../embeddings/oleObject379.bin"/><Relationship Id="rId12" Type="http://schemas.openxmlformats.org/officeDocument/2006/relationships/image" Target="../media/image34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3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39.wmf"/><Relationship Id="rId11" Type="http://schemas.openxmlformats.org/officeDocument/2006/relationships/oleObject" Target="../embeddings/oleObject381.bin"/><Relationship Id="rId5" Type="http://schemas.openxmlformats.org/officeDocument/2006/relationships/oleObject" Target="../embeddings/oleObject378.bin"/><Relationship Id="rId15" Type="http://schemas.openxmlformats.org/officeDocument/2006/relationships/oleObject" Target="../embeddings/oleObject383.bin"/><Relationship Id="rId10" Type="http://schemas.openxmlformats.org/officeDocument/2006/relationships/image" Target="../media/image340.wmf"/><Relationship Id="rId4" Type="http://schemas.openxmlformats.org/officeDocument/2006/relationships/image" Target="../media/image338.wmf"/><Relationship Id="rId9" Type="http://schemas.openxmlformats.org/officeDocument/2006/relationships/oleObject" Target="../embeddings/oleObject380.bin"/><Relationship Id="rId14" Type="http://schemas.openxmlformats.org/officeDocument/2006/relationships/image" Target="../media/image34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13" Type="http://schemas.openxmlformats.org/officeDocument/2006/relationships/oleObject" Target="../embeddings/oleObject389.bin"/><Relationship Id="rId18" Type="http://schemas.openxmlformats.org/officeDocument/2006/relationships/image" Target="../media/image346.wmf"/><Relationship Id="rId3" Type="http://schemas.openxmlformats.org/officeDocument/2006/relationships/oleObject" Target="../embeddings/oleObject384.bin"/><Relationship Id="rId21" Type="http://schemas.openxmlformats.org/officeDocument/2006/relationships/oleObject" Target="../embeddings/oleObject393.bin"/><Relationship Id="rId7" Type="http://schemas.openxmlformats.org/officeDocument/2006/relationships/oleObject" Target="../embeddings/oleObject386.bin"/><Relationship Id="rId12" Type="http://schemas.openxmlformats.org/officeDocument/2006/relationships/image" Target="../media/image260.wmf"/><Relationship Id="rId17" Type="http://schemas.openxmlformats.org/officeDocument/2006/relationships/oleObject" Target="../embeddings/oleObject3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2.wmf"/><Relationship Id="rId20" Type="http://schemas.openxmlformats.org/officeDocument/2006/relationships/image" Target="../media/image347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45.wmf"/><Relationship Id="rId11" Type="http://schemas.openxmlformats.org/officeDocument/2006/relationships/oleObject" Target="../embeddings/oleObject388.bin"/><Relationship Id="rId24" Type="http://schemas.openxmlformats.org/officeDocument/2006/relationships/image" Target="../media/image340.wmf"/><Relationship Id="rId5" Type="http://schemas.openxmlformats.org/officeDocument/2006/relationships/oleObject" Target="../embeddings/oleObject385.bin"/><Relationship Id="rId15" Type="http://schemas.openxmlformats.org/officeDocument/2006/relationships/oleObject" Target="../embeddings/oleObject390.bin"/><Relationship Id="rId23" Type="http://schemas.openxmlformats.org/officeDocument/2006/relationships/oleObject" Target="../embeddings/oleObject394.bin"/><Relationship Id="rId10" Type="http://schemas.openxmlformats.org/officeDocument/2006/relationships/image" Target="../media/image259.wmf"/><Relationship Id="rId19" Type="http://schemas.openxmlformats.org/officeDocument/2006/relationships/oleObject" Target="../embeddings/oleObject392.bin"/><Relationship Id="rId4" Type="http://schemas.openxmlformats.org/officeDocument/2006/relationships/image" Target="../media/image344.wmf"/><Relationship Id="rId9" Type="http://schemas.openxmlformats.org/officeDocument/2006/relationships/oleObject" Target="../embeddings/oleObject387.bin"/><Relationship Id="rId14" Type="http://schemas.openxmlformats.org/officeDocument/2006/relationships/image" Target="../media/image261.wmf"/><Relationship Id="rId22" Type="http://schemas.openxmlformats.org/officeDocument/2006/relationships/image" Target="../media/image339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wmf"/><Relationship Id="rId13" Type="http://schemas.openxmlformats.org/officeDocument/2006/relationships/oleObject" Target="../embeddings/oleObject400.bin"/><Relationship Id="rId18" Type="http://schemas.openxmlformats.org/officeDocument/2006/relationships/image" Target="../media/image355.wmf"/><Relationship Id="rId26" Type="http://schemas.openxmlformats.org/officeDocument/2006/relationships/image" Target="../media/image359.wmf"/><Relationship Id="rId39" Type="http://schemas.openxmlformats.org/officeDocument/2006/relationships/oleObject" Target="../embeddings/oleObject413.bin"/><Relationship Id="rId3" Type="http://schemas.openxmlformats.org/officeDocument/2006/relationships/oleObject" Target="../embeddings/oleObject395.bin"/><Relationship Id="rId21" Type="http://schemas.openxmlformats.org/officeDocument/2006/relationships/oleObject" Target="../embeddings/oleObject404.bin"/><Relationship Id="rId34" Type="http://schemas.openxmlformats.org/officeDocument/2006/relationships/image" Target="../media/image260.wmf"/><Relationship Id="rId7" Type="http://schemas.openxmlformats.org/officeDocument/2006/relationships/oleObject" Target="../embeddings/oleObject397.bin"/><Relationship Id="rId12" Type="http://schemas.openxmlformats.org/officeDocument/2006/relationships/image" Target="../media/image352.wmf"/><Relationship Id="rId17" Type="http://schemas.openxmlformats.org/officeDocument/2006/relationships/oleObject" Target="../embeddings/oleObject402.bin"/><Relationship Id="rId25" Type="http://schemas.openxmlformats.org/officeDocument/2006/relationships/oleObject" Target="../embeddings/oleObject406.bin"/><Relationship Id="rId33" Type="http://schemas.openxmlformats.org/officeDocument/2006/relationships/oleObject" Target="../embeddings/oleObject410.bin"/><Relationship Id="rId38" Type="http://schemas.openxmlformats.org/officeDocument/2006/relationships/image" Target="../media/image26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4.wmf"/><Relationship Id="rId20" Type="http://schemas.openxmlformats.org/officeDocument/2006/relationships/image" Target="../media/image356.wmf"/><Relationship Id="rId29" Type="http://schemas.openxmlformats.org/officeDocument/2006/relationships/oleObject" Target="../embeddings/oleObject408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49.wmf"/><Relationship Id="rId11" Type="http://schemas.openxmlformats.org/officeDocument/2006/relationships/oleObject" Target="../embeddings/oleObject399.bin"/><Relationship Id="rId24" Type="http://schemas.openxmlformats.org/officeDocument/2006/relationships/image" Target="../media/image358.wmf"/><Relationship Id="rId32" Type="http://schemas.openxmlformats.org/officeDocument/2006/relationships/image" Target="../media/image259.wmf"/><Relationship Id="rId37" Type="http://schemas.openxmlformats.org/officeDocument/2006/relationships/oleObject" Target="../embeddings/oleObject412.bin"/><Relationship Id="rId40" Type="http://schemas.openxmlformats.org/officeDocument/2006/relationships/image" Target="../media/image362.wmf"/><Relationship Id="rId5" Type="http://schemas.openxmlformats.org/officeDocument/2006/relationships/oleObject" Target="../embeddings/oleObject396.bin"/><Relationship Id="rId15" Type="http://schemas.openxmlformats.org/officeDocument/2006/relationships/oleObject" Target="../embeddings/oleObject401.bin"/><Relationship Id="rId23" Type="http://schemas.openxmlformats.org/officeDocument/2006/relationships/oleObject" Target="../embeddings/oleObject405.bin"/><Relationship Id="rId28" Type="http://schemas.openxmlformats.org/officeDocument/2006/relationships/image" Target="../media/image360.wmf"/><Relationship Id="rId36" Type="http://schemas.openxmlformats.org/officeDocument/2006/relationships/image" Target="../media/image261.wmf"/><Relationship Id="rId10" Type="http://schemas.openxmlformats.org/officeDocument/2006/relationships/image" Target="../media/image351.wmf"/><Relationship Id="rId19" Type="http://schemas.openxmlformats.org/officeDocument/2006/relationships/oleObject" Target="../embeddings/oleObject403.bin"/><Relationship Id="rId31" Type="http://schemas.openxmlformats.org/officeDocument/2006/relationships/oleObject" Target="../embeddings/oleObject409.bin"/><Relationship Id="rId4" Type="http://schemas.openxmlformats.org/officeDocument/2006/relationships/image" Target="../media/image348.wmf"/><Relationship Id="rId9" Type="http://schemas.openxmlformats.org/officeDocument/2006/relationships/oleObject" Target="../embeddings/oleObject398.bin"/><Relationship Id="rId14" Type="http://schemas.openxmlformats.org/officeDocument/2006/relationships/image" Target="../media/image353.wmf"/><Relationship Id="rId22" Type="http://schemas.openxmlformats.org/officeDocument/2006/relationships/image" Target="../media/image357.wmf"/><Relationship Id="rId27" Type="http://schemas.openxmlformats.org/officeDocument/2006/relationships/oleObject" Target="../embeddings/oleObject407.bin"/><Relationship Id="rId30" Type="http://schemas.openxmlformats.org/officeDocument/2006/relationships/image" Target="../media/image361.wmf"/><Relationship Id="rId35" Type="http://schemas.openxmlformats.org/officeDocument/2006/relationships/oleObject" Target="../embeddings/oleObject411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wmf"/><Relationship Id="rId13" Type="http://schemas.openxmlformats.org/officeDocument/2006/relationships/oleObject" Target="../embeddings/oleObject419.bin"/><Relationship Id="rId18" Type="http://schemas.openxmlformats.org/officeDocument/2006/relationships/image" Target="../media/image370.wmf"/><Relationship Id="rId26" Type="http://schemas.openxmlformats.org/officeDocument/2006/relationships/image" Target="../media/image259.wmf"/><Relationship Id="rId3" Type="http://schemas.openxmlformats.org/officeDocument/2006/relationships/oleObject" Target="../embeddings/oleObject414.bin"/><Relationship Id="rId21" Type="http://schemas.openxmlformats.org/officeDocument/2006/relationships/oleObject" Target="../embeddings/oleObject423.bin"/><Relationship Id="rId34" Type="http://schemas.openxmlformats.org/officeDocument/2006/relationships/image" Target="../media/image373.wmf"/><Relationship Id="rId7" Type="http://schemas.openxmlformats.org/officeDocument/2006/relationships/oleObject" Target="../embeddings/oleObject416.bin"/><Relationship Id="rId12" Type="http://schemas.openxmlformats.org/officeDocument/2006/relationships/image" Target="../media/image367.wmf"/><Relationship Id="rId17" Type="http://schemas.openxmlformats.org/officeDocument/2006/relationships/oleObject" Target="../embeddings/oleObject421.bin"/><Relationship Id="rId25" Type="http://schemas.openxmlformats.org/officeDocument/2006/relationships/oleObject" Target="../embeddings/oleObject425.bin"/><Relationship Id="rId33" Type="http://schemas.openxmlformats.org/officeDocument/2006/relationships/oleObject" Target="../embeddings/oleObject4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9.wmf"/><Relationship Id="rId20" Type="http://schemas.openxmlformats.org/officeDocument/2006/relationships/image" Target="../media/image371.wmf"/><Relationship Id="rId29" Type="http://schemas.openxmlformats.org/officeDocument/2006/relationships/oleObject" Target="../embeddings/oleObject427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64.wmf"/><Relationship Id="rId11" Type="http://schemas.openxmlformats.org/officeDocument/2006/relationships/oleObject" Target="../embeddings/oleObject418.bin"/><Relationship Id="rId24" Type="http://schemas.openxmlformats.org/officeDocument/2006/relationships/image" Target="../media/image358.wmf"/><Relationship Id="rId32" Type="http://schemas.openxmlformats.org/officeDocument/2006/relationships/image" Target="../media/image262.wmf"/><Relationship Id="rId5" Type="http://schemas.openxmlformats.org/officeDocument/2006/relationships/oleObject" Target="../embeddings/oleObject415.bin"/><Relationship Id="rId15" Type="http://schemas.openxmlformats.org/officeDocument/2006/relationships/oleObject" Target="../embeddings/oleObject420.bin"/><Relationship Id="rId23" Type="http://schemas.openxmlformats.org/officeDocument/2006/relationships/oleObject" Target="../embeddings/oleObject424.bin"/><Relationship Id="rId28" Type="http://schemas.openxmlformats.org/officeDocument/2006/relationships/image" Target="../media/image260.wmf"/><Relationship Id="rId10" Type="http://schemas.openxmlformats.org/officeDocument/2006/relationships/image" Target="../media/image366.wmf"/><Relationship Id="rId19" Type="http://schemas.openxmlformats.org/officeDocument/2006/relationships/oleObject" Target="../embeddings/oleObject422.bin"/><Relationship Id="rId31" Type="http://schemas.openxmlformats.org/officeDocument/2006/relationships/oleObject" Target="../embeddings/oleObject428.bin"/><Relationship Id="rId4" Type="http://schemas.openxmlformats.org/officeDocument/2006/relationships/image" Target="../media/image363.wmf"/><Relationship Id="rId9" Type="http://schemas.openxmlformats.org/officeDocument/2006/relationships/oleObject" Target="../embeddings/oleObject417.bin"/><Relationship Id="rId14" Type="http://schemas.openxmlformats.org/officeDocument/2006/relationships/image" Target="../media/image368.wmf"/><Relationship Id="rId22" Type="http://schemas.openxmlformats.org/officeDocument/2006/relationships/image" Target="../media/image372.wmf"/><Relationship Id="rId27" Type="http://schemas.openxmlformats.org/officeDocument/2006/relationships/oleObject" Target="../embeddings/oleObject426.bin"/><Relationship Id="rId30" Type="http://schemas.openxmlformats.org/officeDocument/2006/relationships/image" Target="../media/image261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wmf"/><Relationship Id="rId13" Type="http://schemas.openxmlformats.org/officeDocument/2006/relationships/oleObject" Target="../embeddings/oleObject435.bin"/><Relationship Id="rId18" Type="http://schemas.openxmlformats.org/officeDocument/2006/relationships/image" Target="../media/image358.wmf"/><Relationship Id="rId26" Type="http://schemas.openxmlformats.org/officeDocument/2006/relationships/image" Target="../media/image262.wmf"/><Relationship Id="rId3" Type="http://schemas.openxmlformats.org/officeDocument/2006/relationships/oleObject" Target="../embeddings/oleObject430.bin"/><Relationship Id="rId21" Type="http://schemas.openxmlformats.org/officeDocument/2006/relationships/oleObject" Target="../embeddings/oleObject439.bin"/><Relationship Id="rId7" Type="http://schemas.openxmlformats.org/officeDocument/2006/relationships/oleObject" Target="../embeddings/oleObject432.bin"/><Relationship Id="rId12" Type="http://schemas.openxmlformats.org/officeDocument/2006/relationships/image" Target="../media/image368.wmf"/><Relationship Id="rId17" Type="http://schemas.openxmlformats.org/officeDocument/2006/relationships/oleObject" Target="../embeddings/oleObject437.bin"/><Relationship Id="rId25" Type="http://schemas.openxmlformats.org/officeDocument/2006/relationships/oleObject" Target="../embeddings/oleObject4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0.wmf"/><Relationship Id="rId20" Type="http://schemas.openxmlformats.org/officeDocument/2006/relationships/image" Target="../media/image259.wmf"/><Relationship Id="rId29" Type="http://schemas.openxmlformats.org/officeDocument/2006/relationships/oleObject" Target="../embeddings/oleObject443.bin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64.wmf"/><Relationship Id="rId11" Type="http://schemas.openxmlformats.org/officeDocument/2006/relationships/oleObject" Target="../embeddings/oleObject434.bin"/><Relationship Id="rId24" Type="http://schemas.openxmlformats.org/officeDocument/2006/relationships/image" Target="../media/image261.wmf"/><Relationship Id="rId5" Type="http://schemas.openxmlformats.org/officeDocument/2006/relationships/oleObject" Target="../embeddings/oleObject431.bin"/><Relationship Id="rId15" Type="http://schemas.openxmlformats.org/officeDocument/2006/relationships/oleObject" Target="../embeddings/oleObject436.bin"/><Relationship Id="rId23" Type="http://schemas.openxmlformats.org/officeDocument/2006/relationships/oleObject" Target="../embeddings/oleObject440.bin"/><Relationship Id="rId28" Type="http://schemas.openxmlformats.org/officeDocument/2006/relationships/image" Target="../media/image373.wmf"/><Relationship Id="rId10" Type="http://schemas.openxmlformats.org/officeDocument/2006/relationships/image" Target="../media/image374.wmf"/><Relationship Id="rId19" Type="http://schemas.openxmlformats.org/officeDocument/2006/relationships/oleObject" Target="../embeddings/oleObject438.bin"/><Relationship Id="rId31" Type="http://schemas.openxmlformats.org/officeDocument/2006/relationships/oleObject" Target="../embeddings/oleObject444.bin"/><Relationship Id="rId4" Type="http://schemas.openxmlformats.org/officeDocument/2006/relationships/image" Target="../media/image363.wmf"/><Relationship Id="rId9" Type="http://schemas.openxmlformats.org/officeDocument/2006/relationships/oleObject" Target="../embeddings/oleObject433.bin"/><Relationship Id="rId14" Type="http://schemas.openxmlformats.org/officeDocument/2006/relationships/image" Target="../media/image375.wmf"/><Relationship Id="rId22" Type="http://schemas.openxmlformats.org/officeDocument/2006/relationships/image" Target="../media/image260.wmf"/><Relationship Id="rId27" Type="http://schemas.openxmlformats.org/officeDocument/2006/relationships/oleObject" Target="../embeddings/oleObject442.bin"/><Relationship Id="rId30" Type="http://schemas.openxmlformats.org/officeDocument/2006/relationships/image" Target="../media/image376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wmf"/><Relationship Id="rId13" Type="http://schemas.openxmlformats.org/officeDocument/2006/relationships/oleObject" Target="../embeddings/oleObject450.bin"/><Relationship Id="rId18" Type="http://schemas.openxmlformats.org/officeDocument/2006/relationships/image" Target="../media/image384.wmf"/><Relationship Id="rId26" Type="http://schemas.openxmlformats.org/officeDocument/2006/relationships/image" Target="../media/image388.wmf"/><Relationship Id="rId3" Type="http://schemas.openxmlformats.org/officeDocument/2006/relationships/oleObject" Target="../embeddings/oleObject445.bin"/><Relationship Id="rId21" Type="http://schemas.openxmlformats.org/officeDocument/2006/relationships/oleObject" Target="../embeddings/oleObject454.bin"/><Relationship Id="rId34" Type="http://schemas.openxmlformats.org/officeDocument/2006/relationships/image" Target="../media/image392.wmf"/><Relationship Id="rId7" Type="http://schemas.openxmlformats.org/officeDocument/2006/relationships/oleObject" Target="../embeddings/oleObject447.bin"/><Relationship Id="rId12" Type="http://schemas.openxmlformats.org/officeDocument/2006/relationships/image" Target="../media/image381.wmf"/><Relationship Id="rId17" Type="http://schemas.openxmlformats.org/officeDocument/2006/relationships/oleObject" Target="../embeddings/oleObject452.bin"/><Relationship Id="rId25" Type="http://schemas.openxmlformats.org/officeDocument/2006/relationships/oleObject" Target="../embeddings/oleObject456.bin"/><Relationship Id="rId33" Type="http://schemas.openxmlformats.org/officeDocument/2006/relationships/oleObject" Target="../embeddings/oleObject4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3.wmf"/><Relationship Id="rId20" Type="http://schemas.openxmlformats.org/officeDocument/2006/relationships/image" Target="../media/image385.wmf"/><Relationship Id="rId29" Type="http://schemas.openxmlformats.org/officeDocument/2006/relationships/oleObject" Target="../embeddings/oleObject458.bin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78.wmf"/><Relationship Id="rId11" Type="http://schemas.openxmlformats.org/officeDocument/2006/relationships/oleObject" Target="../embeddings/oleObject449.bin"/><Relationship Id="rId24" Type="http://schemas.openxmlformats.org/officeDocument/2006/relationships/image" Target="../media/image387.wmf"/><Relationship Id="rId32" Type="http://schemas.openxmlformats.org/officeDocument/2006/relationships/image" Target="../media/image391.wmf"/><Relationship Id="rId5" Type="http://schemas.openxmlformats.org/officeDocument/2006/relationships/oleObject" Target="../embeddings/oleObject446.bin"/><Relationship Id="rId15" Type="http://schemas.openxmlformats.org/officeDocument/2006/relationships/oleObject" Target="../embeddings/oleObject451.bin"/><Relationship Id="rId23" Type="http://schemas.openxmlformats.org/officeDocument/2006/relationships/oleObject" Target="../embeddings/oleObject455.bin"/><Relationship Id="rId28" Type="http://schemas.openxmlformats.org/officeDocument/2006/relationships/image" Target="../media/image389.wmf"/><Relationship Id="rId10" Type="http://schemas.openxmlformats.org/officeDocument/2006/relationships/image" Target="../media/image380.wmf"/><Relationship Id="rId19" Type="http://schemas.openxmlformats.org/officeDocument/2006/relationships/oleObject" Target="../embeddings/oleObject453.bin"/><Relationship Id="rId31" Type="http://schemas.openxmlformats.org/officeDocument/2006/relationships/oleObject" Target="../embeddings/oleObject459.bin"/><Relationship Id="rId4" Type="http://schemas.openxmlformats.org/officeDocument/2006/relationships/image" Target="../media/image377.wmf"/><Relationship Id="rId9" Type="http://schemas.openxmlformats.org/officeDocument/2006/relationships/oleObject" Target="../embeddings/oleObject448.bin"/><Relationship Id="rId14" Type="http://schemas.openxmlformats.org/officeDocument/2006/relationships/image" Target="../media/image382.wmf"/><Relationship Id="rId22" Type="http://schemas.openxmlformats.org/officeDocument/2006/relationships/image" Target="../media/image386.wmf"/><Relationship Id="rId27" Type="http://schemas.openxmlformats.org/officeDocument/2006/relationships/oleObject" Target="../embeddings/oleObject457.bin"/><Relationship Id="rId30" Type="http://schemas.openxmlformats.org/officeDocument/2006/relationships/image" Target="../media/image390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13" Type="http://schemas.openxmlformats.org/officeDocument/2006/relationships/oleObject" Target="../embeddings/oleObject466.bin"/><Relationship Id="rId18" Type="http://schemas.openxmlformats.org/officeDocument/2006/relationships/image" Target="../media/image379.wmf"/><Relationship Id="rId26" Type="http://schemas.openxmlformats.org/officeDocument/2006/relationships/image" Target="../media/image396.wmf"/><Relationship Id="rId3" Type="http://schemas.openxmlformats.org/officeDocument/2006/relationships/oleObject" Target="../embeddings/oleObject461.bin"/><Relationship Id="rId21" Type="http://schemas.openxmlformats.org/officeDocument/2006/relationships/oleObject" Target="../embeddings/oleObject470.bin"/><Relationship Id="rId7" Type="http://schemas.openxmlformats.org/officeDocument/2006/relationships/oleObject" Target="../embeddings/oleObject463.bin"/><Relationship Id="rId12" Type="http://schemas.openxmlformats.org/officeDocument/2006/relationships/image" Target="../media/image386.wmf"/><Relationship Id="rId17" Type="http://schemas.openxmlformats.org/officeDocument/2006/relationships/oleObject" Target="../embeddings/oleObject468.bin"/><Relationship Id="rId25" Type="http://schemas.openxmlformats.org/officeDocument/2006/relationships/oleObject" Target="../embeddings/oleObject472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92.wmf"/><Relationship Id="rId20" Type="http://schemas.openxmlformats.org/officeDocument/2006/relationships/image" Target="../media/image393.wmf"/><Relationship Id="rId29" Type="http://schemas.openxmlformats.org/officeDocument/2006/relationships/oleObject" Target="../embeddings/oleObject474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89.wmf"/><Relationship Id="rId11" Type="http://schemas.openxmlformats.org/officeDocument/2006/relationships/oleObject" Target="../embeddings/oleObject465.bin"/><Relationship Id="rId24" Type="http://schemas.openxmlformats.org/officeDocument/2006/relationships/image" Target="../media/image395.wmf"/><Relationship Id="rId32" Type="http://schemas.openxmlformats.org/officeDocument/2006/relationships/image" Target="../media/image399.wmf"/><Relationship Id="rId5" Type="http://schemas.openxmlformats.org/officeDocument/2006/relationships/oleObject" Target="../embeddings/oleObject462.bin"/><Relationship Id="rId15" Type="http://schemas.openxmlformats.org/officeDocument/2006/relationships/oleObject" Target="../embeddings/oleObject467.bin"/><Relationship Id="rId23" Type="http://schemas.openxmlformats.org/officeDocument/2006/relationships/oleObject" Target="../embeddings/oleObject471.bin"/><Relationship Id="rId28" Type="http://schemas.openxmlformats.org/officeDocument/2006/relationships/image" Target="../media/image397.wmf"/><Relationship Id="rId10" Type="http://schemas.openxmlformats.org/officeDocument/2006/relationships/image" Target="../media/image391.wmf"/><Relationship Id="rId19" Type="http://schemas.openxmlformats.org/officeDocument/2006/relationships/oleObject" Target="../embeddings/oleObject469.bin"/><Relationship Id="rId31" Type="http://schemas.openxmlformats.org/officeDocument/2006/relationships/oleObject" Target="../embeddings/oleObject475.bin"/><Relationship Id="rId4" Type="http://schemas.openxmlformats.org/officeDocument/2006/relationships/image" Target="../media/image388.wmf"/><Relationship Id="rId9" Type="http://schemas.openxmlformats.org/officeDocument/2006/relationships/oleObject" Target="../embeddings/oleObject464.bin"/><Relationship Id="rId14" Type="http://schemas.openxmlformats.org/officeDocument/2006/relationships/image" Target="../media/image387.wmf"/><Relationship Id="rId22" Type="http://schemas.openxmlformats.org/officeDocument/2006/relationships/image" Target="../media/image394.wmf"/><Relationship Id="rId27" Type="http://schemas.openxmlformats.org/officeDocument/2006/relationships/oleObject" Target="../embeddings/oleObject473.bin"/><Relationship Id="rId30" Type="http://schemas.openxmlformats.org/officeDocument/2006/relationships/image" Target="../media/image398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13" Type="http://schemas.openxmlformats.org/officeDocument/2006/relationships/oleObject" Target="../embeddings/oleObject481.bin"/><Relationship Id="rId18" Type="http://schemas.openxmlformats.org/officeDocument/2006/relationships/image" Target="../media/image388.wmf"/><Relationship Id="rId26" Type="http://schemas.openxmlformats.org/officeDocument/2006/relationships/image" Target="../media/image386.wmf"/><Relationship Id="rId3" Type="http://schemas.openxmlformats.org/officeDocument/2006/relationships/oleObject" Target="../embeddings/oleObject476.bin"/><Relationship Id="rId21" Type="http://schemas.openxmlformats.org/officeDocument/2006/relationships/oleObject" Target="../embeddings/oleObject485.bin"/><Relationship Id="rId34" Type="http://schemas.openxmlformats.org/officeDocument/2006/relationships/image" Target="../media/image403.wmf"/><Relationship Id="rId7" Type="http://schemas.openxmlformats.org/officeDocument/2006/relationships/oleObject" Target="../embeddings/oleObject478.bin"/><Relationship Id="rId12" Type="http://schemas.openxmlformats.org/officeDocument/2006/relationships/image" Target="../media/image401.wmf"/><Relationship Id="rId17" Type="http://schemas.openxmlformats.org/officeDocument/2006/relationships/oleObject" Target="../embeddings/oleObject483.bin"/><Relationship Id="rId25" Type="http://schemas.openxmlformats.org/officeDocument/2006/relationships/oleObject" Target="../embeddings/oleObject487.bin"/><Relationship Id="rId33" Type="http://schemas.openxmlformats.org/officeDocument/2006/relationships/oleObject" Target="../embeddings/oleObject4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5.wmf"/><Relationship Id="rId20" Type="http://schemas.openxmlformats.org/officeDocument/2006/relationships/image" Target="../media/image389.wmf"/><Relationship Id="rId29" Type="http://schemas.openxmlformats.org/officeDocument/2006/relationships/oleObject" Target="../embeddings/oleObject489.bin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80.wmf"/><Relationship Id="rId11" Type="http://schemas.openxmlformats.org/officeDocument/2006/relationships/oleObject" Target="../embeddings/oleObject480.bin"/><Relationship Id="rId24" Type="http://schemas.openxmlformats.org/officeDocument/2006/relationships/image" Target="../media/image391.wmf"/><Relationship Id="rId32" Type="http://schemas.openxmlformats.org/officeDocument/2006/relationships/image" Target="../media/image402.wmf"/><Relationship Id="rId5" Type="http://schemas.openxmlformats.org/officeDocument/2006/relationships/oleObject" Target="../embeddings/oleObject477.bin"/><Relationship Id="rId15" Type="http://schemas.openxmlformats.org/officeDocument/2006/relationships/oleObject" Target="../embeddings/oleObject482.bin"/><Relationship Id="rId23" Type="http://schemas.openxmlformats.org/officeDocument/2006/relationships/oleObject" Target="../embeddings/oleObject486.bin"/><Relationship Id="rId28" Type="http://schemas.openxmlformats.org/officeDocument/2006/relationships/image" Target="../media/image387.wmf"/><Relationship Id="rId36" Type="http://schemas.openxmlformats.org/officeDocument/2006/relationships/image" Target="../media/image404.wmf"/><Relationship Id="rId10" Type="http://schemas.openxmlformats.org/officeDocument/2006/relationships/image" Target="../media/image400.wmf"/><Relationship Id="rId19" Type="http://schemas.openxmlformats.org/officeDocument/2006/relationships/oleObject" Target="../embeddings/oleObject484.bin"/><Relationship Id="rId31" Type="http://schemas.openxmlformats.org/officeDocument/2006/relationships/oleObject" Target="../embeddings/oleObject490.bin"/><Relationship Id="rId4" Type="http://schemas.openxmlformats.org/officeDocument/2006/relationships/image" Target="../media/image379.wmf"/><Relationship Id="rId9" Type="http://schemas.openxmlformats.org/officeDocument/2006/relationships/oleObject" Target="../embeddings/oleObject479.bin"/><Relationship Id="rId14" Type="http://schemas.openxmlformats.org/officeDocument/2006/relationships/image" Target="../media/image384.wmf"/><Relationship Id="rId22" Type="http://schemas.openxmlformats.org/officeDocument/2006/relationships/image" Target="../media/image390.wmf"/><Relationship Id="rId27" Type="http://schemas.openxmlformats.org/officeDocument/2006/relationships/oleObject" Target="../embeddings/oleObject488.bin"/><Relationship Id="rId30" Type="http://schemas.openxmlformats.org/officeDocument/2006/relationships/image" Target="../media/image392.wmf"/><Relationship Id="rId35" Type="http://schemas.openxmlformats.org/officeDocument/2006/relationships/oleObject" Target="../embeddings/oleObject492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wmf"/><Relationship Id="rId13" Type="http://schemas.openxmlformats.org/officeDocument/2006/relationships/oleObject" Target="../embeddings/oleObject498.bin"/><Relationship Id="rId18" Type="http://schemas.openxmlformats.org/officeDocument/2006/relationships/image" Target="../media/image379.wmf"/><Relationship Id="rId26" Type="http://schemas.openxmlformats.org/officeDocument/2006/relationships/image" Target="../media/image407.wmf"/><Relationship Id="rId3" Type="http://schemas.openxmlformats.org/officeDocument/2006/relationships/oleObject" Target="../embeddings/oleObject493.bin"/><Relationship Id="rId21" Type="http://schemas.openxmlformats.org/officeDocument/2006/relationships/oleObject" Target="../embeddings/oleObject502.bin"/><Relationship Id="rId34" Type="http://schemas.openxmlformats.org/officeDocument/2006/relationships/image" Target="../media/image408.wmf"/><Relationship Id="rId7" Type="http://schemas.openxmlformats.org/officeDocument/2006/relationships/oleObject" Target="../embeddings/oleObject495.bin"/><Relationship Id="rId12" Type="http://schemas.openxmlformats.org/officeDocument/2006/relationships/image" Target="../media/image386.wmf"/><Relationship Id="rId17" Type="http://schemas.openxmlformats.org/officeDocument/2006/relationships/oleObject" Target="../embeddings/oleObject500.bin"/><Relationship Id="rId25" Type="http://schemas.openxmlformats.org/officeDocument/2006/relationships/oleObject" Target="../embeddings/oleObject504.bin"/><Relationship Id="rId33" Type="http://schemas.openxmlformats.org/officeDocument/2006/relationships/oleObject" Target="../embeddings/oleObject508.bin"/><Relationship Id="rId38" Type="http://schemas.openxmlformats.org/officeDocument/2006/relationships/image" Target="../media/image410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92.wmf"/><Relationship Id="rId20" Type="http://schemas.openxmlformats.org/officeDocument/2006/relationships/image" Target="../media/image393.wmf"/><Relationship Id="rId29" Type="http://schemas.openxmlformats.org/officeDocument/2006/relationships/oleObject" Target="../embeddings/oleObject506.bin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89.wmf"/><Relationship Id="rId11" Type="http://schemas.openxmlformats.org/officeDocument/2006/relationships/oleObject" Target="../embeddings/oleObject497.bin"/><Relationship Id="rId24" Type="http://schemas.openxmlformats.org/officeDocument/2006/relationships/image" Target="../media/image406.wmf"/><Relationship Id="rId32" Type="http://schemas.openxmlformats.org/officeDocument/2006/relationships/image" Target="../media/image399.wmf"/><Relationship Id="rId37" Type="http://schemas.openxmlformats.org/officeDocument/2006/relationships/oleObject" Target="../embeddings/oleObject510.bin"/><Relationship Id="rId5" Type="http://schemas.openxmlformats.org/officeDocument/2006/relationships/oleObject" Target="../embeddings/oleObject494.bin"/><Relationship Id="rId15" Type="http://schemas.openxmlformats.org/officeDocument/2006/relationships/oleObject" Target="../embeddings/oleObject499.bin"/><Relationship Id="rId23" Type="http://schemas.openxmlformats.org/officeDocument/2006/relationships/oleObject" Target="../embeddings/oleObject503.bin"/><Relationship Id="rId28" Type="http://schemas.openxmlformats.org/officeDocument/2006/relationships/image" Target="../media/image397.wmf"/><Relationship Id="rId36" Type="http://schemas.openxmlformats.org/officeDocument/2006/relationships/image" Target="../media/image409.wmf"/><Relationship Id="rId10" Type="http://schemas.openxmlformats.org/officeDocument/2006/relationships/image" Target="../media/image391.wmf"/><Relationship Id="rId19" Type="http://schemas.openxmlformats.org/officeDocument/2006/relationships/oleObject" Target="../embeddings/oleObject501.bin"/><Relationship Id="rId31" Type="http://schemas.openxmlformats.org/officeDocument/2006/relationships/oleObject" Target="../embeddings/oleObject507.bin"/><Relationship Id="rId4" Type="http://schemas.openxmlformats.org/officeDocument/2006/relationships/image" Target="../media/image388.wmf"/><Relationship Id="rId9" Type="http://schemas.openxmlformats.org/officeDocument/2006/relationships/oleObject" Target="../embeddings/oleObject496.bin"/><Relationship Id="rId14" Type="http://schemas.openxmlformats.org/officeDocument/2006/relationships/image" Target="../media/image387.wmf"/><Relationship Id="rId22" Type="http://schemas.openxmlformats.org/officeDocument/2006/relationships/image" Target="../media/image405.wmf"/><Relationship Id="rId27" Type="http://schemas.openxmlformats.org/officeDocument/2006/relationships/oleObject" Target="../embeddings/oleObject505.bin"/><Relationship Id="rId30" Type="http://schemas.openxmlformats.org/officeDocument/2006/relationships/image" Target="../media/image398.wmf"/><Relationship Id="rId35" Type="http://schemas.openxmlformats.org/officeDocument/2006/relationships/oleObject" Target="../embeddings/oleObject509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wmf"/><Relationship Id="rId13" Type="http://schemas.openxmlformats.org/officeDocument/2006/relationships/oleObject" Target="../embeddings/oleObject516.bin"/><Relationship Id="rId18" Type="http://schemas.openxmlformats.org/officeDocument/2006/relationships/image" Target="../media/image413.wmf"/><Relationship Id="rId26" Type="http://schemas.openxmlformats.org/officeDocument/2006/relationships/image" Target="../media/image298.wmf"/><Relationship Id="rId3" Type="http://schemas.openxmlformats.org/officeDocument/2006/relationships/oleObject" Target="../embeddings/oleObject511.bin"/><Relationship Id="rId21" Type="http://schemas.openxmlformats.org/officeDocument/2006/relationships/oleObject" Target="../embeddings/oleObject520.bin"/><Relationship Id="rId7" Type="http://schemas.openxmlformats.org/officeDocument/2006/relationships/oleObject" Target="../embeddings/oleObject513.bin"/><Relationship Id="rId12" Type="http://schemas.openxmlformats.org/officeDocument/2006/relationships/image" Target="../media/image290.wmf"/><Relationship Id="rId17" Type="http://schemas.openxmlformats.org/officeDocument/2006/relationships/oleObject" Target="../embeddings/oleObject518.bin"/><Relationship Id="rId25" Type="http://schemas.openxmlformats.org/officeDocument/2006/relationships/oleObject" Target="../embeddings/oleObject5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9.wmf"/><Relationship Id="rId20" Type="http://schemas.openxmlformats.org/officeDocument/2006/relationships/image" Target="../media/image414.wmf"/><Relationship Id="rId29" Type="http://schemas.openxmlformats.org/officeDocument/2006/relationships/oleObject" Target="../embeddings/oleObject524.bin"/><Relationship Id="rId1" Type="http://schemas.openxmlformats.org/officeDocument/2006/relationships/vmlDrawing" Target="../drawings/vmlDrawing44.vml"/><Relationship Id="rId6" Type="http://schemas.openxmlformats.org/officeDocument/2006/relationships/image" Target="../media/image411.wmf"/><Relationship Id="rId11" Type="http://schemas.openxmlformats.org/officeDocument/2006/relationships/oleObject" Target="../embeddings/oleObject515.bin"/><Relationship Id="rId24" Type="http://schemas.openxmlformats.org/officeDocument/2006/relationships/image" Target="../media/image297.wmf"/><Relationship Id="rId32" Type="http://schemas.openxmlformats.org/officeDocument/2006/relationships/image" Target="../media/image417.wmf"/><Relationship Id="rId5" Type="http://schemas.openxmlformats.org/officeDocument/2006/relationships/oleObject" Target="../embeddings/oleObject512.bin"/><Relationship Id="rId15" Type="http://schemas.openxmlformats.org/officeDocument/2006/relationships/oleObject" Target="../embeddings/oleObject517.bin"/><Relationship Id="rId23" Type="http://schemas.openxmlformats.org/officeDocument/2006/relationships/oleObject" Target="../embeddings/oleObject521.bin"/><Relationship Id="rId28" Type="http://schemas.openxmlformats.org/officeDocument/2006/relationships/image" Target="../media/image299.wmf"/><Relationship Id="rId10" Type="http://schemas.openxmlformats.org/officeDocument/2006/relationships/image" Target="../media/image289.wmf"/><Relationship Id="rId19" Type="http://schemas.openxmlformats.org/officeDocument/2006/relationships/oleObject" Target="../embeddings/oleObject519.bin"/><Relationship Id="rId31" Type="http://schemas.openxmlformats.org/officeDocument/2006/relationships/oleObject" Target="../embeddings/oleObject525.bin"/><Relationship Id="rId4" Type="http://schemas.openxmlformats.org/officeDocument/2006/relationships/image" Target="../media/image263.wmf"/><Relationship Id="rId9" Type="http://schemas.openxmlformats.org/officeDocument/2006/relationships/oleObject" Target="../embeddings/oleObject514.bin"/><Relationship Id="rId14" Type="http://schemas.openxmlformats.org/officeDocument/2006/relationships/image" Target="../media/image268.wmf"/><Relationship Id="rId22" Type="http://schemas.openxmlformats.org/officeDocument/2006/relationships/image" Target="../media/image415.wmf"/><Relationship Id="rId27" Type="http://schemas.openxmlformats.org/officeDocument/2006/relationships/oleObject" Target="../embeddings/oleObject523.bin"/><Relationship Id="rId30" Type="http://schemas.openxmlformats.org/officeDocument/2006/relationships/image" Target="../media/image416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13" Type="http://schemas.openxmlformats.org/officeDocument/2006/relationships/oleObject" Target="../embeddings/oleObject531.bin"/><Relationship Id="rId18" Type="http://schemas.openxmlformats.org/officeDocument/2006/relationships/image" Target="../media/image297.wmf"/><Relationship Id="rId26" Type="http://schemas.openxmlformats.org/officeDocument/2006/relationships/image" Target="../media/image420.wmf"/><Relationship Id="rId39" Type="http://schemas.openxmlformats.org/officeDocument/2006/relationships/oleObject" Target="../embeddings/oleObject544.bin"/><Relationship Id="rId3" Type="http://schemas.openxmlformats.org/officeDocument/2006/relationships/oleObject" Target="../embeddings/oleObject526.bin"/><Relationship Id="rId21" Type="http://schemas.openxmlformats.org/officeDocument/2006/relationships/oleObject" Target="../embeddings/oleObject535.bin"/><Relationship Id="rId34" Type="http://schemas.openxmlformats.org/officeDocument/2006/relationships/image" Target="../media/image424.wmf"/><Relationship Id="rId7" Type="http://schemas.openxmlformats.org/officeDocument/2006/relationships/oleObject" Target="../embeddings/oleObject528.bin"/><Relationship Id="rId12" Type="http://schemas.openxmlformats.org/officeDocument/2006/relationships/image" Target="../media/image418.wmf"/><Relationship Id="rId17" Type="http://schemas.openxmlformats.org/officeDocument/2006/relationships/oleObject" Target="../embeddings/oleObject533.bin"/><Relationship Id="rId25" Type="http://schemas.openxmlformats.org/officeDocument/2006/relationships/oleObject" Target="../embeddings/oleObject537.bin"/><Relationship Id="rId33" Type="http://schemas.openxmlformats.org/officeDocument/2006/relationships/oleObject" Target="../embeddings/oleObject541.bin"/><Relationship Id="rId38" Type="http://schemas.openxmlformats.org/officeDocument/2006/relationships/image" Target="../media/image4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9.wmf"/><Relationship Id="rId20" Type="http://schemas.openxmlformats.org/officeDocument/2006/relationships/image" Target="../media/image298.wmf"/><Relationship Id="rId29" Type="http://schemas.openxmlformats.org/officeDocument/2006/relationships/oleObject" Target="../embeddings/oleObject539.bin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90.wmf"/><Relationship Id="rId11" Type="http://schemas.openxmlformats.org/officeDocument/2006/relationships/oleObject" Target="../embeddings/oleObject530.bin"/><Relationship Id="rId24" Type="http://schemas.openxmlformats.org/officeDocument/2006/relationships/image" Target="../media/image419.wmf"/><Relationship Id="rId32" Type="http://schemas.openxmlformats.org/officeDocument/2006/relationships/image" Target="../media/image423.wmf"/><Relationship Id="rId37" Type="http://schemas.openxmlformats.org/officeDocument/2006/relationships/oleObject" Target="../embeddings/oleObject543.bin"/><Relationship Id="rId40" Type="http://schemas.openxmlformats.org/officeDocument/2006/relationships/image" Target="../media/image427.wmf"/><Relationship Id="rId5" Type="http://schemas.openxmlformats.org/officeDocument/2006/relationships/oleObject" Target="../embeddings/oleObject527.bin"/><Relationship Id="rId15" Type="http://schemas.openxmlformats.org/officeDocument/2006/relationships/oleObject" Target="../embeddings/oleObject532.bin"/><Relationship Id="rId23" Type="http://schemas.openxmlformats.org/officeDocument/2006/relationships/oleObject" Target="../embeddings/oleObject536.bin"/><Relationship Id="rId28" Type="http://schemas.openxmlformats.org/officeDocument/2006/relationships/image" Target="../media/image421.wmf"/><Relationship Id="rId36" Type="http://schemas.openxmlformats.org/officeDocument/2006/relationships/image" Target="../media/image425.wmf"/><Relationship Id="rId10" Type="http://schemas.openxmlformats.org/officeDocument/2006/relationships/image" Target="../media/image269.wmf"/><Relationship Id="rId19" Type="http://schemas.openxmlformats.org/officeDocument/2006/relationships/oleObject" Target="../embeddings/oleObject534.bin"/><Relationship Id="rId31" Type="http://schemas.openxmlformats.org/officeDocument/2006/relationships/oleObject" Target="../embeddings/oleObject540.bin"/><Relationship Id="rId4" Type="http://schemas.openxmlformats.org/officeDocument/2006/relationships/image" Target="../media/image289.wmf"/><Relationship Id="rId9" Type="http://schemas.openxmlformats.org/officeDocument/2006/relationships/oleObject" Target="../embeddings/oleObject529.bin"/><Relationship Id="rId14" Type="http://schemas.openxmlformats.org/officeDocument/2006/relationships/image" Target="../media/image278.wmf"/><Relationship Id="rId22" Type="http://schemas.openxmlformats.org/officeDocument/2006/relationships/image" Target="../media/image299.wmf"/><Relationship Id="rId27" Type="http://schemas.openxmlformats.org/officeDocument/2006/relationships/oleObject" Target="../embeddings/oleObject538.bin"/><Relationship Id="rId30" Type="http://schemas.openxmlformats.org/officeDocument/2006/relationships/image" Target="../media/image422.wmf"/><Relationship Id="rId35" Type="http://schemas.openxmlformats.org/officeDocument/2006/relationships/oleObject" Target="../embeddings/oleObject54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oleObject" Target="../embeddings/oleObject550.bin"/><Relationship Id="rId18" Type="http://schemas.openxmlformats.org/officeDocument/2006/relationships/image" Target="../media/image431.wmf"/><Relationship Id="rId26" Type="http://schemas.openxmlformats.org/officeDocument/2006/relationships/image" Target="../media/image434.wmf"/><Relationship Id="rId3" Type="http://schemas.openxmlformats.org/officeDocument/2006/relationships/oleObject" Target="../embeddings/oleObject545.bin"/><Relationship Id="rId21" Type="http://schemas.openxmlformats.org/officeDocument/2006/relationships/oleObject" Target="../embeddings/oleObject554.bin"/><Relationship Id="rId7" Type="http://schemas.openxmlformats.org/officeDocument/2006/relationships/oleObject" Target="../embeddings/oleObject547.bin"/><Relationship Id="rId12" Type="http://schemas.openxmlformats.org/officeDocument/2006/relationships/image" Target="../media/image414.wmf"/><Relationship Id="rId17" Type="http://schemas.openxmlformats.org/officeDocument/2006/relationships/oleObject" Target="../embeddings/oleObject552.bin"/><Relationship Id="rId25" Type="http://schemas.openxmlformats.org/officeDocument/2006/relationships/oleObject" Target="../embeddings/oleObject5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0.wmf"/><Relationship Id="rId20" Type="http://schemas.openxmlformats.org/officeDocument/2006/relationships/image" Target="../media/image432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98.wmf"/><Relationship Id="rId11" Type="http://schemas.openxmlformats.org/officeDocument/2006/relationships/oleObject" Target="../embeddings/oleObject549.bin"/><Relationship Id="rId24" Type="http://schemas.openxmlformats.org/officeDocument/2006/relationships/image" Target="../media/image427.wmf"/><Relationship Id="rId5" Type="http://schemas.openxmlformats.org/officeDocument/2006/relationships/oleObject" Target="../embeddings/oleObject546.bin"/><Relationship Id="rId15" Type="http://schemas.openxmlformats.org/officeDocument/2006/relationships/oleObject" Target="../embeddings/oleObject551.bin"/><Relationship Id="rId23" Type="http://schemas.openxmlformats.org/officeDocument/2006/relationships/oleObject" Target="../embeddings/oleObject555.bin"/><Relationship Id="rId10" Type="http://schemas.openxmlformats.org/officeDocument/2006/relationships/image" Target="../media/image428.wmf"/><Relationship Id="rId19" Type="http://schemas.openxmlformats.org/officeDocument/2006/relationships/oleObject" Target="../embeddings/oleObject553.bin"/><Relationship Id="rId4" Type="http://schemas.openxmlformats.org/officeDocument/2006/relationships/image" Target="../media/image297.wmf"/><Relationship Id="rId9" Type="http://schemas.openxmlformats.org/officeDocument/2006/relationships/oleObject" Target="../embeddings/oleObject548.bin"/><Relationship Id="rId14" Type="http://schemas.openxmlformats.org/officeDocument/2006/relationships/image" Target="../media/image429.wmf"/><Relationship Id="rId22" Type="http://schemas.openxmlformats.org/officeDocument/2006/relationships/image" Target="../media/image433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oleObject" Target="../embeddings/oleObject562.bin"/><Relationship Id="rId18" Type="http://schemas.openxmlformats.org/officeDocument/2006/relationships/image" Target="../media/image438.wmf"/><Relationship Id="rId3" Type="http://schemas.openxmlformats.org/officeDocument/2006/relationships/oleObject" Target="../embeddings/oleObject557.bin"/><Relationship Id="rId7" Type="http://schemas.openxmlformats.org/officeDocument/2006/relationships/oleObject" Target="../embeddings/oleObject559.bin"/><Relationship Id="rId12" Type="http://schemas.openxmlformats.org/officeDocument/2006/relationships/image" Target="../media/image436.wmf"/><Relationship Id="rId17" Type="http://schemas.openxmlformats.org/officeDocument/2006/relationships/oleObject" Target="../embeddings/oleObject5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4.wmf"/><Relationship Id="rId20" Type="http://schemas.openxmlformats.org/officeDocument/2006/relationships/image" Target="../media/image439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98.wmf"/><Relationship Id="rId11" Type="http://schemas.openxmlformats.org/officeDocument/2006/relationships/oleObject" Target="../embeddings/oleObject561.bin"/><Relationship Id="rId5" Type="http://schemas.openxmlformats.org/officeDocument/2006/relationships/oleObject" Target="../embeddings/oleObject558.bin"/><Relationship Id="rId15" Type="http://schemas.openxmlformats.org/officeDocument/2006/relationships/oleObject" Target="../embeddings/oleObject563.bin"/><Relationship Id="rId10" Type="http://schemas.openxmlformats.org/officeDocument/2006/relationships/image" Target="../media/image435.wmf"/><Relationship Id="rId19" Type="http://schemas.openxmlformats.org/officeDocument/2006/relationships/oleObject" Target="../embeddings/oleObject565.bin"/><Relationship Id="rId4" Type="http://schemas.openxmlformats.org/officeDocument/2006/relationships/image" Target="../media/image297.wmf"/><Relationship Id="rId9" Type="http://schemas.openxmlformats.org/officeDocument/2006/relationships/oleObject" Target="../embeddings/oleObject560.bin"/><Relationship Id="rId14" Type="http://schemas.openxmlformats.org/officeDocument/2006/relationships/image" Target="../media/image437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oleObject" Target="../embeddings/oleObject571.bin"/><Relationship Id="rId18" Type="http://schemas.openxmlformats.org/officeDocument/2006/relationships/image" Target="../media/image443.wmf"/><Relationship Id="rId3" Type="http://schemas.openxmlformats.org/officeDocument/2006/relationships/oleObject" Target="../embeddings/oleObject566.bin"/><Relationship Id="rId21" Type="http://schemas.openxmlformats.org/officeDocument/2006/relationships/oleObject" Target="../embeddings/oleObject575.bin"/><Relationship Id="rId7" Type="http://schemas.openxmlformats.org/officeDocument/2006/relationships/oleObject" Target="../embeddings/oleObject568.bin"/><Relationship Id="rId12" Type="http://schemas.openxmlformats.org/officeDocument/2006/relationships/image" Target="../media/image441.wmf"/><Relationship Id="rId17" Type="http://schemas.openxmlformats.org/officeDocument/2006/relationships/oleObject" Target="../embeddings/oleObject5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2.wmf"/><Relationship Id="rId20" Type="http://schemas.openxmlformats.org/officeDocument/2006/relationships/image" Target="../media/image444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98.wmf"/><Relationship Id="rId11" Type="http://schemas.openxmlformats.org/officeDocument/2006/relationships/oleObject" Target="../embeddings/oleObject570.bin"/><Relationship Id="rId24" Type="http://schemas.openxmlformats.org/officeDocument/2006/relationships/image" Target="../media/image446.wmf"/><Relationship Id="rId5" Type="http://schemas.openxmlformats.org/officeDocument/2006/relationships/oleObject" Target="../embeddings/oleObject567.bin"/><Relationship Id="rId15" Type="http://schemas.openxmlformats.org/officeDocument/2006/relationships/oleObject" Target="../embeddings/oleObject572.bin"/><Relationship Id="rId23" Type="http://schemas.openxmlformats.org/officeDocument/2006/relationships/oleObject" Target="../embeddings/oleObject576.bin"/><Relationship Id="rId10" Type="http://schemas.openxmlformats.org/officeDocument/2006/relationships/image" Target="../media/image440.wmf"/><Relationship Id="rId19" Type="http://schemas.openxmlformats.org/officeDocument/2006/relationships/oleObject" Target="../embeddings/oleObject574.bin"/><Relationship Id="rId4" Type="http://schemas.openxmlformats.org/officeDocument/2006/relationships/image" Target="../media/image297.wmf"/><Relationship Id="rId9" Type="http://schemas.openxmlformats.org/officeDocument/2006/relationships/oleObject" Target="../embeddings/oleObject569.bin"/><Relationship Id="rId14" Type="http://schemas.openxmlformats.org/officeDocument/2006/relationships/image" Target="../media/image432.wmf"/><Relationship Id="rId22" Type="http://schemas.openxmlformats.org/officeDocument/2006/relationships/image" Target="../media/image445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9.wmf"/><Relationship Id="rId13" Type="http://schemas.openxmlformats.org/officeDocument/2006/relationships/oleObject" Target="../embeddings/oleObject582.bin"/><Relationship Id="rId18" Type="http://schemas.openxmlformats.org/officeDocument/2006/relationships/image" Target="../media/image454.wmf"/><Relationship Id="rId26" Type="http://schemas.openxmlformats.org/officeDocument/2006/relationships/image" Target="../media/image458.wmf"/><Relationship Id="rId3" Type="http://schemas.openxmlformats.org/officeDocument/2006/relationships/oleObject" Target="../embeddings/oleObject577.bin"/><Relationship Id="rId21" Type="http://schemas.openxmlformats.org/officeDocument/2006/relationships/oleObject" Target="../embeddings/oleObject586.bin"/><Relationship Id="rId7" Type="http://schemas.openxmlformats.org/officeDocument/2006/relationships/oleObject" Target="../embeddings/oleObject579.bin"/><Relationship Id="rId12" Type="http://schemas.openxmlformats.org/officeDocument/2006/relationships/image" Target="../media/image451.wmf"/><Relationship Id="rId17" Type="http://schemas.openxmlformats.org/officeDocument/2006/relationships/oleObject" Target="../embeddings/oleObject584.bin"/><Relationship Id="rId25" Type="http://schemas.openxmlformats.org/officeDocument/2006/relationships/oleObject" Target="../embeddings/oleObject5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3.wmf"/><Relationship Id="rId20" Type="http://schemas.openxmlformats.org/officeDocument/2006/relationships/image" Target="../media/image455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448.wmf"/><Relationship Id="rId11" Type="http://schemas.openxmlformats.org/officeDocument/2006/relationships/oleObject" Target="../embeddings/oleObject581.bin"/><Relationship Id="rId24" Type="http://schemas.openxmlformats.org/officeDocument/2006/relationships/image" Target="../media/image457.wmf"/><Relationship Id="rId5" Type="http://schemas.openxmlformats.org/officeDocument/2006/relationships/oleObject" Target="../embeddings/oleObject578.bin"/><Relationship Id="rId15" Type="http://schemas.openxmlformats.org/officeDocument/2006/relationships/oleObject" Target="../embeddings/oleObject583.bin"/><Relationship Id="rId23" Type="http://schemas.openxmlformats.org/officeDocument/2006/relationships/oleObject" Target="../embeddings/oleObject587.bin"/><Relationship Id="rId10" Type="http://schemas.openxmlformats.org/officeDocument/2006/relationships/image" Target="../media/image450.wmf"/><Relationship Id="rId19" Type="http://schemas.openxmlformats.org/officeDocument/2006/relationships/oleObject" Target="../embeddings/oleObject585.bin"/><Relationship Id="rId4" Type="http://schemas.openxmlformats.org/officeDocument/2006/relationships/image" Target="../media/image447.wmf"/><Relationship Id="rId9" Type="http://schemas.openxmlformats.org/officeDocument/2006/relationships/oleObject" Target="../embeddings/oleObject580.bin"/><Relationship Id="rId14" Type="http://schemas.openxmlformats.org/officeDocument/2006/relationships/image" Target="../media/image452.wmf"/><Relationship Id="rId22" Type="http://schemas.openxmlformats.org/officeDocument/2006/relationships/image" Target="../media/image45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643563" y="391160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" name="公式" r:id="rId3" imgW="190440" imgH="419040" progId="Equation.3">
                  <p:embed/>
                </p:oleObj>
              </mc:Choice>
              <mc:Fallback>
                <p:oleObj name="公式" r:id="rId3" imgW="1904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391160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3193190" y="2309356"/>
            <a:ext cx="5688012" cy="769441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400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4400" b="1">
                <a:solidFill>
                  <a:srgbClr val="FF0000"/>
                </a:solidFill>
                <a:ea typeface="黑体" panose="02010609060101010101" pitchFamily="49" charset="-122"/>
              </a:rPr>
              <a:t>10.2 </a:t>
            </a:r>
            <a:r>
              <a:rPr lang="en-US" altLang="zh-CN" sz="440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4400" b="1" dirty="0">
                <a:solidFill>
                  <a:srgbClr val="FF0000"/>
                </a:solidFill>
                <a:latin typeface="+mn-ea"/>
                <a:ea typeface="+mn-ea"/>
              </a:rPr>
              <a:t>第二型曲面积分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256638" y="365836"/>
            <a:ext cx="1648208" cy="58477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50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7" name="Text Box 5"/>
          <p:cNvSpPr txBox="1">
            <a:spLocks noChangeArrowheads="1"/>
          </p:cNvSpPr>
          <p:nvPr/>
        </p:nvSpPr>
        <p:spPr bwMode="auto">
          <a:xfrm>
            <a:off x="1157242" y="5506398"/>
            <a:ext cx="165472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曲面分</a:t>
            </a:r>
            <a:r>
              <a:rPr lang="zh-CN" altLang="en-US" sz="2800" b="1" dirty="0">
                <a:solidFill>
                  <a:srgbClr val="0000FF"/>
                </a:solidFill>
              </a:rPr>
              <a:t>上</a:t>
            </a:r>
            <a:r>
              <a:rPr lang="zh-CN" altLang="en-US" sz="2800" b="1" dirty="0"/>
              <a:t>侧和</a:t>
            </a:r>
            <a:r>
              <a:rPr lang="zh-CN" altLang="en-US" sz="2800" b="1" dirty="0">
                <a:solidFill>
                  <a:srgbClr val="0000FF"/>
                </a:solidFill>
              </a:rPr>
              <a:t>下</a:t>
            </a:r>
            <a:r>
              <a:rPr lang="zh-CN" altLang="en-US" sz="2800" b="1" dirty="0"/>
              <a:t>侧</a:t>
            </a:r>
          </a:p>
        </p:txBody>
      </p:sp>
      <p:sp>
        <p:nvSpPr>
          <p:cNvPr id="407558" name="Text Box 6"/>
          <p:cNvSpPr txBox="1">
            <a:spLocks noChangeArrowheads="1"/>
          </p:cNvSpPr>
          <p:nvPr/>
        </p:nvSpPr>
        <p:spPr bwMode="auto">
          <a:xfrm>
            <a:off x="4256637" y="5548552"/>
            <a:ext cx="16269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曲面分</a:t>
            </a:r>
            <a:r>
              <a:rPr lang="zh-CN" altLang="en-US" sz="2800" b="1" dirty="0">
                <a:solidFill>
                  <a:srgbClr val="0000FF"/>
                </a:solidFill>
              </a:rPr>
              <a:t>内</a:t>
            </a:r>
            <a:r>
              <a:rPr lang="zh-CN" altLang="en-US" sz="2800" b="1" dirty="0"/>
              <a:t>侧和</a:t>
            </a:r>
            <a:r>
              <a:rPr lang="zh-CN" altLang="en-US" sz="2800" b="1" dirty="0">
                <a:solidFill>
                  <a:srgbClr val="0000FF"/>
                </a:solidFill>
              </a:rPr>
              <a:t>外</a:t>
            </a:r>
            <a:r>
              <a:rPr lang="zh-CN" altLang="en-US" sz="2800" b="1" dirty="0"/>
              <a:t>侧</a:t>
            </a:r>
          </a:p>
        </p:txBody>
      </p:sp>
      <p:sp>
        <p:nvSpPr>
          <p:cNvPr id="407559" name="Text Box 7"/>
          <p:cNvSpPr txBox="1">
            <a:spLocks noChangeArrowheads="1"/>
          </p:cNvSpPr>
          <p:nvPr/>
        </p:nvSpPr>
        <p:spPr bwMode="auto">
          <a:xfrm>
            <a:off x="3012494" y="1322034"/>
            <a:ext cx="1611950" cy="519112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有向曲面</a:t>
            </a:r>
          </a:p>
        </p:txBody>
      </p:sp>
      <p:sp>
        <p:nvSpPr>
          <p:cNvPr id="407560" name="Text Box 8"/>
          <p:cNvSpPr txBox="1">
            <a:spLocks noChangeArrowheads="1"/>
          </p:cNvSpPr>
          <p:nvPr/>
        </p:nvSpPr>
        <p:spPr bwMode="auto">
          <a:xfrm>
            <a:off x="1414839" y="1993825"/>
            <a:ext cx="2164222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通常光滑曲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面都有两侧</a:t>
            </a:r>
            <a:r>
              <a:rPr lang="en-US" altLang="zh-CN" sz="2800" b="1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35848" name="Rectangle 17"/>
          <p:cNvSpPr>
            <a:spLocks noChangeArrowheads="1"/>
          </p:cNvSpPr>
          <p:nvPr/>
        </p:nvSpPr>
        <p:spPr bwMode="auto">
          <a:xfrm>
            <a:off x="1300452" y="451722"/>
            <a:ext cx="29642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一、预备知识</a:t>
            </a:r>
          </a:p>
        </p:txBody>
      </p:sp>
      <p:pic>
        <p:nvPicPr>
          <p:cNvPr id="407570" name="Picture 18" descr="lc-7(3)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418" y="3262552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7571" name="Picture 19" descr="lc-10-5-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696" y="3253293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168571" y="1886104"/>
            <a:ext cx="28051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如流体从曲面的</a:t>
            </a:r>
            <a:endParaRPr lang="en-US" altLang="zh-CN" sz="2800" b="1" dirty="0"/>
          </a:p>
          <a:p>
            <a:r>
              <a:rPr lang="zh-CN" altLang="en-US" sz="2800" b="1" dirty="0"/>
              <a:t>这一侧流向另一</a:t>
            </a:r>
            <a:endParaRPr lang="en-US" altLang="zh-CN" sz="2800" b="1" dirty="0"/>
          </a:p>
          <a:p>
            <a:r>
              <a:rPr lang="zh-CN" altLang="en-US" sz="2800" b="1" dirty="0"/>
              <a:t>侧的流量问题等</a:t>
            </a:r>
            <a:r>
              <a:rPr lang="en-US" altLang="zh-CN" sz="2800" b="1" dirty="0"/>
              <a:t>.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176" y="3271844"/>
            <a:ext cx="3097504" cy="2286000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8569367" y="5665565"/>
            <a:ext cx="12666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/>
              <a:t>曲面只</a:t>
            </a:r>
            <a:endParaRPr lang="en-US" altLang="zh-CN" sz="2800" b="1" dirty="0"/>
          </a:p>
          <a:p>
            <a:pPr algn="ctr"/>
            <a:r>
              <a:rPr lang="zh-CN" altLang="en-US" sz="2800" b="1" dirty="0"/>
              <a:t>有一侧</a:t>
            </a:r>
            <a:endParaRPr lang="en-US" altLang="zh-CN" sz="2800" b="1" dirty="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7371036" y="1181956"/>
            <a:ext cx="9624" cy="5676044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114180" y="1329860"/>
            <a:ext cx="2348720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不可定向曲面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949585" y="2316990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/>
              <a:t>“莫比乌斯带”</a:t>
            </a:r>
            <a:endParaRPr lang="en-US" altLang="zh-CN" sz="28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001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7" grpId="0" autoUpdateAnimBg="0"/>
      <p:bldP spid="407558" grpId="0" autoUpdateAnimBg="0"/>
      <p:bldP spid="407559" grpId="0" animBg="1" autoUpdateAnimBg="0"/>
      <p:bldP spid="407560" grpId="0" autoUpdateAnimBg="0"/>
      <p:bldP spid="2" grpId="0"/>
      <p:bldP spid="4" grpId="0" build="p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17065" y="862553"/>
            <a:ext cx="5363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      曲面定向是一个复杂的问题，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75010" y="862553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只就比较常见，</a:t>
            </a:r>
          </a:p>
        </p:txBody>
      </p:sp>
      <p:sp>
        <p:nvSpPr>
          <p:cNvPr id="5" name="矩形 4"/>
          <p:cNvSpPr/>
          <p:nvPr/>
        </p:nvSpPr>
        <p:spPr>
          <a:xfrm>
            <a:off x="942108" y="1510437"/>
            <a:ext cx="84411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比较基本的所谓正则曲面来谈法向量的选取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964089" y="205903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847706"/>
              </p:ext>
            </p:extLst>
          </p:nvPr>
        </p:nvGraphicFramePr>
        <p:xfrm>
          <a:off x="1867358" y="2088684"/>
          <a:ext cx="32480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2" name="Equation" r:id="rId3" imgW="1422360" imgH="215640" progId="Equation.DSMT4">
                  <p:embed/>
                </p:oleObj>
              </mc:Choice>
              <mc:Fallback>
                <p:oleObj name="Equation" r:id="rId3" imgW="1422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7358" y="2088684"/>
                        <a:ext cx="324802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447511"/>
              </p:ext>
            </p:extLst>
          </p:nvPr>
        </p:nvGraphicFramePr>
        <p:xfrm>
          <a:off x="1866900" y="2722777"/>
          <a:ext cx="63309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3" name="Equation" r:id="rId5" imgW="2552400" imgH="203040" progId="Equation.DSMT4">
                  <p:embed/>
                </p:oleObj>
              </mc:Choice>
              <mc:Fallback>
                <p:oleObj name="Equation" r:id="rId5" imgW="2552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6900" y="2722777"/>
                        <a:ext cx="6330950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42108" y="307417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651055"/>
              </p:ext>
            </p:extLst>
          </p:nvPr>
        </p:nvGraphicFramePr>
        <p:xfrm>
          <a:off x="1958116" y="3527351"/>
          <a:ext cx="63627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4" name="Equation" r:id="rId7" imgW="2565360" imgH="203040" progId="Equation.DSMT4">
                  <p:embed/>
                </p:oleObj>
              </mc:Choice>
              <mc:Fallback>
                <p:oleObj name="Equation" r:id="rId7" imgW="2565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58116" y="3527351"/>
                        <a:ext cx="6362700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452299"/>
              </p:ext>
            </p:extLst>
          </p:nvPr>
        </p:nvGraphicFramePr>
        <p:xfrm>
          <a:off x="1933575" y="4456563"/>
          <a:ext cx="63627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5" name="Equation" r:id="rId9" imgW="2565360" imgH="203040" progId="Equation.DSMT4">
                  <p:embed/>
                </p:oleObj>
              </mc:Choice>
              <mc:Fallback>
                <p:oleObj name="Equation" r:id="rId9" imgW="2565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33575" y="4456563"/>
                        <a:ext cx="636270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006764" y="396905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28621" y="5125550"/>
            <a:ext cx="4017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/>
              <a:t>为平面有界闭域，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38094"/>
              </p:ext>
            </p:extLst>
          </p:nvPr>
        </p:nvGraphicFramePr>
        <p:xfrm>
          <a:off x="4574115" y="5098562"/>
          <a:ext cx="3937631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6" name="Equation" r:id="rId11" imgW="2019240" imgH="228600" progId="Equation.DSMT4">
                  <p:embed/>
                </p:oleObj>
              </mc:Choice>
              <mc:Fallback>
                <p:oleObj name="Equation" r:id="rId11" imgW="2019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4115" y="5098562"/>
                        <a:ext cx="3937631" cy="528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188317"/>
              </p:ext>
            </p:extLst>
          </p:nvPr>
        </p:nvGraphicFramePr>
        <p:xfrm>
          <a:off x="8511746" y="5172204"/>
          <a:ext cx="2826545" cy="502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7" name="Equation" r:id="rId13" imgW="1295280" imgH="215640" progId="Equation.DSMT4">
                  <p:embed/>
                </p:oleObj>
              </mc:Choice>
              <mc:Fallback>
                <p:oleObj name="Equation" r:id="rId13" imgW="1295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511746" y="5172204"/>
                        <a:ext cx="2826545" cy="502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006764" y="818698"/>
            <a:ext cx="1676615" cy="519112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FFC000"/>
              </a:gs>
            </a:gsLst>
            <a:lin ang="0" scaled="1"/>
          </a:gra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曲面定向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92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734103"/>
              </p:ext>
            </p:extLst>
          </p:nvPr>
        </p:nvGraphicFramePr>
        <p:xfrm>
          <a:off x="991176" y="824924"/>
          <a:ext cx="4702214" cy="551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89" name="Equation" r:id="rId3" imgW="1841400" imgH="215640" progId="Equation.DSMT4">
                  <p:embed/>
                </p:oleObj>
              </mc:Choice>
              <mc:Fallback>
                <p:oleObj name="Equation" r:id="rId3" imgW="1841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1176" y="824924"/>
                        <a:ext cx="4702214" cy="551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850445"/>
              </p:ext>
            </p:extLst>
          </p:nvPr>
        </p:nvGraphicFramePr>
        <p:xfrm>
          <a:off x="7002049" y="339196"/>
          <a:ext cx="51038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0" name="Equation" r:id="rId5" imgW="2057400" imgH="203040" progId="Equation.DSMT4">
                  <p:embed/>
                </p:oleObj>
              </mc:Choice>
              <mc:Fallback>
                <p:oleObj name="Equation" r:id="rId5" imgW="2057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02049" y="339196"/>
                        <a:ext cx="5103813" cy="503237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224380"/>
              </p:ext>
            </p:extLst>
          </p:nvPr>
        </p:nvGraphicFramePr>
        <p:xfrm>
          <a:off x="5496359" y="869805"/>
          <a:ext cx="58912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1" name="Equation" r:id="rId7" imgW="2514600" imgH="215640" progId="Equation.DSMT4">
                  <p:embed/>
                </p:oleObj>
              </mc:Choice>
              <mc:Fallback>
                <p:oleObj name="Equation" r:id="rId7" imgW="2514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96359" y="869805"/>
                        <a:ext cx="5891212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709969"/>
              </p:ext>
            </p:extLst>
          </p:nvPr>
        </p:nvGraphicFramePr>
        <p:xfrm>
          <a:off x="983168" y="1376218"/>
          <a:ext cx="2260600" cy="495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2" name="Equation" r:id="rId9" imgW="965160" imgH="203040" progId="Equation.DSMT4">
                  <p:embed/>
                </p:oleObj>
              </mc:Choice>
              <mc:Fallback>
                <p:oleObj name="Equation" r:id="rId9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83168" y="1376218"/>
                        <a:ext cx="2260600" cy="495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815166"/>
              </p:ext>
            </p:extLst>
          </p:nvPr>
        </p:nvGraphicFramePr>
        <p:xfrm>
          <a:off x="1875649" y="1729127"/>
          <a:ext cx="5053013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3" name="Equation" r:id="rId11" imgW="2286000" imgH="571320" progId="Equation.DSMT4">
                  <p:embed/>
                </p:oleObj>
              </mc:Choice>
              <mc:Fallback>
                <p:oleObj name="Equation" r:id="rId11" imgW="228600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75649" y="1729127"/>
                        <a:ext cx="5053013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309894"/>
              </p:ext>
            </p:extLst>
          </p:nvPr>
        </p:nvGraphicFramePr>
        <p:xfrm>
          <a:off x="839374" y="3028140"/>
          <a:ext cx="5593701" cy="54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4" name="Equation" r:id="rId13" imgW="2222280" imgH="215640" progId="Equation.DSMT4">
                  <p:embed/>
                </p:oleObj>
              </mc:Choice>
              <mc:Fallback>
                <p:oleObj name="Equation" r:id="rId13" imgW="2222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9374" y="3028140"/>
                        <a:ext cx="5593701" cy="54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327969"/>
              </p:ext>
            </p:extLst>
          </p:nvPr>
        </p:nvGraphicFramePr>
        <p:xfrm>
          <a:off x="1470524" y="3591915"/>
          <a:ext cx="3789362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5" name="Equation" r:id="rId15" imgW="1714320" imgH="571320" progId="Equation.DSMT4">
                  <p:embed/>
                </p:oleObj>
              </mc:Choice>
              <mc:Fallback>
                <p:oleObj name="Equation" r:id="rId15" imgW="171432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0524" y="3591915"/>
                        <a:ext cx="3789362" cy="1263650"/>
                      </a:xfrm>
                      <a:prstGeom prst="rect">
                        <a:avLst/>
                      </a:prstGeom>
                      <a:ln w="34925" cmpd="dbl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7722098" y="2797017"/>
            <a:ext cx="3060551" cy="2182044"/>
            <a:chOff x="7236554" y="2160845"/>
            <a:chExt cx="3060551" cy="2182044"/>
          </a:xfrm>
        </p:grpSpPr>
        <p:grpSp>
          <p:nvGrpSpPr>
            <p:cNvPr id="11" name="Group 96"/>
            <p:cNvGrpSpPr>
              <a:grpSpLocks/>
            </p:cNvGrpSpPr>
            <p:nvPr/>
          </p:nvGrpSpPr>
          <p:grpSpPr bwMode="auto">
            <a:xfrm>
              <a:off x="7236554" y="2182982"/>
              <a:ext cx="3001963" cy="2159907"/>
              <a:chOff x="623" y="2404"/>
              <a:chExt cx="1891" cy="1361"/>
            </a:xfrm>
          </p:grpSpPr>
          <p:sp>
            <p:nvSpPr>
              <p:cNvPr id="15" name="Line 52"/>
              <p:cNvSpPr>
                <a:spLocks noChangeShapeType="1"/>
              </p:cNvSpPr>
              <p:nvPr/>
            </p:nvSpPr>
            <p:spPr bwMode="auto">
              <a:xfrm flipH="1">
                <a:off x="793" y="3203"/>
                <a:ext cx="172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" name="Line 54"/>
              <p:cNvSpPr>
                <a:spLocks noChangeShapeType="1"/>
              </p:cNvSpPr>
              <p:nvPr/>
            </p:nvSpPr>
            <p:spPr bwMode="auto">
              <a:xfrm>
                <a:off x="1338" y="2404"/>
                <a:ext cx="14" cy="1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Line 55"/>
              <p:cNvSpPr>
                <a:spLocks noChangeShapeType="1"/>
              </p:cNvSpPr>
              <p:nvPr/>
            </p:nvSpPr>
            <p:spPr bwMode="auto">
              <a:xfrm flipV="1">
                <a:off x="623" y="3203"/>
                <a:ext cx="715" cy="5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7762991" y="3906165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196" name="Equation" r:id="rId17" imgW="139680" imgH="139680" progId="Equation.DSMT4">
                    <p:embed/>
                  </p:oleObj>
                </mc:Choice>
                <mc:Fallback>
                  <p:oleObj name="Equation" r:id="rId17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762991" y="3906165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2671785"/>
                </p:ext>
              </p:extLst>
            </p:nvPr>
          </p:nvGraphicFramePr>
          <p:xfrm>
            <a:off x="9968493" y="3450995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197" name="Equation" r:id="rId19" imgW="139680" imgH="164880" progId="Equation.DSMT4">
                    <p:embed/>
                  </p:oleObj>
                </mc:Choice>
                <mc:Fallback>
                  <p:oleObj name="Equation" r:id="rId19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968493" y="3450995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8511018" y="2160845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198" name="Equation" r:id="rId21" imgW="114120" imgH="139680" progId="Equation.DSMT4">
                    <p:embed/>
                  </p:oleObj>
                </mc:Choice>
                <mc:Fallback>
                  <p:oleObj name="Equation" r:id="rId21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511018" y="2160845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9142993" y="2669588"/>
            <a:ext cx="1415912" cy="2358160"/>
            <a:chOff x="9222414" y="2611178"/>
            <a:chExt cx="1415912" cy="2358160"/>
          </a:xfrm>
        </p:grpSpPr>
        <p:grpSp>
          <p:nvGrpSpPr>
            <p:cNvPr id="28" name="组合 27"/>
            <p:cNvGrpSpPr/>
            <p:nvPr/>
          </p:nvGrpSpPr>
          <p:grpSpPr>
            <a:xfrm>
              <a:off x="9222414" y="2860414"/>
              <a:ext cx="1283723" cy="2108924"/>
              <a:chOff x="9215892" y="2841435"/>
              <a:chExt cx="1283723" cy="2108924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9279337" y="4518394"/>
                <a:ext cx="1158389" cy="431965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直接连接符 19"/>
              <p:cNvCxnSpPr>
                <a:endCxn id="18" idx="6"/>
              </p:cNvCxnSpPr>
              <p:nvPr/>
            </p:nvCxnSpPr>
            <p:spPr>
              <a:xfrm>
                <a:off x="10437726" y="2841435"/>
                <a:ext cx="0" cy="1892942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9279337" y="3450142"/>
                <a:ext cx="0" cy="127405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/>
              <p:cNvSpPr/>
              <p:nvPr/>
            </p:nvSpPr>
            <p:spPr>
              <a:xfrm rot="19840311">
                <a:off x="9215892" y="2969810"/>
                <a:ext cx="1283723" cy="392401"/>
              </a:xfrm>
              <a:prstGeom prst="ellipse">
                <a:avLst/>
              </a:prstGeom>
              <a:solidFill>
                <a:schemeClr val="accent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" name="弧形 26"/>
            <p:cNvSpPr/>
            <p:nvPr/>
          </p:nvSpPr>
          <p:spPr>
            <a:xfrm rot="16386290">
              <a:off x="9039772" y="2857278"/>
              <a:ext cx="1844654" cy="1352454"/>
            </a:xfrm>
            <a:prstGeom prst="arc">
              <a:avLst>
                <a:gd name="adj1" fmla="val 16200000"/>
                <a:gd name="adj2" fmla="val 186892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1" name="直接箭头连接符 30"/>
          <p:cNvCxnSpPr/>
          <p:nvPr/>
        </p:nvCxnSpPr>
        <p:spPr>
          <a:xfrm flipH="1" flipV="1">
            <a:off x="9305796" y="2244376"/>
            <a:ext cx="382853" cy="44302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9716975" y="2726727"/>
            <a:ext cx="374404" cy="418764"/>
          </a:xfrm>
          <a:prstGeom prst="straightConnector1">
            <a:avLst/>
          </a:prstGeom>
          <a:ln w="158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 flipV="1">
            <a:off x="9716975" y="2022359"/>
            <a:ext cx="1" cy="67718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弧形 38"/>
          <p:cNvSpPr/>
          <p:nvPr/>
        </p:nvSpPr>
        <p:spPr>
          <a:xfrm rot="17669279">
            <a:off x="9492061" y="2398915"/>
            <a:ext cx="333087" cy="271000"/>
          </a:xfrm>
          <a:prstGeom prst="arc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544445"/>
              </p:ext>
            </p:extLst>
          </p:nvPr>
        </p:nvGraphicFramePr>
        <p:xfrm>
          <a:off x="9305796" y="1812334"/>
          <a:ext cx="365574" cy="432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99" name="Equation" r:id="rId23" imgW="139680" imgH="164880" progId="Equation.DSMT4">
                  <p:embed/>
                </p:oleObj>
              </mc:Choice>
              <mc:Fallback>
                <p:oleObj name="Equation" r:id="rId23" imgW="1396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305796" y="1812334"/>
                        <a:ext cx="365574" cy="4320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452724"/>
              </p:ext>
            </p:extLst>
          </p:nvPr>
        </p:nvGraphicFramePr>
        <p:xfrm>
          <a:off x="9293096" y="2854008"/>
          <a:ext cx="378274" cy="349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0" name="Equation" r:id="rId25" imgW="164880" imgH="152280" progId="Equation.DSMT4">
                  <p:embed/>
                </p:oleObj>
              </mc:Choice>
              <mc:Fallback>
                <p:oleObj name="Equation" r:id="rId25" imgW="16488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293096" y="2854008"/>
                        <a:ext cx="378274" cy="349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245084"/>
              </p:ext>
            </p:extLst>
          </p:nvPr>
        </p:nvGraphicFramePr>
        <p:xfrm>
          <a:off x="801016" y="4768749"/>
          <a:ext cx="6223238" cy="957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1" name="Equation" r:id="rId27" imgW="2641320" imgH="406080" progId="Equation.DSMT4">
                  <p:embed/>
                </p:oleObj>
              </mc:Choice>
              <mc:Fallback>
                <p:oleObj name="Equation" r:id="rId27" imgW="2641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01016" y="4768749"/>
                        <a:ext cx="6223238" cy="957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555450"/>
              </p:ext>
            </p:extLst>
          </p:nvPr>
        </p:nvGraphicFramePr>
        <p:xfrm>
          <a:off x="839374" y="5551212"/>
          <a:ext cx="61626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2" name="Equation" r:id="rId29" imgW="2616120" imgH="406080" progId="Equation.DSMT4">
                  <p:embed/>
                </p:oleObj>
              </mc:Choice>
              <mc:Fallback>
                <p:oleObj name="Equation" r:id="rId29" imgW="2616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39374" y="5551212"/>
                        <a:ext cx="6162675" cy="957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458057"/>
              </p:ext>
            </p:extLst>
          </p:nvPr>
        </p:nvGraphicFramePr>
        <p:xfrm>
          <a:off x="7503908" y="5518712"/>
          <a:ext cx="4426134" cy="437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3" name="Equation" r:id="rId31" imgW="2057400" imgH="203040" progId="Equation.DSMT4">
                  <p:embed/>
                </p:oleObj>
              </mc:Choice>
              <mc:Fallback>
                <p:oleObj name="Equation" r:id="rId31" imgW="2057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503908" y="5518712"/>
                        <a:ext cx="4426134" cy="437149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98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20746"/>
              </p:ext>
            </p:extLst>
          </p:nvPr>
        </p:nvGraphicFramePr>
        <p:xfrm>
          <a:off x="410903" y="862725"/>
          <a:ext cx="51038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9" name="Equation" r:id="rId3" imgW="2057400" imgH="203040" progId="Equation.DSMT4">
                  <p:embed/>
                </p:oleObj>
              </mc:Choice>
              <mc:Fallback>
                <p:oleObj name="Equation" r:id="rId3" imgW="2057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0903" y="862725"/>
                        <a:ext cx="5103813" cy="503237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594346"/>
              </p:ext>
            </p:extLst>
          </p:nvPr>
        </p:nvGraphicFramePr>
        <p:xfrm>
          <a:off x="1742884" y="1431066"/>
          <a:ext cx="7859712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0" name="Equation" r:id="rId5" imgW="3555720" imgH="571320" progId="Equation.DSMT4">
                  <p:embed/>
                </p:oleObj>
              </mc:Choice>
              <mc:Fallback>
                <p:oleObj name="Equation" r:id="rId5" imgW="355572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42884" y="1431066"/>
                        <a:ext cx="7859712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942489"/>
              </p:ext>
            </p:extLst>
          </p:nvPr>
        </p:nvGraphicFramePr>
        <p:xfrm>
          <a:off x="3448842" y="2557809"/>
          <a:ext cx="3817938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1" name="Equation" r:id="rId7" imgW="1726920" imgH="571320" progId="Equation.DSMT4">
                  <p:embed/>
                </p:oleObj>
              </mc:Choice>
              <mc:Fallback>
                <p:oleObj name="Equation" r:id="rId7" imgW="172692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48842" y="2557809"/>
                        <a:ext cx="3817938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738024"/>
              </p:ext>
            </p:extLst>
          </p:nvPr>
        </p:nvGraphicFramePr>
        <p:xfrm>
          <a:off x="3463130" y="3727780"/>
          <a:ext cx="3844925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2" name="Equation" r:id="rId9" imgW="1739880" imgH="583920" progId="Equation.DSMT4">
                  <p:embed/>
                </p:oleObj>
              </mc:Choice>
              <mc:Fallback>
                <p:oleObj name="Equation" r:id="rId9" imgW="173988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63130" y="3727780"/>
                        <a:ext cx="3844925" cy="1292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41298"/>
              </p:ext>
            </p:extLst>
          </p:nvPr>
        </p:nvGraphicFramePr>
        <p:xfrm>
          <a:off x="3463130" y="4948202"/>
          <a:ext cx="3789362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3" name="Equation" r:id="rId11" imgW="1714320" imgH="571320" progId="Equation.DSMT4">
                  <p:embed/>
                </p:oleObj>
              </mc:Choice>
              <mc:Fallback>
                <p:oleObj name="Equation" r:id="rId11" imgW="171432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63130" y="4948202"/>
                        <a:ext cx="3789362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47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Text Box 2"/>
          <p:cNvSpPr txBox="1">
            <a:spLocks noChangeArrowheads="1"/>
          </p:cNvSpPr>
          <p:nvPr/>
        </p:nvSpPr>
        <p:spPr bwMode="auto">
          <a:xfrm>
            <a:off x="1169240" y="698488"/>
            <a:ext cx="5257800" cy="5191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FFC000"/>
              </a:gs>
            </a:gsLst>
            <a:lin ang="0" scaled="1"/>
          </a:gra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2.  </a:t>
            </a:r>
            <a:r>
              <a:rPr lang="zh-CN" altLang="zh-CN" sz="2800" b="1" dirty="0"/>
              <a:t>有向</a:t>
            </a:r>
            <a:r>
              <a:rPr lang="zh-CN" altLang="en-US" sz="2800" b="1" dirty="0"/>
              <a:t>曲面在坐标面上的投影</a:t>
            </a:r>
          </a:p>
        </p:txBody>
      </p:sp>
      <p:graphicFrame>
        <p:nvGraphicFramePr>
          <p:cNvPr id="4106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823927"/>
              </p:ext>
            </p:extLst>
          </p:nvPr>
        </p:nvGraphicFramePr>
        <p:xfrm>
          <a:off x="1103088" y="4303444"/>
          <a:ext cx="51276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79" name="Equation" r:id="rId3" imgW="5257800" imgH="495000" progId="Equation.3">
                  <p:embed/>
                </p:oleObj>
              </mc:Choice>
              <mc:Fallback>
                <p:oleObj name="Equation" r:id="rId3" imgW="525780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088" y="4303444"/>
                        <a:ext cx="51276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28" name="Text Box 4"/>
          <p:cNvSpPr txBox="1">
            <a:spLocks noChangeArrowheads="1"/>
          </p:cNvSpPr>
          <p:nvPr/>
        </p:nvSpPr>
        <p:spPr bwMode="auto">
          <a:xfrm>
            <a:off x="1915715" y="1293071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设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是</a:t>
            </a:r>
            <a:r>
              <a:rPr lang="zh-CN" altLang="en-US" sz="2800" b="1" dirty="0">
                <a:solidFill>
                  <a:srgbClr val="0000FF"/>
                </a:solidFill>
              </a:rPr>
              <a:t>有向曲面</a:t>
            </a:r>
            <a:r>
              <a:rPr lang="en-US" altLang="zh-CN" sz="2800" b="1" dirty="0">
                <a:solidFill>
                  <a:schemeClr val="accent2"/>
                </a:solidFill>
              </a:rPr>
              <a:t>.</a:t>
            </a:r>
          </a:p>
        </p:txBody>
      </p:sp>
      <p:graphicFrame>
        <p:nvGraphicFramePr>
          <p:cNvPr id="41062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395975"/>
              </p:ext>
            </p:extLst>
          </p:nvPr>
        </p:nvGraphicFramePr>
        <p:xfrm>
          <a:off x="8474813" y="1340119"/>
          <a:ext cx="1295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80" name="公式" r:id="rId5" imgW="558720" imgH="215640" progId="Equation.3">
                  <p:embed/>
                </p:oleObj>
              </mc:Choice>
              <mc:Fallback>
                <p:oleObj name="公式" r:id="rId5" imgW="558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4813" y="1340119"/>
                        <a:ext cx="1295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691330"/>
              </p:ext>
            </p:extLst>
          </p:nvPr>
        </p:nvGraphicFramePr>
        <p:xfrm>
          <a:off x="1169240" y="1948982"/>
          <a:ext cx="6578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81" name="Equation" r:id="rId7" imgW="2946240" imgH="241200" progId="Equation.DSMT4">
                  <p:embed/>
                </p:oleObj>
              </mc:Choice>
              <mc:Fallback>
                <p:oleObj name="Equation" r:id="rId7" imgW="2946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240" y="1948982"/>
                        <a:ext cx="65786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533742"/>
              </p:ext>
            </p:extLst>
          </p:nvPr>
        </p:nvGraphicFramePr>
        <p:xfrm>
          <a:off x="1941924" y="2492246"/>
          <a:ext cx="2366963" cy="176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82" name="Equation" r:id="rId9" imgW="939600" imgH="698400" progId="Equation.DSMT4">
                  <p:embed/>
                </p:oleObj>
              </mc:Choice>
              <mc:Fallback>
                <p:oleObj name="Equation" r:id="rId9" imgW="9396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924" y="2492246"/>
                        <a:ext cx="2366963" cy="176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065086"/>
              </p:ext>
            </p:extLst>
          </p:nvPr>
        </p:nvGraphicFramePr>
        <p:xfrm>
          <a:off x="6041896" y="2501307"/>
          <a:ext cx="20574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83" name="Equation" r:id="rId11" imgW="876240" imgH="215640" progId="Equation.DSMT4">
                  <p:embed/>
                </p:oleObj>
              </mc:Choice>
              <mc:Fallback>
                <p:oleObj name="Equation" r:id="rId11" imgW="87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896" y="2501307"/>
                        <a:ext cx="20574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72936"/>
              </p:ext>
            </p:extLst>
          </p:nvPr>
        </p:nvGraphicFramePr>
        <p:xfrm>
          <a:off x="3764375" y="2532917"/>
          <a:ext cx="10731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84" name="Equation" r:id="rId13" imgW="469800" imgH="241200" progId="Equation.DSMT4">
                  <p:embed/>
                </p:oleObj>
              </mc:Choice>
              <mc:Fallback>
                <p:oleObj name="Equation" r:id="rId13" imgW="469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375" y="2532917"/>
                        <a:ext cx="10731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879254"/>
              </p:ext>
            </p:extLst>
          </p:nvPr>
        </p:nvGraphicFramePr>
        <p:xfrm>
          <a:off x="6051421" y="3185743"/>
          <a:ext cx="20383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85" name="Equation" r:id="rId15" imgW="876240" imgH="215640" progId="Equation.DSMT4">
                  <p:embed/>
                </p:oleObj>
              </mc:Choice>
              <mc:Fallback>
                <p:oleObj name="Equation" r:id="rId15" imgW="87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421" y="3185743"/>
                        <a:ext cx="203835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367638"/>
              </p:ext>
            </p:extLst>
          </p:nvPr>
        </p:nvGraphicFramePr>
        <p:xfrm>
          <a:off x="3716136" y="3204909"/>
          <a:ext cx="123983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86" name="Equation" r:id="rId17" imgW="558720" imgH="241200" progId="Equation.DSMT4">
                  <p:embed/>
                </p:oleObj>
              </mc:Choice>
              <mc:Fallback>
                <p:oleObj name="Equation" r:id="rId17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136" y="3204909"/>
                        <a:ext cx="1239837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587405"/>
              </p:ext>
            </p:extLst>
          </p:nvPr>
        </p:nvGraphicFramePr>
        <p:xfrm>
          <a:off x="6065952" y="3797821"/>
          <a:ext cx="20685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87" name="Equation" r:id="rId19" imgW="888840" imgH="215640" progId="Equation.DSMT4">
                  <p:embed/>
                </p:oleObj>
              </mc:Choice>
              <mc:Fallback>
                <p:oleObj name="Equation" r:id="rId19" imgW="888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5952" y="3797821"/>
                        <a:ext cx="206851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516021"/>
              </p:ext>
            </p:extLst>
          </p:nvPr>
        </p:nvGraphicFramePr>
        <p:xfrm>
          <a:off x="3931249" y="3834495"/>
          <a:ext cx="2794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88" name="Equation" r:id="rId21" imgW="126720" imgH="177480" progId="Equation.DSMT4">
                  <p:embed/>
                </p:oleObj>
              </mc:Choice>
              <mc:Fallback>
                <p:oleObj name="Equation" r:id="rId21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1249" y="3834495"/>
                        <a:ext cx="2794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564832" y="4785622"/>
            <a:ext cx="8432006" cy="528801"/>
            <a:chOff x="1540547" y="4521681"/>
            <a:chExt cx="8432006" cy="528801"/>
          </a:xfrm>
        </p:grpSpPr>
        <p:graphicFrame>
          <p:nvGraphicFramePr>
            <p:cNvPr id="41064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4970021"/>
                </p:ext>
              </p:extLst>
            </p:nvPr>
          </p:nvGraphicFramePr>
          <p:xfrm>
            <a:off x="9223254" y="4650653"/>
            <a:ext cx="749299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89" name="公式" r:id="rId23" imgW="355320" imgH="164880" progId="Equation.3">
                    <p:embed/>
                  </p:oleObj>
                </mc:Choice>
                <mc:Fallback>
                  <p:oleObj name="公式" r:id="rId23" imgW="3553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23254" y="4650653"/>
                          <a:ext cx="749299" cy="398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组合 3"/>
            <p:cNvGrpSpPr/>
            <p:nvPr/>
          </p:nvGrpSpPr>
          <p:grpSpPr>
            <a:xfrm>
              <a:off x="1540547" y="4521681"/>
              <a:ext cx="8355808" cy="528801"/>
              <a:chOff x="1713323" y="4670508"/>
              <a:chExt cx="8355808" cy="528801"/>
            </a:xfrm>
          </p:grpSpPr>
          <p:sp>
            <p:nvSpPr>
              <p:cNvPr id="410642" name="Text Box 18"/>
              <p:cNvSpPr txBox="1">
                <a:spLocks noChangeArrowheads="1"/>
              </p:cNvSpPr>
              <p:nvPr/>
            </p:nvSpPr>
            <p:spPr bwMode="auto">
              <a:xfrm>
                <a:off x="1713323" y="4670508"/>
                <a:ext cx="1143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800" dirty="0"/>
                  <a:t> </a:t>
                </a:r>
                <a:r>
                  <a:rPr lang="zh-CN" altLang="en-US" sz="2800" b="1" dirty="0"/>
                  <a:t>假定</a:t>
                </a:r>
              </a:p>
            </p:txBody>
          </p:sp>
          <p:graphicFrame>
            <p:nvGraphicFramePr>
              <p:cNvPr id="410643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78876464"/>
                  </p:ext>
                </p:extLst>
              </p:nvPr>
            </p:nvGraphicFramePr>
            <p:xfrm>
              <a:off x="7995717" y="4768130"/>
              <a:ext cx="296862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190" name="公式" r:id="rId25" imgW="126720" imgH="164880" progId="Equation.3">
                      <p:embed/>
                    </p:oleObj>
                  </mc:Choice>
                  <mc:Fallback>
                    <p:oleObj name="公式" r:id="rId25" imgW="12672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995717" y="4768130"/>
                            <a:ext cx="296862" cy="387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645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60173445"/>
                  </p:ext>
                </p:extLst>
              </p:nvPr>
            </p:nvGraphicFramePr>
            <p:xfrm>
              <a:off x="2597560" y="4725880"/>
              <a:ext cx="563563" cy="4238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191" name="公式" r:id="rId27" imgW="241200" imgH="177480" progId="Equation.3">
                      <p:embed/>
                    </p:oleObj>
                  </mc:Choice>
                  <mc:Fallback>
                    <p:oleObj name="公式" r:id="rId27" imgW="24120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7560" y="4725880"/>
                            <a:ext cx="563563" cy="4238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0647" name="Rectangle 23"/>
              <p:cNvSpPr>
                <a:spLocks noChangeArrowheads="1"/>
              </p:cNvSpPr>
              <p:nvPr/>
            </p:nvSpPr>
            <p:spPr bwMode="auto">
              <a:xfrm>
                <a:off x="2983290" y="4676089"/>
                <a:ext cx="708584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zh-CN" sz="2800" b="1" dirty="0"/>
                  <a:t>上各点处的法向量与 </a:t>
                </a:r>
                <a:r>
                  <a:rPr lang="en-US" altLang="zh-CN" sz="2800" b="1" i="1" dirty="0"/>
                  <a:t>z</a:t>
                </a:r>
                <a:r>
                  <a:rPr lang="zh-CN" altLang="zh-CN" sz="2800" b="1" dirty="0"/>
                  <a:t>轴的夹角</a:t>
                </a:r>
                <a:r>
                  <a:rPr lang="en-US" altLang="zh-CN" sz="2800" b="1" dirty="0"/>
                  <a:t>    </a:t>
                </a:r>
                <a:r>
                  <a:rPr lang="zh-CN" altLang="zh-CN" sz="2800" b="1" dirty="0"/>
                  <a:t>的余弦</a:t>
                </a:r>
                <a:endParaRPr lang="zh-CN" altLang="en-US" sz="2800" b="1" dirty="0"/>
              </a:p>
            </p:txBody>
          </p:sp>
        </p:grpSp>
      </p:grpSp>
      <p:sp>
        <p:nvSpPr>
          <p:cNvPr id="410648" name="Rectangle 24"/>
          <p:cNvSpPr>
            <a:spLocks noChangeArrowheads="1"/>
          </p:cNvSpPr>
          <p:nvPr/>
        </p:nvSpPr>
        <p:spPr bwMode="auto">
          <a:xfrm>
            <a:off x="1009407" y="5290218"/>
            <a:ext cx="2505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2800" b="1" dirty="0"/>
              <a:t>有相同的符号.</a:t>
            </a:r>
            <a:r>
              <a:rPr lang="zh-CN" altLang="zh-CN" sz="2800" b="1" i="1" dirty="0"/>
              <a:t> </a:t>
            </a:r>
            <a:endParaRPr lang="en-US" altLang="zh-CN" sz="2800" b="1" i="1" dirty="0"/>
          </a:p>
        </p:txBody>
      </p:sp>
      <p:sp>
        <p:nvSpPr>
          <p:cNvPr id="410649" name="Text Box 25"/>
          <p:cNvSpPr txBox="1">
            <a:spLocks noChangeArrowheads="1"/>
          </p:cNvSpPr>
          <p:nvPr/>
        </p:nvSpPr>
        <p:spPr bwMode="auto">
          <a:xfrm>
            <a:off x="4528514" y="1303978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在有向曲面</a:t>
            </a:r>
          </a:p>
        </p:txBody>
      </p:sp>
      <p:sp>
        <p:nvSpPr>
          <p:cNvPr id="410650" name="Text Box 26"/>
          <p:cNvSpPr txBox="1">
            <a:spLocks noChangeArrowheads="1"/>
          </p:cNvSpPr>
          <p:nvPr/>
        </p:nvSpPr>
        <p:spPr bwMode="auto">
          <a:xfrm>
            <a:off x="6928815" y="1312364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取一小块</a:t>
            </a:r>
          </a:p>
        </p:txBody>
      </p:sp>
      <p:graphicFrame>
        <p:nvGraphicFramePr>
          <p:cNvPr id="4106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017240"/>
              </p:ext>
            </p:extLst>
          </p:nvPr>
        </p:nvGraphicFramePr>
        <p:xfrm>
          <a:off x="6425332" y="1378789"/>
          <a:ext cx="549275" cy="36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92" name="Equation" r:id="rId29" imgW="596880" imgH="355320" progId="Equation.3">
                  <p:embed/>
                </p:oleObj>
              </mc:Choice>
              <mc:Fallback>
                <p:oleObj name="Equation" r:id="rId29" imgW="5968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332" y="1378789"/>
                        <a:ext cx="549275" cy="366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039"/>
          <p:cNvSpPr txBox="1">
            <a:spLocks noChangeArrowheads="1"/>
          </p:cNvSpPr>
          <p:nvPr/>
        </p:nvSpPr>
        <p:spPr bwMode="auto">
          <a:xfrm>
            <a:off x="1804137" y="5835872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类似可以给出</a:t>
            </a:r>
            <a:r>
              <a:rPr lang="zh-CN" altLang="en-US" sz="2800" b="1" dirty="0">
                <a:solidFill>
                  <a:srgbClr val="FF0000"/>
                </a:solidFill>
              </a:rPr>
              <a:t>有向曲面</a:t>
            </a:r>
            <a:r>
              <a:rPr lang="zh-CN" altLang="en-US" sz="2800" b="1" dirty="0"/>
              <a:t>在其它</a:t>
            </a:r>
            <a:r>
              <a:rPr lang="zh-CN" altLang="en-US" sz="2800" b="1" dirty="0">
                <a:solidFill>
                  <a:srgbClr val="FF0000"/>
                </a:solidFill>
              </a:rPr>
              <a:t>坐标面</a:t>
            </a:r>
            <a:r>
              <a:rPr lang="zh-CN" altLang="en-US" sz="2800" b="1" dirty="0"/>
              <a:t>上的</a:t>
            </a:r>
            <a:r>
              <a:rPr lang="zh-CN" altLang="en-US" sz="2800" b="1" dirty="0">
                <a:solidFill>
                  <a:srgbClr val="FF0000"/>
                </a:solidFill>
              </a:rPr>
              <a:t>投影</a:t>
            </a:r>
            <a:r>
              <a:rPr lang="en-US" altLang="zh-CN" sz="2800" b="1" dirty="0"/>
              <a:t>.</a:t>
            </a:r>
          </a:p>
        </p:txBody>
      </p:sp>
      <p:grpSp>
        <p:nvGrpSpPr>
          <p:cNvPr id="25" name="Group 2"/>
          <p:cNvGrpSpPr>
            <a:grpSpLocks/>
          </p:cNvGrpSpPr>
          <p:nvPr/>
        </p:nvGrpSpPr>
        <p:grpSpPr bwMode="auto">
          <a:xfrm>
            <a:off x="9805137" y="1498651"/>
            <a:ext cx="2017714" cy="2003425"/>
            <a:chOff x="4213" y="2485"/>
            <a:chExt cx="1271" cy="1262"/>
          </a:xfrm>
        </p:grpSpPr>
        <p:sp>
          <p:nvSpPr>
            <p:cNvPr id="26" name="Freeform 3"/>
            <p:cNvSpPr>
              <a:spLocks/>
            </p:cNvSpPr>
            <p:nvPr/>
          </p:nvSpPr>
          <p:spPr bwMode="auto">
            <a:xfrm>
              <a:off x="4241" y="2736"/>
              <a:ext cx="1104" cy="672"/>
            </a:xfrm>
            <a:custGeom>
              <a:avLst/>
              <a:gdLst>
                <a:gd name="T0" fmla="*/ 0 w 1104"/>
                <a:gd name="T1" fmla="*/ 240 h 672"/>
                <a:gd name="T2" fmla="*/ 672 w 1104"/>
                <a:gd name="T3" fmla="*/ 0 h 672"/>
                <a:gd name="T4" fmla="*/ 1104 w 1104"/>
                <a:gd name="T5" fmla="*/ 432 h 672"/>
                <a:gd name="T6" fmla="*/ 432 w 1104"/>
                <a:gd name="T7" fmla="*/ 672 h 672"/>
                <a:gd name="T8" fmla="*/ 0 w 1104"/>
                <a:gd name="T9" fmla="*/ 24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4" h="672">
                  <a:moveTo>
                    <a:pt x="0" y="240"/>
                  </a:moveTo>
                  <a:lnTo>
                    <a:pt x="672" y="0"/>
                  </a:lnTo>
                  <a:lnTo>
                    <a:pt x="1104" y="432"/>
                  </a:lnTo>
                  <a:lnTo>
                    <a:pt x="432" y="672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44D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4"/>
            <p:cNvSpPr>
              <a:spLocks noChangeShapeType="1"/>
            </p:cNvSpPr>
            <p:nvPr/>
          </p:nvSpPr>
          <p:spPr bwMode="auto">
            <a:xfrm flipV="1">
              <a:off x="4673" y="2496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5"/>
            <p:cNvSpPr>
              <a:spLocks noChangeShapeType="1"/>
            </p:cNvSpPr>
            <p:nvPr/>
          </p:nvSpPr>
          <p:spPr bwMode="auto">
            <a:xfrm>
              <a:off x="4913" y="297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" name="Object 6"/>
            <p:cNvGraphicFramePr>
              <a:graphicFrameLocks noChangeAspect="1"/>
            </p:cNvGraphicFramePr>
            <p:nvPr/>
          </p:nvGraphicFramePr>
          <p:xfrm>
            <a:off x="4534" y="3024"/>
            <a:ext cx="145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93" name="Equation" r:id="rId31" imgW="241200" imgH="317160" progId="Equation.3">
                    <p:embed/>
                  </p:oleObj>
                </mc:Choice>
                <mc:Fallback>
                  <p:oleObj name="Equation" r:id="rId31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3024"/>
                          <a:ext cx="145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8511719"/>
                </p:ext>
              </p:extLst>
            </p:nvPr>
          </p:nvGraphicFramePr>
          <p:xfrm>
            <a:off x="4721" y="3101"/>
            <a:ext cx="30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94" name="Equation" r:id="rId33" imgW="241200" imgH="177480" progId="Equation.DSMT4">
                    <p:embed/>
                  </p:oleObj>
                </mc:Choice>
                <mc:Fallback>
                  <p:oleObj name="Equation" r:id="rId33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1" y="3101"/>
                          <a:ext cx="30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9"/>
            <p:cNvSpPr>
              <a:spLocks noChangeShapeType="1"/>
            </p:cNvSpPr>
            <p:nvPr/>
          </p:nvSpPr>
          <p:spPr bwMode="auto">
            <a:xfrm>
              <a:off x="4241" y="29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" name="Object 10"/>
            <p:cNvGraphicFramePr>
              <a:graphicFrameLocks noChangeAspect="1"/>
            </p:cNvGraphicFramePr>
            <p:nvPr/>
          </p:nvGraphicFramePr>
          <p:xfrm>
            <a:off x="4719" y="2485"/>
            <a:ext cx="129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95" name="Equation" r:id="rId35" imgW="215640" imgH="215640" progId="Equation.3">
                    <p:embed/>
                  </p:oleObj>
                </mc:Choice>
                <mc:Fallback>
                  <p:oleObj name="Equation" r:id="rId35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" y="2485"/>
                          <a:ext cx="129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Freeform 11"/>
            <p:cNvSpPr>
              <a:spLocks/>
            </p:cNvSpPr>
            <p:nvPr/>
          </p:nvSpPr>
          <p:spPr bwMode="auto">
            <a:xfrm>
              <a:off x="4673" y="3231"/>
              <a:ext cx="666" cy="172"/>
            </a:xfrm>
            <a:custGeom>
              <a:avLst/>
              <a:gdLst>
                <a:gd name="T0" fmla="*/ 0 w 720"/>
                <a:gd name="T1" fmla="*/ 192 h 192"/>
                <a:gd name="T2" fmla="*/ 528 w 720"/>
                <a:gd name="T3" fmla="*/ 0 h 192"/>
                <a:gd name="T4" fmla="*/ 720 w 720"/>
                <a:gd name="T5" fmla="*/ 192 h 192"/>
                <a:gd name="T6" fmla="*/ 0 w 720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192">
                  <a:moveTo>
                    <a:pt x="0" y="192"/>
                  </a:moveTo>
                  <a:lnTo>
                    <a:pt x="528" y="0"/>
                  </a:lnTo>
                  <a:lnTo>
                    <a:pt x="720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1166670"/>
                </p:ext>
              </p:extLst>
            </p:nvPr>
          </p:nvGraphicFramePr>
          <p:xfrm>
            <a:off x="4213" y="3452"/>
            <a:ext cx="127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96" name="Equation" r:id="rId37" imgW="1028520" imgH="241200" progId="Equation.DSMT4">
                    <p:embed/>
                  </p:oleObj>
                </mc:Choice>
                <mc:Fallback>
                  <p:oleObj name="Equation" r:id="rId37" imgW="1028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3" y="3452"/>
                          <a:ext cx="1271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Line 13"/>
            <p:cNvSpPr>
              <a:spLocks noChangeShapeType="1"/>
            </p:cNvSpPr>
            <p:nvPr/>
          </p:nvSpPr>
          <p:spPr bwMode="auto">
            <a:xfrm flipH="1" flipV="1">
              <a:off x="4309" y="2745"/>
              <a:ext cx="353" cy="6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Freeform 14"/>
            <p:cNvSpPr>
              <a:spLocks/>
            </p:cNvSpPr>
            <p:nvPr/>
          </p:nvSpPr>
          <p:spPr bwMode="auto">
            <a:xfrm>
              <a:off x="4606" y="3216"/>
              <a:ext cx="57" cy="63"/>
            </a:xfrm>
            <a:custGeom>
              <a:avLst/>
              <a:gdLst>
                <a:gd name="T0" fmla="*/ 0 w 192"/>
                <a:gd name="T1" fmla="*/ 112 h 112"/>
                <a:gd name="T2" fmla="*/ 48 w 192"/>
                <a:gd name="T3" fmla="*/ 16 h 112"/>
                <a:gd name="T4" fmla="*/ 192 w 192"/>
                <a:gd name="T5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12">
                  <a:moveTo>
                    <a:pt x="0" y="112"/>
                  </a:moveTo>
                  <a:cubicBezTo>
                    <a:pt x="8" y="72"/>
                    <a:pt x="16" y="32"/>
                    <a:pt x="48" y="16"/>
                  </a:cubicBezTo>
                  <a:cubicBezTo>
                    <a:pt x="80" y="0"/>
                    <a:pt x="136" y="8"/>
                    <a:pt x="192" y="16"/>
                  </a:cubicBezTo>
                </a:path>
              </a:pathLst>
            </a:custGeom>
            <a:noFill/>
            <a:ln w="190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Group 15"/>
            <p:cNvGrpSpPr>
              <a:grpSpLocks/>
            </p:cNvGrpSpPr>
            <p:nvPr/>
          </p:nvGrpSpPr>
          <p:grpSpPr bwMode="auto">
            <a:xfrm>
              <a:off x="4320" y="2568"/>
              <a:ext cx="159" cy="186"/>
              <a:chOff x="4320" y="2568"/>
              <a:chExt cx="159" cy="186"/>
            </a:xfrm>
          </p:grpSpPr>
          <p:graphicFrame>
            <p:nvGraphicFramePr>
              <p:cNvPr id="39" name="Object 16"/>
              <p:cNvGraphicFramePr>
                <a:graphicFrameLocks noChangeAspect="1"/>
              </p:cNvGraphicFramePr>
              <p:nvPr/>
            </p:nvGraphicFramePr>
            <p:xfrm>
              <a:off x="4324" y="2611"/>
              <a:ext cx="136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197" name="Equation" r:id="rId39" imgW="228600" imgH="241200" progId="Equation.3">
                      <p:embed/>
                    </p:oleObj>
                  </mc:Choice>
                  <mc:Fallback>
                    <p:oleObj name="Equation" r:id="rId39" imgW="2286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4" y="2611"/>
                            <a:ext cx="136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Line 17"/>
              <p:cNvSpPr>
                <a:spLocks noChangeShapeType="1"/>
              </p:cNvSpPr>
              <p:nvPr/>
            </p:nvSpPr>
            <p:spPr bwMode="auto">
              <a:xfrm>
                <a:off x="4320" y="2568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Group 2"/>
          <p:cNvGrpSpPr>
            <a:grpSpLocks/>
          </p:cNvGrpSpPr>
          <p:nvPr/>
        </p:nvGrpSpPr>
        <p:grpSpPr bwMode="auto">
          <a:xfrm>
            <a:off x="9933537" y="3486994"/>
            <a:ext cx="2166940" cy="2606676"/>
            <a:chOff x="4116" y="2485"/>
            <a:chExt cx="1365" cy="1642"/>
          </a:xfrm>
        </p:grpSpPr>
        <p:sp>
          <p:nvSpPr>
            <p:cNvPr id="42" name="Freeform 3"/>
            <p:cNvSpPr>
              <a:spLocks/>
            </p:cNvSpPr>
            <p:nvPr/>
          </p:nvSpPr>
          <p:spPr bwMode="auto">
            <a:xfrm>
              <a:off x="4241" y="2736"/>
              <a:ext cx="1104" cy="672"/>
            </a:xfrm>
            <a:custGeom>
              <a:avLst/>
              <a:gdLst>
                <a:gd name="T0" fmla="*/ 0 w 1104"/>
                <a:gd name="T1" fmla="*/ 240 h 672"/>
                <a:gd name="T2" fmla="*/ 672 w 1104"/>
                <a:gd name="T3" fmla="*/ 0 h 672"/>
                <a:gd name="T4" fmla="*/ 1104 w 1104"/>
                <a:gd name="T5" fmla="*/ 432 h 672"/>
                <a:gd name="T6" fmla="*/ 432 w 1104"/>
                <a:gd name="T7" fmla="*/ 672 h 672"/>
                <a:gd name="T8" fmla="*/ 0 w 1104"/>
                <a:gd name="T9" fmla="*/ 24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4" h="672">
                  <a:moveTo>
                    <a:pt x="0" y="240"/>
                  </a:moveTo>
                  <a:lnTo>
                    <a:pt x="672" y="0"/>
                  </a:lnTo>
                  <a:lnTo>
                    <a:pt x="1104" y="432"/>
                  </a:lnTo>
                  <a:lnTo>
                    <a:pt x="432" y="672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44D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"/>
            <p:cNvSpPr>
              <a:spLocks noChangeShapeType="1"/>
            </p:cNvSpPr>
            <p:nvPr/>
          </p:nvSpPr>
          <p:spPr bwMode="auto">
            <a:xfrm flipV="1">
              <a:off x="4673" y="2496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5"/>
            <p:cNvSpPr>
              <a:spLocks noChangeShapeType="1"/>
            </p:cNvSpPr>
            <p:nvPr/>
          </p:nvSpPr>
          <p:spPr bwMode="auto">
            <a:xfrm>
              <a:off x="4913" y="297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9975054"/>
                </p:ext>
              </p:extLst>
            </p:nvPr>
          </p:nvGraphicFramePr>
          <p:xfrm>
            <a:off x="4763" y="3377"/>
            <a:ext cx="165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98" name="Equation" r:id="rId41" imgW="139680" imgH="164880" progId="Equation.DSMT4">
                    <p:embed/>
                  </p:oleObj>
                </mc:Choice>
                <mc:Fallback>
                  <p:oleObj name="Equation" r:id="rId41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3" y="3377"/>
                          <a:ext cx="165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2519517"/>
                </p:ext>
              </p:extLst>
            </p:nvPr>
          </p:nvGraphicFramePr>
          <p:xfrm>
            <a:off x="4721" y="3101"/>
            <a:ext cx="30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99" name="Equation" r:id="rId43" imgW="241200" imgH="177480" progId="Equation.DSMT4">
                    <p:embed/>
                  </p:oleObj>
                </mc:Choice>
                <mc:Fallback>
                  <p:oleObj name="Equation" r:id="rId43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1" y="3101"/>
                          <a:ext cx="30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Line 9"/>
            <p:cNvSpPr>
              <a:spLocks noChangeShapeType="1"/>
            </p:cNvSpPr>
            <p:nvPr/>
          </p:nvSpPr>
          <p:spPr bwMode="auto">
            <a:xfrm>
              <a:off x="4241" y="29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" name="Object 10"/>
            <p:cNvGraphicFramePr>
              <a:graphicFrameLocks noChangeAspect="1"/>
            </p:cNvGraphicFramePr>
            <p:nvPr/>
          </p:nvGraphicFramePr>
          <p:xfrm>
            <a:off x="4719" y="2485"/>
            <a:ext cx="129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00" name="Equation" r:id="rId45" imgW="215640" imgH="215640" progId="Equation.3">
                    <p:embed/>
                  </p:oleObj>
                </mc:Choice>
                <mc:Fallback>
                  <p:oleObj name="Equation" r:id="rId45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" y="2485"/>
                          <a:ext cx="129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Freeform 11"/>
            <p:cNvSpPr>
              <a:spLocks/>
            </p:cNvSpPr>
            <p:nvPr/>
          </p:nvSpPr>
          <p:spPr bwMode="auto">
            <a:xfrm>
              <a:off x="4673" y="3231"/>
              <a:ext cx="666" cy="172"/>
            </a:xfrm>
            <a:custGeom>
              <a:avLst/>
              <a:gdLst>
                <a:gd name="T0" fmla="*/ 0 w 720"/>
                <a:gd name="T1" fmla="*/ 192 h 192"/>
                <a:gd name="T2" fmla="*/ 528 w 720"/>
                <a:gd name="T3" fmla="*/ 0 h 192"/>
                <a:gd name="T4" fmla="*/ 720 w 720"/>
                <a:gd name="T5" fmla="*/ 192 h 192"/>
                <a:gd name="T6" fmla="*/ 0 w 720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192">
                  <a:moveTo>
                    <a:pt x="0" y="192"/>
                  </a:moveTo>
                  <a:lnTo>
                    <a:pt x="528" y="0"/>
                  </a:lnTo>
                  <a:lnTo>
                    <a:pt x="720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5045150"/>
                </p:ext>
              </p:extLst>
            </p:nvPr>
          </p:nvGraphicFramePr>
          <p:xfrm>
            <a:off x="4116" y="3832"/>
            <a:ext cx="136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01" name="Equation" r:id="rId46" imgW="1104840" imgH="241200" progId="Equation.DSMT4">
                    <p:embed/>
                  </p:oleObj>
                </mc:Choice>
                <mc:Fallback>
                  <p:oleObj name="Equation" r:id="rId46" imgW="11048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6" y="3832"/>
                          <a:ext cx="1365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4662" y="3400"/>
              <a:ext cx="316" cy="4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14"/>
            <p:cNvSpPr>
              <a:spLocks/>
            </p:cNvSpPr>
            <p:nvPr/>
          </p:nvSpPr>
          <p:spPr bwMode="auto">
            <a:xfrm flipH="1">
              <a:off x="4667" y="3331"/>
              <a:ext cx="59" cy="156"/>
            </a:xfrm>
            <a:custGeom>
              <a:avLst/>
              <a:gdLst>
                <a:gd name="T0" fmla="*/ 0 w 192"/>
                <a:gd name="T1" fmla="*/ 112 h 112"/>
                <a:gd name="T2" fmla="*/ 48 w 192"/>
                <a:gd name="T3" fmla="*/ 16 h 112"/>
                <a:gd name="T4" fmla="*/ 192 w 192"/>
                <a:gd name="T5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12">
                  <a:moveTo>
                    <a:pt x="0" y="112"/>
                  </a:moveTo>
                  <a:cubicBezTo>
                    <a:pt x="8" y="72"/>
                    <a:pt x="16" y="32"/>
                    <a:pt x="48" y="16"/>
                  </a:cubicBezTo>
                  <a:cubicBezTo>
                    <a:pt x="80" y="0"/>
                    <a:pt x="136" y="8"/>
                    <a:pt x="192" y="16"/>
                  </a:cubicBezTo>
                </a:path>
              </a:pathLst>
            </a:custGeom>
            <a:noFill/>
            <a:ln w="190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7270260"/>
                </p:ext>
              </p:extLst>
            </p:nvPr>
          </p:nvGraphicFramePr>
          <p:xfrm>
            <a:off x="4947" y="3546"/>
            <a:ext cx="19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02" name="Equation" r:id="rId48" imgW="139680" imgH="177480" progId="Equation.DSMT4">
                    <p:embed/>
                  </p:oleObj>
                </mc:Choice>
                <mc:Fallback>
                  <p:oleObj name="Equation" r:id="rId48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7" y="3546"/>
                          <a:ext cx="19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043677"/>
              </p:ext>
            </p:extLst>
          </p:nvPr>
        </p:nvGraphicFramePr>
        <p:xfrm>
          <a:off x="9339019" y="669086"/>
          <a:ext cx="26527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03" name="Equation" r:id="rId50" imgW="1104840" imgH="241200" progId="Equation.DSMT4">
                  <p:embed/>
                </p:oleObj>
              </mc:Choice>
              <mc:Fallback>
                <p:oleObj name="Equation" r:id="rId50" imgW="11048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9339019" y="669086"/>
                        <a:ext cx="2652712" cy="581025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62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1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8" grpId="0" autoUpdateAnimBg="0"/>
      <p:bldP spid="410648" grpId="0" autoUpdateAnimBg="0"/>
      <p:bldP spid="410649" grpId="0" autoUpdateAnimBg="0"/>
      <p:bldP spid="410650" grpId="0" autoUpdateAnimBg="0"/>
      <p:bldP spid="2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23" name="Freeform 51"/>
          <p:cNvSpPr>
            <a:spLocks/>
          </p:cNvSpPr>
          <p:nvPr/>
        </p:nvSpPr>
        <p:spPr bwMode="auto">
          <a:xfrm>
            <a:off x="2743200" y="3124200"/>
            <a:ext cx="1828800" cy="2895600"/>
          </a:xfrm>
          <a:custGeom>
            <a:avLst/>
            <a:gdLst>
              <a:gd name="T0" fmla="*/ 2147483647 w 1152"/>
              <a:gd name="T1" fmla="*/ 2147483647 h 1824"/>
              <a:gd name="T2" fmla="*/ 0 w 1152"/>
              <a:gd name="T3" fmla="*/ 2147483647 h 1824"/>
              <a:gd name="T4" fmla="*/ 2147483647 w 1152"/>
              <a:gd name="T5" fmla="*/ 2147483647 h 1824"/>
              <a:gd name="T6" fmla="*/ 2147483647 w 1152"/>
              <a:gd name="T7" fmla="*/ 0 h 1824"/>
              <a:gd name="T8" fmla="*/ 2147483647 w 1152"/>
              <a:gd name="T9" fmla="*/ 2147483647 h 1824"/>
              <a:gd name="T10" fmla="*/ 2147483647 w 1152"/>
              <a:gd name="T11" fmla="*/ 2147483647 h 18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52"/>
              <a:gd name="T19" fmla="*/ 0 h 1824"/>
              <a:gd name="T20" fmla="*/ 1152 w 1152"/>
              <a:gd name="T21" fmla="*/ 1824 h 18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52" h="1824">
                <a:moveTo>
                  <a:pt x="816" y="1296"/>
                </a:moveTo>
                <a:lnTo>
                  <a:pt x="0" y="1824"/>
                </a:lnTo>
                <a:lnTo>
                  <a:pt x="192" y="624"/>
                </a:lnTo>
                <a:lnTo>
                  <a:pt x="1152" y="0"/>
                </a:lnTo>
                <a:lnTo>
                  <a:pt x="965" y="1205"/>
                </a:lnTo>
                <a:lnTo>
                  <a:pt x="816" y="1296"/>
                </a:lnTo>
                <a:close/>
              </a:path>
            </a:pathLst>
          </a:custGeom>
          <a:solidFill>
            <a:srgbClr val="00FFFF"/>
          </a:solidFill>
          <a:ln w="222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3352800" y="1385888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流向曲面一侧的</a:t>
            </a:r>
            <a:r>
              <a:rPr lang="zh-CN" altLang="en-US" sz="2800" b="1" dirty="0">
                <a:solidFill>
                  <a:srgbClr val="FF0000"/>
                </a:solidFill>
              </a:rPr>
              <a:t>流量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412695" name="Object 2"/>
          <p:cNvGraphicFramePr>
            <a:graphicFrameLocks noChangeAspect="1"/>
          </p:cNvGraphicFramePr>
          <p:nvPr/>
        </p:nvGraphicFramePr>
        <p:xfrm>
          <a:off x="5410201" y="4419601"/>
          <a:ext cx="2397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" name="公式" r:id="rId3" imgW="241200" imgH="317160" progId="Equation.3">
                  <p:embed/>
                </p:oleObj>
              </mc:Choice>
              <mc:Fallback>
                <p:oleObj name="公式" r:id="rId3" imgW="2412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4419601"/>
                        <a:ext cx="2397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01" name="Text Box 29"/>
          <p:cNvSpPr txBox="1">
            <a:spLocks noChangeArrowheads="1"/>
          </p:cNvSpPr>
          <p:nvPr/>
        </p:nvSpPr>
        <p:spPr bwMode="auto">
          <a:xfrm>
            <a:off x="6629400" y="3276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流量</a:t>
            </a:r>
            <a:endParaRPr lang="zh-CN" altLang="en-US" sz="2800" b="1" dirty="0"/>
          </a:p>
        </p:txBody>
      </p:sp>
      <p:sp>
        <p:nvSpPr>
          <p:cNvPr id="412702" name="Rectangle 30"/>
          <p:cNvSpPr>
            <a:spLocks noChangeArrowheads="1"/>
          </p:cNvSpPr>
          <p:nvPr/>
        </p:nvSpPr>
        <p:spPr bwMode="auto">
          <a:xfrm>
            <a:off x="2362201" y="1371601"/>
            <a:ext cx="1052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实例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5638800" y="5189542"/>
            <a:ext cx="4495800" cy="587376"/>
            <a:chOff x="2352" y="3557"/>
            <a:chExt cx="2832" cy="370"/>
          </a:xfrm>
        </p:grpSpPr>
        <p:sp>
          <p:nvSpPr>
            <p:cNvPr id="3124" name="Text Box 32"/>
            <p:cNvSpPr txBox="1">
              <a:spLocks noChangeArrowheads="1"/>
            </p:cNvSpPr>
            <p:nvPr/>
          </p:nvSpPr>
          <p:spPr bwMode="auto">
            <a:xfrm>
              <a:off x="2352" y="3600"/>
              <a:ext cx="28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 dirty="0"/>
                <a:t>(</a:t>
              </a:r>
              <a:r>
                <a:rPr lang="en-US" altLang="zh-CN" sz="2800" dirty="0"/>
                <a:t>     </a:t>
              </a:r>
              <a:r>
                <a:rPr lang="zh-CN" altLang="en-US" sz="2800" b="1" dirty="0"/>
                <a:t>为平面</a:t>
              </a:r>
              <a:r>
                <a:rPr lang="en-US" altLang="zh-CN" sz="2800" b="1" i="1" dirty="0"/>
                <a:t>A</a:t>
              </a:r>
              <a:r>
                <a:rPr lang="zh-CN" altLang="en-US" sz="2800" b="1" dirty="0"/>
                <a:t>的</a:t>
              </a:r>
              <a:r>
                <a:rPr lang="zh-CN" altLang="en-US" sz="2800" dirty="0">
                  <a:solidFill>
                    <a:srgbClr val="0000FF"/>
                  </a:solidFill>
                  <a:ea typeface="黑体" panose="02010609060101010101" pitchFamily="49" charset="-122"/>
                </a:rPr>
                <a:t>单位</a:t>
              </a:r>
              <a:r>
                <a:rPr lang="zh-CN" altLang="en-US" sz="2800" b="1" dirty="0">
                  <a:solidFill>
                    <a:srgbClr val="000000"/>
                  </a:solidFill>
                </a:rPr>
                <a:t>法向量</a:t>
              </a:r>
              <a:r>
                <a:rPr lang="en-US" altLang="zh-CN" sz="2800" b="1" dirty="0">
                  <a:solidFill>
                    <a:srgbClr val="0000FF"/>
                  </a:solidFill>
                </a:rPr>
                <a:t>)</a:t>
              </a:r>
              <a:endParaRPr lang="en-US" altLang="zh-CN" sz="2800" b="1" dirty="0"/>
            </a:p>
          </p:txBody>
        </p:sp>
        <p:graphicFrame>
          <p:nvGraphicFramePr>
            <p:cNvPr id="308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3268064"/>
                </p:ext>
              </p:extLst>
            </p:nvPr>
          </p:nvGraphicFramePr>
          <p:xfrm>
            <a:off x="2496" y="3557"/>
            <a:ext cx="29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0" name="公式" r:id="rId5" imgW="177480" imgH="203040" progId="Equation.3">
                    <p:embed/>
                  </p:oleObj>
                </mc:Choice>
                <mc:Fallback>
                  <p:oleObj name="公式" r:id="rId5" imgW="1774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557"/>
                          <a:ext cx="29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2706" name="Rectangle 34"/>
          <p:cNvSpPr>
            <a:spLocks noChangeArrowheads="1"/>
          </p:cNvSpPr>
          <p:nvPr/>
        </p:nvSpPr>
        <p:spPr bwMode="auto">
          <a:xfrm>
            <a:off x="7535864" y="3284538"/>
            <a:ext cx="2593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斜柱体体积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412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581798"/>
              </p:ext>
            </p:extLst>
          </p:nvPr>
        </p:nvGraphicFramePr>
        <p:xfrm>
          <a:off x="7124701" y="4124327"/>
          <a:ext cx="2232922" cy="538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" name="Equation" r:id="rId7" imgW="685800" imgH="177480" progId="Equation.DSMT4">
                  <p:embed/>
                </p:oleObj>
              </mc:Choice>
              <mc:Fallback>
                <p:oleObj name="Equation" r:id="rId7" imgW="6858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1" y="4124327"/>
                        <a:ext cx="2232922" cy="538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08" name="Text Box 36"/>
          <p:cNvSpPr txBox="1">
            <a:spLocks noChangeArrowheads="1"/>
          </p:cNvSpPr>
          <p:nvPr/>
        </p:nvSpPr>
        <p:spPr bwMode="auto">
          <a:xfrm>
            <a:off x="2362200" y="19812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(1)</a:t>
            </a:r>
          </a:p>
        </p:txBody>
      </p:sp>
      <p:sp>
        <p:nvSpPr>
          <p:cNvPr id="412709" name="Text Box 37"/>
          <p:cNvSpPr txBox="1">
            <a:spLocks noChangeArrowheads="1"/>
          </p:cNvSpPr>
          <p:nvPr/>
        </p:nvSpPr>
        <p:spPr bwMode="auto">
          <a:xfrm>
            <a:off x="2819400" y="19812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+mn-ea"/>
                <a:ea typeface="+mn-ea"/>
              </a:rPr>
              <a:t>流速场为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常向量</a:t>
            </a:r>
          </a:p>
        </p:txBody>
      </p:sp>
      <p:graphicFrame>
        <p:nvGraphicFramePr>
          <p:cNvPr id="412710" name="Object 4"/>
          <p:cNvGraphicFramePr>
            <a:graphicFrameLocks noChangeAspect="1"/>
          </p:cNvGraphicFramePr>
          <p:nvPr/>
        </p:nvGraphicFramePr>
        <p:xfrm>
          <a:off x="5473700" y="2082800"/>
          <a:ext cx="31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" name="Equation" r:id="rId9" imgW="317160" imgH="355320" progId="Equation.3">
                  <p:embed/>
                </p:oleObj>
              </mc:Choice>
              <mc:Fallback>
                <p:oleObj name="Equation" r:id="rId9" imgW="3171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2082800"/>
                        <a:ext cx="31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11" name="Text Box 39"/>
          <p:cNvSpPr txBox="1">
            <a:spLocks noChangeArrowheads="1"/>
          </p:cNvSpPr>
          <p:nvPr/>
        </p:nvSpPr>
        <p:spPr bwMode="auto">
          <a:xfrm>
            <a:off x="5715000" y="19954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+mn-ea"/>
                <a:ea typeface="+mn-ea"/>
              </a:rPr>
              <a:t>有向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平面</a:t>
            </a:r>
            <a:r>
              <a:rPr lang="zh-CN" altLang="en-US" sz="2800" b="1" dirty="0">
                <a:solidFill>
                  <a:srgbClr val="000099"/>
                </a:solidFill>
                <a:latin typeface="+mn-ea"/>
                <a:ea typeface="+mn-ea"/>
              </a:rPr>
              <a:t>区域 </a:t>
            </a:r>
            <a:r>
              <a:rPr lang="en-US" altLang="zh-CN" sz="2800" b="1" i="1" dirty="0">
                <a:solidFill>
                  <a:srgbClr val="000099"/>
                </a:solidFill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99"/>
                </a:solidFill>
                <a:latin typeface="+mn-ea"/>
                <a:ea typeface="+mn-ea"/>
              </a:rPr>
              <a:t>,</a:t>
            </a:r>
          </a:p>
        </p:txBody>
      </p:sp>
      <p:sp>
        <p:nvSpPr>
          <p:cNvPr id="412712" name="Text Box 40"/>
          <p:cNvSpPr txBox="1">
            <a:spLocks noChangeArrowheads="1"/>
          </p:cNvSpPr>
          <p:nvPr/>
        </p:nvSpPr>
        <p:spPr bwMode="auto">
          <a:xfrm>
            <a:off x="2362200" y="2590801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求单位时间流过</a:t>
            </a:r>
            <a:r>
              <a:rPr lang="en-US" altLang="zh-CN" sz="2800" b="1" i="1" dirty="0">
                <a:solidFill>
                  <a:srgbClr val="000099"/>
                </a:solidFill>
              </a:rPr>
              <a:t>A</a:t>
            </a:r>
            <a:r>
              <a:rPr lang="zh-CN" altLang="en-US" sz="2800" b="1" dirty="0">
                <a:solidFill>
                  <a:srgbClr val="000099"/>
                </a:solidFill>
              </a:rPr>
              <a:t>的流体的质量</a:t>
            </a:r>
          </a:p>
        </p:txBody>
      </p:sp>
      <p:graphicFrame>
        <p:nvGraphicFramePr>
          <p:cNvPr id="412713" name="Object 5"/>
          <p:cNvGraphicFramePr>
            <a:graphicFrameLocks noChangeAspect="1"/>
          </p:cNvGraphicFramePr>
          <p:nvPr/>
        </p:nvGraphicFramePr>
        <p:xfrm>
          <a:off x="7391400" y="2679700"/>
          <a:ext cx="317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3" name="Equation" r:id="rId11" imgW="317160" imgH="291960" progId="Equation.3">
                  <p:embed/>
                </p:oleObj>
              </mc:Choice>
              <mc:Fallback>
                <p:oleObj name="Equation" r:id="rId11" imgW="3171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679700"/>
                        <a:ext cx="317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14" name="Text Box 42"/>
          <p:cNvSpPr txBox="1">
            <a:spLocks noChangeArrowheads="1"/>
          </p:cNvSpPr>
          <p:nvPr/>
        </p:nvSpPr>
        <p:spPr bwMode="auto">
          <a:xfrm>
            <a:off x="7620000" y="259080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99"/>
                </a:solidFill>
              </a:rPr>
              <a:t>(</a:t>
            </a:r>
            <a:r>
              <a:rPr lang="zh-CN" altLang="en-US" sz="2800" b="1" dirty="0">
                <a:solidFill>
                  <a:srgbClr val="000099"/>
                </a:solidFill>
              </a:rPr>
              <a:t>假定密度为</a:t>
            </a:r>
            <a:r>
              <a:rPr lang="en-US" altLang="zh-CN" sz="2800" b="1" dirty="0">
                <a:solidFill>
                  <a:srgbClr val="000099"/>
                </a:solidFill>
              </a:rPr>
              <a:t>1).</a:t>
            </a:r>
          </a:p>
        </p:txBody>
      </p:sp>
      <p:sp>
        <p:nvSpPr>
          <p:cNvPr id="3094" name="Rectangle 48"/>
          <p:cNvSpPr>
            <a:spLocks noChangeArrowheads="1"/>
          </p:cNvSpPr>
          <p:nvPr/>
        </p:nvSpPr>
        <p:spPr bwMode="auto">
          <a:xfrm>
            <a:off x="1535114" y="563612"/>
            <a:ext cx="4114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二、概念的引入</a:t>
            </a:r>
          </a:p>
        </p:txBody>
      </p:sp>
      <p:sp>
        <p:nvSpPr>
          <p:cNvPr id="412739" name="Line 67"/>
          <p:cNvSpPr>
            <a:spLocks noChangeShapeType="1"/>
          </p:cNvSpPr>
          <p:nvPr/>
        </p:nvSpPr>
        <p:spPr bwMode="auto">
          <a:xfrm flipV="1">
            <a:off x="3581400" y="4572000"/>
            <a:ext cx="1828800" cy="68580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740" name="Line 68"/>
          <p:cNvSpPr>
            <a:spLocks noChangeShapeType="1"/>
          </p:cNvSpPr>
          <p:nvPr/>
        </p:nvSpPr>
        <p:spPr bwMode="auto">
          <a:xfrm>
            <a:off x="3581400" y="5257800"/>
            <a:ext cx="1600200" cy="0"/>
          </a:xfrm>
          <a:prstGeom prst="line">
            <a:avLst/>
          </a:prstGeom>
          <a:noFill/>
          <a:ln w="222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04"/>
          <p:cNvGrpSpPr>
            <a:grpSpLocks/>
          </p:cNvGrpSpPr>
          <p:nvPr/>
        </p:nvGrpSpPr>
        <p:grpSpPr bwMode="auto">
          <a:xfrm>
            <a:off x="3352800" y="4038600"/>
            <a:ext cx="615950" cy="1066800"/>
            <a:chOff x="1056" y="2544"/>
            <a:chExt cx="388" cy="672"/>
          </a:xfrm>
        </p:grpSpPr>
        <p:sp>
          <p:nvSpPr>
            <p:cNvPr id="3123" name="Oval 92"/>
            <p:cNvSpPr>
              <a:spLocks noChangeArrowheads="1"/>
            </p:cNvSpPr>
            <p:nvPr/>
          </p:nvSpPr>
          <p:spPr bwMode="auto">
            <a:xfrm rot="11080263">
              <a:off x="1056" y="2544"/>
              <a:ext cx="388" cy="672"/>
            </a:xfrm>
            <a:prstGeom prst="ellipse">
              <a:avLst/>
            </a:prstGeom>
            <a:solidFill>
              <a:srgbClr val="00FF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081" name="Object 9"/>
            <p:cNvGraphicFramePr>
              <a:graphicFrameLocks noChangeAspect="1"/>
            </p:cNvGraphicFramePr>
            <p:nvPr/>
          </p:nvGraphicFramePr>
          <p:xfrm>
            <a:off x="1152" y="2784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4" name="Equation" r:id="rId13" imgW="291960" imgH="304560" progId="Equation.3">
                    <p:embed/>
                  </p:oleObj>
                </mc:Choice>
                <mc:Fallback>
                  <p:oleObj name="Equation" r:id="rId13" imgW="2919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784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3"/>
          <p:cNvGrpSpPr>
            <a:grpSpLocks/>
          </p:cNvGrpSpPr>
          <p:nvPr/>
        </p:nvGrpSpPr>
        <p:grpSpPr bwMode="auto">
          <a:xfrm>
            <a:off x="3352800" y="3471864"/>
            <a:ext cx="2192338" cy="1633537"/>
            <a:chOff x="1051" y="2187"/>
            <a:chExt cx="1381" cy="1029"/>
          </a:xfrm>
        </p:grpSpPr>
        <p:grpSp>
          <p:nvGrpSpPr>
            <p:cNvPr id="3100" name="Group 102"/>
            <p:cNvGrpSpPr>
              <a:grpSpLocks/>
            </p:cNvGrpSpPr>
            <p:nvPr/>
          </p:nvGrpSpPr>
          <p:grpSpPr bwMode="auto">
            <a:xfrm>
              <a:off x="1056" y="2187"/>
              <a:ext cx="1376" cy="1029"/>
              <a:chOff x="1056" y="2187"/>
              <a:chExt cx="1376" cy="1029"/>
            </a:xfrm>
          </p:grpSpPr>
          <p:grpSp>
            <p:nvGrpSpPr>
              <p:cNvPr id="3118" name="Group 99"/>
              <p:cNvGrpSpPr>
                <a:grpSpLocks/>
              </p:cNvGrpSpPr>
              <p:nvPr/>
            </p:nvGrpSpPr>
            <p:grpSpPr bwMode="auto">
              <a:xfrm>
                <a:off x="1056" y="2187"/>
                <a:ext cx="1376" cy="1029"/>
                <a:chOff x="1056" y="2187"/>
                <a:chExt cx="1376" cy="1029"/>
              </a:xfrm>
            </p:grpSpPr>
            <p:grpSp>
              <p:nvGrpSpPr>
                <p:cNvPr id="3119" name="Group 78"/>
                <p:cNvGrpSpPr>
                  <a:grpSpLocks/>
                </p:cNvGrpSpPr>
                <p:nvPr/>
              </p:nvGrpSpPr>
              <p:grpSpPr bwMode="auto">
                <a:xfrm>
                  <a:off x="1056" y="2187"/>
                  <a:ext cx="1180" cy="1029"/>
                  <a:chOff x="1008" y="2208"/>
                  <a:chExt cx="1180" cy="1029"/>
                </a:xfrm>
              </p:grpSpPr>
              <p:sp>
                <p:nvSpPr>
                  <p:cNvPr id="3121" name="Freeform 65"/>
                  <p:cNvSpPr>
                    <a:spLocks/>
                  </p:cNvSpPr>
                  <p:nvPr/>
                </p:nvSpPr>
                <p:spPr bwMode="auto">
                  <a:xfrm>
                    <a:off x="1008" y="2208"/>
                    <a:ext cx="1180" cy="1029"/>
                  </a:xfrm>
                  <a:custGeom>
                    <a:avLst/>
                    <a:gdLst>
                      <a:gd name="T0" fmla="*/ 219 w 1180"/>
                      <a:gd name="T1" fmla="*/ 343 h 1029"/>
                      <a:gd name="T2" fmla="*/ 1154 w 1180"/>
                      <a:gd name="T3" fmla="*/ 0 h 1029"/>
                      <a:gd name="T4" fmla="*/ 1097 w 1180"/>
                      <a:gd name="T5" fmla="*/ 41 h 1029"/>
                      <a:gd name="T6" fmla="*/ 1061 w 1180"/>
                      <a:gd name="T7" fmla="*/ 87 h 1029"/>
                      <a:gd name="T8" fmla="*/ 1024 w 1180"/>
                      <a:gd name="T9" fmla="*/ 142 h 1029"/>
                      <a:gd name="T10" fmla="*/ 1006 w 1180"/>
                      <a:gd name="T11" fmla="*/ 206 h 1029"/>
                      <a:gd name="T12" fmla="*/ 987 w 1180"/>
                      <a:gd name="T13" fmla="*/ 270 h 1029"/>
                      <a:gd name="T14" fmla="*/ 987 w 1180"/>
                      <a:gd name="T15" fmla="*/ 352 h 1029"/>
                      <a:gd name="T16" fmla="*/ 987 w 1180"/>
                      <a:gd name="T17" fmla="*/ 425 h 1029"/>
                      <a:gd name="T18" fmla="*/ 997 w 1180"/>
                      <a:gd name="T19" fmla="*/ 480 h 1029"/>
                      <a:gd name="T20" fmla="*/ 1015 w 1180"/>
                      <a:gd name="T21" fmla="*/ 535 h 1029"/>
                      <a:gd name="T22" fmla="*/ 1042 w 1180"/>
                      <a:gd name="T23" fmla="*/ 590 h 1029"/>
                      <a:gd name="T24" fmla="*/ 1079 w 1180"/>
                      <a:gd name="T25" fmla="*/ 645 h 1029"/>
                      <a:gd name="T26" fmla="*/ 1125 w 1180"/>
                      <a:gd name="T27" fmla="*/ 672 h 1029"/>
                      <a:gd name="T28" fmla="*/ 1180 w 1180"/>
                      <a:gd name="T29" fmla="*/ 669 h 1029"/>
                      <a:gd name="T30" fmla="*/ 192 w 1180"/>
                      <a:gd name="T31" fmla="*/ 1029 h 1029"/>
                      <a:gd name="T32" fmla="*/ 123 w 1180"/>
                      <a:gd name="T33" fmla="*/ 1008 h 1029"/>
                      <a:gd name="T34" fmla="*/ 60 w 1180"/>
                      <a:gd name="T35" fmla="*/ 963 h 1029"/>
                      <a:gd name="T36" fmla="*/ 31 w 1180"/>
                      <a:gd name="T37" fmla="*/ 903 h 1029"/>
                      <a:gd name="T38" fmla="*/ 9 w 1180"/>
                      <a:gd name="T39" fmla="*/ 823 h 1029"/>
                      <a:gd name="T40" fmla="*/ 0 w 1180"/>
                      <a:gd name="T41" fmla="*/ 763 h 1029"/>
                      <a:gd name="T42" fmla="*/ 0 w 1180"/>
                      <a:gd name="T43" fmla="*/ 681 h 1029"/>
                      <a:gd name="T44" fmla="*/ 9 w 1180"/>
                      <a:gd name="T45" fmla="*/ 608 h 1029"/>
                      <a:gd name="T46" fmla="*/ 37 w 1180"/>
                      <a:gd name="T47" fmla="*/ 498 h 1029"/>
                      <a:gd name="T48" fmla="*/ 101 w 1180"/>
                      <a:gd name="T49" fmla="*/ 425 h 1029"/>
                      <a:gd name="T50" fmla="*/ 146 w 1180"/>
                      <a:gd name="T51" fmla="*/ 379 h 1029"/>
                      <a:gd name="T52" fmla="*/ 219 w 1180"/>
                      <a:gd name="T53" fmla="*/ 343 h 1029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1180"/>
                      <a:gd name="T82" fmla="*/ 0 h 1029"/>
                      <a:gd name="T83" fmla="*/ 1180 w 1180"/>
                      <a:gd name="T84" fmla="*/ 1029 h 1029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1180" h="1029">
                        <a:moveTo>
                          <a:pt x="219" y="343"/>
                        </a:moveTo>
                        <a:lnTo>
                          <a:pt x="1154" y="0"/>
                        </a:lnTo>
                        <a:lnTo>
                          <a:pt x="1097" y="41"/>
                        </a:lnTo>
                        <a:lnTo>
                          <a:pt x="1061" y="87"/>
                        </a:lnTo>
                        <a:lnTo>
                          <a:pt x="1024" y="142"/>
                        </a:lnTo>
                        <a:lnTo>
                          <a:pt x="1006" y="206"/>
                        </a:lnTo>
                        <a:lnTo>
                          <a:pt x="987" y="270"/>
                        </a:lnTo>
                        <a:lnTo>
                          <a:pt x="987" y="352"/>
                        </a:lnTo>
                        <a:lnTo>
                          <a:pt x="987" y="425"/>
                        </a:lnTo>
                        <a:lnTo>
                          <a:pt x="997" y="480"/>
                        </a:lnTo>
                        <a:lnTo>
                          <a:pt x="1015" y="535"/>
                        </a:lnTo>
                        <a:lnTo>
                          <a:pt x="1042" y="590"/>
                        </a:lnTo>
                        <a:lnTo>
                          <a:pt x="1079" y="645"/>
                        </a:lnTo>
                        <a:lnTo>
                          <a:pt x="1125" y="672"/>
                        </a:lnTo>
                        <a:lnTo>
                          <a:pt x="1180" y="669"/>
                        </a:lnTo>
                        <a:lnTo>
                          <a:pt x="192" y="1029"/>
                        </a:lnTo>
                        <a:lnTo>
                          <a:pt x="123" y="1008"/>
                        </a:lnTo>
                        <a:lnTo>
                          <a:pt x="60" y="963"/>
                        </a:lnTo>
                        <a:lnTo>
                          <a:pt x="31" y="903"/>
                        </a:lnTo>
                        <a:lnTo>
                          <a:pt x="9" y="823"/>
                        </a:lnTo>
                        <a:lnTo>
                          <a:pt x="0" y="763"/>
                        </a:lnTo>
                        <a:lnTo>
                          <a:pt x="0" y="681"/>
                        </a:lnTo>
                        <a:lnTo>
                          <a:pt x="9" y="608"/>
                        </a:lnTo>
                        <a:lnTo>
                          <a:pt x="37" y="498"/>
                        </a:lnTo>
                        <a:lnTo>
                          <a:pt x="101" y="425"/>
                        </a:lnTo>
                        <a:lnTo>
                          <a:pt x="146" y="379"/>
                        </a:lnTo>
                        <a:lnTo>
                          <a:pt x="219" y="343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99FF"/>
                      </a:gs>
                      <a:gs pos="50000">
                        <a:srgbClr val="764776"/>
                      </a:gs>
                      <a:gs pos="100000">
                        <a:srgbClr val="FF99FF"/>
                      </a:gs>
                    </a:gsLst>
                    <a:lin ang="5400000" scaled="1"/>
                  </a:gradFill>
                  <a:ln w="222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22" name="Arc 56"/>
                  <p:cNvSpPr>
                    <a:spLocks/>
                  </p:cNvSpPr>
                  <p:nvPr/>
                </p:nvSpPr>
                <p:spPr bwMode="auto">
                  <a:xfrm rot="5465665">
                    <a:off x="992" y="2785"/>
                    <a:ext cx="671" cy="192"/>
                  </a:xfrm>
                  <a:custGeom>
                    <a:avLst/>
                    <a:gdLst>
                      <a:gd name="T0" fmla="*/ 0 w 43166"/>
                      <a:gd name="T1" fmla="*/ 0 h 21600"/>
                      <a:gd name="T2" fmla="*/ 0 w 43166"/>
                      <a:gd name="T3" fmla="*/ 0 h 21600"/>
                      <a:gd name="T4" fmla="*/ 0 w 43166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43166"/>
                      <a:gd name="T10" fmla="*/ 0 h 21600"/>
                      <a:gd name="T11" fmla="*/ 43166 w 43166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3166" h="21600" fill="none" extrusionOk="0">
                        <a:moveTo>
                          <a:pt x="0" y="20386"/>
                        </a:moveTo>
                        <a:cubicBezTo>
                          <a:pt x="644" y="8946"/>
                          <a:pt x="10108" y="-1"/>
                          <a:pt x="21566" y="0"/>
                        </a:cubicBezTo>
                        <a:cubicBezTo>
                          <a:pt x="33495" y="0"/>
                          <a:pt x="43166" y="9670"/>
                          <a:pt x="43166" y="21600"/>
                        </a:cubicBezTo>
                      </a:path>
                      <a:path w="43166" h="21600" stroke="0" extrusionOk="0">
                        <a:moveTo>
                          <a:pt x="0" y="20386"/>
                        </a:moveTo>
                        <a:cubicBezTo>
                          <a:pt x="644" y="8946"/>
                          <a:pt x="10108" y="-1"/>
                          <a:pt x="21566" y="0"/>
                        </a:cubicBezTo>
                        <a:cubicBezTo>
                          <a:pt x="33495" y="0"/>
                          <a:pt x="43166" y="9670"/>
                          <a:pt x="43166" y="21600"/>
                        </a:cubicBezTo>
                        <a:lnTo>
                          <a:pt x="21566" y="21600"/>
                        </a:lnTo>
                        <a:close/>
                      </a:path>
                    </a:pathLst>
                  </a:custGeom>
                  <a:noFill/>
                  <a:ln w="22225">
                    <a:solidFill>
                      <a:srgbClr val="FF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20" name="Oval 66" descr="大纸屑"/>
                <p:cNvSpPr>
                  <a:spLocks noChangeArrowheads="1"/>
                </p:cNvSpPr>
                <p:nvPr/>
              </p:nvSpPr>
              <p:spPr bwMode="auto">
                <a:xfrm rot="11080263">
                  <a:off x="2044" y="2187"/>
                  <a:ext cx="388" cy="672"/>
                </a:xfrm>
                <a:prstGeom prst="ellipse">
                  <a:avLst/>
                </a:prstGeom>
                <a:pattFill prst="lgConfetti">
                  <a:fgClr>
                    <a:srgbClr val="FF00FF"/>
                  </a:fgClr>
                  <a:bgClr>
                    <a:srgbClr val="760076"/>
                  </a:bgClr>
                </a:pattFill>
                <a:ln w="222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aphicFrame>
            <p:nvGraphicFramePr>
              <p:cNvPr id="3080" name="Object 8"/>
              <p:cNvGraphicFramePr>
                <a:graphicFrameLocks noChangeAspect="1"/>
              </p:cNvGraphicFramePr>
              <p:nvPr/>
            </p:nvGraphicFramePr>
            <p:xfrm>
              <a:off x="1152" y="2784"/>
              <a:ext cx="18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35" name="Equation" r:id="rId15" imgW="291960" imgH="304560" progId="Equation.3">
                      <p:embed/>
                    </p:oleObj>
                  </mc:Choice>
                  <mc:Fallback>
                    <p:oleObj name="Equation" r:id="rId15" imgW="29196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2784"/>
                            <a:ext cx="18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101" name="Group 98"/>
            <p:cNvGrpSpPr>
              <a:grpSpLocks/>
            </p:cNvGrpSpPr>
            <p:nvPr/>
          </p:nvGrpSpPr>
          <p:grpSpPr bwMode="auto">
            <a:xfrm>
              <a:off x="1051" y="2256"/>
              <a:ext cx="1088" cy="960"/>
              <a:chOff x="1051" y="2240"/>
              <a:chExt cx="1088" cy="960"/>
            </a:xfrm>
          </p:grpSpPr>
          <p:sp>
            <p:nvSpPr>
              <p:cNvPr id="3102" name="Freeform 89"/>
              <p:cNvSpPr>
                <a:spLocks/>
              </p:cNvSpPr>
              <p:nvPr/>
            </p:nvSpPr>
            <p:spPr bwMode="auto">
              <a:xfrm>
                <a:off x="1189" y="2862"/>
                <a:ext cx="950" cy="338"/>
              </a:xfrm>
              <a:custGeom>
                <a:avLst/>
                <a:gdLst>
                  <a:gd name="T0" fmla="*/ 0 w 950"/>
                  <a:gd name="T1" fmla="*/ 338 h 338"/>
                  <a:gd name="T2" fmla="*/ 950 w 950"/>
                  <a:gd name="T3" fmla="*/ 0 h 338"/>
                  <a:gd name="T4" fmla="*/ 0 60000 65536"/>
                  <a:gd name="T5" fmla="*/ 0 60000 65536"/>
                  <a:gd name="T6" fmla="*/ 0 w 950"/>
                  <a:gd name="T7" fmla="*/ 0 h 338"/>
                  <a:gd name="T8" fmla="*/ 950 w 950"/>
                  <a:gd name="T9" fmla="*/ 338 h 3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50" h="338">
                    <a:moveTo>
                      <a:pt x="0" y="338"/>
                    </a:moveTo>
                    <a:lnTo>
                      <a:pt x="950" y="0"/>
                    </a:lnTo>
                  </a:path>
                </a:pathLst>
              </a:custGeom>
              <a:noFill/>
              <a:ln w="222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103" name="Group 97"/>
              <p:cNvGrpSpPr>
                <a:grpSpLocks/>
              </p:cNvGrpSpPr>
              <p:nvPr/>
            </p:nvGrpSpPr>
            <p:grpSpPr bwMode="auto">
              <a:xfrm>
                <a:off x="1051" y="2240"/>
                <a:ext cx="1079" cy="933"/>
                <a:chOff x="1051" y="2240"/>
                <a:chExt cx="1079" cy="933"/>
              </a:xfrm>
            </p:grpSpPr>
            <p:grpSp>
              <p:nvGrpSpPr>
                <p:cNvPr id="3104" name="Group 96"/>
                <p:cNvGrpSpPr>
                  <a:grpSpLocks/>
                </p:cNvGrpSpPr>
                <p:nvPr/>
              </p:nvGrpSpPr>
              <p:grpSpPr bwMode="auto">
                <a:xfrm>
                  <a:off x="1051" y="2542"/>
                  <a:ext cx="1061" cy="631"/>
                  <a:chOff x="1051" y="2542"/>
                  <a:chExt cx="1061" cy="631"/>
                </a:xfrm>
              </p:grpSpPr>
              <p:sp>
                <p:nvSpPr>
                  <p:cNvPr id="3111" name="Freeform 85"/>
                  <p:cNvSpPr>
                    <a:spLocks/>
                  </p:cNvSpPr>
                  <p:nvPr/>
                </p:nvSpPr>
                <p:spPr bwMode="auto">
                  <a:xfrm>
                    <a:off x="1074" y="2688"/>
                    <a:ext cx="976" cy="354"/>
                  </a:xfrm>
                  <a:custGeom>
                    <a:avLst/>
                    <a:gdLst>
                      <a:gd name="T0" fmla="*/ 0 w 976"/>
                      <a:gd name="T1" fmla="*/ 354 h 354"/>
                      <a:gd name="T2" fmla="*/ 976 w 976"/>
                      <a:gd name="T3" fmla="*/ 0 h 354"/>
                      <a:gd name="T4" fmla="*/ 0 60000 65536"/>
                      <a:gd name="T5" fmla="*/ 0 60000 65536"/>
                      <a:gd name="T6" fmla="*/ 0 w 976"/>
                      <a:gd name="T7" fmla="*/ 0 h 354"/>
                      <a:gd name="T8" fmla="*/ 976 w 976"/>
                      <a:gd name="T9" fmla="*/ 354 h 354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6" h="354">
                        <a:moveTo>
                          <a:pt x="0" y="354"/>
                        </a:moveTo>
                        <a:lnTo>
                          <a:pt x="976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2" name="Freeform 82"/>
                  <p:cNvSpPr>
                    <a:spLocks/>
                  </p:cNvSpPr>
                  <p:nvPr/>
                </p:nvSpPr>
                <p:spPr bwMode="auto">
                  <a:xfrm>
                    <a:off x="1051" y="2542"/>
                    <a:ext cx="970" cy="329"/>
                  </a:xfrm>
                  <a:custGeom>
                    <a:avLst/>
                    <a:gdLst>
                      <a:gd name="T0" fmla="*/ 0 w 970"/>
                      <a:gd name="T1" fmla="*/ 329 h 329"/>
                      <a:gd name="T2" fmla="*/ 970 w 970"/>
                      <a:gd name="T3" fmla="*/ 0 h 329"/>
                      <a:gd name="T4" fmla="*/ 0 60000 65536"/>
                      <a:gd name="T5" fmla="*/ 0 60000 65536"/>
                      <a:gd name="T6" fmla="*/ 0 w 970"/>
                      <a:gd name="T7" fmla="*/ 0 h 329"/>
                      <a:gd name="T8" fmla="*/ 970 w 970"/>
                      <a:gd name="T9" fmla="*/ 329 h 32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0" h="329">
                        <a:moveTo>
                          <a:pt x="0" y="329"/>
                        </a:moveTo>
                        <a:lnTo>
                          <a:pt x="970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3" name="Freeform 83"/>
                  <p:cNvSpPr>
                    <a:spLocks/>
                  </p:cNvSpPr>
                  <p:nvPr/>
                </p:nvSpPr>
                <p:spPr bwMode="auto">
                  <a:xfrm>
                    <a:off x="1072" y="2592"/>
                    <a:ext cx="962" cy="343"/>
                  </a:xfrm>
                  <a:custGeom>
                    <a:avLst/>
                    <a:gdLst>
                      <a:gd name="T0" fmla="*/ 0 w 962"/>
                      <a:gd name="T1" fmla="*/ 343 h 343"/>
                      <a:gd name="T2" fmla="*/ 962 w 962"/>
                      <a:gd name="T3" fmla="*/ 0 h 343"/>
                      <a:gd name="T4" fmla="*/ 0 60000 65536"/>
                      <a:gd name="T5" fmla="*/ 0 60000 65536"/>
                      <a:gd name="T6" fmla="*/ 0 w 962"/>
                      <a:gd name="T7" fmla="*/ 0 h 343"/>
                      <a:gd name="T8" fmla="*/ 962 w 962"/>
                      <a:gd name="T9" fmla="*/ 343 h 34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2" h="343">
                        <a:moveTo>
                          <a:pt x="0" y="343"/>
                        </a:moveTo>
                        <a:lnTo>
                          <a:pt x="962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4" name="Freeform 84"/>
                  <p:cNvSpPr>
                    <a:spLocks/>
                  </p:cNvSpPr>
                  <p:nvPr/>
                </p:nvSpPr>
                <p:spPr bwMode="auto">
                  <a:xfrm>
                    <a:off x="1051" y="2651"/>
                    <a:ext cx="979" cy="339"/>
                  </a:xfrm>
                  <a:custGeom>
                    <a:avLst/>
                    <a:gdLst>
                      <a:gd name="T0" fmla="*/ 0 w 979"/>
                      <a:gd name="T1" fmla="*/ 339 h 339"/>
                      <a:gd name="T2" fmla="*/ 979 w 979"/>
                      <a:gd name="T3" fmla="*/ 0 h 339"/>
                      <a:gd name="T4" fmla="*/ 0 60000 65536"/>
                      <a:gd name="T5" fmla="*/ 0 60000 65536"/>
                      <a:gd name="T6" fmla="*/ 0 w 979"/>
                      <a:gd name="T7" fmla="*/ 0 h 339"/>
                      <a:gd name="T8" fmla="*/ 979 w 979"/>
                      <a:gd name="T9" fmla="*/ 339 h 33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9" h="339">
                        <a:moveTo>
                          <a:pt x="0" y="339"/>
                        </a:moveTo>
                        <a:lnTo>
                          <a:pt x="979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5" name="Freeform 86"/>
                  <p:cNvSpPr>
                    <a:spLocks/>
                  </p:cNvSpPr>
                  <p:nvPr/>
                </p:nvSpPr>
                <p:spPr bwMode="auto">
                  <a:xfrm>
                    <a:off x="1099" y="2736"/>
                    <a:ext cx="965" cy="345"/>
                  </a:xfrm>
                  <a:custGeom>
                    <a:avLst/>
                    <a:gdLst>
                      <a:gd name="T0" fmla="*/ 0 w 965"/>
                      <a:gd name="T1" fmla="*/ 345 h 345"/>
                      <a:gd name="T2" fmla="*/ 965 w 965"/>
                      <a:gd name="T3" fmla="*/ 0 h 345"/>
                      <a:gd name="T4" fmla="*/ 0 60000 65536"/>
                      <a:gd name="T5" fmla="*/ 0 60000 65536"/>
                      <a:gd name="T6" fmla="*/ 0 w 965"/>
                      <a:gd name="T7" fmla="*/ 0 h 345"/>
                      <a:gd name="T8" fmla="*/ 965 w 965"/>
                      <a:gd name="T9" fmla="*/ 345 h 345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5" h="345">
                        <a:moveTo>
                          <a:pt x="0" y="345"/>
                        </a:moveTo>
                        <a:lnTo>
                          <a:pt x="965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6" name="Freeform 87"/>
                  <p:cNvSpPr>
                    <a:spLocks/>
                  </p:cNvSpPr>
                  <p:nvPr/>
                </p:nvSpPr>
                <p:spPr bwMode="auto">
                  <a:xfrm>
                    <a:off x="1117" y="2784"/>
                    <a:ext cx="965" cy="343"/>
                  </a:xfrm>
                  <a:custGeom>
                    <a:avLst/>
                    <a:gdLst>
                      <a:gd name="T0" fmla="*/ 0 w 965"/>
                      <a:gd name="T1" fmla="*/ 343 h 343"/>
                      <a:gd name="T2" fmla="*/ 965 w 965"/>
                      <a:gd name="T3" fmla="*/ 0 h 343"/>
                      <a:gd name="T4" fmla="*/ 0 60000 65536"/>
                      <a:gd name="T5" fmla="*/ 0 60000 65536"/>
                      <a:gd name="T6" fmla="*/ 0 w 965"/>
                      <a:gd name="T7" fmla="*/ 0 h 343"/>
                      <a:gd name="T8" fmla="*/ 965 w 965"/>
                      <a:gd name="T9" fmla="*/ 343 h 34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5" h="343">
                        <a:moveTo>
                          <a:pt x="0" y="343"/>
                        </a:moveTo>
                        <a:lnTo>
                          <a:pt x="965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7" name="Freeform 88"/>
                  <p:cNvSpPr>
                    <a:spLocks/>
                  </p:cNvSpPr>
                  <p:nvPr/>
                </p:nvSpPr>
                <p:spPr bwMode="auto">
                  <a:xfrm>
                    <a:off x="1145" y="2832"/>
                    <a:ext cx="967" cy="341"/>
                  </a:xfrm>
                  <a:custGeom>
                    <a:avLst/>
                    <a:gdLst>
                      <a:gd name="T0" fmla="*/ 0 w 967"/>
                      <a:gd name="T1" fmla="*/ 341 h 341"/>
                      <a:gd name="T2" fmla="*/ 967 w 967"/>
                      <a:gd name="T3" fmla="*/ 0 h 341"/>
                      <a:gd name="T4" fmla="*/ 0 60000 65536"/>
                      <a:gd name="T5" fmla="*/ 0 60000 65536"/>
                      <a:gd name="T6" fmla="*/ 0 w 967"/>
                      <a:gd name="T7" fmla="*/ 0 h 341"/>
                      <a:gd name="T8" fmla="*/ 967 w 967"/>
                      <a:gd name="T9" fmla="*/ 341 h 34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7" h="341">
                        <a:moveTo>
                          <a:pt x="0" y="341"/>
                        </a:moveTo>
                        <a:lnTo>
                          <a:pt x="967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05" name="Group 95"/>
                <p:cNvGrpSpPr>
                  <a:grpSpLocks/>
                </p:cNvGrpSpPr>
                <p:nvPr/>
              </p:nvGrpSpPr>
              <p:grpSpPr bwMode="auto">
                <a:xfrm>
                  <a:off x="1061" y="2240"/>
                  <a:ext cx="1069" cy="576"/>
                  <a:chOff x="1061" y="2240"/>
                  <a:chExt cx="1069" cy="576"/>
                </a:xfrm>
              </p:grpSpPr>
              <p:sp>
                <p:nvSpPr>
                  <p:cNvPr id="3106" name="Freeform 73"/>
                  <p:cNvSpPr>
                    <a:spLocks/>
                  </p:cNvSpPr>
                  <p:nvPr/>
                </p:nvSpPr>
                <p:spPr bwMode="auto">
                  <a:xfrm>
                    <a:off x="1152" y="2240"/>
                    <a:ext cx="978" cy="357"/>
                  </a:xfrm>
                  <a:custGeom>
                    <a:avLst/>
                    <a:gdLst>
                      <a:gd name="T0" fmla="*/ 0 w 978"/>
                      <a:gd name="T1" fmla="*/ 357 h 357"/>
                      <a:gd name="T2" fmla="*/ 978 w 978"/>
                      <a:gd name="T3" fmla="*/ 0 h 357"/>
                      <a:gd name="T4" fmla="*/ 0 60000 65536"/>
                      <a:gd name="T5" fmla="*/ 0 60000 65536"/>
                      <a:gd name="T6" fmla="*/ 0 w 978"/>
                      <a:gd name="T7" fmla="*/ 0 h 357"/>
                      <a:gd name="T8" fmla="*/ 978 w 978"/>
                      <a:gd name="T9" fmla="*/ 357 h 35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8" h="357">
                        <a:moveTo>
                          <a:pt x="0" y="357"/>
                        </a:moveTo>
                        <a:lnTo>
                          <a:pt x="978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7" name="Freeform 74"/>
                  <p:cNvSpPr>
                    <a:spLocks/>
                  </p:cNvSpPr>
                  <p:nvPr/>
                </p:nvSpPr>
                <p:spPr bwMode="auto">
                  <a:xfrm>
                    <a:off x="1104" y="2368"/>
                    <a:ext cx="953" cy="338"/>
                  </a:xfrm>
                  <a:custGeom>
                    <a:avLst/>
                    <a:gdLst>
                      <a:gd name="T0" fmla="*/ 0 w 953"/>
                      <a:gd name="T1" fmla="*/ 338 h 338"/>
                      <a:gd name="T2" fmla="*/ 953 w 953"/>
                      <a:gd name="T3" fmla="*/ 0 h 338"/>
                      <a:gd name="T4" fmla="*/ 0 60000 65536"/>
                      <a:gd name="T5" fmla="*/ 0 60000 65536"/>
                      <a:gd name="T6" fmla="*/ 0 w 953"/>
                      <a:gd name="T7" fmla="*/ 0 h 338"/>
                      <a:gd name="T8" fmla="*/ 953 w 953"/>
                      <a:gd name="T9" fmla="*/ 338 h 33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53" h="338">
                        <a:moveTo>
                          <a:pt x="0" y="338"/>
                        </a:moveTo>
                        <a:lnTo>
                          <a:pt x="953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8" name="Freeform 75"/>
                  <p:cNvSpPr>
                    <a:spLocks/>
                  </p:cNvSpPr>
                  <p:nvPr/>
                </p:nvSpPr>
                <p:spPr bwMode="auto">
                  <a:xfrm>
                    <a:off x="1079" y="2423"/>
                    <a:ext cx="960" cy="338"/>
                  </a:xfrm>
                  <a:custGeom>
                    <a:avLst/>
                    <a:gdLst>
                      <a:gd name="T0" fmla="*/ 0 w 960"/>
                      <a:gd name="T1" fmla="*/ 338 h 338"/>
                      <a:gd name="T2" fmla="*/ 960 w 960"/>
                      <a:gd name="T3" fmla="*/ 0 h 338"/>
                      <a:gd name="T4" fmla="*/ 0 60000 65536"/>
                      <a:gd name="T5" fmla="*/ 0 60000 65536"/>
                      <a:gd name="T6" fmla="*/ 0 w 960"/>
                      <a:gd name="T7" fmla="*/ 0 h 338"/>
                      <a:gd name="T8" fmla="*/ 960 w 960"/>
                      <a:gd name="T9" fmla="*/ 338 h 338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0" h="338">
                        <a:moveTo>
                          <a:pt x="0" y="338"/>
                        </a:moveTo>
                        <a:lnTo>
                          <a:pt x="960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9" name="Freeform 76"/>
                  <p:cNvSpPr>
                    <a:spLocks/>
                  </p:cNvSpPr>
                  <p:nvPr/>
                </p:nvSpPr>
                <p:spPr bwMode="auto">
                  <a:xfrm>
                    <a:off x="1061" y="2487"/>
                    <a:ext cx="960" cy="329"/>
                  </a:xfrm>
                  <a:custGeom>
                    <a:avLst/>
                    <a:gdLst>
                      <a:gd name="T0" fmla="*/ 0 w 960"/>
                      <a:gd name="T1" fmla="*/ 329 h 329"/>
                      <a:gd name="T2" fmla="*/ 960 w 960"/>
                      <a:gd name="T3" fmla="*/ 0 h 329"/>
                      <a:gd name="T4" fmla="*/ 0 60000 65536"/>
                      <a:gd name="T5" fmla="*/ 0 60000 65536"/>
                      <a:gd name="T6" fmla="*/ 0 w 960"/>
                      <a:gd name="T7" fmla="*/ 0 h 329"/>
                      <a:gd name="T8" fmla="*/ 960 w 960"/>
                      <a:gd name="T9" fmla="*/ 329 h 329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60" h="329">
                        <a:moveTo>
                          <a:pt x="0" y="329"/>
                        </a:moveTo>
                        <a:lnTo>
                          <a:pt x="960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0" name="Freeform 94"/>
                  <p:cNvSpPr>
                    <a:spLocks/>
                  </p:cNvSpPr>
                  <p:nvPr/>
                </p:nvSpPr>
                <p:spPr bwMode="auto">
                  <a:xfrm>
                    <a:off x="1106" y="2304"/>
                    <a:ext cx="985" cy="357"/>
                  </a:xfrm>
                  <a:custGeom>
                    <a:avLst/>
                    <a:gdLst>
                      <a:gd name="T0" fmla="*/ 0 w 985"/>
                      <a:gd name="T1" fmla="*/ 357 h 357"/>
                      <a:gd name="T2" fmla="*/ 985 w 985"/>
                      <a:gd name="T3" fmla="*/ 0 h 357"/>
                      <a:gd name="T4" fmla="*/ 0 60000 65536"/>
                      <a:gd name="T5" fmla="*/ 0 60000 65536"/>
                      <a:gd name="T6" fmla="*/ 0 w 985"/>
                      <a:gd name="T7" fmla="*/ 0 h 357"/>
                      <a:gd name="T8" fmla="*/ 985 w 985"/>
                      <a:gd name="T9" fmla="*/ 357 h 35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85" h="357">
                        <a:moveTo>
                          <a:pt x="0" y="357"/>
                        </a:moveTo>
                        <a:lnTo>
                          <a:pt x="985" y="0"/>
                        </a:lnTo>
                      </a:path>
                    </a:pathLst>
                  </a:custGeom>
                  <a:noFill/>
                  <a:ln w="222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aphicFrame>
        <p:nvGraphicFramePr>
          <p:cNvPr id="412777" name="Object 6"/>
          <p:cNvGraphicFramePr>
            <a:graphicFrameLocks noChangeAspect="1"/>
          </p:cNvGraphicFramePr>
          <p:nvPr/>
        </p:nvGraphicFramePr>
        <p:xfrm>
          <a:off x="5181601" y="5029200"/>
          <a:ext cx="4349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6" name="公式" r:id="rId16" imgW="177480" imgH="203040" progId="Equation.3">
                  <p:embed/>
                </p:oleObj>
              </mc:Choice>
              <mc:Fallback>
                <p:oleObj name="公式" r:id="rId16" imgW="1774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5029200"/>
                        <a:ext cx="43497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78" name="Arc 106"/>
          <p:cNvSpPr>
            <a:spLocks/>
          </p:cNvSpPr>
          <p:nvPr/>
        </p:nvSpPr>
        <p:spPr bwMode="auto">
          <a:xfrm rot="2920358">
            <a:off x="4250532" y="4964907"/>
            <a:ext cx="292100" cy="420687"/>
          </a:xfrm>
          <a:custGeom>
            <a:avLst/>
            <a:gdLst>
              <a:gd name="T0" fmla="*/ 0 w 16781"/>
              <a:gd name="T1" fmla="*/ 0 h 21600"/>
              <a:gd name="T2" fmla="*/ 2147483647 w 16781"/>
              <a:gd name="T3" fmla="*/ 2147483647 h 21600"/>
              <a:gd name="T4" fmla="*/ 0 w 16781"/>
              <a:gd name="T5" fmla="*/ 2147483647 h 21600"/>
              <a:gd name="T6" fmla="*/ 0 60000 65536"/>
              <a:gd name="T7" fmla="*/ 0 60000 65536"/>
              <a:gd name="T8" fmla="*/ 0 60000 65536"/>
              <a:gd name="T9" fmla="*/ 0 w 16781"/>
              <a:gd name="T10" fmla="*/ 0 h 21600"/>
              <a:gd name="T11" fmla="*/ 16781 w 167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781" h="21600" fill="none" extrusionOk="0">
                <a:moveTo>
                  <a:pt x="-1" y="0"/>
                </a:moveTo>
                <a:cubicBezTo>
                  <a:pt x="6514" y="0"/>
                  <a:pt x="12680" y="2939"/>
                  <a:pt x="16781" y="8000"/>
                </a:cubicBezTo>
              </a:path>
              <a:path w="16781" h="21600" stroke="0" extrusionOk="0">
                <a:moveTo>
                  <a:pt x="-1" y="0"/>
                </a:moveTo>
                <a:cubicBezTo>
                  <a:pt x="6514" y="0"/>
                  <a:pt x="12680" y="2939"/>
                  <a:pt x="16781" y="8000"/>
                </a:cubicBezTo>
                <a:lnTo>
                  <a:pt x="0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2779" name="Object 7"/>
          <p:cNvGraphicFramePr>
            <a:graphicFrameLocks noChangeAspect="1"/>
          </p:cNvGraphicFramePr>
          <p:nvPr/>
        </p:nvGraphicFramePr>
        <p:xfrm>
          <a:off x="4562476" y="4887914"/>
          <a:ext cx="212725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7" name="Equation" r:id="rId18" imgW="241200" imgH="317160" progId="Equation.3">
                  <p:embed/>
                </p:oleObj>
              </mc:Choice>
              <mc:Fallback>
                <p:oleObj name="Equation" r:id="rId18" imgW="2412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6" y="4887914"/>
                        <a:ext cx="212725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1764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1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1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1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723" grpId="0" animBg="1"/>
      <p:bldP spid="412674" grpId="0" autoUpdateAnimBg="0"/>
      <p:bldP spid="412701" grpId="0" autoUpdateAnimBg="0"/>
      <p:bldP spid="412702" grpId="0" autoUpdateAnimBg="0"/>
      <p:bldP spid="412706" grpId="0" autoUpdateAnimBg="0"/>
      <p:bldP spid="412708" grpId="0" autoUpdateAnimBg="0"/>
      <p:bldP spid="412709" grpId="0" autoUpdateAnimBg="0"/>
      <p:bldP spid="412711" grpId="0" autoUpdateAnimBg="0"/>
      <p:bldP spid="412712" grpId="0" autoUpdateAnimBg="0"/>
      <p:bldP spid="412714" grpId="0" autoUpdateAnimBg="0"/>
      <p:bldP spid="412739" grpId="0" animBg="1"/>
      <p:bldP spid="412740" grpId="0" animBg="1"/>
      <p:bldP spid="41277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AutoShape 2" descr="棚架"/>
          <p:cNvSpPr>
            <a:spLocks noChangeArrowheads="1"/>
          </p:cNvSpPr>
          <p:nvPr/>
        </p:nvSpPr>
        <p:spPr bwMode="auto">
          <a:xfrm>
            <a:off x="5257800" y="990600"/>
            <a:ext cx="2362200" cy="533400"/>
          </a:xfrm>
          <a:prstGeom prst="parallelogram">
            <a:avLst>
              <a:gd name="adj" fmla="val 22020"/>
            </a:avLst>
          </a:prstGeom>
          <a:pattFill prst="trellis">
            <a:fgClr>
              <a:srgbClr val="00CCFF"/>
            </a:fgClr>
            <a:bgClr>
              <a:srgbClr val="FFFFFF"/>
            </a:bgClr>
          </a:patt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3699" name="AutoShape 3"/>
          <p:cNvSpPr>
            <a:spLocks noChangeArrowheads="1"/>
          </p:cNvSpPr>
          <p:nvPr/>
        </p:nvSpPr>
        <p:spPr bwMode="auto">
          <a:xfrm>
            <a:off x="6096000" y="327026"/>
            <a:ext cx="4038600" cy="533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FF33"/>
              </a:gs>
              <a:gs pos="50000">
                <a:srgbClr val="FFFFFF"/>
              </a:gs>
              <a:gs pos="100000">
                <a:srgbClr val="66FF33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3710" name="Text Box 14"/>
          <p:cNvSpPr txBox="1">
            <a:spLocks noChangeArrowheads="1"/>
          </p:cNvSpPr>
          <p:nvPr/>
        </p:nvSpPr>
        <p:spPr bwMode="auto">
          <a:xfrm>
            <a:off x="2514600" y="100488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(2)</a:t>
            </a:r>
            <a:r>
              <a:rPr lang="en-US" altLang="zh-CN" sz="2800" dirty="0">
                <a:solidFill>
                  <a:srgbClr val="FF0000"/>
                </a:solidFill>
              </a:rPr>
              <a:t>  </a:t>
            </a:r>
            <a:r>
              <a:rPr lang="zh-CN" altLang="en-US" sz="2800" b="1" dirty="0"/>
              <a:t>设稳定流动的不可压缩流体</a:t>
            </a:r>
          </a:p>
        </p:txBody>
      </p:sp>
      <p:graphicFrame>
        <p:nvGraphicFramePr>
          <p:cNvPr id="413711" name="Object 2"/>
          <p:cNvGraphicFramePr>
            <a:graphicFrameLocks noChangeAspect="1"/>
          </p:cNvGraphicFramePr>
          <p:nvPr/>
        </p:nvGraphicFramePr>
        <p:xfrm>
          <a:off x="2590800" y="2151064"/>
          <a:ext cx="76200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" name="Equation" r:id="rId3" imgW="3085920" imgH="241200" progId="Equation.3">
                  <p:embed/>
                </p:oleObj>
              </mc:Choice>
              <mc:Fallback>
                <p:oleObj name="Equation" r:id="rId3" imgW="30859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151064"/>
                        <a:ext cx="762000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12" name="Text Box 16"/>
          <p:cNvSpPr txBox="1">
            <a:spLocks noChangeArrowheads="1"/>
          </p:cNvSpPr>
          <p:nvPr/>
        </p:nvSpPr>
        <p:spPr bwMode="auto">
          <a:xfrm>
            <a:off x="2514600" y="2909888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给出</a:t>
            </a:r>
            <a:r>
              <a:rPr lang="en-US" altLang="zh-CN" sz="2800" b="1"/>
              <a:t>,</a:t>
            </a:r>
          </a:p>
        </p:txBody>
      </p:sp>
      <p:sp>
        <p:nvSpPr>
          <p:cNvPr id="413713" name="Text Box 17"/>
          <p:cNvSpPr txBox="1">
            <a:spLocks noChangeArrowheads="1"/>
          </p:cNvSpPr>
          <p:nvPr/>
        </p:nvSpPr>
        <p:spPr bwMode="auto">
          <a:xfrm>
            <a:off x="8183563" y="2924176"/>
            <a:ext cx="1441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函数</a:t>
            </a:r>
          </a:p>
        </p:txBody>
      </p:sp>
      <p:graphicFrame>
        <p:nvGraphicFramePr>
          <p:cNvPr id="413714" name="Object 3"/>
          <p:cNvGraphicFramePr>
            <a:graphicFrameLocks noChangeAspect="1"/>
          </p:cNvGraphicFramePr>
          <p:nvPr/>
        </p:nvGraphicFramePr>
        <p:xfrm>
          <a:off x="3581400" y="3581401"/>
          <a:ext cx="50292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7" name="公式" r:id="rId5" imgW="2057400" imgH="203040" progId="Equation.3">
                  <p:embed/>
                </p:oleObj>
              </mc:Choice>
              <mc:Fallback>
                <p:oleObj name="公式" r:id="rId5" imgW="20574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581401"/>
                        <a:ext cx="50292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5" name="Object 4"/>
          <p:cNvGraphicFramePr>
            <a:graphicFrameLocks noChangeAspect="1"/>
          </p:cNvGraphicFramePr>
          <p:nvPr/>
        </p:nvGraphicFramePr>
        <p:xfrm>
          <a:off x="2597150" y="4267200"/>
          <a:ext cx="23558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" name="Equation" r:id="rId7" imgW="2158920" imgH="393480" progId="Equation.3">
                  <p:embed/>
                </p:oleObj>
              </mc:Choice>
              <mc:Fallback>
                <p:oleObj name="Equation" r:id="rId7" imgW="2158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4267200"/>
                        <a:ext cx="235585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791200" y="1828800"/>
            <a:ext cx="3886200" cy="914400"/>
            <a:chOff x="2688" y="960"/>
            <a:chExt cx="2448" cy="576"/>
          </a:xfrm>
        </p:grpSpPr>
        <p:sp>
          <p:nvSpPr>
            <p:cNvPr id="4132" name="AutoShape 21"/>
            <p:cNvSpPr>
              <a:spLocks noChangeArrowheads="1"/>
            </p:cNvSpPr>
            <p:nvPr/>
          </p:nvSpPr>
          <p:spPr bwMode="auto">
            <a:xfrm>
              <a:off x="2688" y="960"/>
              <a:ext cx="2400" cy="576"/>
            </a:xfrm>
            <a:prstGeom prst="wedgeRectCallout">
              <a:avLst>
                <a:gd name="adj1" fmla="val -36250"/>
                <a:gd name="adj2" fmla="val -82120"/>
              </a:avLst>
            </a:prstGeom>
            <a:gradFill rotWithShape="0">
              <a:gsLst>
                <a:gs pos="0">
                  <a:srgbClr val="762F5E"/>
                </a:gs>
                <a:gs pos="50000">
                  <a:srgbClr val="FF66CC"/>
                </a:gs>
                <a:gs pos="100000">
                  <a:srgbClr val="762F5E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zh-CN" sz="2800"/>
            </a:p>
          </p:txBody>
        </p:sp>
        <p:sp>
          <p:nvSpPr>
            <p:cNvPr id="4133" name="Text Box 22"/>
            <p:cNvSpPr txBox="1">
              <a:spLocks noChangeArrowheads="1"/>
            </p:cNvSpPr>
            <p:nvPr/>
          </p:nvSpPr>
          <p:spPr bwMode="auto">
            <a:xfrm>
              <a:off x="2718" y="994"/>
              <a:ext cx="2418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dirty="0"/>
                <a:t>        </a:t>
              </a:r>
              <a:r>
                <a:rPr lang="zh-CN" altLang="en-US" sz="2800" b="1" dirty="0">
                  <a:solidFill>
                    <a:schemeClr val="bg1"/>
                  </a:solidFill>
                </a:rPr>
                <a:t>流体的密度与速度均不随时间而变化</a:t>
              </a:r>
            </a:p>
          </p:txBody>
        </p:sp>
      </p:grpSp>
      <p:sp>
        <p:nvSpPr>
          <p:cNvPr id="413719" name="Rectangle 23"/>
          <p:cNvSpPr>
            <a:spLocks noChangeArrowheads="1"/>
          </p:cNvSpPr>
          <p:nvPr/>
        </p:nvSpPr>
        <p:spPr bwMode="auto">
          <a:xfrm>
            <a:off x="7435850" y="1004888"/>
            <a:ext cx="2546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</a:rPr>
              <a:t>(</a:t>
            </a:r>
            <a:r>
              <a:rPr lang="zh-CN" altLang="en-US" sz="2800" b="1">
                <a:solidFill>
                  <a:srgbClr val="000000"/>
                </a:solidFill>
              </a:rPr>
              <a:t>假定密度为</a:t>
            </a:r>
            <a:r>
              <a:rPr lang="en-US" altLang="zh-CN" sz="2800" b="1">
                <a:solidFill>
                  <a:srgbClr val="000000"/>
                </a:solidFill>
              </a:rPr>
              <a:t>1)</a:t>
            </a:r>
          </a:p>
        </p:txBody>
      </p:sp>
      <p:sp>
        <p:nvSpPr>
          <p:cNvPr id="413720" name="Rectangle 24"/>
          <p:cNvSpPr>
            <a:spLocks noChangeArrowheads="1"/>
          </p:cNvSpPr>
          <p:nvPr/>
        </p:nvSpPr>
        <p:spPr bwMode="auto">
          <a:xfrm>
            <a:off x="2362200" y="16144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的速度场由</a:t>
            </a:r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6553200" y="457200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" name="Equation" r:id="rId9" imgW="228600" imgH="304560" progId="Equation.3">
                  <p:embed/>
                </p:oleObj>
              </mc:Choice>
              <mc:Fallback>
                <p:oleObj name="Equation" r:id="rId9" imgW="2286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57200"/>
                        <a:ext cx="228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4" name="Text Box 28"/>
          <p:cNvSpPr txBox="1">
            <a:spLocks noChangeArrowheads="1"/>
          </p:cNvSpPr>
          <p:nvPr/>
        </p:nvSpPr>
        <p:spPr bwMode="auto">
          <a:xfrm>
            <a:off x="6096000" y="3048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当</a:t>
            </a:r>
          </a:p>
        </p:txBody>
      </p:sp>
      <p:sp>
        <p:nvSpPr>
          <p:cNvPr id="4115" name="Text Box 29"/>
          <p:cNvSpPr txBox="1">
            <a:spLocks noChangeArrowheads="1"/>
          </p:cNvSpPr>
          <p:nvPr/>
        </p:nvSpPr>
        <p:spPr bwMode="auto">
          <a:xfrm>
            <a:off x="6705600" y="31908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不是常量</a:t>
            </a:r>
            <a:r>
              <a:rPr lang="en-US" altLang="zh-CN" sz="2800" dirty="0">
                <a:solidFill>
                  <a:srgbClr val="0000FF"/>
                </a:solidFill>
              </a:rPr>
              <a:t>,</a:t>
            </a:r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8356600" y="368300"/>
          <a:ext cx="93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" name="Equation" r:id="rId11" imgW="939600" imgH="393480" progId="Equation.3">
                  <p:embed/>
                </p:oleObj>
              </mc:Choice>
              <mc:Fallback>
                <p:oleObj name="Equation" r:id="rId11" imgW="939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368300"/>
                        <a:ext cx="93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" name="Text Box 31"/>
          <p:cNvSpPr txBox="1">
            <a:spLocks noChangeArrowheads="1"/>
          </p:cNvSpPr>
          <p:nvPr/>
        </p:nvSpPr>
        <p:spPr bwMode="auto">
          <a:xfrm>
            <a:off x="9220200" y="3048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曲面</a:t>
            </a:r>
          </a:p>
        </p:txBody>
      </p:sp>
      <p:sp>
        <p:nvSpPr>
          <p:cNvPr id="413728" name="Text Box 32"/>
          <p:cNvSpPr txBox="1">
            <a:spLocks noChangeArrowheads="1"/>
          </p:cNvSpPr>
          <p:nvPr/>
        </p:nvSpPr>
        <p:spPr bwMode="auto">
          <a:xfrm>
            <a:off x="4876800" y="4205288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求在单位</a:t>
            </a:r>
          </a:p>
        </p:txBody>
      </p:sp>
      <p:sp>
        <p:nvSpPr>
          <p:cNvPr id="413729" name="Text Box 33"/>
          <p:cNvSpPr txBox="1">
            <a:spLocks noChangeArrowheads="1"/>
          </p:cNvSpPr>
          <p:nvPr/>
        </p:nvSpPr>
        <p:spPr bwMode="auto">
          <a:xfrm>
            <a:off x="2514600" y="47244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时间内流向</a:t>
            </a:r>
          </a:p>
        </p:txBody>
      </p:sp>
      <p:graphicFrame>
        <p:nvGraphicFramePr>
          <p:cNvPr id="413730" name="Object 7"/>
          <p:cNvGraphicFramePr>
            <a:graphicFrameLocks noChangeAspect="1"/>
          </p:cNvGraphicFramePr>
          <p:nvPr/>
        </p:nvGraphicFramePr>
        <p:xfrm>
          <a:off x="4495800" y="4876800"/>
          <a:ext cx="317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1" name="Equation" r:id="rId13" imgW="317160" imgH="291960" progId="Equation.3">
                  <p:embed/>
                </p:oleObj>
              </mc:Choice>
              <mc:Fallback>
                <p:oleObj name="Equation" r:id="rId13" imgW="3171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876800"/>
                        <a:ext cx="317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31" name="Text Box 35"/>
          <p:cNvSpPr txBox="1">
            <a:spLocks noChangeArrowheads="1"/>
          </p:cNvSpPr>
          <p:nvPr/>
        </p:nvSpPr>
        <p:spPr bwMode="auto">
          <a:xfrm>
            <a:off x="4800600" y="47386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指定侧的</a:t>
            </a:r>
          </a:p>
        </p:txBody>
      </p:sp>
      <p:sp>
        <p:nvSpPr>
          <p:cNvPr id="413732" name="Text Box 36"/>
          <p:cNvSpPr txBox="1">
            <a:spLocks noChangeArrowheads="1"/>
          </p:cNvSpPr>
          <p:nvPr/>
        </p:nvSpPr>
        <p:spPr bwMode="auto">
          <a:xfrm>
            <a:off x="2514600" y="52720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流体的质量</a:t>
            </a:r>
          </a:p>
        </p:txBody>
      </p:sp>
      <p:graphicFrame>
        <p:nvGraphicFramePr>
          <p:cNvPr id="413733" name="Object 8"/>
          <p:cNvGraphicFramePr>
            <a:graphicFrameLocks noChangeAspect="1"/>
          </p:cNvGraphicFramePr>
          <p:nvPr/>
        </p:nvGraphicFramePr>
        <p:xfrm>
          <a:off x="4419600" y="5416550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2" name="Equation" r:id="rId15" imgW="406080" imgH="304560" progId="Equation.3">
                  <p:embed/>
                </p:oleObj>
              </mc:Choice>
              <mc:Fallback>
                <p:oleObj name="Equation" r:id="rId15" imgW="4060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416550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34" name="Object 9"/>
          <p:cNvGraphicFramePr>
            <a:graphicFrameLocks noChangeAspect="1"/>
          </p:cNvGraphicFramePr>
          <p:nvPr/>
        </p:nvGraphicFramePr>
        <p:xfrm>
          <a:off x="3416300" y="3048000"/>
          <a:ext cx="317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" name="Equation" r:id="rId17" imgW="317160" imgH="291960" progId="Equation.3">
                  <p:embed/>
                </p:oleObj>
              </mc:Choice>
              <mc:Fallback>
                <p:oleObj name="Equation" r:id="rId17" imgW="3171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3048000"/>
                        <a:ext cx="317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35" name="Rectangle 39"/>
          <p:cNvSpPr>
            <a:spLocks noChangeArrowheads="1"/>
          </p:cNvSpPr>
          <p:nvPr/>
        </p:nvSpPr>
        <p:spPr bwMode="auto">
          <a:xfrm>
            <a:off x="3648075" y="2924176"/>
            <a:ext cx="472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是速度场中的一片</a:t>
            </a:r>
            <a:r>
              <a:rPr lang="zh-CN" altLang="en-US" sz="2800" b="1">
                <a:solidFill>
                  <a:srgbClr val="0000FF"/>
                </a:solidFill>
              </a:rPr>
              <a:t>有向曲面</a:t>
            </a:r>
            <a:r>
              <a:rPr lang="en-US" altLang="zh-CN" sz="2800" b="1">
                <a:solidFill>
                  <a:srgbClr val="0000FF"/>
                </a:solidFill>
              </a:rPr>
              <a:t>,</a:t>
            </a:r>
          </a:p>
        </p:txBody>
      </p:sp>
      <p:pic>
        <p:nvPicPr>
          <p:cNvPr id="413741" name="Picture 45" descr="lc-10-5-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563" y="41148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7466016" y="4741864"/>
            <a:ext cx="2439988" cy="1354137"/>
            <a:chOff x="3733" y="3035"/>
            <a:chExt cx="1537" cy="853"/>
          </a:xfrm>
        </p:grpSpPr>
        <p:sp>
          <p:nvSpPr>
            <p:cNvPr id="4124" name="Arc 47"/>
            <p:cNvSpPr>
              <a:spLocks/>
            </p:cNvSpPr>
            <p:nvPr/>
          </p:nvSpPr>
          <p:spPr bwMode="auto">
            <a:xfrm rot="2308709" flipH="1" flipV="1">
              <a:off x="4048" y="3560"/>
              <a:ext cx="128" cy="304"/>
            </a:xfrm>
            <a:custGeom>
              <a:avLst/>
              <a:gdLst>
                <a:gd name="T0" fmla="*/ 0 w 21600"/>
                <a:gd name="T1" fmla="*/ 0 h 18386"/>
                <a:gd name="T2" fmla="*/ 0 w 21600"/>
                <a:gd name="T3" fmla="*/ 0 h 18386"/>
                <a:gd name="T4" fmla="*/ 0 w 21600"/>
                <a:gd name="T5" fmla="*/ 0 h 1838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386"/>
                <a:gd name="T11" fmla="*/ 21600 w 21600"/>
                <a:gd name="T12" fmla="*/ 18386 h 183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386" fill="none" extrusionOk="0">
                  <a:moveTo>
                    <a:pt x="12868" y="0"/>
                  </a:moveTo>
                  <a:cubicBezTo>
                    <a:pt x="18361" y="4074"/>
                    <a:pt x="21600" y="10509"/>
                    <a:pt x="21600" y="17348"/>
                  </a:cubicBezTo>
                  <a:cubicBezTo>
                    <a:pt x="21600" y="17694"/>
                    <a:pt x="21591" y="18040"/>
                    <a:pt x="21575" y="18386"/>
                  </a:cubicBezTo>
                </a:path>
                <a:path w="21600" h="18386" stroke="0" extrusionOk="0">
                  <a:moveTo>
                    <a:pt x="12868" y="0"/>
                  </a:moveTo>
                  <a:cubicBezTo>
                    <a:pt x="18361" y="4074"/>
                    <a:pt x="21600" y="10509"/>
                    <a:pt x="21600" y="17348"/>
                  </a:cubicBezTo>
                  <a:cubicBezTo>
                    <a:pt x="21600" y="17694"/>
                    <a:pt x="21591" y="18040"/>
                    <a:pt x="21575" y="18386"/>
                  </a:cubicBezTo>
                  <a:lnTo>
                    <a:pt x="0" y="17348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Arc 48"/>
            <p:cNvSpPr>
              <a:spLocks/>
            </p:cNvSpPr>
            <p:nvPr/>
          </p:nvSpPr>
          <p:spPr bwMode="auto">
            <a:xfrm rot="3595531" flipH="1" flipV="1">
              <a:off x="4692" y="2830"/>
              <a:ext cx="208" cy="948"/>
            </a:xfrm>
            <a:custGeom>
              <a:avLst/>
              <a:gdLst>
                <a:gd name="T0" fmla="*/ 0 w 19746"/>
                <a:gd name="T1" fmla="*/ 0 h 19162"/>
                <a:gd name="T2" fmla="*/ 0 w 19746"/>
                <a:gd name="T3" fmla="*/ 0 h 19162"/>
                <a:gd name="T4" fmla="*/ 0 w 19746"/>
                <a:gd name="T5" fmla="*/ 0 h 19162"/>
                <a:gd name="T6" fmla="*/ 0 60000 65536"/>
                <a:gd name="T7" fmla="*/ 0 60000 65536"/>
                <a:gd name="T8" fmla="*/ 0 60000 65536"/>
                <a:gd name="T9" fmla="*/ 0 w 19746"/>
                <a:gd name="T10" fmla="*/ 0 h 19162"/>
                <a:gd name="T11" fmla="*/ 19746 w 19746"/>
                <a:gd name="T12" fmla="*/ 19162 h 19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46" h="19162" fill="none" extrusionOk="0">
                  <a:moveTo>
                    <a:pt x="9969" y="0"/>
                  </a:moveTo>
                  <a:cubicBezTo>
                    <a:pt x="14313" y="2260"/>
                    <a:pt x="17761" y="5930"/>
                    <a:pt x="19746" y="10406"/>
                  </a:cubicBezTo>
                </a:path>
                <a:path w="19746" h="19162" stroke="0" extrusionOk="0">
                  <a:moveTo>
                    <a:pt x="9969" y="0"/>
                  </a:moveTo>
                  <a:cubicBezTo>
                    <a:pt x="14313" y="2260"/>
                    <a:pt x="17761" y="5930"/>
                    <a:pt x="19746" y="10406"/>
                  </a:cubicBezTo>
                  <a:lnTo>
                    <a:pt x="0" y="19162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6" name="Arc 49"/>
            <p:cNvSpPr>
              <a:spLocks/>
            </p:cNvSpPr>
            <p:nvPr/>
          </p:nvSpPr>
          <p:spPr bwMode="auto">
            <a:xfrm rot="1754178" flipH="1" flipV="1">
              <a:off x="3733" y="3504"/>
              <a:ext cx="203" cy="311"/>
            </a:xfrm>
            <a:custGeom>
              <a:avLst/>
              <a:gdLst>
                <a:gd name="T0" fmla="*/ 0 w 21600"/>
                <a:gd name="T1" fmla="*/ 0 h 15253"/>
                <a:gd name="T2" fmla="*/ 0 w 21600"/>
                <a:gd name="T3" fmla="*/ 0 h 15253"/>
                <a:gd name="T4" fmla="*/ 0 w 21600"/>
                <a:gd name="T5" fmla="*/ 0 h 1525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5253"/>
                <a:gd name="T11" fmla="*/ 21600 w 21600"/>
                <a:gd name="T12" fmla="*/ 15253 h 15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5253" fill="none" extrusionOk="0">
                  <a:moveTo>
                    <a:pt x="15293" y="0"/>
                  </a:moveTo>
                  <a:cubicBezTo>
                    <a:pt x="19332" y="4049"/>
                    <a:pt x="21600" y="9534"/>
                    <a:pt x="21600" y="15253"/>
                  </a:cubicBezTo>
                </a:path>
                <a:path w="21600" h="15253" stroke="0" extrusionOk="0">
                  <a:moveTo>
                    <a:pt x="15293" y="0"/>
                  </a:moveTo>
                  <a:cubicBezTo>
                    <a:pt x="19332" y="4049"/>
                    <a:pt x="21600" y="9534"/>
                    <a:pt x="21600" y="15253"/>
                  </a:cubicBezTo>
                  <a:lnTo>
                    <a:pt x="0" y="15253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Arc 50"/>
            <p:cNvSpPr>
              <a:spLocks/>
            </p:cNvSpPr>
            <p:nvPr/>
          </p:nvSpPr>
          <p:spPr bwMode="auto">
            <a:xfrm rot="2115838" flipH="1" flipV="1">
              <a:off x="3859" y="3504"/>
              <a:ext cx="173" cy="309"/>
            </a:xfrm>
            <a:custGeom>
              <a:avLst/>
              <a:gdLst>
                <a:gd name="T0" fmla="*/ 0 w 21600"/>
                <a:gd name="T1" fmla="*/ 0 h 15236"/>
                <a:gd name="T2" fmla="*/ 0 w 21600"/>
                <a:gd name="T3" fmla="*/ 0 h 15236"/>
                <a:gd name="T4" fmla="*/ 0 w 21600"/>
                <a:gd name="T5" fmla="*/ 0 h 1523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5236"/>
                <a:gd name="T11" fmla="*/ 21600 w 21600"/>
                <a:gd name="T12" fmla="*/ 15236 h 152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5236" fill="none" extrusionOk="0">
                  <a:moveTo>
                    <a:pt x="15310" y="0"/>
                  </a:moveTo>
                  <a:cubicBezTo>
                    <a:pt x="19338" y="4047"/>
                    <a:pt x="21600" y="9525"/>
                    <a:pt x="21600" y="15236"/>
                  </a:cubicBezTo>
                </a:path>
                <a:path w="21600" h="15236" stroke="0" extrusionOk="0">
                  <a:moveTo>
                    <a:pt x="15310" y="0"/>
                  </a:moveTo>
                  <a:cubicBezTo>
                    <a:pt x="19338" y="4047"/>
                    <a:pt x="21600" y="9525"/>
                    <a:pt x="21600" y="15236"/>
                  </a:cubicBezTo>
                  <a:lnTo>
                    <a:pt x="0" y="15236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Arc 51"/>
            <p:cNvSpPr>
              <a:spLocks/>
            </p:cNvSpPr>
            <p:nvPr/>
          </p:nvSpPr>
          <p:spPr bwMode="auto">
            <a:xfrm rot="2792953" flipH="1" flipV="1">
              <a:off x="4177" y="3649"/>
              <a:ext cx="186" cy="292"/>
            </a:xfrm>
            <a:custGeom>
              <a:avLst/>
              <a:gdLst>
                <a:gd name="T0" fmla="*/ 0 w 21490"/>
                <a:gd name="T1" fmla="*/ 0 h 16500"/>
                <a:gd name="T2" fmla="*/ 0 w 21490"/>
                <a:gd name="T3" fmla="*/ 0 h 16500"/>
                <a:gd name="T4" fmla="*/ 0 w 21490"/>
                <a:gd name="T5" fmla="*/ 0 h 16500"/>
                <a:gd name="T6" fmla="*/ 0 60000 65536"/>
                <a:gd name="T7" fmla="*/ 0 60000 65536"/>
                <a:gd name="T8" fmla="*/ 0 60000 65536"/>
                <a:gd name="T9" fmla="*/ 0 w 21490"/>
                <a:gd name="T10" fmla="*/ 0 h 16500"/>
                <a:gd name="T11" fmla="*/ 21490 w 21490"/>
                <a:gd name="T12" fmla="*/ 16500 h 165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90" h="16500" fill="none" extrusionOk="0">
                  <a:moveTo>
                    <a:pt x="13939" y="0"/>
                  </a:moveTo>
                  <a:cubicBezTo>
                    <a:pt x="18218" y="3615"/>
                    <a:pt x="20925" y="8751"/>
                    <a:pt x="21490" y="14323"/>
                  </a:cubicBezTo>
                </a:path>
                <a:path w="21490" h="16500" stroke="0" extrusionOk="0">
                  <a:moveTo>
                    <a:pt x="13939" y="0"/>
                  </a:moveTo>
                  <a:cubicBezTo>
                    <a:pt x="18218" y="3615"/>
                    <a:pt x="20925" y="8751"/>
                    <a:pt x="21490" y="14323"/>
                  </a:cubicBezTo>
                  <a:lnTo>
                    <a:pt x="0" y="16500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9" name="Arc 52"/>
            <p:cNvSpPr>
              <a:spLocks/>
            </p:cNvSpPr>
            <p:nvPr/>
          </p:nvSpPr>
          <p:spPr bwMode="auto">
            <a:xfrm rot="3687816" flipH="1" flipV="1">
              <a:off x="3990" y="2952"/>
              <a:ext cx="203" cy="517"/>
            </a:xfrm>
            <a:custGeom>
              <a:avLst/>
              <a:gdLst>
                <a:gd name="T0" fmla="*/ 0 w 21600"/>
                <a:gd name="T1" fmla="*/ 0 h 19162"/>
                <a:gd name="T2" fmla="*/ 0 w 21600"/>
                <a:gd name="T3" fmla="*/ 0 h 19162"/>
                <a:gd name="T4" fmla="*/ 0 w 21600"/>
                <a:gd name="T5" fmla="*/ 0 h 1916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62"/>
                <a:gd name="T11" fmla="*/ 21600 w 21600"/>
                <a:gd name="T12" fmla="*/ 19162 h 19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62" fill="none" extrusionOk="0">
                  <a:moveTo>
                    <a:pt x="9969" y="0"/>
                  </a:moveTo>
                  <a:cubicBezTo>
                    <a:pt x="17116" y="3718"/>
                    <a:pt x="21600" y="11105"/>
                    <a:pt x="21600" y="19162"/>
                  </a:cubicBezTo>
                </a:path>
                <a:path w="21600" h="19162" stroke="0" extrusionOk="0">
                  <a:moveTo>
                    <a:pt x="9969" y="0"/>
                  </a:moveTo>
                  <a:cubicBezTo>
                    <a:pt x="17116" y="3718"/>
                    <a:pt x="21600" y="11105"/>
                    <a:pt x="21600" y="19162"/>
                  </a:cubicBezTo>
                  <a:lnTo>
                    <a:pt x="0" y="19162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0" name="Arc 53"/>
            <p:cNvSpPr>
              <a:spLocks/>
            </p:cNvSpPr>
            <p:nvPr/>
          </p:nvSpPr>
          <p:spPr bwMode="auto">
            <a:xfrm rot="4302175" flipH="1" flipV="1">
              <a:off x="4264" y="2892"/>
              <a:ext cx="325" cy="612"/>
            </a:xfrm>
            <a:custGeom>
              <a:avLst/>
              <a:gdLst>
                <a:gd name="T0" fmla="*/ 0 w 21274"/>
                <a:gd name="T1" fmla="*/ 0 h 17792"/>
                <a:gd name="T2" fmla="*/ 0 w 21274"/>
                <a:gd name="T3" fmla="*/ 0 h 17792"/>
                <a:gd name="T4" fmla="*/ 0 w 21274"/>
                <a:gd name="T5" fmla="*/ 0 h 17792"/>
                <a:gd name="T6" fmla="*/ 0 60000 65536"/>
                <a:gd name="T7" fmla="*/ 0 60000 65536"/>
                <a:gd name="T8" fmla="*/ 0 60000 65536"/>
                <a:gd name="T9" fmla="*/ 0 w 21274"/>
                <a:gd name="T10" fmla="*/ 0 h 17792"/>
                <a:gd name="T11" fmla="*/ 21274 w 21274"/>
                <a:gd name="T12" fmla="*/ 17792 h 177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74" h="17792" fill="none" extrusionOk="0">
                  <a:moveTo>
                    <a:pt x="12247" y="0"/>
                  </a:moveTo>
                  <a:cubicBezTo>
                    <a:pt x="17019" y="3285"/>
                    <a:pt x="20271" y="8349"/>
                    <a:pt x="21274" y="14054"/>
                  </a:cubicBezTo>
                </a:path>
                <a:path w="21274" h="17792" stroke="0" extrusionOk="0">
                  <a:moveTo>
                    <a:pt x="12247" y="0"/>
                  </a:moveTo>
                  <a:cubicBezTo>
                    <a:pt x="17019" y="3285"/>
                    <a:pt x="20271" y="8349"/>
                    <a:pt x="21274" y="14054"/>
                  </a:cubicBezTo>
                  <a:lnTo>
                    <a:pt x="0" y="17792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1" name="Arc 54"/>
            <p:cNvSpPr>
              <a:spLocks/>
            </p:cNvSpPr>
            <p:nvPr/>
          </p:nvSpPr>
          <p:spPr bwMode="auto">
            <a:xfrm rot="3636107" flipH="1" flipV="1">
              <a:off x="4596" y="2688"/>
              <a:ext cx="204" cy="947"/>
            </a:xfrm>
            <a:custGeom>
              <a:avLst/>
              <a:gdLst>
                <a:gd name="T0" fmla="*/ 0 w 19323"/>
                <a:gd name="T1" fmla="*/ 0 h 19162"/>
                <a:gd name="T2" fmla="*/ 0 w 19323"/>
                <a:gd name="T3" fmla="*/ 0 h 19162"/>
                <a:gd name="T4" fmla="*/ 0 w 19323"/>
                <a:gd name="T5" fmla="*/ 0 h 19162"/>
                <a:gd name="T6" fmla="*/ 0 60000 65536"/>
                <a:gd name="T7" fmla="*/ 0 60000 65536"/>
                <a:gd name="T8" fmla="*/ 0 60000 65536"/>
                <a:gd name="T9" fmla="*/ 0 w 19323"/>
                <a:gd name="T10" fmla="*/ 0 h 19162"/>
                <a:gd name="T11" fmla="*/ 19323 w 19323"/>
                <a:gd name="T12" fmla="*/ 19162 h 19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23" h="19162" fill="none" extrusionOk="0">
                  <a:moveTo>
                    <a:pt x="9969" y="0"/>
                  </a:moveTo>
                  <a:cubicBezTo>
                    <a:pt x="14012" y="2103"/>
                    <a:pt x="17285" y="5431"/>
                    <a:pt x="19322" y="9508"/>
                  </a:cubicBezTo>
                </a:path>
                <a:path w="19323" h="19162" stroke="0" extrusionOk="0">
                  <a:moveTo>
                    <a:pt x="9969" y="0"/>
                  </a:moveTo>
                  <a:cubicBezTo>
                    <a:pt x="14012" y="2103"/>
                    <a:pt x="17285" y="5431"/>
                    <a:pt x="19322" y="9508"/>
                  </a:cubicBezTo>
                  <a:lnTo>
                    <a:pt x="0" y="19162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9127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3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1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1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1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 animBg="1"/>
      <p:bldP spid="413699" grpId="0" animBg="1"/>
      <p:bldP spid="413710" grpId="0" autoUpdateAnimBg="0"/>
      <p:bldP spid="413712" grpId="0" autoUpdateAnimBg="0"/>
      <p:bldP spid="413713" grpId="0" autoUpdateAnimBg="0"/>
      <p:bldP spid="413719" grpId="0" autoUpdateAnimBg="0"/>
      <p:bldP spid="413720" grpId="0" autoUpdateAnimBg="0"/>
      <p:bldP spid="413728" grpId="0" autoUpdateAnimBg="0"/>
      <p:bldP spid="413729" grpId="0" autoUpdateAnimBg="0"/>
      <p:bldP spid="413731" grpId="0" autoUpdateAnimBg="0"/>
      <p:bldP spid="413732" grpId="0" autoUpdateAnimBg="0"/>
      <p:bldP spid="41373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298208" y="1700466"/>
            <a:ext cx="3749675" cy="3881438"/>
            <a:chOff x="720" y="1393"/>
            <a:chExt cx="2362" cy="2445"/>
          </a:xfrm>
        </p:grpSpPr>
        <p:grpSp>
          <p:nvGrpSpPr>
            <p:cNvPr id="5155" name="Group 3"/>
            <p:cNvGrpSpPr>
              <a:grpSpLocks/>
            </p:cNvGrpSpPr>
            <p:nvPr/>
          </p:nvGrpSpPr>
          <p:grpSpPr bwMode="auto">
            <a:xfrm>
              <a:off x="720" y="1800"/>
              <a:ext cx="2038" cy="2038"/>
              <a:chOff x="720" y="1800"/>
              <a:chExt cx="2038" cy="2038"/>
            </a:xfrm>
          </p:grpSpPr>
          <p:pic>
            <p:nvPicPr>
              <p:cNvPr id="5161" name="Picture 4" descr="l-20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0" y="1800"/>
                <a:ext cx="2038" cy="20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5140" name="Object 20"/>
              <p:cNvGraphicFramePr>
                <a:graphicFrameLocks noChangeAspect="1"/>
              </p:cNvGraphicFramePr>
              <p:nvPr/>
            </p:nvGraphicFramePr>
            <p:xfrm>
              <a:off x="1272" y="2498"/>
              <a:ext cx="144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386" name="公式" r:id="rId4" imgW="266400" imgH="304560" progId="Equation.3">
                      <p:embed/>
                    </p:oleObj>
                  </mc:Choice>
                  <mc:Fallback>
                    <p:oleObj name="公式" r:id="rId4" imgW="26640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2" y="2498"/>
                            <a:ext cx="144" cy="142"/>
                          </a:xfrm>
                          <a:prstGeom prst="rect">
                            <a:avLst/>
                          </a:prstGeom>
                          <a:solidFill>
                            <a:srgbClr val="FF3300"/>
                          </a:solidFill>
                          <a:ln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56" name="Group 6"/>
            <p:cNvGrpSpPr>
              <a:grpSpLocks/>
            </p:cNvGrpSpPr>
            <p:nvPr/>
          </p:nvGrpSpPr>
          <p:grpSpPr bwMode="auto">
            <a:xfrm>
              <a:off x="946" y="1393"/>
              <a:ext cx="2136" cy="2046"/>
              <a:chOff x="2002" y="1873"/>
              <a:chExt cx="2136" cy="2046"/>
            </a:xfrm>
          </p:grpSpPr>
          <p:sp>
            <p:nvSpPr>
              <p:cNvPr id="5157" name="Line 7"/>
              <p:cNvSpPr>
                <a:spLocks noChangeShapeType="1"/>
              </p:cNvSpPr>
              <p:nvPr/>
            </p:nvSpPr>
            <p:spPr bwMode="auto">
              <a:xfrm flipV="1">
                <a:off x="2757" y="2047"/>
                <a:ext cx="0" cy="641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58" name="Line 8"/>
              <p:cNvSpPr>
                <a:spLocks noChangeShapeType="1"/>
              </p:cNvSpPr>
              <p:nvPr/>
            </p:nvSpPr>
            <p:spPr bwMode="auto">
              <a:xfrm flipV="1">
                <a:off x="2757" y="2683"/>
                <a:ext cx="0" cy="469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59" name="Line 9"/>
              <p:cNvSpPr>
                <a:spLocks noChangeShapeType="1"/>
              </p:cNvSpPr>
              <p:nvPr/>
            </p:nvSpPr>
            <p:spPr bwMode="auto">
              <a:xfrm>
                <a:off x="2736" y="3168"/>
                <a:ext cx="1292" cy="6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60" name="Line 10"/>
              <p:cNvSpPr>
                <a:spLocks noChangeShapeType="1"/>
              </p:cNvSpPr>
              <p:nvPr/>
            </p:nvSpPr>
            <p:spPr bwMode="auto">
              <a:xfrm flipH="1">
                <a:off x="2093" y="3152"/>
                <a:ext cx="664" cy="570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136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36797281"/>
                  </p:ext>
                </p:extLst>
              </p:nvPr>
            </p:nvGraphicFramePr>
            <p:xfrm>
              <a:off x="2002" y="3748"/>
              <a:ext cx="199" cy="1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387" name="Equation" r:id="rId6" imgW="139680" imgH="139680" progId="Equation.DSMT4">
                      <p:embed/>
                    </p:oleObj>
                  </mc:Choice>
                  <mc:Fallback>
                    <p:oleObj name="Equation" r:id="rId6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02" y="3748"/>
                            <a:ext cx="199" cy="1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7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5491017"/>
                  </p:ext>
                </p:extLst>
              </p:nvPr>
            </p:nvGraphicFramePr>
            <p:xfrm>
              <a:off x="3927" y="3195"/>
              <a:ext cx="211" cy="2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388" name="Equation" r:id="rId8" imgW="139680" imgH="164880" progId="Equation.DSMT4">
                      <p:embed/>
                    </p:oleObj>
                  </mc:Choice>
                  <mc:Fallback>
                    <p:oleObj name="Equation" r:id="rId8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7" y="3195"/>
                            <a:ext cx="211" cy="2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8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33809694"/>
                  </p:ext>
                </p:extLst>
              </p:nvPr>
            </p:nvGraphicFramePr>
            <p:xfrm>
              <a:off x="2759" y="1873"/>
              <a:ext cx="18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389" name="Equation" r:id="rId10" imgW="114120" imgH="139680" progId="Equation.DSMT4">
                      <p:embed/>
                    </p:oleObj>
                  </mc:Choice>
                  <mc:Fallback>
                    <p:oleObj name="Equation" r:id="rId10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9" y="1873"/>
                            <a:ext cx="188" cy="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9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4845610"/>
                  </p:ext>
                </p:extLst>
              </p:nvPr>
            </p:nvGraphicFramePr>
            <p:xfrm>
              <a:off x="2751" y="3200"/>
              <a:ext cx="225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390" name="Equation" r:id="rId12" imgW="126720" imgH="139680" progId="Equation.DSMT4">
                      <p:embed/>
                    </p:oleObj>
                  </mc:Choice>
                  <mc:Fallback>
                    <p:oleObj name="Equation" r:id="rId12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1" y="3200"/>
                            <a:ext cx="225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8192108" y="2397218"/>
            <a:ext cx="1836737" cy="1476376"/>
            <a:chOff x="2682" y="1626"/>
            <a:chExt cx="1157" cy="930"/>
          </a:xfrm>
        </p:grpSpPr>
        <p:sp>
          <p:nvSpPr>
            <p:cNvPr id="5153" name="AutoShape 16"/>
            <p:cNvSpPr>
              <a:spLocks noChangeArrowheads="1"/>
            </p:cNvSpPr>
            <p:nvPr/>
          </p:nvSpPr>
          <p:spPr bwMode="auto">
            <a:xfrm rot="6196898">
              <a:off x="3642" y="2358"/>
              <a:ext cx="204" cy="191"/>
            </a:xfrm>
            <a:prstGeom prst="flowChartOnlineStorage">
              <a:avLst/>
            </a:prstGeom>
            <a:solidFill>
              <a:srgbClr val="FF9933"/>
            </a:solidFill>
            <a:ln w="19050">
              <a:solidFill>
                <a:srgbClr val="FFFF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135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3841849"/>
                </p:ext>
              </p:extLst>
            </p:nvPr>
          </p:nvGraphicFramePr>
          <p:xfrm>
            <a:off x="2682" y="1626"/>
            <a:ext cx="34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91" name="Equation" r:id="rId14" imgW="266400" imgH="228600" progId="Equation.DSMT4">
                    <p:embed/>
                  </p:oleObj>
                </mc:Choice>
                <mc:Fallback>
                  <p:oleObj name="Equation" r:id="rId14" imgW="266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2" y="1626"/>
                          <a:ext cx="342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4" name="Line 18"/>
            <p:cNvSpPr>
              <a:spLocks noChangeShapeType="1"/>
            </p:cNvSpPr>
            <p:nvPr/>
          </p:nvSpPr>
          <p:spPr bwMode="auto">
            <a:xfrm>
              <a:off x="3020" y="1920"/>
              <a:ext cx="672" cy="528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485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05921"/>
              </p:ext>
            </p:extLst>
          </p:nvPr>
        </p:nvGraphicFramePr>
        <p:xfrm>
          <a:off x="10318088" y="2030912"/>
          <a:ext cx="361089" cy="546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92" name="Equation" r:id="rId16" imgW="152280" imgH="228600" progId="Equation.DSMT4">
                  <p:embed/>
                </p:oleObj>
              </mc:Choice>
              <mc:Fallback>
                <p:oleObj name="Equation" r:id="rId16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8088" y="2030912"/>
                        <a:ext cx="361089" cy="546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852" name="Line 20"/>
          <p:cNvSpPr>
            <a:spLocks noChangeShapeType="1"/>
          </p:cNvSpPr>
          <p:nvPr/>
        </p:nvSpPr>
        <p:spPr bwMode="auto">
          <a:xfrm rot="21043729" flipV="1">
            <a:off x="9757347" y="2391970"/>
            <a:ext cx="685800" cy="11890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4853" name="Line 21"/>
          <p:cNvSpPr>
            <a:spLocks noChangeShapeType="1"/>
          </p:cNvSpPr>
          <p:nvPr/>
        </p:nvSpPr>
        <p:spPr bwMode="auto">
          <a:xfrm flipV="1">
            <a:off x="9845122" y="2823612"/>
            <a:ext cx="0" cy="838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485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884948"/>
              </p:ext>
            </p:extLst>
          </p:nvPr>
        </p:nvGraphicFramePr>
        <p:xfrm>
          <a:off x="9672258" y="2415015"/>
          <a:ext cx="361177" cy="504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93" name="Equation" r:id="rId18" imgW="164880" imgH="228600" progId="Equation.DSMT4">
                  <p:embed/>
                </p:oleObj>
              </mc:Choice>
              <mc:Fallback>
                <p:oleObj name="Equation" r:id="rId18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72258" y="2415015"/>
                        <a:ext cx="361177" cy="504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6" name="Text Box 23"/>
          <p:cNvSpPr txBox="1">
            <a:spLocks noChangeArrowheads="1"/>
          </p:cNvSpPr>
          <p:nvPr/>
        </p:nvSpPr>
        <p:spPr bwMode="auto">
          <a:xfrm>
            <a:off x="1540740" y="94529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zh-CN" altLang="en-US" sz="2800" b="1" u="sng" dirty="0">
                <a:solidFill>
                  <a:srgbClr val="0000FF"/>
                </a:solidFill>
              </a:rPr>
              <a:t>分割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3314102" y="2865744"/>
            <a:ext cx="3154363" cy="519113"/>
            <a:chOff x="800" y="1941"/>
            <a:chExt cx="1987" cy="327"/>
          </a:xfrm>
        </p:grpSpPr>
        <p:sp>
          <p:nvSpPr>
            <p:cNvPr id="5152" name="Text Box 25"/>
            <p:cNvSpPr txBox="1">
              <a:spLocks noChangeArrowheads="1"/>
            </p:cNvSpPr>
            <p:nvPr/>
          </p:nvSpPr>
          <p:spPr bwMode="auto">
            <a:xfrm>
              <a:off x="800" y="1941"/>
              <a:ext cx="19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设该点流速为    </a:t>
              </a:r>
              <a:r>
                <a:rPr lang="zh-CN" altLang="en-US" sz="2800" dirty="0"/>
                <a:t>，</a:t>
              </a:r>
            </a:p>
          </p:txBody>
        </p:sp>
        <p:graphicFrame>
          <p:nvGraphicFramePr>
            <p:cNvPr id="5134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3721404"/>
                </p:ext>
              </p:extLst>
            </p:nvPr>
          </p:nvGraphicFramePr>
          <p:xfrm>
            <a:off x="2230" y="197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94" name="Equation" r:id="rId20" imgW="279360" imgH="457200" progId="Equation.DSMT4">
                    <p:embed/>
                  </p:oleObj>
                </mc:Choice>
                <mc:Fallback>
                  <p:oleObj name="Equation" r:id="rId20" imgW="27936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0" y="197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48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724436"/>
              </p:ext>
            </p:extLst>
          </p:nvPr>
        </p:nvGraphicFramePr>
        <p:xfrm>
          <a:off x="9768922" y="3641185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95" name="公式" r:id="rId22" imgW="139680" imgH="139680" progId="Equation.3">
                  <p:embed/>
                </p:oleObj>
              </mc:Choice>
              <mc:Fallback>
                <p:oleObj name="公式" r:id="rId22" imgW="1396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8922" y="3641185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9901814" y="2416930"/>
            <a:ext cx="2033588" cy="1274762"/>
            <a:chOff x="3792" y="1645"/>
            <a:chExt cx="1281" cy="803"/>
          </a:xfrm>
        </p:grpSpPr>
        <p:graphicFrame>
          <p:nvGraphicFramePr>
            <p:cNvPr id="5132" name="Object 12"/>
            <p:cNvGraphicFramePr>
              <a:graphicFrameLocks noChangeAspect="1"/>
            </p:cNvGraphicFramePr>
            <p:nvPr/>
          </p:nvGraphicFramePr>
          <p:xfrm>
            <a:off x="4224" y="1645"/>
            <a:ext cx="849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396" name="公式" r:id="rId24" imgW="660240" imgH="228600" progId="Equation.3">
                    <p:embed/>
                  </p:oleObj>
                </mc:Choice>
                <mc:Fallback>
                  <p:oleObj name="公式" r:id="rId24" imgW="6602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645"/>
                          <a:ext cx="849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0" name="Line 33"/>
            <p:cNvSpPr>
              <a:spLocks noChangeShapeType="1"/>
            </p:cNvSpPr>
            <p:nvPr/>
          </p:nvSpPr>
          <p:spPr bwMode="auto">
            <a:xfrm flipH="1">
              <a:off x="3792" y="1854"/>
              <a:ext cx="451" cy="59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48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844783"/>
              </p:ext>
            </p:extLst>
          </p:nvPr>
        </p:nvGraphicFramePr>
        <p:xfrm>
          <a:off x="2518570" y="1477739"/>
          <a:ext cx="37099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97" name="Equation" r:id="rId26" imgW="3479760" imgH="457200" progId="Equation.3">
                  <p:embed/>
                </p:oleObj>
              </mc:Choice>
              <mc:Fallback>
                <p:oleObj name="Equation" r:id="rId26" imgW="3479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570" y="1477739"/>
                        <a:ext cx="370998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769525"/>
              </p:ext>
            </p:extLst>
          </p:nvPr>
        </p:nvGraphicFramePr>
        <p:xfrm>
          <a:off x="6228557" y="1451068"/>
          <a:ext cx="2590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98" name="公式" r:id="rId28" imgW="1079280" imgH="228600" progId="Equation.3">
                  <p:embed/>
                </p:oleObj>
              </mc:Choice>
              <mc:Fallback>
                <p:oleObj name="公式" r:id="rId28" imgW="1079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557" y="1451068"/>
                        <a:ext cx="25908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801858"/>
              </p:ext>
            </p:extLst>
          </p:nvPr>
        </p:nvGraphicFramePr>
        <p:xfrm>
          <a:off x="1746244" y="2154378"/>
          <a:ext cx="342106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399" name="公式" r:id="rId30" imgW="1409400" imgH="215640" progId="Equation.3">
                  <p:embed/>
                </p:oleObj>
              </mc:Choice>
              <mc:Fallback>
                <p:oleObj name="公式" r:id="rId30" imgW="1409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44" y="2154378"/>
                        <a:ext cx="3421062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949970"/>
              </p:ext>
            </p:extLst>
          </p:nvPr>
        </p:nvGraphicFramePr>
        <p:xfrm>
          <a:off x="5220470" y="2147284"/>
          <a:ext cx="2755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00" name="公式" r:id="rId32" imgW="1180800" imgH="228600" progId="Equation.3">
                  <p:embed/>
                </p:oleObj>
              </mc:Choice>
              <mc:Fallback>
                <p:oleObj name="公式" r:id="rId32" imgW="1180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470" y="2147284"/>
                        <a:ext cx="2755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7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760660"/>
              </p:ext>
            </p:extLst>
          </p:nvPr>
        </p:nvGraphicFramePr>
        <p:xfrm>
          <a:off x="1726483" y="2856984"/>
          <a:ext cx="16303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01" name="公式" r:id="rId34" imgW="698400" imgH="228600" progId="Equation.3">
                  <p:embed/>
                </p:oleObj>
              </mc:Choice>
              <mc:Fallback>
                <p:oleObj name="公式" r:id="rId34" imgW="698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483" y="2856984"/>
                        <a:ext cx="16303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7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447295"/>
              </p:ext>
            </p:extLst>
          </p:nvPr>
        </p:nvGraphicFramePr>
        <p:xfrm>
          <a:off x="1761466" y="3702144"/>
          <a:ext cx="23098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02" name="Equation" r:id="rId36" imgW="2260440" imgH="431640" progId="Equation.3">
                  <p:embed/>
                </p:oleObj>
              </mc:Choice>
              <mc:Fallback>
                <p:oleObj name="Equation" r:id="rId36" imgW="22604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466" y="3702144"/>
                        <a:ext cx="23098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7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996827"/>
              </p:ext>
            </p:extLst>
          </p:nvPr>
        </p:nvGraphicFramePr>
        <p:xfrm>
          <a:off x="1606633" y="4508917"/>
          <a:ext cx="611897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03" name="Equation" r:id="rId38" imgW="2882880" imgH="253800" progId="Equation.DSMT4">
                  <p:embed/>
                </p:oleObj>
              </mc:Choice>
              <mc:Fallback>
                <p:oleObj name="Equation" r:id="rId38" imgW="2882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633" y="4508917"/>
                        <a:ext cx="6118978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24983" y="288003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203988626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04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0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0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0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0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52" grpId="0" animBg="1"/>
      <p:bldP spid="504853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143343" y="72369"/>
            <a:ext cx="3429000" cy="1066800"/>
            <a:chOff x="3792" y="70"/>
            <a:chExt cx="1968" cy="672"/>
          </a:xfrm>
        </p:grpSpPr>
        <p:sp>
          <p:nvSpPr>
            <p:cNvPr id="6160" name="AutoShape 3" descr="粉色砂纸"/>
            <p:cNvSpPr>
              <a:spLocks noChangeArrowheads="1"/>
            </p:cNvSpPr>
            <p:nvPr/>
          </p:nvSpPr>
          <p:spPr bwMode="auto">
            <a:xfrm>
              <a:off x="3792" y="70"/>
              <a:ext cx="1968" cy="672"/>
            </a:xfrm>
            <a:prstGeom prst="bevel">
              <a:avLst>
                <a:gd name="adj" fmla="val 6546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1" name="Text Box 4"/>
            <p:cNvSpPr txBox="1">
              <a:spLocks noChangeArrowheads="1"/>
            </p:cNvSpPr>
            <p:nvPr/>
          </p:nvSpPr>
          <p:spPr bwMode="auto">
            <a:xfrm>
              <a:off x="3792" y="105"/>
              <a:ext cx="18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99"/>
                  </a:solidFill>
                </a:rPr>
                <a:t>常向量</a:t>
              </a:r>
              <a:r>
                <a:rPr lang="en-US" altLang="zh-CN" sz="2800" b="1" dirty="0">
                  <a:solidFill>
                    <a:srgbClr val="000099"/>
                  </a:solidFill>
                </a:rPr>
                <a:t>,</a:t>
              </a:r>
              <a:r>
                <a:rPr lang="zh-CN" altLang="en-US" sz="2800" b="1" dirty="0">
                  <a:solidFill>
                    <a:srgbClr val="000099"/>
                  </a:solidFill>
                </a:rPr>
                <a:t>有向平面</a:t>
              </a:r>
            </a:p>
          </p:txBody>
        </p:sp>
      </p:grpSp>
      <p:graphicFrame>
        <p:nvGraphicFramePr>
          <p:cNvPr id="5058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441159"/>
              </p:ext>
            </p:extLst>
          </p:nvPr>
        </p:nvGraphicFramePr>
        <p:xfrm>
          <a:off x="3124201" y="3497927"/>
          <a:ext cx="10890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8" name="公式" r:id="rId4" imgW="444240" imgH="228600" progId="Equation.3">
                  <p:embed/>
                </p:oleObj>
              </mc:Choice>
              <mc:Fallback>
                <p:oleObj name="公式" r:id="rId4" imgW="444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3497927"/>
                        <a:ext cx="10890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862" name="Text Box 6"/>
          <p:cNvSpPr txBox="1">
            <a:spLocks noChangeArrowheads="1"/>
          </p:cNvSpPr>
          <p:nvPr/>
        </p:nvSpPr>
        <p:spPr bwMode="auto">
          <a:xfrm>
            <a:off x="2514601" y="4155282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u="sng" dirty="0">
                <a:solidFill>
                  <a:srgbClr val="0000FF"/>
                </a:solidFill>
              </a:rPr>
              <a:t>求和</a:t>
            </a:r>
          </a:p>
        </p:txBody>
      </p:sp>
      <p:graphicFrame>
        <p:nvGraphicFramePr>
          <p:cNvPr id="5058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561737"/>
              </p:ext>
            </p:extLst>
          </p:nvPr>
        </p:nvGraphicFramePr>
        <p:xfrm>
          <a:off x="4629150" y="5367994"/>
          <a:ext cx="23812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9" name="Equation" r:id="rId6" imgW="2400120" imgH="952200" progId="Equation.3">
                  <p:embed/>
                </p:oleObj>
              </mc:Choice>
              <mc:Fallback>
                <p:oleObj name="Equation" r:id="rId6" imgW="240012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5367994"/>
                        <a:ext cx="23812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864" name="Text Box 8"/>
          <p:cNvSpPr txBox="1">
            <a:spLocks noChangeArrowheads="1"/>
          </p:cNvSpPr>
          <p:nvPr/>
        </p:nvSpPr>
        <p:spPr bwMode="auto">
          <a:xfrm>
            <a:off x="2569175" y="23708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u="sng" dirty="0">
                <a:solidFill>
                  <a:srgbClr val="0000FF"/>
                </a:solidFill>
              </a:rPr>
              <a:t>取近似</a:t>
            </a:r>
          </a:p>
        </p:txBody>
      </p:sp>
      <p:sp>
        <p:nvSpPr>
          <p:cNvPr id="6158" name="Text Box 9"/>
          <p:cNvSpPr txBox="1">
            <a:spLocks noChangeArrowheads="1"/>
          </p:cNvSpPr>
          <p:nvPr/>
        </p:nvSpPr>
        <p:spPr bwMode="auto">
          <a:xfrm>
            <a:off x="2402599" y="1170882"/>
            <a:ext cx="50552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又设该点处曲面</a:t>
            </a:r>
            <a:r>
              <a:rPr lang="en-US" altLang="zh-CN" sz="2800" i="1" dirty="0"/>
              <a:t>Σ</a:t>
            </a:r>
            <a:r>
              <a:rPr lang="zh-CN" altLang="en-US" sz="2800" b="1" dirty="0"/>
              <a:t>的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单位</a:t>
            </a:r>
            <a:r>
              <a:rPr lang="zh-CN" altLang="en-US" sz="2800" b="1" dirty="0">
                <a:solidFill>
                  <a:srgbClr val="000099"/>
                </a:solidFill>
              </a:rPr>
              <a:t>法向量</a:t>
            </a:r>
          </a:p>
        </p:txBody>
      </p:sp>
      <p:graphicFrame>
        <p:nvGraphicFramePr>
          <p:cNvPr id="5058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523453"/>
              </p:ext>
            </p:extLst>
          </p:nvPr>
        </p:nvGraphicFramePr>
        <p:xfrm>
          <a:off x="2569175" y="3002626"/>
          <a:ext cx="60198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0" name="Equation" r:id="rId8" imgW="5943600" imgH="457200" progId="Equation.3">
                  <p:embed/>
                </p:oleObj>
              </mc:Choice>
              <mc:Fallback>
                <p:oleObj name="Equation" r:id="rId8" imgW="5943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9175" y="3002626"/>
                        <a:ext cx="60198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274177"/>
              </p:ext>
            </p:extLst>
          </p:nvPr>
        </p:nvGraphicFramePr>
        <p:xfrm>
          <a:off x="4340140" y="3481388"/>
          <a:ext cx="160337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1" name="Equation" r:id="rId10" imgW="583920" imgH="228600" progId="Equation.DSMT4">
                  <p:embed/>
                </p:oleObj>
              </mc:Choice>
              <mc:Fallback>
                <p:oleObj name="Equation" r:id="rId10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140" y="3481388"/>
                        <a:ext cx="1603375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233184"/>
              </p:ext>
            </p:extLst>
          </p:nvPr>
        </p:nvGraphicFramePr>
        <p:xfrm>
          <a:off x="6776651" y="3641725"/>
          <a:ext cx="2133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2" name="公式" r:id="rId12" imgW="927000" imgH="203040" progId="Equation.3">
                  <p:embed/>
                </p:oleObj>
              </mc:Choice>
              <mc:Fallback>
                <p:oleObj name="公式" r:id="rId12" imgW="927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651" y="3641725"/>
                        <a:ext cx="21336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7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693352"/>
              </p:ext>
            </p:extLst>
          </p:nvPr>
        </p:nvGraphicFramePr>
        <p:xfrm>
          <a:off x="8261618" y="649906"/>
          <a:ext cx="2096398" cy="470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3" name="Equation" r:id="rId14" imgW="1041120" imgH="203040" progId="Equation.DSMT4">
                  <p:embed/>
                </p:oleObj>
              </mc:Choice>
              <mc:Fallback>
                <p:oleObj name="Equation" r:id="rId14" imgW="1041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1618" y="649906"/>
                        <a:ext cx="2096398" cy="470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7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107438"/>
              </p:ext>
            </p:extLst>
          </p:nvPr>
        </p:nvGraphicFramePr>
        <p:xfrm>
          <a:off x="10252736" y="605769"/>
          <a:ext cx="1200880" cy="458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4" name="Equation" r:id="rId16" imgW="533160" imgH="177480" progId="Equation.DSMT4">
                  <p:embed/>
                </p:oleObj>
              </mc:Choice>
              <mc:Fallback>
                <p:oleObj name="Equation" r:id="rId16" imgW="533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2736" y="605769"/>
                        <a:ext cx="1200880" cy="458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883" name="Text Box 27"/>
          <p:cNvSpPr txBox="1">
            <a:spLocks noChangeArrowheads="1"/>
          </p:cNvSpPr>
          <p:nvPr/>
        </p:nvSpPr>
        <p:spPr bwMode="auto">
          <a:xfrm>
            <a:off x="2514600" y="4787106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通过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流向指定侧的流量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graphicFrame>
        <p:nvGraphicFramePr>
          <p:cNvPr id="50588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100008"/>
              </p:ext>
            </p:extLst>
          </p:nvPr>
        </p:nvGraphicFramePr>
        <p:xfrm>
          <a:off x="3668713" y="1703589"/>
          <a:ext cx="49895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" name="Equation" r:id="rId18" imgW="1917360" imgH="253800" progId="Equation.DSMT4">
                  <p:embed/>
                </p:oleObj>
              </mc:Choice>
              <mc:Fallback>
                <p:oleObj name="Equation" r:id="rId18" imgW="19173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1703589"/>
                        <a:ext cx="498951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73987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0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62" grpId="0" autoUpdateAnimBg="0"/>
      <p:bldP spid="505864" grpId="0" autoUpdateAnimBg="0"/>
      <p:bldP spid="50588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AutoShape 2"/>
          <p:cNvSpPr>
            <a:spLocks noChangeArrowheads="1"/>
          </p:cNvSpPr>
          <p:nvPr/>
        </p:nvSpPr>
        <p:spPr bwMode="auto">
          <a:xfrm>
            <a:off x="6114535" y="2123457"/>
            <a:ext cx="685800" cy="381000"/>
          </a:xfrm>
          <a:prstGeom prst="parallelogram">
            <a:avLst>
              <a:gd name="adj" fmla="val 33250"/>
            </a:avLst>
          </a:prstGeom>
          <a:gradFill rotWithShape="0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FF9933"/>
              </a:gs>
            </a:gsLst>
            <a:lin ang="2700000" scaled="1"/>
          </a:gra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6883" name="AutoShape 3"/>
          <p:cNvSpPr>
            <a:spLocks noChangeArrowheads="1"/>
          </p:cNvSpPr>
          <p:nvPr/>
        </p:nvSpPr>
        <p:spPr bwMode="auto">
          <a:xfrm>
            <a:off x="5210432" y="1299073"/>
            <a:ext cx="1143000" cy="381000"/>
          </a:xfrm>
          <a:prstGeom prst="parallelogram">
            <a:avLst>
              <a:gd name="adj" fmla="val 55417"/>
            </a:avLst>
          </a:prstGeom>
          <a:gradFill rotWithShape="0">
            <a:gsLst>
              <a:gs pos="0">
                <a:srgbClr val="FF9933"/>
              </a:gs>
              <a:gs pos="50000">
                <a:srgbClr val="FFFFFF"/>
              </a:gs>
              <a:gs pos="100000">
                <a:srgbClr val="FF9933"/>
              </a:gs>
            </a:gsLst>
            <a:lin ang="2700000" scaled="1"/>
          </a:gra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064539"/>
              </p:ext>
            </p:extLst>
          </p:nvPr>
        </p:nvGraphicFramePr>
        <p:xfrm>
          <a:off x="2667000" y="934095"/>
          <a:ext cx="6629400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4" name="公式" r:id="rId3" imgW="2743200" imgH="672840" progId="Equation.3">
                  <p:embed/>
                </p:oleObj>
              </mc:Choice>
              <mc:Fallback>
                <p:oleObj name="公式" r:id="rId3" imgW="2743200" imgH="672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934095"/>
                        <a:ext cx="6629400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969933"/>
              </p:ext>
            </p:extLst>
          </p:nvPr>
        </p:nvGraphicFramePr>
        <p:xfrm>
          <a:off x="2800865" y="2559052"/>
          <a:ext cx="69342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5" name="公式" r:id="rId5" imgW="2882880" imgH="685800" progId="Equation.3">
                  <p:embed/>
                </p:oleObj>
              </mc:Choice>
              <mc:Fallback>
                <p:oleObj name="公式" r:id="rId5" imgW="288288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865" y="2559052"/>
                        <a:ext cx="6934200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6886" name="Text Box 6"/>
          <p:cNvSpPr txBox="1">
            <a:spLocks noChangeArrowheads="1"/>
          </p:cNvSpPr>
          <p:nvPr/>
        </p:nvSpPr>
        <p:spPr bwMode="auto">
          <a:xfrm>
            <a:off x="2667000" y="42052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u="sng" dirty="0">
                <a:solidFill>
                  <a:srgbClr val="0000FF"/>
                </a:solidFill>
                <a:latin typeface="宋体" panose="02010600030101010101" pitchFamily="2" charset="-122"/>
              </a:rPr>
              <a:t>取极限</a:t>
            </a:r>
          </a:p>
        </p:txBody>
      </p:sp>
      <p:graphicFrame>
        <p:nvGraphicFramePr>
          <p:cNvPr id="506887" name="Object 4"/>
          <p:cNvGraphicFramePr>
            <a:graphicFrameLocks noChangeAspect="1"/>
          </p:cNvGraphicFramePr>
          <p:nvPr/>
        </p:nvGraphicFramePr>
        <p:xfrm>
          <a:off x="3267076" y="4876800"/>
          <a:ext cx="10001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6" name="Equation" r:id="rId7" imgW="939600" imgH="317160" progId="Equation.3">
                  <p:embed/>
                </p:oleObj>
              </mc:Choice>
              <mc:Fallback>
                <p:oleObj name="Equation" r:id="rId7" imgW="9396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6" y="4876800"/>
                        <a:ext cx="100012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8" name="Object 5"/>
          <p:cNvGraphicFramePr>
            <a:graphicFrameLocks noChangeAspect="1"/>
          </p:cNvGraphicFramePr>
          <p:nvPr/>
        </p:nvGraphicFramePr>
        <p:xfrm>
          <a:off x="3179764" y="5410201"/>
          <a:ext cx="451643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7" name="Equation" r:id="rId9" imgW="4533840" imgH="444240" progId="Equation.3">
                  <p:embed/>
                </p:oleObj>
              </mc:Choice>
              <mc:Fallback>
                <p:oleObj name="Equation" r:id="rId9" imgW="45338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4" y="5410201"/>
                        <a:ext cx="4516437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72139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2" grpId="0" animBg="1"/>
      <p:bldP spid="506883" grpId="0" animBg="1"/>
      <p:bldP spid="50688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7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945480"/>
              </p:ext>
            </p:extLst>
          </p:nvPr>
        </p:nvGraphicFramePr>
        <p:xfrm>
          <a:off x="2026730" y="2078148"/>
          <a:ext cx="5366712" cy="522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69" name="Equation" r:id="rId4" imgW="2222280" imgH="215640" progId="Equation.DSMT4">
                  <p:embed/>
                </p:oleObj>
              </mc:Choice>
              <mc:Fallback>
                <p:oleObj name="Equation" r:id="rId4" imgW="2222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730" y="2078148"/>
                        <a:ext cx="5366712" cy="522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114610"/>
              </p:ext>
            </p:extLst>
          </p:nvPr>
        </p:nvGraphicFramePr>
        <p:xfrm>
          <a:off x="7528183" y="2115069"/>
          <a:ext cx="3360941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0" name="Equation" r:id="rId6" imgW="1473120" imgH="203040" progId="Equation.DSMT4">
                  <p:embed/>
                </p:oleObj>
              </mc:Choice>
              <mc:Fallback>
                <p:oleObj name="Equation" r:id="rId6" imgW="1473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8183" y="2115069"/>
                        <a:ext cx="3360941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273349"/>
              </p:ext>
            </p:extLst>
          </p:nvPr>
        </p:nvGraphicFramePr>
        <p:xfrm>
          <a:off x="1129289" y="2598135"/>
          <a:ext cx="73088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1" name="Equation" r:id="rId8" imgW="3035160" imgH="203040" progId="Equation.DSMT4">
                  <p:embed/>
                </p:oleObj>
              </mc:Choice>
              <mc:Fallback>
                <p:oleObj name="Equation" r:id="rId8" imgW="303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289" y="2598135"/>
                        <a:ext cx="73088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817533"/>
              </p:ext>
            </p:extLst>
          </p:nvPr>
        </p:nvGraphicFramePr>
        <p:xfrm>
          <a:off x="1129289" y="3116214"/>
          <a:ext cx="5644657" cy="575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2" name="Equation" r:id="rId10" imgW="2806560" imgH="241200" progId="Equation.DSMT4">
                  <p:embed/>
                </p:oleObj>
              </mc:Choice>
              <mc:Fallback>
                <p:oleObj name="Equation" r:id="rId10" imgW="2806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289" y="3116214"/>
                        <a:ext cx="5644657" cy="575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726037"/>
              </p:ext>
            </p:extLst>
          </p:nvPr>
        </p:nvGraphicFramePr>
        <p:xfrm>
          <a:off x="6731225" y="3177402"/>
          <a:ext cx="4582571" cy="50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3" name="Equation" r:id="rId12" imgW="1942920" imgH="215640" progId="Equation.DSMT4">
                  <p:embed/>
                </p:oleObj>
              </mc:Choice>
              <mc:Fallback>
                <p:oleObj name="Equation" r:id="rId12" imgW="1942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225" y="3177402"/>
                        <a:ext cx="4582571" cy="50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037492"/>
              </p:ext>
            </p:extLst>
          </p:nvPr>
        </p:nvGraphicFramePr>
        <p:xfrm>
          <a:off x="1088448" y="3693864"/>
          <a:ext cx="1010602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4" name="Equation" r:id="rId14" imgW="4419360" imgH="380880" progId="Equation.DSMT4">
                  <p:embed/>
                </p:oleObj>
              </mc:Choice>
              <mc:Fallback>
                <p:oleObj name="Equation" r:id="rId14" imgW="4419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8448" y="3693864"/>
                        <a:ext cx="10106025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471815"/>
              </p:ext>
            </p:extLst>
          </p:nvPr>
        </p:nvGraphicFramePr>
        <p:xfrm>
          <a:off x="1129289" y="5296370"/>
          <a:ext cx="15970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5" name="Equation" r:id="rId16" imgW="698400" imgH="203040" progId="Equation.DSMT4">
                  <p:embed/>
                </p:oleObj>
              </mc:Choice>
              <mc:Fallback>
                <p:oleObj name="Equation" r:id="rId16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289" y="5296370"/>
                        <a:ext cx="15970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79538"/>
              </p:ext>
            </p:extLst>
          </p:nvPr>
        </p:nvGraphicFramePr>
        <p:xfrm>
          <a:off x="1098589" y="4603501"/>
          <a:ext cx="10095884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6" name="Equation" r:id="rId18" imgW="4381200" imgH="215640" progId="Equation.DSMT4">
                  <p:embed/>
                </p:oleObj>
              </mc:Choice>
              <mc:Fallback>
                <p:oleObj name="Equation" r:id="rId18" imgW="4381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89" y="4603501"/>
                        <a:ext cx="10095884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2" name="Text Box 10"/>
          <p:cNvSpPr txBox="1">
            <a:spLocks noChangeArrowheads="1"/>
          </p:cNvSpPr>
          <p:nvPr/>
        </p:nvSpPr>
        <p:spPr bwMode="auto">
          <a:xfrm>
            <a:off x="1129289" y="1440157"/>
            <a:ext cx="74697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1. </a:t>
            </a:r>
            <a:r>
              <a:rPr lang="zh-CN" altLang="en-US" sz="3200" b="1" dirty="0">
                <a:solidFill>
                  <a:srgbClr val="FF0000"/>
                </a:solidFill>
              </a:rPr>
              <a:t>定义</a:t>
            </a:r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  <a:r>
              <a:rPr lang="en-US" altLang="zh-CN" sz="3200" b="1" dirty="0">
                <a:solidFill>
                  <a:srgbClr val="0000FF"/>
                </a:solidFill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</a:rPr>
              <a:t>基于第一型曲面积分的定义</a:t>
            </a:r>
            <a:r>
              <a:rPr lang="en-US" altLang="zh-CN" sz="3200" b="1" dirty="0">
                <a:solidFill>
                  <a:srgbClr val="0000FF"/>
                </a:solidFill>
              </a:rPr>
              <a:t>)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1098589" y="739736"/>
            <a:ext cx="36711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三、概念与性质</a:t>
            </a:r>
          </a:p>
        </p:txBody>
      </p:sp>
      <p:sp>
        <p:nvSpPr>
          <p:cNvPr id="417804" name="Rectangle 12"/>
          <p:cNvSpPr>
            <a:spLocks noChangeArrowheads="1"/>
          </p:cNvSpPr>
          <p:nvPr/>
        </p:nvSpPr>
        <p:spPr bwMode="auto">
          <a:xfrm>
            <a:off x="1081663" y="2024932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349762"/>
              </p:ext>
            </p:extLst>
          </p:nvPr>
        </p:nvGraphicFramePr>
        <p:xfrm>
          <a:off x="2665699" y="5207105"/>
          <a:ext cx="8648097" cy="88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77" name="Equation" r:id="rId20" imgW="3949560" imgH="380880" progId="Equation.DSMT4">
                  <p:embed/>
                </p:oleObj>
              </mc:Choice>
              <mc:Fallback>
                <p:oleObj name="Equation" r:id="rId20" imgW="3949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665699" y="5207105"/>
                        <a:ext cx="8648097" cy="883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88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802" grpId="0"/>
      <p:bldP spid="41780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855499"/>
              </p:ext>
            </p:extLst>
          </p:nvPr>
        </p:nvGraphicFramePr>
        <p:xfrm>
          <a:off x="1185678" y="1093230"/>
          <a:ext cx="92567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65" name="Equation" r:id="rId3" imgW="3911400" imgH="380880" progId="Equation.DSMT4">
                  <p:embed/>
                </p:oleObj>
              </mc:Choice>
              <mc:Fallback>
                <p:oleObj name="Equation" r:id="rId3" imgW="3911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5678" y="1093230"/>
                        <a:ext cx="9256713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968680"/>
              </p:ext>
            </p:extLst>
          </p:nvPr>
        </p:nvGraphicFramePr>
        <p:xfrm>
          <a:off x="1185678" y="2002830"/>
          <a:ext cx="296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66" name="Equation" r:id="rId5" imgW="1282680" imgH="241200" progId="Equation.DSMT4">
                  <p:embed/>
                </p:oleObj>
              </mc:Choice>
              <mc:Fallback>
                <p:oleObj name="Equation" r:id="rId5" imgW="1282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5678" y="2002830"/>
                        <a:ext cx="296862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254447"/>
              </p:ext>
            </p:extLst>
          </p:nvPr>
        </p:nvGraphicFramePr>
        <p:xfrm>
          <a:off x="1725428" y="3586313"/>
          <a:ext cx="8716963" cy="183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67" name="Equation" r:id="rId7" imgW="3682800" imgH="774360" progId="Equation.DSMT4">
                  <p:embed/>
                </p:oleObj>
              </mc:Choice>
              <mc:Fallback>
                <p:oleObj name="Equation" r:id="rId7" imgW="36828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5428" y="3586313"/>
                        <a:ext cx="8716963" cy="1833563"/>
                      </a:xfrm>
                      <a:prstGeom prst="rect">
                        <a:avLst/>
                      </a:prstGeom>
                      <a:ln w="41275" cmpd="dbl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154303" y="2046310"/>
                <a:ext cx="45624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</a:rPr>
                  <a:t>沿曲面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</a:rPr>
                  <a:t>的第二型曲面积分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+mn-ea"/>
                  </a:rPr>
                  <a:t>.</a:t>
                </a:r>
                <a:endParaRPr lang="zh-CN" altLang="en-US" sz="28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303" y="2046310"/>
                <a:ext cx="4562467" cy="523220"/>
              </a:xfrm>
              <a:prstGeom prst="rect">
                <a:avLst/>
              </a:prstGeom>
              <a:blipFill rotWithShape="0">
                <a:blip r:embed="rId9"/>
                <a:stretch>
                  <a:fillRect l="-2670" t="-15116" r="-2136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3974960" y="2752915"/>
            <a:ext cx="34804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99"/>
                </a:solidFill>
                <a:latin typeface="+mn-ea"/>
              </a:rPr>
              <a:t>两种曲面积分</a:t>
            </a:r>
            <a:r>
              <a:rPr lang="zh-CN" altLang="en-US" sz="3200" b="1" dirty="0">
                <a:solidFill>
                  <a:srgbClr val="000099"/>
                </a:solidFill>
              </a:rPr>
              <a:t>关系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56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bg1">
              <a:lumMod val="8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7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185781"/>
              </p:ext>
            </p:extLst>
          </p:nvPr>
        </p:nvGraphicFramePr>
        <p:xfrm>
          <a:off x="2064228" y="1798809"/>
          <a:ext cx="37163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8" name="Equation" r:id="rId3" imgW="3568680" imgH="419040" progId="Equation.3">
                  <p:embed/>
                </p:oleObj>
              </mc:Choice>
              <mc:Fallback>
                <p:oleObj name="Equation" r:id="rId3" imgW="35686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228" y="1798809"/>
                        <a:ext cx="37163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989545"/>
              </p:ext>
            </p:extLst>
          </p:nvPr>
        </p:nvGraphicFramePr>
        <p:xfrm>
          <a:off x="5816782" y="1782699"/>
          <a:ext cx="4798967" cy="52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9" name="Equation" r:id="rId5" imgW="1955520" imgH="215640" progId="Equation.DSMT4">
                  <p:embed/>
                </p:oleObj>
              </mc:Choice>
              <mc:Fallback>
                <p:oleObj name="Equation" r:id="rId5" imgW="1955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782" y="1782699"/>
                        <a:ext cx="4798967" cy="524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165554"/>
              </p:ext>
            </p:extLst>
          </p:nvPr>
        </p:nvGraphicFramePr>
        <p:xfrm>
          <a:off x="1292678" y="2349696"/>
          <a:ext cx="9657807" cy="54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0" name="Equation" r:id="rId7" imgW="4025880" imgH="228600" progId="Equation.DSMT4">
                  <p:embed/>
                </p:oleObj>
              </mc:Choice>
              <mc:Fallback>
                <p:oleObj name="Equation" r:id="rId7" imgW="4025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678" y="2349696"/>
                        <a:ext cx="9657807" cy="549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429165"/>
              </p:ext>
            </p:extLst>
          </p:nvPr>
        </p:nvGraphicFramePr>
        <p:xfrm>
          <a:off x="1219200" y="2948290"/>
          <a:ext cx="3221980" cy="584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1" name="Equation" r:id="rId9" imgW="1320480" imgH="241200" progId="Equation.DSMT4">
                  <p:embed/>
                </p:oleObj>
              </mc:Choice>
              <mc:Fallback>
                <p:oleObj name="Equation" r:id="rId9" imgW="1320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948290"/>
                        <a:ext cx="3221980" cy="584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510115"/>
              </p:ext>
            </p:extLst>
          </p:nvPr>
        </p:nvGraphicFramePr>
        <p:xfrm>
          <a:off x="4356475" y="2911058"/>
          <a:ext cx="5443188" cy="54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2" name="Equation" r:id="rId11" imgW="2298600" imgH="228600" progId="Equation.DSMT4">
                  <p:embed/>
                </p:oleObj>
              </mc:Choice>
              <mc:Fallback>
                <p:oleObj name="Equation" r:id="rId11" imgW="2298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475" y="2911058"/>
                        <a:ext cx="5443188" cy="54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735065"/>
              </p:ext>
            </p:extLst>
          </p:nvPr>
        </p:nvGraphicFramePr>
        <p:xfrm>
          <a:off x="9788435" y="2939013"/>
          <a:ext cx="11620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3" name="Equation" r:id="rId13" imgW="507960" imgH="203040" progId="Equation.DSMT4">
                  <p:embed/>
                </p:oleObj>
              </mc:Choice>
              <mc:Fallback>
                <p:oleObj name="Equation" r:id="rId13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8435" y="2939013"/>
                        <a:ext cx="11620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295942"/>
              </p:ext>
            </p:extLst>
          </p:nvPr>
        </p:nvGraphicFramePr>
        <p:xfrm>
          <a:off x="1219200" y="3617845"/>
          <a:ext cx="5601919" cy="502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4" name="Equation" r:id="rId15" imgW="2387520" imgH="215640" progId="Equation.DSMT4">
                  <p:embed/>
                </p:oleObj>
              </mc:Choice>
              <mc:Fallback>
                <p:oleObj name="Equation" r:id="rId15" imgW="2387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617845"/>
                        <a:ext cx="5601919" cy="502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2" name="Text Box 10"/>
          <p:cNvSpPr txBox="1">
            <a:spLocks noChangeArrowheads="1"/>
          </p:cNvSpPr>
          <p:nvPr/>
        </p:nvSpPr>
        <p:spPr bwMode="auto">
          <a:xfrm>
            <a:off x="1103791" y="917737"/>
            <a:ext cx="9846694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1. </a:t>
            </a:r>
            <a:r>
              <a:rPr lang="zh-CN" altLang="en-US" sz="3200" b="1" dirty="0">
                <a:solidFill>
                  <a:srgbClr val="FF0000"/>
                </a:solidFill>
              </a:rPr>
              <a:t>定义</a:t>
            </a:r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r>
              <a:rPr lang="en-US" altLang="zh-CN" sz="3200" b="1" dirty="0">
                <a:solidFill>
                  <a:srgbClr val="0000FF"/>
                </a:solidFill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</a:rPr>
              <a:t>按分割、近似求和、取极限的固有程式定义</a:t>
            </a:r>
            <a:r>
              <a:rPr lang="en-US" altLang="zh-CN" sz="3200" b="1" dirty="0">
                <a:solidFill>
                  <a:srgbClr val="0000FF"/>
                </a:solidFill>
              </a:rPr>
              <a:t>)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sp>
        <p:nvSpPr>
          <p:cNvPr id="417804" name="Rectangle 12"/>
          <p:cNvSpPr>
            <a:spLocks noChangeArrowheads="1"/>
          </p:cNvSpPr>
          <p:nvPr/>
        </p:nvSpPr>
        <p:spPr bwMode="auto">
          <a:xfrm>
            <a:off x="1219200" y="1698552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128245"/>
              </p:ext>
            </p:extLst>
          </p:nvPr>
        </p:nvGraphicFramePr>
        <p:xfrm>
          <a:off x="6696667" y="3326518"/>
          <a:ext cx="3333507" cy="866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5" name="Equation" r:id="rId17" imgW="1650960" imgH="431640" progId="Equation.DSMT4">
                  <p:embed/>
                </p:oleObj>
              </mc:Choice>
              <mc:Fallback>
                <p:oleObj name="Equation" r:id="rId17" imgW="1650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667" y="3326518"/>
                        <a:ext cx="3333507" cy="866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9928545" y="3500080"/>
            <a:ext cx="112357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存在</a:t>
            </a:r>
            <a:r>
              <a:rPr lang="en-US" altLang="zh-CN" sz="2800" b="1" dirty="0"/>
              <a:t>,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1191387" y="4146396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则称此极限为</a:t>
            </a: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759954"/>
              </p:ext>
            </p:extLst>
          </p:nvPr>
        </p:nvGraphicFramePr>
        <p:xfrm>
          <a:off x="3422884" y="4196665"/>
          <a:ext cx="4793381" cy="50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6" name="Equation" r:id="rId19" imgW="2120760" imgH="215640" progId="Equation.DSMT4">
                  <p:embed/>
                </p:oleObj>
              </mc:Choice>
              <mc:Fallback>
                <p:oleObj name="Equation" r:id="rId19" imgW="2120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884" y="4196665"/>
                        <a:ext cx="4793381" cy="50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8157947" y="4131228"/>
            <a:ext cx="28941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第二型曲面积分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1179422" y="4728197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记作</a:t>
            </a:r>
          </a:p>
        </p:txBody>
      </p:sp>
      <p:graphicFrame>
        <p:nvGraphicFramePr>
          <p:cNvPr id="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444982"/>
              </p:ext>
            </p:extLst>
          </p:nvPr>
        </p:nvGraphicFramePr>
        <p:xfrm>
          <a:off x="2064228" y="4616278"/>
          <a:ext cx="2607032" cy="859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7" name="Equation" r:id="rId21" imgW="1155600" imgH="380880" progId="Equation.DSMT4">
                  <p:embed/>
                </p:oleObj>
              </mc:Choice>
              <mc:Fallback>
                <p:oleObj name="Equation" r:id="rId21" imgW="1155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228" y="4616278"/>
                        <a:ext cx="2607032" cy="8594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4581803" y="4665508"/>
            <a:ext cx="60252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即</a:t>
            </a:r>
          </a:p>
        </p:txBody>
      </p:sp>
      <p:graphicFrame>
        <p:nvGraphicFramePr>
          <p:cNvPr id="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866285"/>
              </p:ext>
            </p:extLst>
          </p:nvPr>
        </p:nvGraphicFramePr>
        <p:xfrm>
          <a:off x="2454753" y="5380727"/>
          <a:ext cx="2935287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8" name="Equation" r:id="rId23" imgW="2793960" imgH="812520" progId="Equation.3">
                  <p:embed/>
                </p:oleObj>
              </mc:Choice>
              <mc:Fallback>
                <p:oleObj name="Equation" r:id="rId23" imgW="27939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753" y="5380727"/>
                        <a:ext cx="2935287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074751"/>
              </p:ext>
            </p:extLst>
          </p:nvPr>
        </p:nvGraphicFramePr>
        <p:xfrm>
          <a:off x="5544100" y="5184619"/>
          <a:ext cx="4103933" cy="1045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9" name="Equation" r:id="rId25" imgW="3708360" imgH="952200" progId="Equation.3">
                  <p:embed/>
                </p:oleObj>
              </mc:Choice>
              <mc:Fallback>
                <p:oleObj name="Equation" r:id="rId25" imgW="370836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100" y="5184619"/>
                        <a:ext cx="4103933" cy="1045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98087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802" grpId="0"/>
      <p:bldP spid="417804" grpId="0" autoUpdateAnimBg="0"/>
      <p:bldP spid="14" grpId="0" autoUpdateAnimBg="0"/>
      <p:bldP spid="16" grpId="0" autoUpdateAnimBg="0"/>
      <p:bldP spid="18" grpId="0" autoUpdateAnimBg="0"/>
      <p:bldP spid="19" grpId="0" autoUpdateAnimBg="0"/>
      <p:bldP spid="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bg1">
              <a:lumMod val="8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Text Box 2"/>
          <p:cNvSpPr txBox="1">
            <a:spLocks noChangeArrowheads="1"/>
          </p:cNvSpPr>
          <p:nvPr/>
        </p:nvSpPr>
        <p:spPr bwMode="auto">
          <a:xfrm>
            <a:off x="1813001" y="996989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类似可定义</a:t>
            </a:r>
          </a:p>
        </p:txBody>
      </p:sp>
      <p:graphicFrame>
        <p:nvGraphicFramePr>
          <p:cNvPr id="50995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304201"/>
              </p:ext>
            </p:extLst>
          </p:nvPr>
        </p:nvGraphicFramePr>
        <p:xfrm>
          <a:off x="2674532" y="1527943"/>
          <a:ext cx="2509746" cy="864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2" name="Equation" r:id="rId3" imgW="1104840" imgH="380880" progId="Equation.DSMT4">
                  <p:embed/>
                </p:oleObj>
              </mc:Choice>
              <mc:Fallback>
                <p:oleObj name="Equation" r:id="rId3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532" y="1527943"/>
                        <a:ext cx="2509746" cy="864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40547"/>
              </p:ext>
            </p:extLst>
          </p:nvPr>
        </p:nvGraphicFramePr>
        <p:xfrm>
          <a:off x="2706689" y="2447261"/>
          <a:ext cx="2477589" cy="854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3" name="Equation" r:id="rId5" imgW="1104840" imgH="380880" progId="Equation.DSMT4">
                  <p:embed/>
                </p:oleObj>
              </mc:Choice>
              <mc:Fallback>
                <p:oleObj name="Equation" r:id="rId5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89" y="2447261"/>
                        <a:ext cx="2477589" cy="854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736911"/>
              </p:ext>
            </p:extLst>
          </p:nvPr>
        </p:nvGraphicFramePr>
        <p:xfrm>
          <a:off x="5216435" y="1431834"/>
          <a:ext cx="4049485" cy="986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4" name="Equation" r:id="rId7" imgW="1765080" imgH="431640" progId="Equation.DSMT4">
                  <p:embed/>
                </p:oleObj>
              </mc:Choice>
              <mc:Fallback>
                <p:oleObj name="Equation" r:id="rId7" imgW="1765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435" y="1431834"/>
                        <a:ext cx="4049485" cy="9862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5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372397"/>
              </p:ext>
            </p:extLst>
          </p:nvPr>
        </p:nvGraphicFramePr>
        <p:xfrm>
          <a:off x="5216435" y="2337849"/>
          <a:ext cx="3979816" cy="969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5" name="Equation" r:id="rId9" imgW="1765080" imgH="431640" progId="Equation.DSMT4">
                  <p:embed/>
                </p:oleObj>
              </mc:Choice>
              <mc:Fallback>
                <p:oleObj name="Equation" r:id="rId9" imgW="1765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435" y="2337849"/>
                        <a:ext cx="3979816" cy="969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8" name="Text Box 18"/>
          <p:cNvSpPr txBox="1">
            <a:spLocks noChangeArrowheads="1"/>
          </p:cNvSpPr>
          <p:nvPr/>
        </p:nvSpPr>
        <p:spPr bwMode="auto">
          <a:xfrm>
            <a:off x="1751761" y="3356700"/>
            <a:ext cx="22098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组合形式</a:t>
            </a:r>
            <a:endParaRPr lang="zh-CN" altLang="en-US" sz="3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099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430748"/>
              </p:ext>
            </p:extLst>
          </p:nvPr>
        </p:nvGraphicFramePr>
        <p:xfrm>
          <a:off x="1751761" y="3985513"/>
          <a:ext cx="8818652" cy="918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6" name="Equation" r:id="rId11" imgW="3936960" imgH="380880" progId="Equation.DSMT4">
                  <p:embed/>
                </p:oleObj>
              </mc:Choice>
              <mc:Fallback>
                <p:oleObj name="Equation" r:id="rId11" imgW="3936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761" y="3985513"/>
                        <a:ext cx="8818652" cy="918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111433"/>
              </p:ext>
            </p:extLst>
          </p:nvPr>
        </p:nvGraphicFramePr>
        <p:xfrm>
          <a:off x="1742871" y="4971814"/>
          <a:ext cx="79359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7" name="Equation" r:id="rId13" imgW="3429000" imgH="241200" progId="Equation.DSMT4">
                  <p:embed/>
                </p:oleObj>
              </mc:Choice>
              <mc:Fallback>
                <p:oleObj name="Equation" r:id="rId13" imgW="3429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42871" y="4971814"/>
                        <a:ext cx="7935913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742871" y="5665414"/>
                <a:ext cx="45624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</a:rPr>
                  <a:t>沿曲面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𝜮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+mn-ea"/>
                  </a:rPr>
                  <a:t>的第二型曲面积分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+mn-ea"/>
                  </a:rPr>
                  <a:t>.</a:t>
                </a:r>
                <a:endParaRPr lang="zh-CN" altLang="en-US" sz="2800" b="1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871" y="5665414"/>
                <a:ext cx="4562467" cy="523220"/>
              </a:xfrm>
              <a:prstGeom prst="rect">
                <a:avLst/>
              </a:prstGeom>
              <a:blipFill rotWithShape="0">
                <a:blip r:embed="rId15"/>
                <a:stretch>
                  <a:fillRect l="-2807" t="-13953" r="-2139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4858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5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1650" y="110445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</a:p>
        </p:txBody>
      </p:sp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1179386" y="1081426"/>
            <a:ext cx="38931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(1) </a:t>
            </a:r>
            <a:r>
              <a:rPr lang="zh-CN" altLang="en-US" sz="2800" b="1" dirty="0"/>
              <a:t>如曲面为</a:t>
            </a:r>
            <a:r>
              <a:rPr lang="zh-CN" altLang="en-US" sz="2800" b="1" dirty="0">
                <a:solidFill>
                  <a:srgbClr val="0000FF"/>
                </a:solidFill>
              </a:rPr>
              <a:t>封闭曲面</a:t>
            </a:r>
            <a:r>
              <a:rPr lang="en-US" altLang="zh-CN" sz="2800" b="1" dirty="0"/>
              <a:t>:</a:t>
            </a:r>
          </a:p>
        </p:txBody>
      </p:sp>
      <p:graphicFrame>
        <p:nvGraphicFramePr>
          <p:cNvPr id="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98812"/>
              </p:ext>
            </p:extLst>
          </p:nvPr>
        </p:nvGraphicFramePr>
        <p:xfrm>
          <a:off x="5075045" y="978321"/>
          <a:ext cx="36306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52" name="Equation" r:id="rId3" imgW="1688760" imgH="380880" progId="Equation.DSMT4">
                  <p:embed/>
                </p:oleObj>
              </mc:Choice>
              <mc:Fallback>
                <p:oleObj name="Equation" r:id="rId3" imgW="1688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045" y="978321"/>
                        <a:ext cx="3630613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62947" y="3095051"/>
            <a:ext cx="3441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sz="2800" b="1" dirty="0"/>
              <a:t>对于双侧曲面</a:t>
            </a:r>
            <a:r>
              <a:rPr lang="el-GR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993129"/>
              </p:ext>
            </p:extLst>
          </p:nvPr>
        </p:nvGraphicFramePr>
        <p:xfrm>
          <a:off x="4444235" y="3096241"/>
          <a:ext cx="3377861" cy="486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53" name="Equation" r:id="rId5" imgW="1498320" imgH="215640" progId="Equation.DSMT4">
                  <p:embed/>
                </p:oleObj>
              </mc:Choice>
              <mc:Fallback>
                <p:oleObj name="Equation" r:id="rId5" imgW="1498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44235" y="3096241"/>
                        <a:ext cx="3377861" cy="486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943912"/>
              </p:ext>
            </p:extLst>
          </p:nvPr>
        </p:nvGraphicFramePr>
        <p:xfrm>
          <a:off x="7735363" y="3093922"/>
          <a:ext cx="23479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54" name="Equation" r:id="rId7" imgW="1041120" imgH="215640" progId="Equation.DSMT4">
                  <p:embed/>
                </p:oleObj>
              </mc:Choice>
              <mc:Fallback>
                <p:oleObj name="Equation" r:id="rId7" imgW="1041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35363" y="3093922"/>
                        <a:ext cx="2347912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020598" y="305647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则有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026851"/>
              </p:ext>
            </p:extLst>
          </p:nvPr>
        </p:nvGraphicFramePr>
        <p:xfrm>
          <a:off x="3591158" y="3626610"/>
          <a:ext cx="345598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55" name="Equation" r:id="rId9" imgW="1536480" imgH="393480" progId="Equation.DSMT4">
                  <p:embed/>
                </p:oleObj>
              </mc:Choice>
              <mc:Fallback>
                <p:oleObj name="Equation" r:id="rId9" imgW="15364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91158" y="3626610"/>
                        <a:ext cx="3455988" cy="931862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1230701" y="4416503"/>
            <a:ext cx="6327728" cy="587358"/>
            <a:chOff x="1280640" y="4260603"/>
            <a:chExt cx="6327728" cy="587358"/>
          </a:xfrm>
        </p:grpSpPr>
        <p:sp>
          <p:nvSpPr>
            <p:cNvPr id="11" name="文本框 10"/>
            <p:cNvSpPr txBox="1"/>
            <p:nvPr/>
          </p:nvSpPr>
          <p:spPr>
            <a:xfrm>
              <a:off x="1280640" y="4260603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(4)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8633232"/>
                </p:ext>
              </p:extLst>
            </p:nvPr>
          </p:nvGraphicFramePr>
          <p:xfrm>
            <a:off x="2042376" y="4307341"/>
            <a:ext cx="5565992" cy="540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56" name="Equation" r:id="rId11" imgW="2349360" imgH="228600" progId="Equation.DSMT4">
                    <p:embed/>
                  </p:oleObj>
                </mc:Choice>
                <mc:Fallback>
                  <p:oleObj name="Equation" r:id="rId11" imgW="23493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42376" y="4307341"/>
                          <a:ext cx="5565992" cy="5406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/>
          <p:nvPr/>
        </p:nvSpPr>
        <p:spPr>
          <a:xfrm>
            <a:off x="7558429" y="445736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则有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317742"/>
              </p:ext>
            </p:extLst>
          </p:nvPr>
        </p:nvGraphicFramePr>
        <p:xfrm>
          <a:off x="3645519" y="4854176"/>
          <a:ext cx="3656012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57" name="Equation" r:id="rId13" imgW="1625400" imgH="469800" progId="Equation.DSMT4">
                  <p:embed/>
                </p:oleObj>
              </mc:Choice>
              <mc:Fallback>
                <p:oleObj name="Equation" r:id="rId13" imgW="16254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45519" y="4854176"/>
                        <a:ext cx="3656012" cy="111125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4"/>
          <p:cNvSpPr txBox="1">
            <a:spLocks noChangeArrowheads="1"/>
          </p:cNvSpPr>
          <p:nvPr/>
        </p:nvSpPr>
        <p:spPr bwMode="auto">
          <a:xfrm>
            <a:off x="1136822" y="5771968"/>
            <a:ext cx="24448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 </a:t>
            </a:r>
            <a:r>
              <a:rPr lang="en-US" altLang="zh-CN" sz="2800" b="1" dirty="0"/>
              <a:t>(5)</a:t>
            </a:r>
            <a:r>
              <a:rPr lang="zh-CN" altLang="en-US" sz="2800" b="1" dirty="0"/>
              <a:t>当曲面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为</a:t>
            </a:r>
            <a:endParaRPr lang="en-US" altLang="zh-CN" sz="2800" b="1" dirty="0"/>
          </a:p>
        </p:txBody>
      </p:sp>
      <p:sp>
        <p:nvSpPr>
          <p:cNvPr id="20" name="Rectangle 27"/>
          <p:cNvSpPr>
            <a:spLocks noChangeArrowheads="1"/>
          </p:cNvSpPr>
          <p:nvPr/>
        </p:nvSpPr>
        <p:spPr bwMode="auto">
          <a:xfrm>
            <a:off x="3417514" y="5815740"/>
            <a:ext cx="41120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母线平行于</a:t>
            </a:r>
            <a:r>
              <a:rPr lang="en-US" altLang="zh-CN" sz="2800" b="1" i="1" dirty="0">
                <a:solidFill>
                  <a:srgbClr val="C00000"/>
                </a:solidFill>
                <a:ea typeface="+mn-ea"/>
                <a:cs typeface="Times New Roman" panose="02020603050405020304" pitchFamily="18" charset="0"/>
              </a:rPr>
              <a:t>z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  <a:ea typeface="+mn-ea"/>
              </a:rPr>
              <a:t>轴的柱面时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  <a:ea typeface="+mn-ea"/>
              </a:rPr>
              <a:t>,</a:t>
            </a: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530025"/>
              </p:ext>
            </p:extLst>
          </p:nvPr>
        </p:nvGraphicFramePr>
        <p:xfrm>
          <a:off x="7365397" y="5646737"/>
          <a:ext cx="301148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58" name="Equation" r:id="rId15" imgW="1346040" imgH="380880" progId="Equation.DSMT4">
                  <p:embed/>
                </p:oleObj>
              </mc:Choice>
              <mc:Fallback>
                <p:oleObj name="Equation" r:id="rId15" imgW="134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5397" y="5646737"/>
                        <a:ext cx="301148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155389" y="1768574"/>
            <a:ext cx="4852527" cy="568325"/>
            <a:chOff x="1280639" y="1370230"/>
            <a:chExt cx="4852527" cy="568325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822762"/>
                </p:ext>
              </p:extLst>
            </p:nvPr>
          </p:nvGraphicFramePr>
          <p:xfrm>
            <a:off x="1851678" y="1370230"/>
            <a:ext cx="4281488" cy="568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659" name="Equation" r:id="rId17" imgW="1815840" imgH="241200" progId="Equation.DSMT4">
                    <p:embed/>
                  </p:oleObj>
                </mc:Choice>
                <mc:Fallback>
                  <p:oleObj name="Equation" r:id="rId17" imgW="18158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851678" y="1370230"/>
                          <a:ext cx="4281488" cy="568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文本框 21"/>
            <p:cNvSpPr txBox="1"/>
            <p:nvPr/>
          </p:nvSpPr>
          <p:spPr>
            <a:xfrm>
              <a:off x="1280639" y="1370230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007916" y="18136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174287"/>
              </p:ext>
            </p:extLst>
          </p:nvPr>
        </p:nvGraphicFramePr>
        <p:xfrm>
          <a:off x="2915510" y="2299584"/>
          <a:ext cx="57419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60" name="Equation" r:id="rId19" imgW="2552400" imgH="380880" progId="Equation.DSMT4">
                  <p:embed/>
                </p:oleObj>
              </mc:Choice>
              <mc:Fallback>
                <p:oleObj name="Equation" r:id="rId19" imgW="2552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15510" y="2299584"/>
                        <a:ext cx="5741987" cy="9017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1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  <p:bldP spid="8" grpId="0"/>
      <p:bldP spid="14" grpId="0"/>
      <p:bldP spid="18" grpId="0" autoUpdateAnimBg="0"/>
      <p:bldP spid="20" grpId="0" autoUpdateAnimBg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76"/>
          <p:cNvGrpSpPr>
            <a:grpSpLocks/>
          </p:cNvGrpSpPr>
          <p:nvPr/>
        </p:nvGrpSpPr>
        <p:grpSpPr bwMode="auto">
          <a:xfrm>
            <a:off x="6629400" y="2209800"/>
            <a:ext cx="3048000" cy="2590800"/>
            <a:chOff x="3168" y="2880"/>
            <a:chExt cx="1920" cy="1632"/>
          </a:xfrm>
        </p:grpSpPr>
        <p:grpSp>
          <p:nvGrpSpPr>
            <p:cNvPr id="12336" name="Group 1096"/>
            <p:cNvGrpSpPr>
              <a:grpSpLocks/>
            </p:cNvGrpSpPr>
            <p:nvPr/>
          </p:nvGrpSpPr>
          <p:grpSpPr bwMode="auto">
            <a:xfrm>
              <a:off x="3360" y="3032"/>
              <a:ext cx="1595" cy="808"/>
              <a:chOff x="3470" y="1496"/>
              <a:chExt cx="1595" cy="808"/>
            </a:xfrm>
          </p:grpSpPr>
          <p:sp>
            <p:nvSpPr>
              <p:cNvPr id="12343" name="Freeform 1054"/>
              <p:cNvSpPr>
                <a:spLocks/>
              </p:cNvSpPr>
              <p:nvPr/>
            </p:nvSpPr>
            <p:spPr bwMode="auto">
              <a:xfrm>
                <a:off x="3470" y="1496"/>
                <a:ext cx="1595" cy="808"/>
              </a:xfrm>
              <a:custGeom>
                <a:avLst/>
                <a:gdLst>
                  <a:gd name="T0" fmla="*/ 7 w 1595"/>
                  <a:gd name="T1" fmla="*/ 473 h 808"/>
                  <a:gd name="T2" fmla="*/ 161 w 1595"/>
                  <a:gd name="T3" fmla="*/ 266 h 808"/>
                  <a:gd name="T4" fmla="*/ 228 w 1595"/>
                  <a:gd name="T5" fmla="*/ 190 h 808"/>
                  <a:gd name="T6" fmla="*/ 396 w 1595"/>
                  <a:gd name="T7" fmla="*/ 86 h 808"/>
                  <a:gd name="T8" fmla="*/ 623 w 1595"/>
                  <a:gd name="T9" fmla="*/ 19 h 808"/>
                  <a:gd name="T10" fmla="*/ 797 w 1595"/>
                  <a:gd name="T11" fmla="*/ 1 h 808"/>
                  <a:gd name="T12" fmla="*/ 971 w 1595"/>
                  <a:gd name="T13" fmla="*/ 13 h 808"/>
                  <a:gd name="T14" fmla="*/ 1115 w 1595"/>
                  <a:gd name="T15" fmla="*/ 31 h 808"/>
                  <a:gd name="T16" fmla="*/ 1259 w 1595"/>
                  <a:gd name="T17" fmla="*/ 80 h 808"/>
                  <a:gd name="T18" fmla="*/ 1365 w 1595"/>
                  <a:gd name="T19" fmla="*/ 135 h 808"/>
                  <a:gd name="T20" fmla="*/ 1433 w 1595"/>
                  <a:gd name="T21" fmla="*/ 199 h 808"/>
                  <a:gd name="T22" fmla="*/ 1493 w 1595"/>
                  <a:gd name="T23" fmla="*/ 254 h 808"/>
                  <a:gd name="T24" fmla="*/ 1562 w 1595"/>
                  <a:gd name="T25" fmla="*/ 364 h 808"/>
                  <a:gd name="T26" fmla="*/ 1592 w 1595"/>
                  <a:gd name="T27" fmla="*/ 462 h 808"/>
                  <a:gd name="T28" fmla="*/ 1584 w 1595"/>
                  <a:gd name="T29" fmla="*/ 462 h 808"/>
                  <a:gd name="T30" fmla="*/ 1577 w 1595"/>
                  <a:gd name="T31" fmla="*/ 462 h 808"/>
                  <a:gd name="T32" fmla="*/ 1540 w 1595"/>
                  <a:gd name="T33" fmla="*/ 446 h 808"/>
                  <a:gd name="T34" fmla="*/ 1487 w 1595"/>
                  <a:gd name="T35" fmla="*/ 437 h 808"/>
                  <a:gd name="T36" fmla="*/ 1389 w 1595"/>
                  <a:gd name="T37" fmla="*/ 455 h 808"/>
                  <a:gd name="T38" fmla="*/ 1327 w 1595"/>
                  <a:gd name="T39" fmla="*/ 490 h 808"/>
                  <a:gd name="T40" fmla="*/ 1230 w 1595"/>
                  <a:gd name="T41" fmla="*/ 544 h 808"/>
                  <a:gd name="T42" fmla="*/ 1120 w 1595"/>
                  <a:gd name="T43" fmla="*/ 651 h 808"/>
                  <a:gd name="T44" fmla="*/ 1061 w 1595"/>
                  <a:gd name="T45" fmla="*/ 712 h 808"/>
                  <a:gd name="T46" fmla="*/ 1026 w 1595"/>
                  <a:gd name="T47" fmla="*/ 765 h 808"/>
                  <a:gd name="T48" fmla="*/ 1006 w 1595"/>
                  <a:gd name="T49" fmla="*/ 789 h 808"/>
                  <a:gd name="T50" fmla="*/ 964 w 1595"/>
                  <a:gd name="T51" fmla="*/ 650 h 808"/>
                  <a:gd name="T52" fmla="*/ 840 w 1595"/>
                  <a:gd name="T53" fmla="*/ 527 h 808"/>
                  <a:gd name="T54" fmla="*/ 707 w 1595"/>
                  <a:gd name="T55" fmla="*/ 473 h 808"/>
                  <a:gd name="T56" fmla="*/ 459 w 1595"/>
                  <a:gd name="T57" fmla="*/ 412 h 808"/>
                  <a:gd name="T58" fmla="*/ 273 w 1595"/>
                  <a:gd name="T59" fmla="*/ 412 h 808"/>
                  <a:gd name="T60" fmla="*/ 122 w 1595"/>
                  <a:gd name="T61" fmla="*/ 430 h 808"/>
                  <a:gd name="T62" fmla="*/ 7 w 1595"/>
                  <a:gd name="T63" fmla="*/ 473 h 80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595"/>
                  <a:gd name="T97" fmla="*/ 0 h 808"/>
                  <a:gd name="T98" fmla="*/ 1595 w 1595"/>
                  <a:gd name="T99" fmla="*/ 808 h 80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595" h="808">
                    <a:moveTo>
                      <a:pt x="7" y="473"/>
                    </a:moveTo>
                    <a:cubicBezTo>
                      <a:pt x="14" y="446"/>
                      <a:pt x="124" y="313"/>
                      <a:pt x="161" y="266"/>
                    </a:cubicBezTo>
                    <a:cubicBezTo>
                      <a:pt x="198" y="219"/>
                      <a:pt x="189" y="220"/>
                      <a:pt x="228" y="190"/>
                    </a:cubicBezTo>
                    <a:cubicBezTo>
                      <a:pt x="267" y="160"/>
                      <a:pt x="330" y="115"/>
                      <a:pt x="396" y="86"/>
                    </a:cubicBezTo>
                    <a:cubicBezTo>
                      <a:pt x="461" y="57"/>
                      <a:pt x="555" y="33"/>
                      <a:pt x="623" y="19"/>
                    </a:cubicBezTo>
                    <a:cubicBezTo>
                      <a:pt x="690" y="5"/>
                      <a:pt x="739" y="1"/>
                      <a:pt x="797" y="1"/>
                    </a:cubicBezTo>
                    <a:cubicBezTo>
                      <a:pt x="855" y="0"/>
                      <a:pt x="918" y="8"/>
                      <a:pt x="971" y="13"/>
                    </a:cubicBezTo>
                    <a:cubicBezTo>
                      <a:pt x="1024" y="17"/>
                      <a:pt x="1067" y="19"/>
                      <a:pt x="1115" y="31"/>
                    </a:cubicBezTo>
                    <a:cubicBezTo>
                      <a:pt x="1163" y="42"/>
                      <a:pt x="1218" y="62"/>
                      <a:pt x="1259" y="80"/>
                    </a:cubicBezTo>
                    <a:cubicBezTo>
                      <a:pt x="1301" y="97"/>
                      <a:pt x="1336" y="115"/>
                      <a:pt x="1365" y="135"/>
                    </a:cubicBezTo>
                    <a:cubicBezTo>
                      <a:pt x="1394" y="155"/>
                      <a:pt x="1411" y="179"/>
                      <a:pt x="1433" y="199"/>
                    </a:cubicBezTo>
                    <a:cubicBezTo>
                      <a:pt x="1454" y="219"/>
                      <a:pt x="1471" y="227"/>
                      <a:pt x="1493" y="254"/>
                    </a:cubicBezTo>
                    <a:cubicBezTo>
                      <a:pt x="1515" y="281"/>
                      <a:pt x="1545" y="329"/>
                      <a:pt x="1562" y="364"/>
                    </a:cubicBezTo>
                    <a:cubicBezTo>
                      <a:pt x="1578" y="398"/>
                      <a:pt x="1588" y="446"/>
                      <a:pt x="1592" y="462"/>
                    </a:cubicBezTo>
                    <a:cubicBezTo>
                      <a:pt x="1595" y="478"/>
                      <a:pt x="1587" y="462"/>
                      <a:pt x="1584" y="462"/>
                    </a:cubicBezTo>
                    <a:cubicBezTo>
                      <a:pt x="1582" y="462"/>
                      <a:pt x="1584" y="465"/>
                      <a:pt x="1577" y="462"/>
                    </a:cubicBezTo>
                    <a:cubicBezTo>
                      <a:pt x="1570" y="459"/>
                      <a:pt x="1555" y="450"/>
                      <a:pt x="1540" y="446"/>
                    </a:cubicBezTo>
                    <a:cubicBezTo>
                      <a:pt x="1525" y="442"/>
                      <a:pt x="1512" y="436"/>
                      <a:pt x="1487" y="437"/>
                    </a:cubicBezTo>
                    <a:cubicBezTo>
                      <a:pt x="1462" y="438"/>
                      <a:pt x="1416" y="446"/>
                      <a:pt x="1389" y="455"/>
                    </a:cubicBezTo>
                    <a:cubicBezTo>
                      <a:pt x="1362" y="464"/>
                      <a:pt x="1353" y="475"/>
                      <a:pt x="1327" y="490"/>
                    </a:cubicBezTo>
                    <a:cubicBezTo>
                      <a:pt x="1301" y="505"/>
                      <a:pt x="1264" y="517"/>
                      <a:pt x="1230" y="544"/>
                    </a:cubicBezTo>
                    <a:cubicBezTo>
                      <a:pt x="1196" y="571"/>
                      <a:pt x="1148" y="623"/>
                      <a:pt x="1120" y="651"/>
                    </a:cubicBezTo>
                    <a:cubicBezTo>
                      <a:pt x="1092" y="679"/>
                      <a:pt x="1077" y="693"/>
                      <a:pt x="1061" y="712"/>
                    </a:cubicBezTo>
                    <a:cubicBezTo>
                      <a:pt x="1045" y="731"/>
                      <a:pt x="1035" y="752"/>
                      <a:pt x="1026" y="765"/>
                    </a:cubicBezTo>
                    <a:cubicBezTo>
                      <a:pt x="1017" y="778"/>
                      <a:pt x="1016" y="808"/>
                      <a:pt x="1006" y="789"/>
                    </a:cubicBezTo>
                    <a:cubicBezTo>
                      <a:pt x="996" y="770"/>
                      <a:pt x="992" y="694"/>
                      <a:pt x="964" y="650"/>
                    </a:cubicBezTo>
                    <a:cubicBezTo>
                      <a:pt x="936" y="606"/>
                      <a:pt x="883" y="556"/>
                      <a:pt x="840" y="527"/>
                    </a:cubicBezTo>
                    <a:cubicBezTo>
                      <a:pt x="797" y="498"/>
                      <a:pt x="770" y="492"/>
                      <a:pt x="707" y="473"/>
                    </a:cubicBezTo>
                    <a:cubicBezTo>
                      <a:pt x="644" y="454"/>
                      <a:pt x="531" y="422"/>
                      <a:pt x="459" y="412"/>
                    </a:cubicBezTo>
                    <a:cubicBezTo>
                      <a:pt x="387" y="402"/>
                      <a:pt x="329" y="409"/>
                      <a:pt x="273" y="412"/>
                    </a:cubicBezTo>
                    <a:cubicBezTo>
                      <a:pt x="217" y="415"/>
                      <a:pt x="166" y="420"/>
                      <a:pt x="122" y="430"/>
                    </a:cubicBezTo>
                    <a:cubicBezTo>
                      <a:pt x="78" y="440"/>
                      <a:pt x="0" y="500"/>
                      <a:pt x="7" y="47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F0066"/>
                  </a:gs>
                  <a:gs pos="100000">
                    <a:srgbClr val="FFCCCC"/>
                  </a:gs>
                </a:gsLst>
                <a:path path="rect">
                  <a:fillToRect r="100000" b="100000"/>
                </a:path>
              </a:gradFill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02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4104038"/>
                  </p:ext>
                </p:extLst>
              </p:nvPr>
            </p:nvGraphicFramePr>
            <p:xfrm>
              <a:off x="4443" y="1974"/>
              <a:ext cx="140" cy="1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102" name="Equation" r:id="rId3" imgW="139680" imgH="152280" progId="Equation.DSMT4">
                      <p:embed/>
                    </p:oleObj>
                  </mc:Choice>
                  <mc:Fallback>
                    <p:oleObj name="Equation" r:id="rId3" imgW="139680" imgH="1522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3" y="1974"/>
                            <a:ext cx="140" cy="1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337" name="Group 1175"/>
            <p:cNvGrpSpPr>
              <a:grpSpLocks/>
            </p:cNvGrpSpPr>
            <p:nvPr/>
          </p:nvGrpSpPr>
          <p:grpSpPr bwMode="auto">
            <a:xfrm>
              <a:off x="3168" y="2880"/>
              <a:ext cx="1920" cy="1632"/>
              <a:chOff x="3168" y="2880"/>
              <a:chExt cx="1920" cy="1632"/>
            </a:xfrm>
          </p:grpSpPr>
          <p:grpSp>
            <p:nvGrpSpPr>
              <p:cNvPr id="12338" name="Group 1174"/>
              <p:cNvGrpSpPr>
                <a:grpSpLocks/>
              </p:cNvGrpSpPr>
              <p:nvPr/>
            </p:nvGrpSpPr>
            <p:grpSpPr bwMode="auto">
              <a:xfrm>
                <a:off x="3168" y="2918"/>
                <a:ext cx="1920" cy="1594"/>
                <a:chOff x="3504" y="2918"/>
                <a:chExt cx="1920" cy="1594"/>
              </a:xfrm>
            </p:grpSpPr>
            <p:graphicFrame>
              <p:nvGraphicFramePr>
                <p:cNvPr id="12298" name="Object 10"/>
                <p:cNvGraphicFramePr>
                  <a:graphicFrameLocks noChangeAspect="1"/>
                </p:cNvGraphicFramePr>
                <p:nvPr/>
              </p:nvGraphicFramePr>
              <p:xfrm>
                <a:off x="3886" y="4032"/>
                <a:ext cx="146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8103" name="Equation" r:id="rId5" imgW="291960" imgH="317160" progId="Equation.3">
                        <p:embed/>
                      </p:oleObj>
                    </mc:Choice>
                    <mc:Fallback>
                      <p:oleObj name="Equation" r:id="rId5" imgW="291960" imgH="31716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86" y="4032"/>
                              <a:ext cx="146" cy="1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340" name="Line 1051"/>
                <p:cNvSpPr>
                  <a:spLocks noChangeShapeType="1"/>
                </p:cNvSpPr>
                <p:nvPr/>
              </p:nvSpPr>
              <p:spPr bwMode="auto">
                <a:xfrm flipV="1">
                  <a:off x="3932" y="3456"/>
                  <a:ext cx="4" cy="576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1" name="Line 1052"/>
                <p:cNvSpPr>
                  <a:spLocks noChangeShapeType="1"/>
                </p:cNvSpPr>
                <p:nvPr/>
              </p:nvSpPr>
              <p:spPr bwMode="auto">
                <a:xfrm flipH="1">
                  <a:off x="3504" y="4022"/>
                  <a:ext cx="432" cy="336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2" name="Line 1053"/>
                <p:cNvSpPr>
                  <a:spLocks noChangeShapeType="1"/>
                </p:cNvSpPr>
                <p:nvPr/>
              </p:nvSpPr>
              <p:spPr bwMode="auto">
                <a:xfrm>
                  <a:off x="3932" y="4018"/>
                  <a:ext cx="1444" cy="14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2299" name="Object 11"/>
                <p:cNvGraphicFramePr>
                  <a:graphicFrameLocks noChangeAspect="1"/>
                </p:cNvGraphicFramePr>
                <p:nvPr/>
              </p:nvGraphicFramePr>
              <p:xfrm>
                <a:off x="5255" y="4092"/>
                <a:ext cx="169" cy="1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8104" name="Equation" r:id="rId7" imgW="139680" imgH="164880" progId="Equation.3">
                        <p:embed/>
                      </p:oleObj>
                    </mc:Choice>
                    <mc:Fallback>
                      <p:oleObj name="Equation" r:id="rId7" imgW="13968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55" y="4092"/>
                              <a:ext cx="169" cy="1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300" name="Object 12"/>
                <p:cNvGraphicFramePr>
                  <a:graphicFrameLocks noChangeAspect="1"/>
                </p:cNvGraphicFramePr>
                <p:nvPr/>
              </p:nvGraphicFramePr>
              <p:xfrm>
                <a:off x="3530" y="4363"/>
                <a:ext cx="166" cy="14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8105" name="Equation" r:id="rId9" imgW="139680" imgH="139680" progId="Equation.3">
                        <p:embed/>
                      </p:oleObj>
                    </mc:Choice>
                    <mc:Fallback>
                      <p:oleObj name="Equation" r:id="rId9" imgW="13968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30" y="4363"/>
                              <a:ext cx="166" cy="14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301" name="Object 13"/>
                <p:cNvGraphicFramePr>
                  <a:graphicFrameLocks noChangeAspect="1"/>
                </p:cNvGraphicFramePr>
                <p:nvPr/>
              </p:nvGraphicFramePr>
              <p:xfrm>
                <a:off x="3792" y="2918"/>
                <a:ext cx="141" cy="15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8106" name="Equation" r:id="rId11" imgW="114120" imgH="139680" progId="Equation.3">
                        <p:embed/>
                      </p:oleObj>
                    </mc:Choice>
                    <mc:Fallback>
                      <p:oleObj name="Equation" r:id="rId11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2918"/>
                              <a:ext cx="141" cy="15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2339" name="Line 1059"/>
              <p:cNvSpPr>
                <a:spLocks noChangeShapeType="1"/>
              </p:cNvSpPr>
              <p:nvPr/>
            </p:nvSpPr>
            <p:spPr bwMode="auto">
              <a:xfrm flipV="1">
                <a:off x="3600" y="2880"/>
                <a:ext cx="0" cy="43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53652" name="Object 2"/>
          <p:cNvGraphicFramePr>
            <a:graphicFrameLocks noChangeAspect="1"/>
          </p:cNvGraphicFramePr>
          <p:nvPr/>
        </p:nvGraphicFramePr>
        <p:xfrm>
          <a:off x="8686800" y="2193926"/>
          <a:ext cx="13716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07" name="公式" r:id="rId13" imgW="1346040" imgH="342720" progId="Equation.3">
                  <p:embed/>
                </p:oleObj>
              </mc:Choice>
              <mc:Fallback>
                <p:oleObj name="公式" r:id="rId13" imgW="134604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2193926"/>
                        <a:ext cx="13716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369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129046"/>
              </p:ext>
            </p:extLst>
          </p:nvPr>
        </p:nvGraphicFramePr>
        <p:xfrm>
          <a:off x="1627188" y="2369685"/>
          <a:ext cx="39893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08" name="Equation" r:id="rId15" imgW="1701720" imgH="215640" progId="Equation.DSMT4">
                  <p:embed/>
                </p:oleObj>
              </mc:Choice>
              <mc:Fallback>
                <p:oleObj name="Equation" r:id="rId15" imgW="170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2369685"/>
                        <a:ext cx="39893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369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764612"/>
              </p:ext>
            </p:extLst>
          </p:nvPr>
        </p:nvGraphicFramePr>
        <p:xfrm>
          <a:off x="1718706" y="3642441"/>
          <a:ext cx="6159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09" name="Equation" r:id="rId17" imgW="647640" imgH="469800" progId="Equation.3">
                  <p:embed/>
                </p:oleObj>
              </mc:Choice>
              <mc:Fallback>
                <p:oleObj name="Equation" r:id="rId17" imgW="6476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8706" y="3642441"/>
                        <a:ext cx="6159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36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31087"/>
              </p:ext>
            </p:extLst>
          </p:nvPr>
        </p:nvGraphicFramePr>
        <p:xfrm>
          <a:off x="3528493" y="3536907"/>
          <a:ext cx="2535237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10" name="Equation" r:id="rId19" imgW="1054080" imgH="241200" progId="Equation.DSMT4">
                  <p:embed/>
                </p:oleObj>
              </mc:Choice>
              <mc:Fallback>
                <p:oleObj name="Equation" r:id="rId19" imgW="1054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8493" y="3536907"/>
                        <a:ext cx="2535237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5" name="Rectangle 1088"/>
          <p:cNvSpPr>
            <a:spLocks noChangeArrowheads="1"/>
          </p:cNvSpPr>
          <p:nvPr/>
        </p:nvSpPr>
        <p:spPr bwMode="auto">
          <a:xfrm>
            <a:off x="1553664" y="801688"/>
            <a:ext cx="646639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四、第二型曲面积分的计算法</a:t>
            </a:r>
          </a:p>
        </p:txBody>
      </p:sp>
      <p:sp>
        <p:nvSpPr>
          <p:cNvPr id="453697" name="Text Box 1089"/>
          <p:cNvSpPr txBox="1">
            <a:spLocks noChangeArrowheads="1"/>
          </p:cNvSpPr>
          <p:nvPr/>
        </p:nvSpPr>
        <p:spPr bwMode="auto">
          <a:xfrm>
            <a:off x="1493833" y="1815974"/>
            <a:ext cx="3886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设积分曲面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是由方程</a:t>
            </a:r>
          </a:p>
        </p:txBody>
      </p:sp>
      <p:sp>
        <p:nvSpPr>
          <p:cNvPr id="453699" name="Text Box 1091"/>
          <p:cNvSpPr txBox="1">
            <a:spLocks noChangeArrowheads="1"/>
          </p:cNvSpPr>
          <p:nvPr/>
        </p:nvSpPr>
        <p:spPr bwMode="auto">
          <a:xfrm>
            <a:off x="1588584" y="2929794"/>
            <a:ext cx="43696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 dirty="0"/>
              <a:t>Σ</a:t>
            </a:r>
            <a:r>
              <a:rPr lang="zh-CN" altLang="en-US" sz="2800" b="1" dirty="0"/>
              <a:t>在</a:t>
            </a:r>
            <a:r>
              <a:rPr lang="en-US" altLang="zh-CN" sz="2800" b="1" i="1" dirty="0" err="1"/>
              <a:t>xOy</a:t>
            </a:r>
            <a:r>
              <a:rPr lang="zh-CN" altLang="en-US" sz="2800" b="1" dirty="0"/>
              <a:t>面上的投影区域为</a:t>
            </a:r>
          </a:p>
        </p:txBody>
      </p:sp>
      <p:sp>
        <p:nvSpPr>
          <p:cNvPr id="453701" name="Text Box 1093"/>
          <p:cNvSpPr txBox="1">
            <a:spLocks noChangeArrowheads="1"/>
          </p:cNvSpPr>
          <p:nvPr/>
        </p:nvSpPr>
        <p:spPr bwMode="auto">
          <a:xfrm>
            <a:off x="2677558" y="3577261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函数</a:t>
            </a:r>
            <a:endParaRPr lang="zh-CN" altLang="en-US" sz="2800" b="1" i="1" dirty="0"/>
          </a:p>
        </p:txBody>
      </p:sp>
      <p:sp>
        <p:nvSpPr>
          <p:cNvPr id="453702" name="Text Box 1094"/>
          <p:cNvSpPr txBox="1">
            <a:spLocks noChangeArrowheads="1"/>
          </p:cNvSpPr>
          <p:nvPr/>
        </p:nvSpPr>
        <p:spPr bwMode="auto">
          <a:xfrm>
            <a:off x="1566364" y="4110167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上具有一阶连续偏导数</a:t>
            </a:r>
            <a:r>
              <a:rPr lang="en-US" altLang="zh-CN" sz="2800" b="1" dirty="0"/>
              <a:t>,</a:t>
            </a:r>
            <a:endParaRPr lang="en-US" altLang="zh-CN" sz="2800" b="1" i="1" dirty="0"/>
          </a:p>
        </p:txBody>
      </p:sp>
      <p:grpSp>
        <p:nvGrpSpPr>
          <p:cNvPr id="6" name="Group 1178"/>
          <p:cNvGrpSpPr>
            <a:grpSpLocks/>
          </p:cNvGrpSpPr>
          <p:nvPr/>
        </p:nvGrpSpPr>
        <p:grpSpPr bwMode="auto">
          <a:xfrm>
            <a:off x="7010400" y="2514600"/>
            <a:ext cx="2438400" cy="2057400"/>
            <a:chOff x="3456" y="1584"/>
            <a:chExt cx="1536" cy="1296"/>
          </a:xfrm>
        </p:grpSpPr>
        <p:sp>
          <p:nvSpPr>
            <p:cNvPr id="12330" name="Oval 1063"/>
            <p:cNvSpPr>
              <a:spLocks noChangeArrowheads="1"/>
            </p:cNvSpPr>
            <p:nvPr/>
          </p:nvSpPr>
          <p:spPr bwMode="auto">
            <a:xfrm>
              <a:off x="3456" y="2400"/>
              <a:ext cx="1536" cy="480"/>
            </a:xfrm>
            <a:prstGeom prst="ellipse">
              <a:avLst/>
            </a:prstGeom>
            <a:solidFill>
              <a:srgbClr val="00FF00">
                <a:alpha val="50195"/>
              </a:srgbClr>
            </a:soli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31" name="Line 1055"/>
            <p:cNvSpPr>
              <a:spLocks noChangeShapeType="1"/>
            </p:cNvSpPr>
            <p:nvPr/>
          </p:nvSpPr>
          <p:spPr bwMode="auto">
            <a:xfrm>
              <a:off x="3456" y="201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Line 1056"/>
            <p:cNvSpPr>
              <a:spLocks noChangeShapeType="1"/>
            </p:cNvSpPr>
            <p:nvPr/>
          </p:nvSpPr>
          <p:spPr bwMode="auto">
            <a:xfrm>
              <a:off x="4992" y="2016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3" name="Line 1057"/>
            <p:cNvSpPr>
              <a:spLocks noChangeShapeType="1"/>
            </p:cNvSpPr>
            <p:nvPr/>
          </p:nvSpPr>
          <p:spPr bwMode="auto">
            <a:xfrm>
              <a:off x="3888" y="1584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4" name="Line 1058"/>
            <p:cNvSpPr>
              <a:spLocks noChangeShapeType="1"/>
            </p:cNvSpPr>
            <p:nvPr/>
          </p:nvSpPr>
          <p:spPr bwMode="auto">
            <a:xfrm>
              <a:off x="3888" y="2016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5" name="Line 1064"/>
            <p:cNvSpPr>
              <a:spLocks noChangeShapeType="1"/>
            </p:cNvSpPr>
            <p:nvPr/>
          </p:nvSpPr>
          <p:spPr bwMode="auto">
            <a:xfrm>
              <a:off x="4416" y="230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297" name="Object 9"/>
            <p:cNvGraphicFramePr>
              <a:graphicFrameLocks noChangeAspect="1"/>
            </p:cNvGraphicFramePr>
            <p:nvPr/>
          </p:nvGraphicFramePr>
          <p:xfrm>
            <a:off x="3797" y="2630"/>
            <a:ext cx="283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11" name="公式" r:id="rId21" imgW="495000" imgH="419040" progId="Equation.3">
                    <p:embed/>
                  </p:oleObj>
                </mc:Choice>
                <mc:Fallback>
                  <p:oleObj name="公式" r:id="rId21" imgW="4950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7" y="2630"/>
                          <a:ext cx="283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173"/>
          <p:cNvGrpSpPr>
            <a:grpSpLocks/>
          </p:cNvGrpSpPr>
          <p:nvPr/>
        </p:nvGrpSpPr>
        <p:grpSpPr bwMode="auto">
          <a:xfrm>
            <a:off x="8001004" y="2697162"/>
            <a:ext cx="754063" cy="1897061"/>
            <a:chOff x="3456" y="2947"/>
            <a:chExt cx="475" cy="1195"/>
          </a:xfrm>
        </p:grpSpPr>
        <p:grpSp>
          <p:nvGrpSpPr>
            <p:cNvPr id="12317" name="Group 1172"/>
            <p:cNvGrpSpPr>
              <a:grpSpLocks/>
            </p:cNvGrpSpPr>
            <p:nvPr/>
          </p:nvGrpSpPr>
          <p:grpSpPr bwMode="auto">
            <a:xfrm>
              <a:off x="3456" y="3024"/>
              <a:ext cx="475" cy="1118"/>
              <a:chOff x="3408" y="3024"/>
              <a:chExt cx="475" cy="1118"/>
            </a:xfrm>
          </p:grpSpPr>
          <p:sp>
            <p:nvSpPr>
              <p:cNvPr id="12318" name="AutoShape 1152"/>
              <p:cNvSpPr>
                <a:spLocks noChangeArrowheads="1"/>
              </p:cNvSpPr>
              <p:nvPr/>
            </p:nvSpPr>
            <p:spPr bwMode="auto">
              <a:xfrm rot="924313">
                <a:off x="3408" y="3873"/>
                <a:ext cx="288" cy="130"/>
              </a:xfrm>
              <a:prstGeom prst="parallelogram">
                <a:avLst>
                  <a:gd name="adj" fmla="val 55385"/>
                </a:avLst>
              </a:prstGeom>
              <a:solidFill>
                <a:srgbClr val="FF99CC">
                  <a:alpha val="50195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2319" name="Group 1171"/>
              <p:cNvGrpSpPr>
                <a:grpSpLocks/>
              </p:cNvGrpSpPr>
              <p:nvPr/>
            </p:nvGrpSpPr>
            <p:grpSpPr bwMode="auto">
              <a:xfrm>
                <a:off x="3408" y="3024"/>
                <a:ext cx="475" cy="1118"/>
                <a:chOff x="3408" y="3024"/>
                <a:chExt cx="475" cy="1118"/>
              </a:xfrm>
            </p:grpSpPr>
            <p:sp>
              <p:nvSpPr>
                <p:cNvPr id="12320" name="AutoShape 1151"/>
                <p:cNvSpPr>
                  <a:spLocks noChangeArrowheads="1"/>
                </p:cNvSpPr>
                <p:nvPr/>
              </p:nvSpPr>
              <p:spPr bwMode="auto">
                <a:xfrm rot="924313">
                  <a:off x="3408" y="3024"/>
                  <a:ext cx="288" cy="130"/>
                </a:xfrm>
                <a:prstGeom prst="parallelogram">
                  <a:avLst>
                    <a:gd name="adj" fmla="val 55385"/>
                  </a:avLst>
                </a:prstGeom>
                <a:solidFill>
                  <a:srgbClr val="339966">
                    <a:alpha val="50195"/>
                  </a:srgbClr>
                </a:solidFill>
                <a:ln w="222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aphicFrame>
              <p:nvGraphicFramePr>
                <p:cNvPr id="12296" name="Object 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27917087"/>
                    </p:ext>
                  </p:extLst>
                </p:nvPr>
              </p:nvGraphicFramePr>
              <p:xfrm>
                <a:off x="3420" y="3884"/>
                <a:ext cx="463" cy="25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8112" name="Equation" r:id="rId23" imgW="406080" imgH="241200" progId="Equation.DSMT4">
                        <p:embed/>
                      </p:oleObj>
                    </mc:Choice>
                    <mc:Fallback>
                      <p:oleObj name="Equation" r:id="rId23" imgW="406080" imgH="2412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20" y="3884"/>
                              <a:ext cx="463" cy="25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2321" name="Group 1155"/>
                <p:cNvGrpSpPr>
                  <a:grpSpLocks/>
                </p:cNvGrpSpPr>
                <p:nvPr/>
              </p:nvGrpSpPr>
              <p:grpSpPr bwMode="auto">
                <a:xfrm>
                  <a:off x="3408" y="3062"/>
                  <a:ext cx="288" cy="963"/>
                  <a:chOff x="4128" y="960"/>
                  <a:chExt cx="288" cy="963"/>
                </a:xfrm>
              </p:grpSpPr>
              <p:sp>
                <p:nvSpPr>
                  <p:cNvPr id="12322" name="Line 1156"/>
                  <p:cNvSpPr>
                    <a:spLocks noChangeShapeType="1"/>
                  </p:cNvSpPr>
                  <p:nvPr/>
                </p:nvSpPr>
                <p:spPr bwMode="auto">
                  <a:xfrm>
                    <a:off x="4128" y="1056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3" name="Line 1157"/>
                  <p:cNvSpPr>
                    <a:spLocks noChangeShapeType="1"/>
                  </p:cNvSpPr>
                  <p:nvPr/>
                </p:nvSpPr>
                <p:spPr bwMode="auto">
                  <a:xfrm>
                    <a:off x="4128" y="1200"/>
                    <a:ext cx="0" cy="6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4" name="Line 1158"/>
                  <p:cNvSpPr>
                    <a:spLocks noChangeShapeType="1"/>
                  </p:cNvSpPr>
                  <p:nvPr/>
                </p:nvSpPr>
                <p:spPr bwMode="auto">
                  <a:xfrm>
                    <a:off x="4224" y="1056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5" name="Line 1159"/>
                  <p:cNvSpPr>
                    <a:spLocks noChangeShapeType="1"/>
                  </p:cNvSpPr>
                  <p:nvPr/>
                </p:nvSpPr>
                <p:spPr bwMode="auto">
                  <a:xfrm>
                    <a:off x="4224" y="1200"/>
                    <a:ext cx="0" cy="57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6" name="Line 1160"/>
                  <p:cNvSpPr>
                    <a:spLocks noChangeShapeType="1"/>
                  </p:cNvSpPr>
                  <p:nvPr/>
                </p:nvSpPr>
                <p:spPr bwMode="auto">
                  <a:xfrm>
                    <a:off x="4416" y="960"/>
                    <a:ext cx="0" cy="38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7" name="Line 1161"/>
                  <p:cNvSpPr>
                    <a:spLocks noChangeShapeType="1"/>
                  </p:cNvSpPr>
                  <p:nvPr/>
                </p:nvSpPr>
                <p:spPr bwMode="auto">
                  <a:xfrm>
                    <a:off x="4416" y="1344"/>
                    <a:ext cx="0" cy="48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8" name="Line 1162"/>
                  <p:cNvSpPr>
                    <a:spLocks noChangeShapeType="1"/>
                  </p:cNvSpPr>
                  <p:nvPr/>
                </p:nvSpPr>
                <p:spPr bwMode="auto">
                  <a:xfrm>
                    <a:off x="4320" y="1056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9" name="Line 1163"/>
                  <p:cNvSpPr>
                    <a:spLocks noChangeShapeType="1"/>
                  </p:cNvSpPr>
                  <p:nvPr/>
                </p:nvSpPr>
                <p:spPr bwMode="auto">
                  <a:xfrm>
                    <a:off x="4332" y="1251"/>
                    <a:ext cx="0" cy="6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aphicFrame>
          <p:nvGraphicFramePr>
            <p:cNvPr id="12295" name="Object 7"/>
            <p:cNvGraphicFramePr>
              <a:graphicFrameLocks noChangeAspect="1"/>
            </p:cNvGraphicFramePr>
            <p:nvPr/>
          </p:nvGraphicFramePr>
          <p:xfrm>
            <a:off x="3456" y="2947"/>
            <a:ext cx="25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13" name="Equation" r:id="rId25" imgW="190440" imgH="177480" progId="Equation.3">
                    <p:embed/>
                  </p:oleObj>
                </mc:Choice>
                <mc:Fallback>
                  <p:oleObj name="Equation" r:id="rId25" imgW="19044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947"/>
                          <a:ext cx="250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177"/>
          <p:cNvGrpSpPr>
            <a:grpSpLocks/>
          </p:cNvGrpSpPr>
          <p:nvPr/>
        </p:nvGrpSpPr>
        <p:grpSpPr bwMode="auto">
          <a:xfrm>
            <a:off x="8229616" y="1785938"/>
            <a:ext cx="441326" cy="1033463"/>
            <a:chOff x="4224" y="1125"/>
            <a:chExt cx="278" cy="651"/>
          </a:xfrm>
        </p:grpSpPr>
        <p:graphicFrame>
          <p:nvGraphicFramePr>
            <p:cNvPr id="1229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9120165"/>
                </p:ext>
              </p:extLst>
            </p:nvPr>
          </p:nvGraphicFramePr>
          <p:xfrm>
            <a:off x="4334" y="1125"/>
            <a:ext cx="168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14" name="Equation" r:id="rId27" imgW="139680" imgH="177480" progId="Equation.DSMT4">
                    <p:embed/>
                  </p:oleObj>
                </mc:Choice>
                <mc:Fallback>
                  <p:oleObj name="Equation" r:id="rId27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4" y="1125"/>
                          <a:ext cx="168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6" name="Line 1062"/>
            <p:cNvSpPr>
              <a:spLocks noChangeShapeType="1"/>
            </p:cNvSpPr>
            <p:nvPr/>
          </p:nvSpPr>
          <p:spPr bwMode="auto">
            <a:xfrm flipV="1">
              <a:off x="4224" y="1392"/>
              <a:ext cx="96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627188" y="4682332"/>
            <a:ext cx="4561176" cy="1194034"/>
            <a:chOff x="1591827" y="4327526"/>
            <a:chExt cx="4561176" cy="1194034"/>
          </a:xfrm>
        </p:grpSpPr>
        <p:sp>
          <p:nvSpPr>
            <p:cNvPr id="453703" name="Text Box 1095"/>
            <p:cNvSpPr txBox="1">
              <a:spLocks noChangeArrowheads="1"/>
            </p:cNvSpPr>
            <p:nvPr/>
          </p:nvSpPr>
          <p:spPr bwMode="auto">
            <a:xfrm>
              <a:off x="1591827" y="4327526"/>
              <a:ext cx="456117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函数</a:t>
              </a:r>
              <a:r>
                <a:rPr lang="en-US" altLang="zh-CN" sz="2800" b="1" i="1" dirty="0"/>
                <a:t>P</a:t>
              </a:r>
              <a:r>
                <a:rPr lang="en-US" altLang="zh-CN" sz="2800" b="1" dirty="0"/>
                <a:t>(</a:t>
              </a:r>
              <a:r>
                <a:rPr lang="en-US" altLang="zh-CN" sz="2800" b="1" i="1" dirty="0"/>
                <a:t>x</a:t>
              </a:r>
              <a:r>
                <a:rPr lang="en-US" altLang="zh-CN" sz="2800" b="1" dirty="0"/>
                <a:t>, </a:t>
              </a:r>
              <a:r>
                <a:rPr lang="en-US" altLang="zh-CN" sz="2800" b="1" i="1" dirty="0"/>
                <a:t>y</a:t>
              </a:r>
              <a:r>
                <a:rPr lang="en-US" altLang="zh-CN" sz="2800" b="1" dirty="0"/>
                <a:t>, </a:t>
              </a:r>
              <a:r>
                <a:rPr lang="en-US" altLang="zh-CN" sz="2800" b="1" i="1" dirty="0"/>
                <a:t>z</a:t>
              </a:r>
              <a:r>
                <a:rPr lang="en-US" altLang="zh-CN" sz="2800" b="1" dirty="0"/>
                <a:t>) </a:t>
              </a:r>
              <a:r>
                <a:rPr lang="zh-CN" altLang="en-US" sz="2800" b="1" dirty="0"/>
                <a:t>，</a:t>
              </a:r>
              <a:r>
                <a:rPr lang="en-US" altLang="zh-CN" sz="2800" b="1" i="1" dirty="0"/>
                <a:t>Q</a:t>
              </a:r>
              <a:r>
                <a:rPr lang="en-US" altLang="zh-CN" sz="2800" b="1" dirty="0"/>
                <a:t>(</a:t>
              </a:r>
              <a:r>
                <a:rPr lang="en-US" altLang="zh-CN" sz="2800" b="1" i="1" dirty="0"/>
                <a:t>x</a:t>
              </a:r>
              <a:r>
                <a:rPr lang="en-US" altLang="zh-CN" sz="2800" b="1" dirty="0"/>
                <a:t>, </a:t>
              </a:r>
              <a:r>
                <a:rPr lang="en-US" altLang="zh-CN" sz="2800" b="1" i="1" dirty="0"/>
                <a:t>y</a:t>
              </a:r>
              <a:r>
                <a:rPr lang="en-US" altLang="zh-CN" sz="2800" b="1" dirty="0"/>
                <a:t>, </a:t>
              </a:r>
              <a:r>
                <a:rPr lang="en-US" altLang="zh-CN" sz="2800" b="1" i="1" dirty="0"/>
                <a:t>z</a:t>
              </a:r>
              <a:r>
                <a:rPr lang="en-US" altLang="zh-CN" sz="2800" b="1" dirty="0"/>
                <a:t>) </a:t>
              </a:r>
              <a:r>
                <a:rPr lang="zh-CN" altLang="en-US" sz="2800" b="1" dirty="0"/>
                <a:t>，</a:t>
              </a:r>
              <a:endParaRPr lang="en-US" altLang="zh-CN" sz="2800" b="1" dirty="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627188" y="4998340"/>
              <a:ext cx="32624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b="1" dirty="0"/>
                <a:t>在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Σ</a:t>
              </a:r>
              <a:r>
                <a:rPr lang="zh-CN" altLang="en-US" sz="2800" b="1" dirty="0"/>
                <a:t>上连续</a:t>
              </a:r>
              <a:r>
                <a:rPr lang="en-US" altLang="zh-CN" sz="2800" b="1" dirty="0"/>
                <a:t>.</a:t>
              </a:r>
              <a:endParaRPr lang="zh-CN" altLang="en-US" sz="2800" dirty="0"/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7882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3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3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97" grpId="0" autoUpdateAnimBg="0"/>
      <p:bldP spid="453699" grpId="0" autoUpdateAnimBg="0"/>
      <p:bldP spid="453701" grpId="0" autoUpdateAnimBg="0"/>
      <p:bldP spid="45370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9149" y="575927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则由关系式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521997"/>
              </p:ext>
            </p:extLst>
          </p:nvPr>
        </p:nvGraphicFramePr>
        <p:xfrm>
          <a:off x="1346898" y="957180"/>
          <a:ext cx="71834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4" name="Equation" r:id="rId3" imgW="3035160" imgH="380880" progId="Equation.DSMT4">
                  <p:embed/>
                </p:oleObj>
              </mc:Choice>
              <mc:Fallback>
                <p:oleObj name="Equation" r:id="rId3" imgW="3035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46898" y="957180"/>
                        <a:ext cx="7183438" cy="9017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69149" y="361248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及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667091"/>
              </p:ext>
            </p:extLst>
          </p:nvPr>
        </p:nvGraphicFramePr>
        <p:xfrm>
          <a:off x="1193445" y="2300605"/>
          <a:ext cx="7727950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5" name="Equation" r:id="rId5" imgW="3276360" imgH="507960" progId="Equation.DSMT4">
                  <p:embed/>
                </p:oleObj>
              </mc:Choice>
              <mc:Fallback>
                <p:oleObj name="Equation" r:id="rId5" imgW="32763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3445" y="2300605"/>
                        <a:ext cx="7727950" cy="1198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66458"/>
              </p:ext>
            </p:extLst>
          </p:nvPr>
        </p:nvGraphicFramePr>
        <p:xfrm>
          <a:off x="2260600" y="3522663"/>
          <a:ext cx="409416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6" name="Equation" r:id="rId7" imgW="1777680" imgH="304560" progId="Equation.DSMT4">
                  <p:embed/>
                </p:oleObj>
              </mc:Choice>
              <mc:Fallback>
                <p:oleObj name="Equation" r:id="rId7" imgW="17776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60600" y="3522663"/>
                        <a:ext cx="4094163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469294"/>
              </p:ext>
            </p:extLst>
          </p:nvPr>
        </p:nvGraphicFramePr>
        <p:xfrm>
          <a:off x="1464907" y="4199496"/>
          <a:ext cx="71850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7" name="Equation" r:id="rId9" imgW="3035160" imgH="380880" progId="Equation.DSMT4">
                  <p:embed/>
                </p:oleObj>
              </mc:Choice>
              <mc:Fallback>
                <p:oleObj name="Equation" r:id="rId9" imgW="3035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64907" y="4199496"/>
                        <a:ext cx="7185025" cy="9017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331358"/>
              </p:ext>
            </p:extLst>
          </p:nvPr>
        </p:nvGraphicFramePr>
        <p:xfrm>
          <a:off x="1145310" y="1756631"/>
          <a:ext cx="87772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8" name="Equation" r:id="rId11" imgW="3708360" imgH="380880" progId="Equation.DSMT4">
                  <p:embed/>
                </p:oleObj>
              </mc:Choice>
              <mc:Fallback>
                <p:oleObj name="Equation" r:id="rId11" imgW="3708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45310" y="1756631"/>
                        <a:ext cx="8777287" cy="9017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912037"/>
              </p:ext>
            </p:extLst>
          </p:nvPr>
        </p:nvGraphicFramePr>
        <p:xfrm>
          <a:off x="1533923" y="4908296"/>
          <a:ext cx="69421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9" name="Equation" r:id="rId13" imgW="2933640" imgH="419040" progId="Equation.DSMT4">
                  <p:embed/>
                </p:oleObj>
              </mc:Choice>
              <mc:Fallback>
                <p:oleObj name="Equation" r:id="rId13" imgW="29336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33923" y="4908296"/>
                        <a:ext cx="6942137" cy="990600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900602" y="428805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得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517259"/>
              </p:ext>
            </p:extLst>
          </p:nvPr>
        </p:nvGraphicFramePr>
        <p:xfrm>
          <a:off x="5389563" y="5726113"/>
          <a:ext cx="345757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80" name="Equation" r:id="rId15" imgW="1460160" imgH="203040" progId="Equation.DSMT4">
                  <p:embed/>
                </p:oleObj>
              </mc:Choice>
              <mc:Fallback>
                <p:oleObj name="Equation" r:id="rId15" imgW="1460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89563" y="5726113"/>
                        <a:ext cx="3457575" cy="481012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678204" y="3421780"/>
                <a:ext cx="1346844" cy="646331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zh-CN" altLang="en-US" b="1" dirty="0">
                    <a:solidFill>
                      <a:srgbClr val="000099"/>
                    </a:solidFill>
                  </a:rPr>
                  <a:t>上的第一</a:t>
                </a:r>
                <a:endParaRPr lang="en-US" altLang="zh-CN" b="1" dirty="0">
                  <a:solidFill>
                    <a:srgbClr val="000099"/>
                  </a:solidFill>
                </a:endParaRPr>
              </a:p>
              <a:p>
                <a:r>
                  <a:rPr lang="zh-CN" altLang="en-US" b="1" dirty="0">
                    <a:solidFill>
                      <a:srgbClr val="000099"/>
                    </a:solidFill>
                  </a:rPr>
                  <a:t>型曲面积分</a:t>
                </a: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8204" y="3421780"/>
                <a:ext cx="1346844" cy="646331"/>
              </a:xfrm>
              <a:prstGeom prst="rect">
                <a:avLst/>
              </a:prstGeom>
              <a:blipFill rotWithShape="0">
                <a:blip r:embed="rId17"/>
                <a:stretch>
                  <a:fillRect l="-3571" t="-6422" r="-3125" b="-9174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9871579" y="4856765"/>
            <a:ext cx="1043876" cy="646331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1" i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000099"/>
                </a:solidFill>
              </a:rPr>
              <a:t>上的二</a:t>
            </a:r>
            <a:endParaRPr lang="en-US" altLang="zh-CN" b="1" dirty="0">
              <a:solidFill>
                <a:srgbClr val="000099"/>
              </a:solidFill>
            </a:endParaRPr>
          </a:p>
          <a:p>
            <a:r>
              <a:rPr lang="zh-CN" altLang="en-US" b="1" dirty="0">
                <a:solidFill>
                  <a:srgbClr val="000099"/>
                </a:solidFill>
              </a:rPr>
              <a:t>重积分</a:t>
            </a:r>
          </a:p>
        </p:txBody>
      </p:sp>
      <p:sp>
        <p:nvSpPr>
          <p:cNvPr id="18" name="下箭头 17"/>
          <p:cNvSpPr/>
          <p:nvPr/>
        </p:nvSpPr>
        <p:spPr>
          <a:xfrm>
            <a:off x="10285289" y="4148971"/>
            <a:ext cx="216457" cy="6289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7574551" y="473284"/>
                <a:ext cx="1346844" cy="646331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zh-CN" altLang="en-US" b="1" dirty="0">
                    <a:solidFill>
                      <a:srgbClr val="000099"/>
                    </a:solidFill>
                  </a:rPr>
                  <a:t>上的第二</a:t>
                </a:r>
                <a:endParaRPr lang="en-US" altLang="zh-CN" b="1" dirty="0">
                  <a:solidFill>
                    <a:srgbClr val="000099"/>
                  </a:solidFill>
                </a:endParaRPr>
              </a:p>
              <a:p>
                <a:r>
                  <a:rPr lang="zh-CN" altLang="en-US" b="1" dirty="0">
                    <a:solidFill>
                      <a:srgbClr val="000099"/>
                    </a:solidFill>
                  </a:rPr>
                  <a:t>型曲面积分</a:t>
                </a: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551" y="473284"/>
                <a:ext cx="1346844" cy="646331"/>
              </a:xfrm>
              <a:prstGeom prst="rect">
                <a:avLst/>
              </a:prstGeom>
              <a:blipFill rotWithShape="0">
                <a:blip r:embed="rId18"/>
                <a:stretch>
                  <a:fillRect l="-3587" t="-7339" r="-3587" b="-9174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组合 32"/>
          <p:cNvGrpSpPr/>
          <p:nvPr/>
        </p:nvGrpSpPr>
        <p:grpSpPr>
          <a:xfrm>
            <a:off x="9071549" y="477253"/>
            <a:ext cx="1953499" cy="646331"/>
            <a:chOff x="9071549" y="477253"/>
            <a:chExt cx="1953499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9678204" y="477253"/>
                  <a:ext cx="1346844" cy="646331"/>
                </a:xfrm>
                <a:prstGeom prst="rect">
                  <a:avLst/>
                </a:prstGeom>
                <a:ln w="19050">
                  <a:solidFill>
                    <a:srgbClr val="FF0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99"/>
                          </a:solidFill>
                          <a:latin typeface="Cambria Math" panose="02040503050406030204" pitchFamily="18" charset="0"/>
                        </a:rPr>
                        <m:t>𝛴</m:t>
                      </m:r>
                    </m:oMath>
                  </a14:m>
                  <a:r>
                    <a:rPr lang="zh-CN" altLang="en-US" b="1" dirty="0">
                      <a:solidFill>
                        <a:srgbClr val="000099"/>
                      </a:solidFill>
                    </a:rPr>
                    <a:t>上的第一</a:t>
                  </a:r>
                  <a:endParaRPr lang="en-US" altLang="zh-CN" b="1" dirty="0">
                    <a:solidFill>
                      <a:srgbClr val="000099"/>
                    </a:solidFill>
                  </a:endParaRPr>
                </a:p>
                <a:p>
                  <a:r>
                    <a:rPr lang="zh-CN" altLang="en-US" b="1" dirty="0">
                      <a:solidFill>
                        <a:srgbClr val="000099"/>
                      </a:solidFill>
                    </a:rPr>
                    <a:t>型曲面积分</a:t>
                  </a:r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8204" y="477253"/>
                  <a:ext cx="1346844" cy="646331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 l="-3571" t="-6422" r="-3125" b="-9174"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右箭头 20"/>
            <p:cNvSpPr/>
            <p:nvPr/>
          </p:nvSpPr>
          <p:spPr>
            <a:xfrm>
              <a:off x="9071549" y="681865"/>
              <a:ext cx="469615" cy="18109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228703" y="2640719"/>
            <a:ext cx="961829" cy="337674"/>
            <a:chOff x="10871105" y="1393982"/>
            <a:chExt cx="961829" cy="337674"/>
          </a:xfrm>
        </p:grpSpPr>
        <p:sp>
          <p:nvSpPr>
            <p:cNvPr id="26" name="八角星 25"/>
            <p:cNvSpPr/>
            <p:nvPr/>
          </p:nvSpPr>
          <p:spPr>
            <a:xfrm>
              <a:off x="10871105" y="1401409"/>
              <a:ext cx="287195" cy="330247"/>
            </a:xfrm>
            <a:prstGeom prst="star8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八角星 27"/>
            <p:cNvSpPr/>
            <p:nvPr/>
          </p:nvSpPr>
          <p:spPr>
            <a:xfrm>
              <a:off x="11516458" y="1393982"/>
              <a:ext cx="316476" cy="337674"/>
            </a:xfrm>
            <a:prstGeom prst="star8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548277" y="5061369"/>
            <a:ext cx="3281002" cy="424595"/>
            <a:chOff x="6166319" y="3879283"/>
            <a:chExt cx="3281002" cy="424595"/>
          </a:xfrm>
        </p:grpSpPr>
        <p:sp>
          <p:nvSpPr>
            <p:cNvPr id="29" name="八角星 28"/>
            <p:cNvSpPr/>
            <p:nvPr/>
          </p:nvSpPr>
          <p:spPr>
            <a:xfrm>
              <a:off x="9130845" y="3884257"/>
              <a:ext cx="316476" cy="401687"/>
            </a:xfrm>
            <a:prstGeom prst="star8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八角星 29"/>
            <p:cNvSpPr/>
            <p:nvPr/>
          </p:nvSpPr>
          <p:spPr>
            <a:xfrm>
              <a:off x="6166319" y="3879283"/>
              <a:ext cx="343203" cy="424595"/>
            </a:xfrm>
            <a:prstGeom prst="star8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十二角星 30"/>
          <p:cNvSpPr/>
          <p:nvPr/>
        </p:nvSpPr>
        <p:spPr>
          <a:xfrm>
            <a:off x="4249949" y="2598779"/>
            <a:ext cx="478569" cy="424567"/>
          </a:xfrm>
          <a:prstGeom prst="star12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十二角星 31"/>
          <p:cNvSpPr/>
          <p:nvPr/>
        </p:nvSpPr>
        <p:spPr>
          <a:xfrm>
            <a:off x="1729196" y="5039902"/>
            <a:ext cx="405276" cy="416090"/>
          </a:xfrm>
          <a:prstGeom prst="star12">
            <a:avLst/>
          </a:prstGeom>
          <a:noFill/>
          <a:ln w="254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471353" y="4285729"/>
            <a:ext cx="7673815" cy="1872634"/>
          </a:xfrm>
          <a:prstGeom prst="rect">
            <a:avLst/>
          </a:prstGeom>
          <a:noFill/>
          <a:ln w="34925" cmpd="dbl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80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6" grpId="0" animBg="1"/>
      <p:bldP spid="17" grpId="0" animBg="1"/>
      <p:bldP spid="18" grpId="0" animBg="1"/>
      <p:bldP spid="20" grpId="0" animBg="1"/>
      <p:bldP spid="31" grpId="0" animBg="1"/>
      <p:bldP spid="32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702366"/>
              </p:ext>
            </p:extLst>
          </p:nvPr>
        </p:nvGraphicFramePr>
        <p:xfrm>
          <a:off x="6546850" y="33655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0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46850" y="3365500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099991"/>
              </p:ext>
            </p:extLst>
          </p:nvPr>
        </p:nvGraphicFramePr>
        <p:xfrm>
          <a:off x="885792" y="605234"/>
          <a:ext cx="10115550" cy="192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1" name="Equation" r:id="rId5" imgW="4495680" imgH="812520" progId="Equation.DSMT4">
                  <p:embed/>
                </p:oleObj>
              </mc:Choice>
              <mc:Fallback>
                <p:oleObj name="Equation" r:id="rId5" imgW="44956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5792" y="605234"/>
                        <a:ext cx="10115550" cy="1922462"/>
                      </a:xfrm>
                      <a:prstGeom prst="rect">
                        <a:avLst/>
                      </a:prstGeom>
                      <a:ln w="38100" cmpd="dbl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十二角星 5"/>
          <p:cNvSpPr/>
          <p:nvPr/>
        </p:nvSpPr>
        <p:spPr>
          <a:xfrm>
            <a:off x="1082104" y="1673613"/>
            <a:ext cx="424872" cy="415637"/>
          </a:xfrm>
          <a:prstGeom prst="star12">
            <a:avLst/>
          </a:prstGeom>
          <a:noFill/>
          <a:ln w="317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601570"/>
              </p:ext>
            </p:extLst>
          </p:nvPr>
        </p:nvGraphicFramePr>
        <p:xfrm>
          <a:off x="685800" y="2548804"/>
          <a:ext cx="3714074" cy="505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2" name="Equation" r:id="rId7" imgW="1587240" imgH="215640" progId="Equation.DSMT4">
                  <p:embed/>
                </p:oleObj>
              </mc:Choice>
              <mc:Fallback>
                <p:oleObj name="Equation" r:id="rId7" imgW="1587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5800" y="2548804"/>
                        <a:ext cx="3714074" cy="505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620993"/>
              </p:ext>
            </p:extLst>
          </p:nvPr>
        </p:nvGraphicFramePr>
        <p:xfrm>
          <a:off x="4399874" y="2557102"/>
          <a:ext cx="3387234" cy="496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3" name="Equation" r:id="rId9" imgW="1384200" imgH="203040" progId="Equation.DSMT4">
                  <p:embed/>
                </p:oleObj>
              </mc:Choice>
              <mc:Fallback>
                <p:oleObj name="Equation" r:id="rId9" imgW="1384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99874" y="2557102"/>
                        <a:ext cx="3387234" cy="496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86545"/>
              </p:ext>
            </p:extLst>
          </p:nvPr>
        </p:nvGraphicFramePr>
        <p:xfrm>
          <a:off x="7887246" y="2557030"/>
          <a:ext cx="33274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4" name="Equation" r:id="rId11" imgW="1358640" imgH="203040" progId="Equation.DSMT4">
                  <p:embed/>
                </p:oleObj>
              </mc:Choice>
              <mc:Fallback>
                <p:oleObj name="Equation" r:id="rId11" imgW="1358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87246" y="2557030"/>
                        <a:ext cx="3327400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61302"/>
              </p:ext>
            </p:extLst>
          </p:nvPr>
        </p:nvGraphicFramePr>
        <p:xfrm>
          <a:off x="1266825" y="3068927"/>
          <a:ext cx="520943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5" name="Equation" r:id="rId13" imgW="2095200" imgH="241200" progId="Equation.DSMT4">
                  <p:embed/>
                </p:oleObj>
              </mc:Choice>
              <mc:Fallback>
                <p:oleObj name="Equation" r:id="rId13" imgW="2095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66825" y="3068927"/>
                        <a:ext cx="5209435" cy="61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56432"/>
              </p:ext>
            </p:extLst>
          </p:nvPr>
        </p:nvGraphicFramePr>
        <p:xfrm>
          <a:off x="6416675" y="3146425"/>
          <a:ext cx="4646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6" name="Equation" r:id="rId15" imgW="1917360" imgH="228600" progId="Equation.DSMT4">
                  <p:embed/>
                </p:oleObj>
              </mc:Choice>
              <mc:Fallback>
                <p:oleObj name="Equation" r:id="rId15" imgW="1917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16675" y="3146425"/>
                        <a:ext cx="4646613" cy="582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29096" y="3096242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266083" y="3572399"/>
            <a:ext cx="20842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有类似公式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1191207" y="4116727"/>
            <a:ext cx="2040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特别地，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78030"/>
              </p:ext>
            </p:extLst>
          </p:nvPr>
        </p:nvGraphicFramePr>
        <p:xfrm>
          <a:off x="3556863" y="4083246"/>
          <a:ext cx="6197049" cy="933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7" name="Equation" r:id="rId17" imgW="2920680" imgH="419040" progId="Equation.DSMT4">
                  <p:embed/>
                </p:oleObj>
              </mc:Choice>
              <mc:Fallback>
                <p:oleObj name="Equation" r:id="rId17" imgW="29206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56863" y="4083246"/>
                        <a:ext cx="6197049" cy="933597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60645"/>
              </p:ext>
            </p:extLst>
          </p:nvPr>
        </p:nvGraphicFramePr>
        <p:xfrm>
          <a:off x="3566994" y="4896213"/>
          <a:ext cx="6221970" cy="958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8" name="Equation" r:id="rId19" imgW="2857320" imgH="419040" progId="Equation.DSMT4">
                  <p:embed/>
                </p:oleObj>
              </mc:Choice>
              <mc:Fallback>
                <p:oleObj name="Equation" r:id="rId19" imgW="28573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66994" y="4896213"/>
                        <a:ext cx="6221970" cy="958171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608232"/>
              </p:ext>
            </p:extLst>
          </p:nvPr>
        </p:nvGraphicFramePr>
        <p:xfrm>
          <a:off x="3566994" y="5723251"/>
          <a:ext cx="6221970" cy="920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9" name="Equation" r:id="rId21" imgW="2882880" imgH="406080" progId="Equation.DSMT4">
                  <p:embed/>
                </p:oleObj>
              </mc:Choice>
              <mc:Fallback>
                <p:oleObj name="Equation" r:id="rId21" imgW="2882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66994" y="5723251"/>
                        <a:ext cx="6221970" cy="920815"/>
                      </a:xfrm>
                      <a:prstGeom prst="rect">
                        <a:avLst/>
                      </a:prstGeom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360439" y="3977285"/>
            <a:ext cx="6288823" cy="2610771"/>
          </a:xfrm>
          <a:prstGeom prst="rect">
            <a:avLst/>
          </a:prstGeom>
          <a:noFill/>
          <a:ln w="31750" cmpd="dbl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19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3" grpId="0"/>
      <p:bldP spid="14" grpId="0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019497"/>
              </p:ext>
            </p:extLst>
          </p:nvPr>
        </p:nvGraphicFramePr>
        <p:xfrm>
          <a:off x="2453168" y="1972512"/>
          <a:ext cx="26670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3" name="Equation" r:id="rId3" imgW="2501640" imgH="812520" progId="Equation.3">
                  <p:embed/>
                </p:oleObj>
              </mc:Choice>
              <mc:Fallback>
                <p:oleObj name="Equation" r:id="rId3" imgW="250164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168" y="1972512"/>
                        <a:ext cx="26670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477427"/>
              </p:ext>
            </p:extLst>
          </p:nvPr>
        </p:nvGraphicFramePr>
        <p:xfrm>
          <a:off x="2309755" y="2788225"/>
          <a:ext cx="2062822" cy="511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4" name="Equation" r:id="rId5" imgW="863280" imgH="215640" progId="Equation.DSMT4">
                  <p:embed/>
                </p:oleObj>
              </mc:Choice>
              <mc:Fallback>
                <p:oleObj name="Equation" r:id="rId5" imgW="863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755" y="2788225"/>
                        <a:ext cx="2062822" cy="511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680305"/>
              </p:ext>
            </p:extLst>
          </p:nvPr>
        </p:nvGraphicFramePr>
        <p:xfrm>
          <a:off x="2609328" y="3681966"/>
          <a:ext cx="45783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5" name="公式" r:id="rId7" imgW="1815840" imgH="431640" progId="Equation.3">
                  <p:embed/>
                </p:oleObj>
              </mc:Choice>
              <mc:Fallback>
                <p:oleObj name="公式" r:id="rId7" imgW="1815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328" y="3681966"/>
                        <a:ext cx="457835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752282"/>
              </p:ext>
            </p:extLst>
          </p:nvPr>
        </p:nvGraphicFramePr>
        <p:xfrm>
          <a:off x="3008029" y="5533186"/>
          <a:ext cx="2729095" cy="932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6" name="Equation" r:id="rId9" imgW="1117440" imgH="380880" progId="Equation.DSMT4">
                  <p:embed/>
                </p:oleObj>
              </mc:Choice>
              <mc:Fallback>
                <p:oleObj name="Equation" r:id="rId9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029" y="5533186"/>
                        <a:ext cx="2729095" cy="932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013390" y="3448693"/>
            <a:ext cx="2514600" cy="1295400"/>
            <a:chOff x="3363" y="1624"/>
            <a:chExt cx="1584" cy="816"/>
          </a:xfrm>
        </p:grpSpPr>
        <p:sp>
          <p:nvSpPr>
            <p:cNvPr id="13329" name="AutoShape 7"/>
            <p:cNvSpPr>
              <a:spLocks noChangeArrowheads="1"/>
            </p:cNvSpPr>
            <p:nvPr/>
          </p:nvSpPr>
          <p:spPr bwMode="auto">
            <a:xfrm>
              <a:off x="3363" y="1624"/>
              <a:ext cx="1584" cy="816"/>
            </a:xfrm>
            <a:prstGeom prst="irregularSeal1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0" name="Text Box 8"/>
            <p:cNvSpPr txBox="1">
              <a:spLocks noChangeArrowheads="1"/>
            </p:cNvSpPr>
            <p:nvPr/>
          </p:nvSpPr>
          <p:spPr bwMode="auto">
            <a:xfrm>
              <a:off x="3663" y="1849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chemeClr val="bg1"/>
                  </a:solidFill>
                </a:rPr>
                <a:t>Σ</a:t>
              </a:r>
              <a:r>
                <a:rPr lang="en-US" altLang="zh-CN" sz="2800" dirty="0">
                  <a:solidFill>
                    <a:schemeClr val="bg1"/>
                  </a:solidFill>
                </a:rPr>
                <a:t> </a:t>
              </a:r>
              <a:r>
                <a:rPr lang="zh-CN" altLang="en-US" sz="2800" dirty="0">
                  <a:solidFill>
                    <a:schemeClr val="bg1"/>
                  </a:solidFill>
                </a:rPr>
                <a:t>取</a:t>
              </a:r>
              <a:r>
                <a:rPr lang="zh-CN" altLang="en-US" sz="2800" dirty="0">
                  <a:solidFill>
                    <a:srgbClr val="FF0000"/>
                  </a:solidFill>
                </a:rPr>
                <a:t>上</a:t>
              </a:r>
              <a:r>
                <a:rPr lang="zh-CN" altLang="en-US" sz="2800" dirty="0">
                  <a:solidFill>
                    <a:schemeClr val="bg1"/>
                  </a:solidFill>
                </a:rPr>
                <a:t>侧</a:t>
              </a:r>
              <a:endParaRPr lang="zh-CN" altLang="en-US" sz="2800" dirty="0"/>
            </a:p>
          </p:txBody>
        </p:sp>
      </p:grpSp>
      <p:graphicFrame>
        <p:nvGraphicFramePr>
          <p:cNvPr id="51200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814477"/>
              </p:ext>
            </p:extLst>
          </p:nvPr>
        </p:nvGraphicFramePr>
        <p:xfrm>
          <a:off x="5120168" y="1764597"/>
          <a:ext cx="4360862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7" name="公式" r:id="rId11" imgW="1777680" imgH="431640" progId="Equation.3">
                  <p:embed/>
                </p:oleObj>
              </mc:Choice>
              <mc:Fallback>
                <p:oleObj name="公式" r:id="rId11" imgW="1777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0168" y="1764597"/>
                        <a:ext cx="4360862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967104"/>
              </p:ext>
            </p:extLst>
          </p:nvPr>
        </p:nvGraphicFramePr>
        <p:xfrm>
          <a:off x="4587875" y="2806531"/>
          <a:ext cx="14795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8" name="Equation" r:id="rId13" imgW="622080" imgH="203040" progId="Equation.DSMT4">
                  <p:embed/>
                </p:oleObj>
              </mc:Choice>
              <mc:Fallback>
                <p:oleObj name="Equation" r:id="rId13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75" y="2806531"/>
                        <a:ext cx="147955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152004"/>
              </p:ext>
            </p:extLst>
          </p:nvPr>
        </p:nvGraphicFramePr>
        <p:xfrm>
          <a:off x="2453168" y="3266688"/>
          <a:ext cx="2667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9" name="公式" r:id="rId15" imgW="1130040" imgH="228600" progId="Equation.3">
                  <p:embed/>
                </p:oleObj>
              </mc:Choice>
              <mc:Fallback>
                <p:oleObj name="公式" r:id="rId15" imgW="11300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168" y="3266688"/>
                        <a:ext cx="2667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329442"/>
              </p:ext>
            </p:extLst>
          </p:nvPr>
        </p:nvGraphicFramePr>
        <p:xfrm>
          <a:off x="2657803" y="4610002"/>
          <a:ext cx="53340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0" name="公式" r:id="rId17" imgW="2171520" imgH="431640" progId="Equation.3">
                  <p:embed/>
                </p:oleObj>
              </mc:Choice>
              <mc:Fallback>
                <p:oleObj name="公式" r:id="rId17" imgW="2171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803" y="4610002"/>
                        <a:ext cx="53340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512995"/>
              </p:ext>
            </p:extLst>
          </p:nvPr>
        </p:nvGraphicFramePr>
        <p:xfrm>
          <a:off x="5774188" y="5533186"/>
          <a:ext cx="4051915" cy="928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1" name="Equation" r:id="rId19" imgW="1663560" imgH="380880" progId="Equation.DSMT4">
                  <p:embed/>
                </p:oleObj>
              </mc:Choice>
              <mc:Fallback>
                <p:oleObj name="Equation" r:id="rId19" imgW="1663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4188" y="5533186"/>
                        <a:ext cx="4051915" cy="928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51" name="Text Box 15"/>
          <p:cNvSpPr txBox="1">
            <a:spLocks noChangeArrowheads="1"/>
          </p:cNvSpPr>
          <p:nvPr/>
        </p:nvSpPr>
        <p:spPr bwMode="auto">
          <a:xfrm>
            <a:off x="2202854" y="5695852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即</a:t>
            </a:r>
          </a:p>
        </p:txBody>
      </p:sp>
      <p:graphicFrame>
        <p:nvGraphicFramePr>
          <p:cNvPr id="51200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954544"/>
              </p:ext>
            </p:extLst>
          </p:nvPr>
        </p:nvGraphicFramePr>
        <p:xfrm>
          <a:off x="6327553" y="6107468"/>
          <a:ext cx="444137" cy="42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2" name="Equation" r:id="rId21" imgW="253800" imgH="241200" progId="Equation.DSMT4">
                  <p:embed/>
                </p:oleObj>
              </mc:Choice>
              <mc:Fallback>
                <p:oleObj name="Equation" r:id="rId21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7553" y="6107468"/>
                        <a:ext cx="444137" cy="42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723735"/>
              </p:ext>
            </p:extLst>
          </p:nvPr>
        </p:nvGraphicFramePr>
        <p:xfrm>
          <a:off x="7800146" y="5656553"/>
          <a:ext cx="1182140" cy="511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3" name="Equation" r:id="rId23" imgW="469800" imgH="203040" progId="Equation.DSMT4">
                  <p:embed/>
                </p:oleObj>
              </mc:Choice>
              <mc:Fallback>
                <p:oleObj name="Equation" r:id="rId23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0146" y="5656553"/>
                        <a:ext cx="1182140" cy="511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316560"/>
              </p:ext>
            </p:extLst>
          </p:nvPr>
        </p:nvGraphicFramePr>
        <p:xfrm>
          <a:off x="6083280" y="5749708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4" name="Equation" r:id="rId25" imgW="139680" imgH="139680" progId="Equation.DSMT4">
                  <p:embed/>
                </p:oleObj>
              </mc:Choice>
              <mc:Fallback>
                <p:oleObj name="Equation" r:id="rId25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280" y="5749708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11358"/>
              </p:ext>
            </p:extLst>
          </p:nvPr>
        </p:nvGraphicFramePr>
        <p:xfrm>
          <a:off x="6195977" y="2720083"/>
          <a:ext cx="32083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5" name="Equation" r:id="rId27" imgW="1193760" imgH="241200" progId="Equation.DSMT4">
                  <p:embed/>
                </p:oleObj>
              </mc:Choice>
              <mc:Fallback>
                <p:oleObj name="Equation" r:id="rId27" imgW="1193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5977" y="2720083"/>
                        <a:ext cx="320833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814840"/>
              </p:ext>
            </p:extLst>
          </p:nvPr>
        </p:nvGraphicFramePr>
        <p:xfrm>
          <a:off x="1447780" y="870189"/>
          <a:ext cx="92710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6" name="Equation" r:id="rId29" imgW="4203360" imgH="419040" progId="Equation.DSMT4">
                  <p:embed/>
                </p:oleObj>
              </mc:Choice>
              <mc:Fallback>
                <p:oleObj name="Equation" r:id="rId29" imgW="4203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447780" y="870189"/>
                        <a:ext cx="9271000" cy="971550"/>
                      </a:xfrm>
                      <a:prstGeom prst="rect">
                        <a:avLst/>
                      </a:prstGeom>
                      <a:ln w="31750" cmpd="dbl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370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1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5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247010"/>
              </p:ext>
            </p:extLst>
          </p:nvPr>
        </p:nvGraphicFramePr>
        <p:xfrm>
          <a:off x="2721832" y="1215787"/>
          <a:ext cx="18827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6" name="Equation" r:id="rId3" imgW="1854000" imgH="431640" progId="Equation.3">
                  <p:embed/>
                </p:oleObj>
              </mc:Choice>
              <mc:Fallback>
                <p:oleObj name="Equation" r:id="rId3" imgW="1854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1832" y="1215787"/>
                        <a:ext cx="18827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427625"/>
              </p:ext>
            </p:extLst>
          </p:nvPr>
        </p:nvGraphicFramePr>
        <p:xfrm>
          <a:off x="2632199" y="1600825"/>
          <a:ext cx="2837302" cy="968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7" name="Equation" r:id="rId5" imgW="1117440" imgH="380880" progId="Equation.DSMT4">
                  <p:embed/>
                </p:oleObj>
              </mc:Choice>
              <mc:Fallback>
                <p:oleObj name="Equation" r:id="rId5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199" y="1600825"/>
                        <a:ext cx="2837302" cy="968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536261"/>
              </p:ext>
            </p:extLst>
          </p:nvPr>
        </p:nvGraphicFramePr>
        <p:xfrm>
          <a:off x="2897189" y="2492824"/>
          <a:ext cx="426243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8" name="Equation" r:id="rId7" imgW="4546440" imgH="444240" progId="Equation.3">
                  <p:embed/>
                </p:oleObj>
              </mc:Choice>
              <mc:Fallback>
                <p:oleObj name="Equation" r:id="rId7" imgW="4546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9" y="2492824"/>
                        <a:ext cx="426243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400345"/>
              </p:ext>
            </p:extLst>
          </p:nvPr>
        </p:nvGraphicFramePr>
        <p:xfrm>
          <a:off x="2632199" y="2926959"/>
          <a:ext cx="2792601" cy="965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9" name="Equation" r:id="rId9" imgW="1104840" imgH="380880" progId="Equation.DSMT4">
                  <p:embed/>
                </p:oleObj>
              </mc:Choice>
              <mc:Fallback>
                <p:oleObj name="Equation" r:id="rId9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199" y="2926959"/>
                        <a:ext cx="2792601" cy="965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207252"/>
              </p:ext>
            </p:extLst>
          </p:nvPr>
        </p:nvGraphicFramePr>
        <p:xfrm>
          <a:off x="2897190" y="4006202"/>
          <a:ext cx="4179114" cy="408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0" name="Equation" r:id="rId11" imgW="4546440" imgH="444240" progId="Equation.3">
                  <p:embed/>
                </p:oleObj>
              </mc:Choice>
              <mc:Fallback>
                <p:oleObj name="Equation" r:id="rId11" imgW="4546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90" y="4006202"/>
                        <a:ext cx="4179114" cy="408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7" name="Object 7"/>
          <p:cNvGraphicFramePr>
            <a:graphicFrameLocks noChangeAspect="1"/>
          </p:cNvGraphicFramePr>
          <p:nvPr/>
        </p:nvGraphicFramePr>
        <p:xfrm>
          <a:off x="2665850" y="4435083"/>
          <a:ext cx="2725300" cy="93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1" name="Equation" r:id="rId13" imgW="1104840" imgH="380880" progId="Equation.DSMT4">
                  <p:embed/>
                </p:oleObj>
              </mc:Choice>
              <mc:Fallback>
                <p:oleObj name="Equation" r:id="rId13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850" y="4435083"/>
                        <a:ext cx="2725300" cy="93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68" name="Text Box 8"/>
          <p:cNvSpPr txBox="1">
            <a:spLocks noChangeArrowheads="1"/>
          </p:cNvSpPr>
          <p:nvPr/>
        </p:nvSpPr>
        <p:spPr bwMode="auto">
          <a:xfrm>
            <a:off x="3071813" y="5373689"/>
            <a:ext cx="6477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第二型曲面积分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</a:rPr>
              <a:t>必须注意曲面所取的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2496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892818"/>
              </p:ext>
            </p:extLst>
          </p:nvPr>
        </p:nvGraphicFramePr>
        <p:xfrm>
          <a:off x="4694239" y="1142284"/>
          <a:ext cx="19138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2" name="Equation" r:id="rId15" imgW="711000" imgH="203040" progId="Equation.DSMT4">
                  <p:embed/>
                </p:oleObj>
              </mc:Choice>
              <mc:Fallback>
                <p:oleObj name="Equation" r:id="rId15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39" y="1142284"/>
                        <a:ext cx="19138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822187"/>
              </p:ext>
            </p:extLst>
          </p:nvPr>
        </p:nvGraphicFramePr>
        <p:xfrm>
          <a:off x="6457334" y="1107189"/>
          <a:ext cx="3436532" cy="650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3" name="Equation" r:id="rId17" imgW="1257120" imgH="241200" progId="Equation.DSMT4">
                  <p:embed/>
                </p:oleObj>
              </mc:Choice>
              <mc:Fallback>
                <p:oleObj name="Equation" r:id="rId17" imgW="1257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334" y="1107189"/>
                        <a:ext cx="3436532" cy="650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965359"/>
              </p:ext>
            </p:extLst>
          </p:nvPr>
        </p:nvGraphicFramePr>
        <p:xfrm>
          <a:off x="5438925" y="1604000"/>
          <a:ext cx="3994716" cy="1008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4" name="Equation" r:id="rId19" imgW="1663560" imgH="419040" progId="Equation.DSMT4">
                  <p:embed/>
                </p:oleObj>
              </mc:Choice>
              <mc:Fallback>
                <p:oleObj name="Equation" r:id="rId19" imgW="1663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8925" y="1604000"/>
                        <a:ext cx="3994716" cy="1008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132051"/>
              </p:ext>
            </p:extLst>
          </p:nvPr>
        </p:nvGraphicFramePr>
        <p:xfrm>
          <a:off x="5369785" y="2955694"/>
          <a:ext cx="4063856" cy="1033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5" name="Equation" r:id="rId21" imgW="1650960" imgH="419040" progId="Equation.DSMT4">
                  <p:embed/>
                </p:oleObj>
              </mc:Choice>
              <mc:Fallback>
                <p:oleObj name="Equation" r:id="rId21" imgW="1650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9785" y="2955694"/>
                        <a:ext cx="4063856" cy="1033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88677"/>
              </p:ext>
            </p:extLst>
          </p:nvPr>
        </p:nvGraphicFramePr>
        <p:xfrm>
          <a:off x="5402535" y="4449382"/>
          <a:ext cx="4031106" cy="99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6" name="Equation" r:id="rId23" imgW="1650960" imgH="406080" progId="Equation.DSMT4">
                  <p:embed/>
                </p:oleObj>
              </mc:Choice>
              <mc:Fallback>
                <p:oleObj name="Equation" r:id="rId23" imgW="165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535" y="4449382"/>
                        <a:ext cx="4031106" cy="99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495550" y="5373688"/>
            <a:ext cx="685800" cy="609600"/>
            <a:chOff x="624" y="3408"/>
            <a:chExt cx="432" cy="384"/>
          </a:xfrm>
        </p:grpSpPr>
        <p:sp>
          <p:nvSpPr>
            <p:cNvPr id="14355" name="Oval 15"/>
            <p:cNvSpPr>
              <a:spLocks noChangeArrowheads="1"/>
            </p:cNvSpPr>
            <p:nvPr/>
          </p:nvSpPr>
          <p:spPr bwMode="auto">
            <a:xfrm>
              <a:off x="624" y="3408"/>
              <a:ext cx="432" cy="384"/>
            </a:xfrm>
            <a:prstGeom prst="ellipse">
              <a:avLst/>
            </a:prstGeom>
            <a:gradFill rotWithShape="0">
              <a:gsLst>
                <a:gs pos="0">
                  <a:srgbClr val="000076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6" name="Rectangle 16"/>
            <p:cNvSpPr>
              <a:spLocks noChangeArrowheads="1"/>
            </p:cNvSpPr>
            <p:nvPr/>
          </p:nvSpPr>
          <p:spPr bwMode="auto">
            <a:xfrm>
              <a:off x="666" y="3408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>
                  <a:solidFill>
                    <a:srgbClr val="FFFF66"/>
                  </a:solidFill>
                  <a:latin typeface="宋体" panose="02010600030101010101" pitchFamily="2" charset="-122"/>
                </a:rPr>
                <a:t>注</a:t>
              </a:r>
            </a:p>
          </p:txBody>
        </p:sp>
      </p:grpSp>
      <p:graphicFrame>
        <p:nvGraphicFramePr>
          <p:cNvPr id="4249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084196"/>
              </p:ext>
            </p:extLst>
          </p:nvPr>
        </p:nvGraphicFramePr>
        <p:xfrm>
          <a:off x="5659710" y="1864210"/>
          <a:ext cx="348874" cy="248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7" name="Equation" r:id="rId25" imgW="139680" imgH="101520" progId="Equation.DSMT4">
                  <p:embed/>
                </p:oleObj>
              </mc:Choice>
              <mc:Fallback>
                <p:oleObj name="Equation" r:id="rId25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710" y="1864210"/>
                        <a:ext cx="348874" cy="248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74007"/>
              </p:ext>
            </p:extLst>
          </p:nvPr>
        </p:nvGraphicFramePr>
        <p:xfrm>
          <a:off x="5654571" y="3153390"/>
          <a:ext cx="354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8" name="Equation" r:id="rId27" imgW="139680" imgH="152280" progId="Equation.DSMT4">
                  <p:embed/>
                </p:oleObj>
              </mc:Choice>
              <mc:Fallback>
                <p:oleObj name="Equation" r:id="rId27" imgW="13968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571" y="3153390"/>
                        <a:ext cx="3540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9" name="Object 15"/>
          <p:cNvGraphicFramePr>
            <a:graphicFrameLocks noChangeAspect="1"/>
          </p:cNvGraphicFramePr>
          <p:nvPr/>
        </p:nvGraphicFramePr>
        <p:xfrm>
          <a:off x="5659710" y="4612107"/>
          <a:ext cx="3540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9" name="Equation" r:id="rId29" imgW="139680" imgH="152280" progId="Equation.DSMT4">
                  <p:embed/>
                </p:oleObj>
              </mc:Choice>
              <mc:Fallback>
                <p:oleObj name="Equation" r:id="rId29" imgW="13968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710" y="4612107"/>
                        <a:ext cx="3540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80" name="Rectangle 20"/>
          <p:cNvSpPr>
            <a:spLocks noChangeArrowheads="1"/>
          </p:cNvSpPr>
          <p:nvPr/>
        </p:nvSpPr>
        <p:spPr bwMode="auto">
          <a:xfrm>
            <a:off x="8975726" y="5373688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侧</a:t>
            </a: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03787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2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2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2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8" grpId="0" autoUpdateAnimBg="0"/>
      <p:bldP spid="42498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2845869" y="703356"/>
            <a:ext cx="576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一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94773"/>
              </p:ext>
            </p:extLst>
          </p:nvPr>
        </p:nvGraphicFramePr>
        <p:xfrm>
          <a:off x="1659944" y="1176381"/>
          <a:ext cx="8916987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5" name="Equation" r:id="rId3" imgW="3733560" imgH="380880" progId="Equation.DSMT4">
                  <p:embed/>
                </p:oleObj>
              </mc:Choice>
              <mc:Fallback>
                <p:oleObj name="Equation" r:id="rId3" imgW="3733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9944" y="1176381"/>
                        <a:ext cx="8916987" cy="909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241739"/>
              </p:ext>
            </p:extLst>
          </p:nvPr>
        </p:nvGraphicFramePr>
        <p:xfrm>
          <a:off x="1169387" y="2008664"/>
          <a:ext cx="670401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6" name="Equation" r:id="rId5" imgW="2806560" imgH="279360" progId="Equation.DSMT4">
                  <p:embed/>
                </p:oleObj>
              </mc:Choice>
              <mc:Fallback>
                <p:oleObj name="Equation" r:id="rId5" imgW="2806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9387" y="2008664"/>
                        <a:ext cx="6704012" cy="665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076245"/>
              </p:ext>
            </p:extLst>
          </p:nvPr>
        </p:nvGraphicFramePr>
        <p:xfrm>
          <a:off x="8007047" y="2073406"/>
          <a:ext cx="1657351" cy="473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7" name="Equation" r:id="rId7" imgW="711000" imgH="203040" progId="Equation.DSMT4">
                  <p:embed/>
                </p:oleObj>
              </mc:Choice>
              <mc:Fallback>
                <p:oleObj name="Equation" r:id="rId7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07047" y="2073406"/>
                        <a:ext cx="1657351" cy="473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863967" y="2808741"/>
            <a:ext cx="10352704" cy="3370195"/>
            <a:chOff x="432" y="240"/>
            <a:chExt cx="5184" cy="3696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432" y="240"/>
              <a:ext cx="5184" cy="3696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624" y="480"/>
              <a:ext cx="4800" cy="3264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1608667" y="3270807"/>
            <a:ext cx="8968264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>
              <a:spcBef>
                <a:spcPct val="50000"/>
              </a:spcBef>
              <a:buAutoNum type="arabicParenBoth"/>
            </a:pPr>
            <a:r>
              <a:rPr lang="zh-CN" altLang="en-US" sz="2800" b="1" dirty="0"/>
              <a:t>认定对哪两个坐标的积分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将曲面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表为这两个变量</a:t>
            </a:r>
            <a:endParaRPr lang="en-US" altLang="zh-CN" sz="2800" b="1" dirty="0"/>
          </a:p>
          <a:p>
            <a:pPr>
              <a:spcBef>
                <a:spcPct val="50000"/>
              </a:spcBef>
            </a:pPr>
            <a:r>
              <a:rPr lang="zh-CN" altLang="en-US" sz="2800" b="1" dirty="0"/>
              <a:t>     的函数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并确定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的投影域</a:t>
            </a:r>
            <a:r>
              <a:rPr lang="en-US" altLang="zh-CN" sz="2800" b="1" dirty="0"/>
              <a:t>.</a:t>
            </a:r>
          </a:p>
        </p:txBody>
      </p:sp>
      <p:sp>
        <p:nvSpPr>
          <p:cNvPr id="425991" name="Text Box 7"/>
          <p:cNvSpPr txBox="1">
            <a:spLocks noChangeArrowheads="1"/>
          </p:cNvSpPr>
          <p:nvPr/>
        </p:nvSpPr>
        <p:spPr bwMode="auto">
          <a:xfrm>
            <a:off x="1608667" y="4493839"/>
            <a:ext cx="9105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(2) </a:t>
            </a:r>
            <a:r>
              <a:rPr lang="zh-CN" altLang="en-US" sz="2800" b="1" dirty="0"/>
              <a:t>将</a:t>
            </a:r>
            <a:r>
              <a:rPr lang="en-US" altLang="zh-CN" sz="2800" b="1" i="1" dirty="0"/>
              <a:t>Σ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的方程代入被积函数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化为投影域上的二重积分</a:t>
            </a:r>
            <a:r>
              <a:rPr lang="en-US" altLang="zh-CN" sz="2800" b="1" dirty="0"/>
              <a:t>.</a:t>
            </a: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1608667" y="5134555"/>
            <a:ext cx="91054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(3) </a:t>
            </a:r>
            <a:r>
              <a:rPr lang="zh-CN" altLang="en-US" sz="2800" b="1" dirty="0"/>
              <a:t>根据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的侧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法向量的方向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确定二重积分前的正负号</a:t>
            </a:r>
            <a:r>
              <a:rPr lang="en-US" altLang="zh-CN" sz="2800" b="1" dirty="0"/>
              <a:t>.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938068" y="1884322"/>
            <a:ext cx="7442128" cy="1821"/>
            <a:chOff x="2962781" y="1593783"/>
            <a:chExt cx="7442128" cy="1821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2962781" y="1593783"/>
              <a:ext cx="1888351" cy="57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637000" y="1595031"/>
              <a:ext cx="1888351" cy="57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8407472" y="1593783"/>
              <a:ext cx="199743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2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0" grpId="0" autoUpdateAnimBg="0"/>
      <p:bldP spid="425991" grpId="0" autoUpdateAnimBg="0"/>
      <p:bldP spid="42599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3155769" y="500519"/>
            <a:ext cx="53119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一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667290"/>
              </p:ext>
            </p:extLst>
          </p:nvPr>
        </p:nvGraphicFramePr>
        <p:xfrm>
          <a:off x="410197" y="1104548"/>
          <a:ext cx="11365906" cy="5219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0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117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018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159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036027">
                <a:tc>
                  <a:txBody>
                    <a:bodyPr/>
                    <a:lstStyle/>
                    <a:p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    积分</a:t>
                      </a:r>
                      <a:endParaRPr lang="en-US" altLang="zh-CN" sz="2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    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86094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曲面表达、投影域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36294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化为投影域上的二重积分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361100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正负号</a:t>
                      </a:r>
                      <a:endParaRPr lang="en-US" altLang="zh-CN" sz="2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的选取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343524"/>
              </p:ext>
            </p:extLst>
          </p:nvPr>
        </p:nvGraphicFramePr>
        <p:xfrm>
          <a:off x="2444416" y="1143055"/>
          <a:ext cx="2763838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36" name="Equation" r:id="rId3" imgW="1155600" imgH="380880" progId="Equation.DSMT4">
                  <p:embed/>
                </p:oleObj>
              </mc:Choice>
              <mc:Fallback>
                <p:oleObj name="Equation" r:id="rId3" imgW="1155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4416" y="1143055"/>
                        <a:ext cx="2763838" cy="909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214672"/>
              </p:ext>
            </p:extLst>
          </p:nvPr>
        </p:nvGraphicFramePr>
        <p:xfrm>
          <a:off x="2648251" y="2202905"/>
          <a:ext cx="212883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37" name="Equation" r:id="rId5" imgW="952200" imgH="431640" progId="Equation.DSMT4">
                  <p:embed/>
                </p:oleObj>
              </mc:Choice>
              <mc:Fallback>
                <p:oleObj name="Equation" r:id="rId5" imgW="952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48251" y="2202905"/>
                        <a:ext cx="2128838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957137"/>
              </p:ext>
            </p:extLst>
          </p:nvPr>
        </p:nvGraphicFramePr>
        <p:xfrm>
          <a:off x="2291612" y="3364722"/>
          <a:ext cx="3069447" cy="1540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38" name="Equation" r:id="rId7" imgW="1676160" imgH="774360" progId="Equation.DSMT4">
                  <p:embed/>
                </p:oleObj>
              </mc:Choice>
              <mc:Fallback>
                <p:oleObj name="Equation" r:id="rId7" imgW="16761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91612" y="3364722"/>
                        <a:ext cx="3069447" cy="1540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700450"/>
              </p:ext>
            </p:extLst>
          </p:nvPr>
        </p:nvGraphicFramePr>
        <p:xfrm>
          <a:off x="2291612" y="5158608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39" name="Equation" r:id="rId9" imgW="1333440" imgH="431640" progId="Equation.DSMT4">
                  <p:embed/>
                </p:oleObj>
              </mc:Choice>
              <mc:Fallback>
                <p:oleObj name="Equation" r:id="rId9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91612" y="5158608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203391"/>
              </p:ext>
            </p:extLst>
          </p:nvPr>
        </p:nvGraphicFramePr>
        <p:xfrm>
          <a:off x="5491163" y="3365500"/>
          <a:ext cx="3000375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40" name="Equation" r:id="rId11" imgW="1638000" imgH="774360" progId="Equation.DSMT4">
                  <p:embed/>
                </p:oleObj>
              </mc:Choice>
              <mc:Fallback>
                <p:oleObj name="Equation" r:id="rId11" imgW="16380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91163" y="3365500"/>
                        <a:ext cx="3000375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04502"/>
              </p:ext>
            </p:extLst>
          </p:nvPr>
        </p:nvGraphicFramePr>
        <p:xfrm>
          <a:off x="8645525" y="3365500"/>
          <a:ext cx="3022600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41" name="Equation" r:id="rId13" imgW="1650960" imgH="774360" progId="Equation.DSMT4">
                  <p:embed/>
                </p:oleObj>
              </mc:Choice>
              <mc:Fallback>
                <p:oleObj name="Equation" r:id="rId13" imgW="16509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45525" y="3365500"/>
                        <a:ext cx="3022600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475426"/>
              </p:ext>
            </p:extLst>
          </p:nvPr>
        </p:nvGraphicFramePr>
        <p:xfrm>
          <a:off x="5476500" y="5158608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42" name="Equation" r:id="rId15" imgW="1333440" imgH="431640" progId="Equation.DSMT4">
                  <p:embed/>
                </p:oleObj>
              </mc:Choice>
              <mc:Fallback>
                <p:oleObj name="Equation" r:id="rId15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76500" y="5158608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565921"/>
              </p:ext>
            </p:extLst>
          </p:nvPr>
        </p:nvGraphicFramePr>
        <p:xfrm>
          <a:off x="8661388" y="5102119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43" name="Equation" r:id="rId17" imgW="1333440" imgH="431640" progId="Equation.DSMT4">
                  <p:embed/>
                </p:oleObj>
              </mc:Choice>
              <mc:Fallback>
                <p:oleObj name="Equation" r:id="rId17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61388" y="5102119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554563"/>
              </p:ext>
            </p:extLst>
          </p:nvPr>
        </p:nvGraphicFramePr>
        <p:xfrm>
          <a:off x="5688013" y="2273300"/>
          <a:ext cx="21859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44" name="Equation" r:id="rId19" imgW="977760" imgH="431640" progId="Equation.DSMT4">
                  <p:embed/>
                </p:oleObj>
              </mc:Choice>
              <mc:Fallback>
                <p:oleObj name="Equation" r:id="rId19" imgW="977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88013" y="2273300"/>
                        <a:ext cx="2185987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078776"/>
              </p:ext>
            </p:extLst>
          </p:nvPr>
        </p:nvGraphicFramePr>
        <p:xfrm>
          <a:off x="8934450" y="2273300"/>
          <a:ext cx="2184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45" name="Equation" r:id="rId21" imgW="977760" imgH="431640" progId="Equation.DSMT4">
                  <p:embed/>
                </p:oleObj>
              </mc:Choice>
              <mc:Fallback>
                <p:oleObj name="Equation" r:id="rId21" imgW="977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934450" y="2273300"/>
                        <a:ext cx="21844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540501"/>
              </p:ext>
            </p:extLst>
          </p:nvPr>
        </p:nvGraphicFramePr>
        <p:xfrm>
          <a:off x="5565775" y="1160463"/>
          <a:ext cx="270351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46" name="Equation" r:id="rId23" imgW="1130040" imgH="380880" progId="Equation.DSMT4">
                  <p:embed/>
                </p:oleObj>
              </mc:Choice>
              <mc:Fallback>
                <p:oleObj name="Equation" r:id="rId23" imgW="1130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565775" y="1160463"/>
                        <a:ext cx="2703513" cy="909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424887"/>
              </p:ext>
            </p:extLst>
          </p:nvPr>
        </p:nvGraphicFramePr>
        <p:xfrm>
          <a:off x="8805068" y="1143808"/>
          <a:ext cx="270351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47" name="Equation" r:id="rId25" imgW="1130040" imgH="380880" progId="Equation.DSMT4">
                  <p:embed/>
                </p:oleObj>
              </mc:Choice>
              <mc:Fallback>
                <p:oleObj name="Equation" r:id="rId25" imgW="1130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805068" y="1143808"/>
                        <a:ext cx="2703513" cy="909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7333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3205390" y="581988"/>
            <a:ext cx="53787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一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349084"/>
              </p:ext>
            </p:extLst>
          </p:nvPr>
        </p:nvGraphicFramePr>
        <p:xfrm>
          <a:off x="274859" y="1143583"/>
          <a:ext cx="11492566" cy="4838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5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2702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1712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24682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214830">
                <a:tc>
                  <a:txBody>
                    <a:bodyPr/>
                    <a:lstStyle/>
                    <a:p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    曲面</a:t>
                      </a:r>
                      <a:endParaRPr lang="en-US" altLang="zh-CN" sz="2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    </a:t>
                      </a:r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特点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87636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法向量</a:t>
                      </a:r>
                      <a:endParaRPr lang="en-US" altLang="zh-CN" sz="2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的余弦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36294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化为投影域上的二重积分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99378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正负号</a:t>
                      </a:r>
                      <a:endParaRPr lang="en-US" altLang="zh-CN" sz="2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CN" altLang="en-US" sz="2800" b="1" dirty="0">
                          <a:solidFill>
                            <a:srgbClr val="FF0000"/>
                          </a:solidFill>
                        </a:rPr>
                        <a:t>  的选取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292601"/>
              </p:ext>
            </p:extLst>
          </p:nvPr>
        </p:nvGraphicFramePr>
        <p:xfrm>
          <a:off x="2270661" y="1233846"/>
          <a:ext cx="2588862" cy="104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65" name="Equation" r:id="rId3" imgW="1104840" imgH="444240" progId="Equation.DSMT4">
                  <p:embed/>
                </p:oleObj>
              </mc:Choice>
              <mc:Fallback>
                <p:oleObj name="Equation" r:id="rId3" imgW="1104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0661" y="1233846"/>
                        <a:ext cx="2588862" cy="1042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335715"/>
              </p:ext>
            </p:extLst>
          </p:nvPr>
        </p:nvGraphicFramePr>
        <p:xfrm>
          <a:off x="2323057" y="2366421"/>
          <a:ext cx="28098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66" name="Equation" r:id="rId5" imgW="1257120" imgH="431640" progId="Equation.DSMT4">
                  <p:embed/>
                </p:oleObj>
              </mc:Choice>
              <mc:Fallback>
                <p:oleObj name="Equation" r:id="rId5" imgW="12571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3057" y="2366421"/>
                        <a:ext cx="280987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959921"/>
              </p:ext>
            </p:extLst>
          </p:nvPr>
        </p:nvGraphicFramePr>
        <p:xfrm>
          <a:off x="2170658" y="3368249"/>
          <a:ext cx="3114675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67" name="Equation" r:id="rId7" imgW="1701720" imgH="774360" progId="Equation.DSMT4">
                  <p:embed/>
                </p:oleObj>
              </mc:Choice>
              <mc:Fallback>
                <p:oleObj name="Equation" r:id="rId7" imgW="1701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70658" y="3368249"/>
                        <a:ext cx="3114675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79995"/>
              </p:ext>
            </p:extLst>
          </p:nvPr>
        </p:nvGraphicFramePr>
        <p:xfrm>
          <a:off x="2125255" y="5014442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68" name="Equation" r:id="rId9" imgW="1333440" imgH="431640" progId="Equation.DSMT4">
                  <p:embed/>
                </p:oleObj>
              </mc:Choice>
              <mc:Fallback>
                <p:oleObj name="Equation" r:id="rId9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25255" y="5014442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373530"/>
              </p:ext>
            </p:extLst>
          </p:nvPr>
        </p:nvGraphicFramePr>
        <p:xfrm>
          <a:off x="5400913" y="5013151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69" name="Equation" r:id="rId11" imgW="1333440" imgH="431640" progId="Equation.DSMT4">
                  <p:embed/>
                </p:oleObj>
              </mc:Choice>
              <mc:Fallback>
                <p:oleObj name="Equation" r:id="rId11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00913" y="5013151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407982"/>
              </p:ext>
            </p:extLst>
          </p:nvPr>
        </p:nvGraphicFramePr>
        <p:xfrm>
          <a:off x="8584169" y="5013151"/>
          <a:ext cx="2991173" cy="96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0" name="Equation" r:id="rId13" imgW="1333440" imgH="431640" progId="Equation.DSMT4">
                  <p:embed/>
                </p:oleObj>
              </mc:Choice>
              <mc:Fallback>
                <p:oleObj name="Equation" r:id="rId13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584169" y="5013151"/>
                        <a:ext cx="2991173" cy="96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143392"/>
              </p:ext>
            </p:extLst>
          </p:nvPr>
        </p:nvGraphicFramePr>
        <p:xfrm>
          <a:off x="5610786" y="1219922"/>
          <a:ext cx="2411665" cy="1053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1" name="Equation" r:id="rId15" imgW="1015920" imgH="444240" progId="Equation.DSMT4">
                  <p:embed/>
                </p:oleObj>
              </mc:Choice>
              <mc:Fallback>
                <p:oleObj name="Equation" r:id="rId15" imgW="1015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10786" y="1219922"/>
                        <a:ext cx="2411665" cy="10534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12308"/>
              </p:ext>
            </p:extLst>
          </p:nvPr>
        </p:nvGraphicFramePr>
        <p:xfrm>
          <a:off x="8822617" y="1233846"/>
          <a:ext cx="246062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2" name="Equation" r:id="rId17" imgW="1028520" imgH="444240" progId="Equation.DSMT4">
                  <p:embed/>
                </p:oleObj>
              </mc:Choice>
              <mc:Fallback>
                <p:oleObj name="Equation" r:id="rId17" imgW="1028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822617" y="1233846"/>
                        <a:ext cx="2460625" cy="1062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67198"/>
              </p:ext>
            </p:extLst>
          </p:nvPr>
        </p:nvGraphicFramePr>
        <p:xfrm>
          <a:off x="5610786" y="2349697"/>
          <a:ext cx="2781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3" name="Equation" r:id="rId19" imgW="1244520" imgH="431640" progId="Equation.DSMT4">
                  <p:embed/>
                </p:oleObj>
              </mc:Choice>
              <mc:Fallback>
                <p:oleObj name="Equation" r:id="rId19" imgW="1244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10786" y="2349697"/>
                        <a:ext cx="27813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804812"/>
              </p:ext>
            </p:extLst>
          </p:nvPr>
        </p:nvGraphicFramePr>
        <p:xfrm>
          <a:off x="8822617" y="2349697"/>
          <a:ext cx="27527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4" name="Equation" r:id="rId21" imgW="1231560" imgH="431640" progId="Equation.DSMT4">
                  <p:embed/>
                </p:oleObj>
              </mc:Choice>
              <mc:Fallback>
                <p:oleObj name="Equation" r:id="rId21" imgW="1231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822617" y="2349697"/>
                        <a:ext cx="275272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879978"/>
              </p:ext>
            </p:extLst>
          </p:nvPr>
        </p:nvGraphicFramePr>
        <p:xfrm>
          <a:off x="5306767" y="3404877"/>
          <a:ext cx="3114675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5" name="Equation" r:id="rId23" imgW="1701720" imgH="774360" progId="Equation.DSMT4">
                  <p:embed/>
                </p:oleObj>
              </mc:Choice>
              <mc:Fallback>
                <p:oleObj name="Equation" r:id="rId23" imgW="1701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306767" y="3404877"/>
                        <a:ext cx="3114675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85226"/>
              </p:ext>
            </p:extLst>
          </p:nvPr>
        </p:nvGraphicFramePr>
        <p:xfrm>
          <a:off x="8537096" y="3368249"/>
          <a:ext cx="3114675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6" name="Equation" r:id="rId25" imgW="1701720" imgH="774360" progId="Equation.DSMT4">
                  <p:embed/>
                </p:oleObj>
              </mc:Choice>
              <mc:Fallback>
                <p:oleObj name="Equation" r:id="rId25" imgW="1701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537096" y="3368249"/>
                        <a:ext cx="3114675" cy="153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595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8116887" y="2347914"/>
            <a:ext cx="3962400" cy="3048000"/>
            <a:chOff x="-528" y="2688"/>
            <a:chExt cx="2496" cy="1920"/>
          </a:xfrm>
        </p:grpSpPr>
        <p:grpSp>
          <p:nvGrpSpPr>
            <p:cNvPr id="15413" name="Group 75"/>
            <p:cNvGrpSpPr>
              <a:grpSpLocks/>
            </p:cNvGrpSpPr>
            <p:nvPr/>
          </p:nvGrpSpPr>
          <p:grpSpPr bwMode="auto">
            <a:xfrm>
              <a:off x="-528" y="2688"/>
              <a:ext cx="2496" cy="1920"/>
              <a:chOff x="-528" y="2688"/>
              <a:chExt cx="2496" cy="1920"/>
            </a:xfrm>
          </p:grpSpPr>
          <p:grpSp>
            <p:nvGrpSpPr>
              <p:cNvPr id="15414" name="Group 72"/>
              <p:cNvGrpSpPr>
                <a:grpSpLocks/>
              </p:cNvGrpSpPr>
              <p:nvPr/>
            </p:nvGrpSpPr>
            <p:grpSpPr bwMode="auto">
              <a:xfrm>
                <a:off x="-528" y="2688"/>
                <a:ext cx="2496" cy="1920"/>
                <a:chOff x="-336" y="2688"/>
                <a:chExt cx="2496" cy="1920"/>
              </a:xfrm>
            </p:grpSpPr>
            <p:sp>
              <p:nvSpPr>
                <p:cNvPr id="15415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515" y="2733"/>
                  <a:ext cx="0" cy="120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6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507" y="3936"/>
                  <a:ext cx="16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5371" name="Object 11"/>
                <p:cNvGraphicFramePr>
                  <a:graphicFrameLocks noChangeAspect="1"/>
                </p:cNvGraphicFramePr>
                <p:nvPr/>
              </p:nvGraphicFramePr>
              <p:xfrm>
                <a:off x="-270" y="4432"/>
                <a:ext cx="174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3197" name="Equation" r:id="rId3" imgW="139680" imgH="139680" progId="Equation.3">
                        <p:embed/>
                      </p:oleObj>
                    </mc:Choice>
                    <mc:Fallback>
                      <p:oleObj name="Equation" r:id="rId3" imgW="13968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270" y="4432"/>
                              <a:ext cx="174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372" name="Object 12"/>
                <p:cNvGraphicFramePr>
                  <a:graphicFrameLocks noChangeAspect="1"/>
                </p:cNvGraphicFramePr>
                <p:nvPr/>
              </p:nvGraphicFramePr>
              <p:xfrm>
                <a:off x="1987" y="3984"/>
                <a:ext cx="173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3198" name="Equation" r:id="rId5" imgW="139680" imgH="164880" progId="Equation.3">
                        <p:embed/>
                      </p:oleObj>
                    </mc:Choice>
                    <mc:Fallback>
                      <p:oleObj name="Equation" r:id="rId5" imgW="139680" imgH="1648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87" y="3984"/>
                              <a:ext cx="173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417" name="Freeform 51"/>
                <p:cNvSpPr>
                  <a:spLocks/>
                </p:cNvSpPr>
                <p:nvPr/>
              </p:nvSpPr>
              <p:spPr bwMode="auto">
                <a:xfrm>
                  <a:off x="-336" y="3934"/>
                  <a:ext cx="855" cy="515"/>
                </a:xfrm>
                <a:custGeom>
                  <a:avLst/>
                  <a:gdLst>
                    <a:gd name="T0" fmla="*/ 1222 w 759"/>
                    <a:gd name="T1" fmla="*/ 0 h 457"/>
                    <a:gd name="T2" fmla="*/ 0 w 759"/>
                    <a:gd name="T3" fmla="*/ 737 h 457"/>
                    <a:gd name="T4" fmla="*/ 0 60000 65536"/>
                    <a:gd name="T5" fmla="*/ 0 60000 65536"/>
                    <a:gd name="T6" fmla="*/ 0 w 759"/>
                    <a:gd name="T7" fmla="*/ 0 h 457"/>
                    <a:gd name="T8" fmla="*/ 759 w 759"/>
                    <a:gd name="T9" fmla="*/ 457 h 45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59" h="457">
                      <a:moveTo>
                        <a:pt x="759" y="0"/>
                      </a:moveTo>
                      <a:lnTo>
                        <a:pt x="0" y="457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5373" name="Object 13"/>
                <p:cNvGraphicFramePr>
                  <a:graphicFrameLocks noChangeAspect="1"/>
                </p:cNvGraphicFramePr>
                <p:nvPr/>
              </p:nvGraphicFramePr>
              <p:xfrm>
                <a:off x="338" y="2688"/>
                <a:ext cx="142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3199" name="Equation" r:id="rId7" imgW="114120" imgH="139680" progId="Equation.3">
                        <p:embed/>
                      </p:oleObj>
                    </mc:Choice>
                    <mc:Fallback>
                      <p:oleObj name="Equation" r:id="rId7" imgW="114120" imgH="1396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8" y="2688"/>
                              <a:ext cx="142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5370" name="Object 10"/>
              <p:cNvGraphicFramePr>
                <a:graphicFrameLocks noChangeAspect="1"/>
              </p:cNvGraphicFramePr>
              <p:nvPr/>
            </p:nvGraphicFramePr>
            <p:xfrm>
              <a:off x="240" y="3936"/>
              <a:ext cx="205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200" name="Equation" r:id="rId9" imgW="164880" imgH="177480" progId="Equation.3">
                      <p:embed/>
                    </p:oleObj>
                  </mc:Choice>
                  <mc:Fallback>
                    <p:oleObj name="Equation" r:id="rId9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" y="3936"/>
                            <a:ext cx="205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367" name="Object 7"/>
            <p:cNvGraphicFramePr>
              <a:graphicFrameLocks noChangeAspect="1"/>
            </p:cNvGraphicFramePr>
            <p:nvPr/>
          </p:nvGraphicFramePr>
          <p:xfrm>
            <a:off x="-268" y="4272"/>
            <a:ext cx="460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01" name="Equation" r:id="rId11" imgW="1002960" imgH="393480" progId="Equation.3">
                    <p:embed/>
                  </p:oleObj>
                </mc:Choice>
                <mc:Fallback>
                  <p:oleObj name="Equation" r:id="rId11" imgW="10029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68" y="4272"/>
                          <a:ext cx="460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8" name="Object 8"/>
            <p:cNvGraphicFramePr>
              <a:graphicFrameLocks noChangeAspect="1"/>
            </p:cNvGraphicFramePr>
            <p:nvPr/>
          </p:nvGraphicFramePr>
          <p:xfrm>
            <a:off x="1304" y="3936"/>
            <a:ext cx="472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02" name="Equation" r:id="rId13" imgW="1028520" imgH="393480" progId="Equation.3">
                    <p:embed/>
                  </p:oleObj>
                </mc:Choice>
                <mc:Fallback>
                  <p:oleObj name="Equation" r:id="rId13" imgW="10285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4" y="3936"/>
                          <a:ext cx="472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9" name="Object 9"/>
            <p:cNvGraphicFramePr>
              <a:graphicFrameLocks noChangeAspect="1"/>
            </p:cNvGraphicFramePr>
            <p:nvPr/>
          </p:nvGraphicFramePr>
          <p:xfrm>
            <a:off x="336" y="2987"/>
            <a:ext cx="472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203" name="Equation" r:id="rId15" imgW="1028520" imgH="393480" progId="Equation.3">
                    <p:embed/>
                  </p:oleObj>
                </mc:Choice>
                <mc:Fallback>
                  <p:oleObj name="Equation" r:id="rId15" imgW="102852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987"/>
                          <a:ext cx="472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8"/>
          <p:cNvGrpSpPr>
            <a:grpSpLocks/>
          </p:cNvGrpSpPr>
          <p:nvPr/>
        </p:nvGrpSpPr>
        <p:grpSpPr bwMode="auto">
          <a:xfrm>
            <a:off x="8572070" y="3110347"/>
            <a:ext cx="2568575" cy="1755775"/>
            <a:chOff x="254" y="2875"/>
            <a:chExt cx="1618" cy="1106"/>
          </a:xfrm>
        </p:grpSpPr>
        <p:grpSp>
          <p:nvGrpSpPr>
            <p:cNvPr id="15404" name="Group 77"/>
            <p:cNvGrpSpPr>
              <a:grpSpLocks/>
            </p:cNvGrpSpPr>
            <p:nvPr/>
          </p:nvGrpSpPr>
          <p:grpSpPr bwMode="auto">
            <a:xfrm>
              <a:off x="263" y="2875"/>
              <a:ext cx="1600" cy="1106"/>
              <a:chOff x="-217" y="3163"/>
              <a:chExt cx="1600" cy="1106"/>
            </a:xfrm>
          </p:grpSpPr>
          <p:grpSp>
            <p:nvGrpSpPr>
              <p:cNvPr id="15407" name="Group 62"/>
              <p:cNvGrpSpPr>
                <a:grpSpLocks/>
              </p:cNvGrpSpPr>
              <p:nvPr/>
            </p:nvGrpSpPr>
            <p:grpSpPr bwMode="auto">
              <a:xfrm>
                <a:off x="-217" y="3163"/>
                <a:ext cx="1600" cy="1106"/>
                <a:chOff x="704" y="2533"/>
                <a:chExt cx="1600" cy="1106"/>
              </a:xfrm>
            </p:grpSpPr>
            <p:grpSp>
              <p:nvGrpSpPr>
                <p:cNvPr id="15408" name="Group 61"/>
                <p:cNvGrpSpPr>
                  <a:grpSpLocks/>
                </p:cNvGrpSpPr>
                <p:nvPr/>
              </p:nvGrpSpPr>
              <p:grpSpPr bwMode="auto">
                <a:xfrm>
                  <a:off x="704" y="2533"/>
                  <a:ext cx="1600" cy="1099"/>
                  <a:chOff x="704" y="2533"/>
                  <a:chExt cx="1600" cy="1099"/>
                </a:xfrm>
              </p:grpSpPr>
              <p:sp>
                <p:nvSpPr>
                  <p:cNvPr id="15410" name="AutoShape 45"/>
                  <p:cNvSpPr>
                    <a:spLocks noChangeArrowheads="1"/>
                  </p:cNvSpPr>
                  <p:nvPr/>
                </p:nvSpPr>
                <p:spPr bwMode="auto">
                  <a:xfrm>
                    <a:off x="713" y="3296"/>
                    <a:ext cx="1591" cy="336"/>
                  </a:xfrm>
                  <a:prstGeom prst="parallelogram">
                    <a:avLst>
                      <a:gd name="adj" fmla="val 156544"/>
                    </a:avLst>
                  </a:prstGeom>
                  <a:solidFill>
                    <a:srgbClr val="00FF00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5411" name="Freeform 55"/>
                  <p:cNvSpPr>
                    <a:spLocks/>
                  </p:cNvSpPr>
                  <p:nvPr/>
                </p:nvSpPr>
                <p:spPr bwMode="auto">
                  <a:xfrm>
                    <a:off x="704" y="2533"/>
                    <a:ext cx="544" cy="1097"/>
                  </a:xfrm>
                  <a:custGeom>
                    <a:avLst/>
                    <a:gdLst>
                      <a:gd name="T0" fmla="*/ 539 w 544"/>
                      <a:gd name="T1" fmla="*/ 0 h 1097"/>
                      <a:gd name="T2" fmla="*/ 544 w 544"/>
                      <a:gd name="T3" fmla="*/ 777 h 1097"/>
                      <a:gd name="T4" fmla="*/ 0 w 544"/>
                      <a:gd name="T5" fmla="*/ 1097 h 1097"/>
                      <a:gd name="T6" fmla="*/ 0 w 544"/>
                      <a:gd name="T7" fmla="*/ 347 h 1097"/>
                      <a:gd name="T8" fmla="*/ 539 w 544"/>
                      <a:gd name="T9" fmla="*/ 0 h 109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44"/>
                      <a:gd name="T16" fmla="*/ 0 h 1097"/>
                      <a:gd name="T17" fmla="*/ 544 w 544"/>
                      <a:gd name="T18" fmla="*/ 1097 h 109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44" h="1097">
                        <a:moveTo>
                          <a:pt x="539" y="0"/>
                        </a:moveTo>
                        <a:lnTo>
                          <a:pt x="544" y="777"/>
                        </a:lnTo>
                        <a:lnTo>
                          <a:pt x="0" y="1097"/>
                        </a:lnTo>
                        <a:lnTo>
                          <a:pt x="0" y="347"/>
                        </a:lnTo>
                        <a:lnTo>
                          <a:pt x="539" y="0"/>
                        </a:lnTo>
                        <a:close/>
                      </a:path>
                    </a:pathLst>
                  </a:custGeom>
                  <a:solidFill>
                    <a:srgbClr val="00FFFF"/>
                  </a:soli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12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1241" y="2544"/>
                    <a:ext cx="1063" cy="76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15409" name="Freeform 58"/>
                <p:cNvSpPr>
                  <a:spLocks/>
                </p:cNvSpPr>
                <p:nvPr/>
              </p:nvSpPr>
              <p:spPr bwMode="auto">
                <a:xfrm>
                  <a:off x="1776" y="2533"/>
                  <a:ext cx="528" cy="1106"/>
                </a:xfrm>
                <a:custGeom>
                  <a:avLst/>
                  <a:gdLst>
                    <a:gd name="T0" fmla="*/ 528 w 528"/>
                    <a:gd name="T1" fmla="*/ 0 h 1106"/>
                    <a:gd name="T2" fmla="*/ 528 w 528"/>
                    <a:gd name="T3" fmla="*/ 768 h 1106"/>
                    <a:gd name="T4" fmla="*/ 0 w 528"/>
                    <a:gd name="T5" fmla="*/ 1106 h 1106"/>
                    <a:gd name="T6" fmla="*/ 0 w 528"/>
                    <a:gd name="T7" fmla="*/ 338 h 1106"/>
                    <a:gd name="T8" fmla="*/ 528 w 528"/>
                    <a:gd name="T9" fmla="*/ 0 h 11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28"/>
                    <a:gd name="T16" fmla="*/ 0 h 1106"/>
                    <a:gd name="T17" fmla="*/ 528 w 528"/>
                    <a:gd name="T18" fmla="*/ 1106 h 11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28" h="1106">
                      <a:moveTo>
                        <a:pt x="528" y="0"/>
                      </a:moveTo>
                      <a:lnTo>
                        <a:pt x="528" y="768"/>
                      </a:lnTo>
                      <a:lnTo>
                        <a:pt x="0" y="1106"/>
                      </a:lnTo>
                      <a:lnTo>
                        <a:pt x="0" y="338"/>
                      </a:lnTo>
                      <a:lnTo>
                        <a:pt x="52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50000">
                      <a:srgbClr val="00FFFF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5366" name="Object 6"/>
              <p:cNvGraphicFramePr>
                <a:graphicFrameLocks noChangeAspect="1"/>
              </p:cNvGraphicFramePr>
              <p:nvPr/>
            </p:nvGraphicFramePr>
            <p:xfrm>
              <a:off x="275" y="3936"/>
              <a:ext cx="205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204" name="Equation" r:id="rId17" imgW="164880" imgH="177480" progId="Equation.3">
                      <p:embed/>
                    </p:oleObj>
                  </mc:Choice>
                  <mc:Fallback>
                    <p:oleObj name="Equation" r:id="rId17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" y="3936"/>
                            <a:ext cx="205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405" name="Rectangle 54"/>
            <p:cNvSpPr>
              <a:spLocks noChangeArrowheads="1"/>
            </p:cNvSpPr>
            <p:nvPr/>
          </p:nvSpPr>
          <p:spPr bwMode="auto">
            <a:xfrm>
              <a:off x="258" y="3216"/>
              <a:ext cx="1086" cy="762"/>
            </a:xfrm>
            <a:prstGeom prst="rect">
              <a:avLst/>
            </a:prstGeom>
            <a:solidFill>
              <a:srgbClr val="00FF99">
                <a:alpha val="50195"/>
              </a:srgb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6" name="Freeform 57"/>
            <p:cNvSpPr>
              <a:spLocks/>
            </p:cNvSpPr>
            <p:nvPr/>
          </p:nvSpPr>
          <p:spPr bwMode="auto">
            <a:xfrm>
              <a:off x="254" y="2875"/>
              <a:ext cx="1618" cy="347"/>
            </a:xfrm>
            <a:custGeom>
              <a:avLst/>
              <a:gdLst>
                <a:gd name="T0" fmla="*/ 539 w 1618"/>
                <a:gd name="T1" fmla="*/ 0 h 347"/>
                <a:gd name="T2" fmla="*/ 0 w 1618"/>
                <a:gd name="T3" fmla="*/ 347 h 347"/>
                <a:gd name="T4" fmla="*/ 1079 w 1618"/>
                <a:gd name="T5" fmla="*/ 338 h 347"/>
                <a:gd name="T6" fmla="*/ 1618 w 1618"/>
                <a:gd name="T7" fmla="*/ 0 h 347"/>
                <a:gd name="T8" fmla="*/ 539 w 1618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18"/>
                <a:gd name="T16" fmla="*/ 0 h 347"/>
                <a:gd name="T17" fmla="*/ 1618 w 1618"/>
                <a:gd name="T18" fmla="*/ 347 h 3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18" h="347">
                  <a:moveTo>
                    <a:pt x="539" y="0"/>
                  </a:moveTo>
                  <a:lnTo>
                    <a:pt x="0" y="347"/>
                  </a:lnTo>
                  <a:lnTo>
                    <a:pt x="1079" y="338"/>
                  </a:lnTo>
                  <a:lnTo>
                    <a:pt x="1618" y="0"/>
                  </a:lnTo>
                  <a:lnTo>
                    <a:pt x="539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0000"/>
                </a:gs>
                <a:gs pos="100000">
                  <a:srgbClr val="FFFFFF"/>
                </a:gs>
              </a:gsLst>
              <a:lin ang="2700000" scaled="1"/>
            </a:gradFill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76" name="Text Box 7"/>
          <p:cNvSpPr txBox="1">
            <a:spLocks noChangeArrowheads="1"/>
          </p:cNvSpPr>
          <p:nvPr/>
        </p:nvSpPr>
        <p:spPr bwMode="auto">
          <a:xfrm>
            <a:off x="867195" y="703003"/>
            <a:ext cx="8397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130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797044"/>
              </p:ext>
            </p:extLst>
          </p:nvPr>
        </p:nvGraphicFramePr>
        <p:xfrm>
          <a:off x="1569151" y="599857"/>
          <a:ext cx="7077671" cy="973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5" name="Equation" r:id="rId18" imgW="2946240" imgH="380880" progId="Equation.DSMT4">
                  <p:embed/>
                </p:oleObj>
              </mc:Choice>
              <mc:Fallback>
                <p:oleObj name="Equation" r:id="rId18" imgW="29462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151" y="599857"/>
                        <a:ext cx="7077671" cy="973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65" name="Text Box 9"/>
          <p:cNvSpPr txBox="1">
            <a:spLocks noChangeArrowheads="1"/>
          </p:cNvSpPr>
          <p:nvPr/>
        </p:nvSpPr>
        <p:spPr bwMode="auto">
          <a:xfrm>
            <a:off x="8572070" y="726397"/>
            <a:ext cx="2568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是三个坐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29066" name="Text Box 10"/>
          <p:cNvSpPr txBox="1">
            <a:spLocks noChangeArrowheads="1"/>
          </p:cNvSpPr>
          <p:nvPr/>
        </p:nvSpPr>
        <p:spPr bwMode="auto">
          <a:xfrm>
            <a:off x="6396037" y="1401792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2800" b="1" dirty="0"/>
              <a:t>所围成的正方体的表面的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Group 11"/>
          <p:cNvGrpSpPr>
            <a:grpSpLocks/>
          </p:cNvGrpSpPr>
          <p:nvPr/>
        </p:nvGrpSpPr>
        <p:grpSpPr bwMode="auto">
          <a:xfrm>
            <a:off x="10725619" y="3193113"/>
            <a:ext cx="838200" cy="533400"/>
            <a:chOff x="1776" y="2400"/>
            <a:chExt cx="528" cy="336"/>
          </a:xfrm>
        </p:grpSpPr>
        <p:sp>
          <p:nvSpPr>
            <p:cNvPr id="15402" name="Text Box 12"/>
            <p:cNvSpPr txBox="1">
              <a:spLocks noChangeArrowheads="1"/>
            </p:cNvSpPr>
            <p:nvPr/>
          </p:nvSpPr>
          <p:spPr bwMode="auto">
            <a:xfrm>
              <a:off x="1776" y="244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2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chemeClr val="tx2"/>
                  </a:solidFill>
                </a:rPr>
                <a:t>2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15403" name="Line 13"/>
            <p:cNvSpPr>
              <a:spLocks noChangeShapeType="1"/>
            </p:cNvSpPr>
            <p:nvPr/>
          </p:nvSpPr>
          <p:spPr bwMode="auto">
            <a:xfrm flipV="1">
              <a:off x="2016" y="2400"/>
              <a:ext cx="28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14"/>
          <p:cNvGrpSpPr>
            <a:grpSpLocks/>
          </p:cNvGrpSpPr>
          <p:nvPr/>
        </p:nvGrpSpPr>
        <p:grpSpPr bwMode="auto">
          <a:xfrm>
            <a:off x="8178589" y="3660492"/>
            <a:ext cx="1198563" cy="457200"/>
            <a:chOff x="750" y="2307"/>
            <a:chExt cx="755" cy="288"/>
          </a:xfrm>
        </p:grpSpPr>
        <p:sp>
          <p:nvSpPr>
            <p:cNvPr id="15400" name="Text Box 15"/>
            <p:cNvSpPr txBox="1">
              <a:spLocks noChangeArrowheads="1"/>
            </p:cNvSpPr>
            <p:nvPr/>
          </p:nvSpPr>
          <p:spPr bwMode="auto">
            <a:xfrm>
              <a:off x="1073" y="2307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bg1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4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15401" name="Line 16"/>
            <p:cNvSpPr>
              <a:spLocks noChangeShapeType="1"/>
            </p:cNvSpPr>
            <p:nvPr/>
          </p:nvSpPr>
          <p:spPr bwMode="auto">
            <a:xfrm flipH="1">
              <a:off x="750" y="2436"/>
              <a:ext cx="38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17"/>
          <p:cNvGrpSpPr>
            <a:grpSpLocks/>
          </p:cNvGrpSpPr>
          <p:nvPr/>
        </p:nvGrpSpPr>
        <p:grpSpPr bwMode="auto">
          <a:xfrm>
            <a:off x="9797331" y="2736780"/>
            <a:ext cx="685800" cy="914400"/>
            <a:chOff x="4512" y="1632"/>
            <a:chExt cx="432" cy="576"/>
          </a:xfrm>
        </p:grpSpPr>
        <p:sp>
          <p:nvSpPr>
            <p:cNvPr id="15398" name="Text Box 18"/>
            <p:cNvSpPr txBox="1">
              <a:spLocks noChangeArrowheads="1"/>
            </p:cNvSpPr>
            <p:nvPr/>
          </p:nvSpPr>
          <p:spPr bwMode="auto">
            <a:xfrm>
              <a:off x="4512" y="19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rgbClr val="0066FF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rgbClr val="0066FF"/>
                  </a:solidFill>
                </a:rPr>
                <a:t>5</a:t>
              </a:r>
              <a:endParaRPr lang="en-US" altLang="zh-CN" sz="2800" dirty="0">
                <a:solidFill>
                  <a:srgbClr val="0066FF"/>
                </a:solidFill>
              </a:endParaRPr>
            </a:p>
          </p:txBody>
        </p:sp>
        <p:sp>
          <p:nvSpPr>
            <p:cNvPr id="15399" name="Line 19"/>
            <p:cNvSpPr>
              <a:spLocks noChangeShapeType="1"/>
            </p:cNvSpPr>
            <p:nvPr/>
          </p:nvSpPr>
          <p:spPr bwMode="auto">
            <a:xfrm flipV="1">
              <a:off x="4656" y="163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20"/>
          <p:cNvGrpSpPr>
            <a:grpSpLocks/>
          </p:cNvGrpSpPr>
          <p:nvPr/>
        </p:nvGrpSpPr>
        <p:grpSpPr bwMode="auto">
          <a:xfrm>
            <a:off x="9558339" y="4403006"/>
            <a:ext cx="685800" cy="838200"/>
            <a:chOff x="4704" y="2592"/>
            <a:chExt cx="432" cy="528"/>
          </a:xfrm>
        </p:grpSpPr>
        <p:sp>
          <p:nvSpPr>
            <p:cNvPr id="15396" name="Text Box 21"/>
            <p:cNvSpPr txBox="1">
              <a:spLocks noChangeArrowheads="1"/>
            </p:cNvSpPr>
            <p:nvPr/>
          </p:nvSpPr>
          <p:spPr bwMode="auto">
            <a:xfrm>
              <a:off x="4704" y="259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bg1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chemeClr val="bg1"/>
                  </a:solidFill>
                </a:rPr>
                <a:t>6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15397" name="Line 22"/>
            <p:cNvSpPr>
              <a:spLocks noChangeShapeType="1"/>
            </p:cNvSpPr>
            <p:nvPr/>
          </p:nvSpPr>
          <p:spPr bwMode="auto">
            <a:xfrm>
              <a:off x="4848" y="283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26"/>
          <p:cNvGrpSpPr>
            <a:grpSpLocks/>
          </p:cNvGrpSpPr>
          <p:nvPr/>
        </p:nvGrpSpPr>
        <p:grpSpPr bwMode="auto">
          <a:xfrm>
            <a:off x="10428979" y="3865997"/>
            <a:ext cx="931863" cy="457200"/>
            <a:chOff x="1728" y="2256"/>
            <a:chExt cx="587" cy="288"/>
          </a:xfrm>
        </p:grpSpPr>
        <p:sp>
          <p:nvSpPr>
            <p:cNvPr id="15394" name="Text Box 27"/>
            <p:cNvSpPr txBox="1">
              <a:spLocks noChangeArrowheads="1"/>
            </p:cNvSpPr>
            <p:nvPr/>
          </p:nvSpPr>
          <p:spPr bwMode="auto">
            <a:xfrm>
              <a:off x="1728" y="225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2"/>
                  </a:solidFill>
                </a:rPr>
                <a:t>Σ</a:t>
              </a:r>
              <a:r>
                <a:rPr lang="en-US" altLang="zh-CN" sz="2400" baseline="-25000" dirty="0">
                  <a:solidFill>
                    <a:schemeClr val="tx2"/>
                  </a:solidFill>
                </a:rPr>
                <a:t>3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15395" name="Line 28"/>
            <p:cNvSpPr>
              <a:spLocks noChangeShapeType="1"/>
            </p:cNvSpPr>
            <p:nvPr/>
          </p:nvSpPr>
          <p:spPr bwMode="auto">
            <a:xfrm flipV="1">
              <a:off x="1968" y="2331"/>
              <a:ext cx="347" cy="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1302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184401"/>
              </p:ext>
            </p:extLst>
          </p:nvPr>
        </p:nvGraphicFramePr>
        <p:xfrm>
          <a:off x="1146174" y="4834225"/>
          <a:ext cx="62515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6" name="Equation" r:id="rId20" imgW="2577960" imgH="203040" progId="Equation.DSMT4">
                  <p:embed/>
                </p:oleObj>
              </mc:Choice>
              <mc:Fallback>
                <p:oleObj name="Equation" r:id="rId20" imgW="257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4" y="4834225"/>
                        <a:ext cx="625157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87" name="Text Box 31"/>
          <p:cNvSpPr txBox="1">
            <a:spLocks noChangeArrowheads="1"/>
          </p:cNvSpPr>
          <p:nvPr/>
        </p:nvSpPr>
        <p:spPr bwMode="auto">
          <a:xfrm>
            <a:off x="915987" y="2840166"/>
            <a:ext cx="7277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后表面、右表面、左表面、上表面、下表面</a:t>
            </a:r>
            <a:r>
              <a:rPr lang="en-US" altLang="zh-CN" sz="2800" b="1" dirty="0">
                <a:latin typeface="+mn-ea"/>
                <a:ea typeface="+mn-ea"/>
              </a:rPr>
              <a:t>.</a:t>
            </a:r>
            <a:endParaRPr lang="zh-CN" altLang="en-US" sz="2800" b="1" i="1" dirty="0">
              <a:latin typeface="+mn-ea"/>
              <a:ea typeface="+mn-ea"/>
            </a:endParaRPr>
          </a:p>
        </p:txBody>
      </p:sp>
      <p:sp>
        <p:nvSpPr>
          <p:cNvPr id="429090" name="Text Box 34"/>
          <p:cNvSpPr txBox="1">
            <a:spLocks noChangeArrowheads="1"/>
          </p:cNvSpPr>
          <p:nvPr/>
        </p:nvSpPr>
        <p:spPr bwMode="auto">
          <a:xfrm>
            <a:off x="915987" y="218213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513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305308"/>
              </p:ext>
            </p:extLst>
          </p:nvPr>
        </p:nvGraphicFramePr>
        <p:xfrm>
          <a:off x="915987" y="3492399"/>
          <a:ext cx="66341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7" name="Equation" r:id="rId22" imgW="2793960" imgH="228600" progId="Equation.DSMT4">
                  <p:embed/>
                </p:oleObj>
              </mc:Choice>
              <mc:Fallback>
                <p:oleObj name="Equation" r:id="rId22" imgW="2793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7" y="3492399"/>
                        <a:ext cx="66341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043672"/>
              </p:ext>
            </p:extLst>
          </p:nvPr>
        </p:nvGraphicFramePr>
        <p:xfrm>
          <a:off x="2838212" y="1523685"/>
          <a:ext cx="3657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8" name="Equation" r:id="rId24" imgW="3530520" imgH="393480" progId="Equation.3">
                  <p:embed/>
                </p:oleObj>
              </mc:Choice>
              <mc:Fallback>
                <p:oleObj name="Equation" r:id="rId24" imgW="3530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212" y="1523685"/>
                        <a:ext cx="3657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9094" name="Rectangle 38"/>
          <p:cNvSpPr>
            <a:spLocks noChangeArrowheads="1"/>
          </p:cNvSpPr>
          <p:nvPr/>
        </p:nvSpPr>
        <p:spPr bwMode="auto">
          <a:xfrm>
            <a:off x="10285243" y="1403607"/>
            <a:ext cx="1077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 dirty="0">
                <a:solidFill>
                  <a:srgbClr val="0000FF"/>
                </a:solidFill>
                <a:latin typeface="+mn-ea"/>
                <a:ea typeface="+mn-ea"/>
              </a:rPr>
              <a:t>外侧.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pSp>
        <p:nvGrpSpPr>
          <p:cNvPr id="14" name="Group 106"/>
          <p:cNvGrpSpPr>
            <a:grpSpLocks/>
          </p:cNvGrpSpPr>
          <p:nvPr/>
        </p:nvGrpSpPr>
        <p:grpSpPr bwMode="auto">
          <a:xfrm>
            <a:off x="8718661" y="3833965"/>
            <a:ext cx="1225550" cy="782638"/>
            <a:chOff x="3356" y="2448"/>
            <a:chExt cx="772" cy="493"/>
          </a:xfrm>
        </p:grpSpPr>
        <p:sp>
          <p:nvSpPr>
            <p:cNvPr id="15392" name="Text Box 103"/>
            <p:cNvSpPr txBox="1">
              <a:spLocks noChangeArrowheads="1"/>
            </p:cNvSpPr>
            <p:nvPr/>
          </p:nvSpPr>
          <p:spPr bwMode="auto">
            <a:xfrm>
              <a:off x="3696" y="244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bg1"/>
                  </a:solidFill>
                </a:rPr>
                <a:t>Σ</a:t>
              </a:r>
              <a:r>
                <a:rPr lang="en-US" altLang="zh-CN" sz="2400" baseline="-25000">
                  <a:solidFill>
                    <a:schemeClr val="bg1"/>
                  </a:solidFill>
                </a:rPr>
                <a:t>1</a:t>
              </a:r>
              <a:endParaRPr lang="en-US" altLang="zh-CN" sz="2800">
                <a:solidFill>
                  <a:schemeClr val="tx2"/>
                </a:solidFill>
              </a:endParaRPr>
            </a:p>
          </p:txBody>
        </p:sp>
        <p:sp>
          <p:nvSpPr>
            <p:cNvPr id="15393" name="Line 105"/>
            <p:cNvSpPr>
              <a:spLocks noChangeShapeType="1"/>
            </p:cNvSpPr>
            <p:nvPr/>
          </p:nvSpPr>
          <p:spPr bwMode="auto">
            <a:xfrm flipH="1">
              <a:off x="3356" y="2656"/>
              <a:ext cx="484" cy="285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89562" y="1442670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标面与平面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378148"/>
              </p:ext>
            </p:extLst>
          </p:nvPr>
        </p:nvGraphicFramePr>
        <p:xfrm>
          <a:off x="1569151" y="2206185"/>
          <a:ext cx="7533685" cy="549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9" name="Equation" r:id="rId26" imgW="3136680" imgH="228600" progId="Equation.DSMT4">
                  <p:embed/>
                </p:oleObj>
              </mc:Choice>
              <mc:Fallback>
                <p:oleObj name="Equation" r:id="rId26" imgW="3136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69151" y="2206185"/>
                        <a:ext cx="7533685" cy="5490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591345"/>
              </p:ext>
            </p:extLst>
          </p:nvPr>
        </p:nvGraphicFramePr>
        <p:xfrm>
          <a:off x="867195" y="4094597"/>
          <a:ext cx="2830268" cy="553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0" name="Equation" r:id="rId28" imgW="1168200" imgH="228600" progId="Equation.DSMT4">
                  <p:embed/>
                </p:oleObj>
              </mc:Choice>
              <mc:Fallback>
                <p:oleObj name="Equation" r:id="rId28" imgW="1168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67195" y="4094597"/>
                        <a:ext cx="2830268" cy="5537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734599"/>
              </p:ext>
            </p:extLst>
          </p:nvPr>
        </p:nvGraphicFramePr>
        <p:xfrm>
          <a:off x="889562" y="5513817"/>
          <a:ext cx="37957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1" name="Equation" r:id="rId30" imgW="1485720" imgH="228600" progId="Equation.DSMT4">
                  <p:embed/>
                </p:oleObj>
              </mc:Choice>
              <mc:Fallback>
                <p:oleObj name="Equation" r:id="rId30" imgW="1485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89562" y="5513817"/>
                        <a:ext cx="3795713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330037"/>
              </p:ext>
            </p:extLst>
          </p:nvPr>
        </p:nvGraphicFramePr>
        <p:xfrm>
          <a:off x="4765464" y="5512175"/>
          <a:ext cx="40227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2" name="Equation" r:id="rId32" imgW="1574640" imgH="228600" progId="Equation.DSMT4">
                  <p:embed/>
                </p:oleObj>
              </mc:Choice>
              <mc:Fallback>
                <p:oleObj name="Equation" r:id="rId32" imgW="1574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765464" y="5512175"/>
                        <a:ext cx="4022725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553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42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1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87" grpId="0" autoUpdateAnimBg="0"/>
      <p:bldP spid="42909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7" name="Text Box 27"/>
          <p:cNvSpPr txBox="1">
            <a:spLocks noChangeArrowheads="1"/>
          </p:cNvSpPr>
          <p:nvPr/>
        </p:nvSpPr>
        <p:spPr bwMode="auto">
          <a:xfrm>
            <a:off x="884671" y="534845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从而，</a:t>
            </a:r>
            <a:endParaRPr lang="en-US" altLang="zh-CN" sz="2800" b="1" dirty="0"/>
          </a:p>
        </p:txBody>
      </p:sp>
      <p:graphicFrame>
        <p:nvGraphicFramePr>
          <p:cNvPr id="4301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382390"/>
              </p:ext>
            </p:extLst>
          </p:nvPr>
        </p:nvGraphicFramePr>
        <p:xfrm>
          <a:off x="4590698" y="2155557"/>
          <a:ext cx="2340680" cy="1005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7" name="Equation" r:id="rId3" imgW="977760" imgH="419040" progId="Equation.DSMT4">
                  <p:embed/>
                </p:oleObj>
              </mc:Choice>
              <mc:Fallback>
                <p:oleObj name="Equation" r:id="rId3" imgW="977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698" y="2155557"/>
                        <a:ext cx="2340680" cy="1005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051466"/>
              </p:ext>
            </p:extLst>
          </p:nvPr>
        </p:nvGraphicFramePr>
        <p:xfrm>
          <a:off x="1283361" y="3892732"/>
          <a:ext cx="1542966" cy="1015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8" name="Equation" r:id="rId5" imgW="634680" imgH="419040" progId="Equation.DSMT4">
                  <p:embed/>
                </p:oleObj>
              </mc:Choice>
              <mc:Fallback>
                <p:oleObj name="Equation" r:id="rId5" imgW="634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361" y="3892732"/>
                        <a:ext cx="1542966" cy="1015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881790"/>
              </p:ext>
            </p:extLst>
          </p:nvPr>
        </p:nvGraphicFramePr>
        <p:xfrm>
          <a:off x="1283361" y="3100613"/>
          <a:ext cx="5145354" cy="792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9" name="Equation" r:id="rId7" imgW="2145960" imgH="330120" progId="Equation.DSMT4">
                  <p:embed/>
                </p:oleObj>
              </mc:Choice>
              <mc:Fallback>
                <p:oleObj name="Equation" r:id="rId7" imgW="2145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361" y="3100613"/>
                        <a:ext cx="5145354" cy="792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069799"/>
              </p:ext>
            </p:extLst>
          </p:nvPr>
        </p:nvGraphicFramePr>
        <p:xfrm>
          <a:off x="1283396" y="2146300"/>
          <a:ext cx="2988307" cy="1014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0" name="Equation" r:id="rId9" imgW="1231560" imgH="419040" progId="Equation.DSMT4">
                  <p:embed/>
                </p:oleObj>
              </mc:Choice>
              <mc:Fallback>
                <p:oleObj name="Equation" r:id="rId9" imgW="1231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396" y="2146300"/>
                        <a:ext cx="2988307" cy="1014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707223"/>
              </p:ext>
            </p:extLst>
          </p:nvPr>
        </p:nvGraphicFramePr>
        <p:xfrm>
          <a:off x="1524721" y="2300146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1" name="Equation" r:id="rId11" imgW="139680" imgH="139680" progId="Equation.DSMT4">
                  <p:embed/>
                </p:oleObj>
              </mc:Choice>
              <mc:Fallback>
                <p:oleObj name="Equation" r:id="rId11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721" y="2300146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312442"/>
              </p:ext>
            </p:extLst>
          </p:nvPr>
        </p:nvGraphicFramePr>
        <p:xfrm>
          <a:off x="4210124" y="2381901"/>
          <a:ext cx="4508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2" name="Equation" r:id="rId13" imgW="139680" imgH="101520" progId="Equation.DSMT4">
                  <p:embed/>
                </p:oleObj>
              </mc:Choice>
              <mc:Fallback>
                <p:oleObj name="Equation" r:id="rId13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124" y="2381901"/>
                        <a:ext cx="45085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08" name="Group 89"/>
          <p:cNvGrpSpPr>
            <a:grpSpLocks/>
          </p:cNvGrpSpPr>
          <p:nvPr/>
        </p:nvGrpSpPr>
        <p:grpSpPr bwMode="auto">
          <a:xfrm>
            <a:off x="8001000" y="255445"/>
            <a:ext cx="4038600" cy="3048000"/>
            <a:chOff x="3168" y="192"/>
            <a:chExt cx="2544" cy="1920"/>
          </a:xfrm>
        </p:grpSpPr>
        <p:grpSp>
          <p:nvGrpSpPr>
            <p:cNvPr id="16409" name="Group 47"/>
            <p:cNvGrpSpPr>
              <a:grpSpLocks/>
            </p:cNvGrpSpPr>
            <p:nvPr/>
          </p:nvGrpSpPr>
          <p:grpSpPr bwMode="auto">
            <a:xfrm>
              <a:off x="3216" y="192"/>
              <a:ext cx="2496" cy="1920"/>
              <a:chOff x="-528" y="2688"/>
              <a:chExt cx="2496" cy="1920"/>
            </a:xfrm>
          </p:grpSpPr>
          <p:grpSp>
            <p:nvGrpSpPr>
              <p:cNvPr id="16438" name="Group 48"/>
              <p:cNvGrpSpPr>
                <a:grpSpLocks/>
              </p:cNvGrpSpPr>
              <p:nvPr/>
            </p:nvGrpSpPr>
            <p:grpSpPr bwMode="auto">
              <a:xfrm>
                <a:off x="-528" y="2688"/>
                <a:ext cx="2496" cy="1920"/>
                <a:chOff x="-528" y="2688"/>
                <a:chExt cx="2496" cy="1920"/>
              </a:xfrm>
            </p:grpSpPr>
            <p:grpSp>
              <p:nvGrpSpPr>
                <p:cNvPr id="16439" name="Group 49"/>
                <p:cNvGrpSpPr>
                  <a:grpSpLocks/>
                </p:cNvGrpSpPr>
                <p:nvPr/>
              </p:nvGrpSpPr>
              <p:grpSpPr bwMode="auto">
                <a:xfrm>
                  <a:off x="-528" y="2688"/>
                  <a:ext cx="2496" cy="1920"/>
                  <a:chOff x="-336" y="2688"/>
                  <a:chExt cx="2496" cy="1920"/>
                </a:xfrm>
              </p:grpSpPr>
              <p:sp>
                <p:nvSpPr>
                  <p:cNvPr id="16440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5" y="2733"/>
                    <a:ext cx="0" cy="120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41" name="Line 5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7" y="3936"/>
                    <a:ext cx="160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6398" name="Object 14"/>
                  <p:cNvGraphicFramePr>
                    <a:graphicFrameLocks noChangeAspect="1"/>
                  </p:cNvGraphicFramePr>
                  <p:nvPr/>
                </p:nvGraphicFramePr>
                <p:xfrm>
                  <a:off x="-270" y="4432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2223" name="Equation" r:id="rId15" imgW="139680" imgH="139680" progId="Equation.3">
                          <p:embed/>
                        </p:oleObj>
                      </mc:Choice>
                      <mc:Fallback>
                        <p:oleObj name="Equation" r:id="rId15" imgW="139680" imgH="1396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-270" y="4432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6399" name="Object 15"/>
                  <p:cNvGraphicFramePr>
                    <a:graphicFrameLocks noChangeAspect="1"/>
                  </p:cNvGraphicFramePr>
                  <p:nvPr/>
                </p:nvGraphicFramePr>
                <p:xfrm>
                  <a:off x="1987" y="3984"/>
                  <a:ext cx="173" cy="20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2224" name="Equation" r:id="rId17" imgW="139680" imgH="164880" progId="Equation.3">
                          <p:embed/>
                        </p:oleObj>
                      </mc:Choice>
                      <mc:Fallback>
                        <p:oleObj name="Equation" r:id="rId17" imgW="139680" imgH="1648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87" y="3984"/>
                                <a:ext cx="173" cy="20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6442" name="Freeform 54"/>
                  <p:cNvSpPr>
                    <a:spLocks/>
                  </p:cNvSpPr>
                  <p:nvPr/>
                </p:nvSpPr>
                <p:spPr bwMode="auto">
                  <a:xfrm>
                    <a:off x="-336" y="3934"/>
                    <a:ext cx="855" cy="515"/>
                  </a:xfrm>
                  <a:custGeom>
                    <a:avLst/>
                    <a:gdLst>
                      <a:gd name="T0" fmla="*/ 1222 w 759"/>
                      <a:gd name="T1" fmla="*/ 0 h 457"/>
                      <a:gd name="T2" fmla="*/ 0 w 759"/>
                      <a:gd name="T3" fmla="*/ 737 h 457"/>
                      <a:gd name="T4" fmla="*/ 0 60000 65536"/>
                      <a:gd name="T5" fmla="*/ 0 60000 65536"/>
                      <a:gd name="T6" fmla="*/ 0 w 759"/>
                      <a:gd name="T7" fmla="*/ 0 h 457"/>
                      <a:gd name="T8" fmla="*/ 759 w 759"/>
                      <a:gd name="T9" fmla="*/ 457 h 45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59" h="457">
                        <a:moveTo>
                          <a:pt x="759" y="0"/>
                        </a:moveTo>
                        <a:lnTo>
                          <a:pt x="0" y="457"/>
                        </a:lnTo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6400" name="Object 16"/>
                  <p:cNvGraphicFramePr>
                    <a:graphicFrameLocks noChangeAspect="1"/>
                  </p:cNvGraphicFramePr>
                  <p:nvPr/>
                </p:nvGraphicFramePr>
                <p:xfrm>
                  <a:off x="338" y="2688"/>
                  <a:ext cx="142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2225" name="Equation" r:id="rId19" imgW="114120" imgH="139680" progId="Equation.3">
                          <p:embed/>
                        </p:oleObj>
                      </mc:Choice>
                      <mc:Fallback>
                        <p:oleObj name="Equation" r:id="rId19" imgW="114120" imgH="1396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38" y="2688"/>
                                <a:ext cx="142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16397" name="Object 13"/>
                <p:cNvGraphicFramePr>
                  <a:graphicFrameLocks noChangeAspect="1"/>
                </p:cNvGraphicFramePr>
                <p:nvPr/>
              </p:nvGraphicFramePr>
              <p:xfrm>
                <a:off x="240" y="3936"/>
                <a:ext cx="205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2226" name="Equation" r:id="rId21" imgW="164880" imgH="177480" progId="Equation.3">
                        <p:embed/>
                      </p:oleObj>
                    </mc:Choice>
                    <mc:Fallback>
                      <p:oleObj name="Equation" r:id="rId21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" y="3936"/>
                              <a:ext cx="205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6394" name="Object 10"/>
              <p:cNvGraphicFramePr>
                <a:graphicFrameLocks noChangeAspect="1"/>
              </p:cNvGraphicFramePr>
              <p:nvPr/>
            </p:nvGraphicFramePr>
            <p:xfrm>
              <a:off x="-268" y="4272"/>
              <a:ext cx="460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27" name="Equation" r:id="rId23" imgW="1002960" imgH="393480" progId="Equation.3">
                      <p:embed/>
                    </p:oleObj>
                  </mc:Choice>
                  <mc:Fallback>
                    <p:oleObj name="Equation" r:id="rId23" imgW="100296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268" y="4272"/>
                            <a:ext cx="460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5" name="Object 11"/>
              <p:cNvGraphicFramePr>
                <a:graphicFrameLocks noChangeAspect="1"/>
              </p:cNvGraphicFramePr>
              <p:nvPr/>
            </p:nvGraphicFramePr>
            <p:xfrm>
              <a:off x="1304" y="3936"/>
              <a:ext cx="472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28" name="Equation" r:id="rId25" imgW="1028520" imgH="393480" progId="Equation.3">
                      <p:embed/>
                    </p:oleObj>
                  </mc:Choice>
                  <mc:Fallback>
                    <p:oleObj name="Equation" r:id="rId25" imgW="102852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4" y="3936"/>
                            <a:ext cx="472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6" name="Object 12"/>
              <p:cNvGraphicFramePr>
                <a:graphicFrameLocks noChangeAspect="1"/>
              </p:cNvGraphicFramePr>
              <p:nvPr/>
            </p:nvGraphicFramePr>
            <p:xfrm>
              <a:off x="336" y="2987"/>
              <a:ext cx="472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29" name="Equation" r:id="rId27" imgW="1028520" imgH="393480" progId="Equation.3">
                      <p:embed/>
                    </p:oleObj>
                  </mc:Choice>
                  <mc:Fallback>
                    <p:oleObj name="Equation" r:id="rId27" imgW="102852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" y="2987"/>
                            <a:ext cx="472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410" name="Group 60"/>
            <p:cNvGrpSpPr>
              <a:grpSpLocks/>
            </p:cNvGrpSpPr>
            <p:nvPr/>
          </p:nvGrpSpPr>
          <p:grpSpPr bwMode="auto">
            <a:xfrm>
              <a:off x="3504" y="667"/>
              <a:ext cx="1618" cy="1106"/>
              <a:chOff x="254" y="2875"/>
              <a:chExt cx="1618" cy="1106"/>
            </a:xfrm>
          </p:grpSpPr>
          <p:grpSp>
            <p:nvGrpSpPr>
              <p:cNvPr id="16429" name="Group 61"/>
              <p:cNvGrpSpPr>
                <a:grpSpLocks/>
              </p:cNvGrpSpPr>
              <p:nvPr/>
            </p:nvGrpSpPr>
            <p:grpSpPr bwMode="auto">
              <a:xfrm>
                <a:off x="263" y="2875"/>
                <a:ext cx="1600" cy="1106"/>
                <a:chOff x="-217" y="3163"/>
                <a:chExt cx="1600" cy="1106"/>
              </a:xfrm>
            </p:grpSpPr>
            <p:grpSp>
              <p:nvGrpSpPr>
                <p:cNvPr id="16432" name="Group 62"/>
                <p:cNvGrpSpPr>
                  <a:grpSpLocks/>
                </p:cNvGrpSpPr>
                <p:nvPr/>
              </p:nvGrpSpPr>
              <p:grpSpPr bwMode="auto">
                <a:xfrm>
                  <a:off x="-217" y="3163"/>
                  <a:ext cx="1600" cy="1106"/>
                  <a:chOff x="704" y="2533"/>
                  <a:chExt cx="1600" cy="1106"/>
                </a:xfrm>
              </p:grpSpPr>
              <p:grpSp>
                <p:nvGrpSpPr>
                  <p:cNvPr id="16433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704" y="2533"/>
                    <a:ext cx="1600" cy="1099"/>
                    <a:chOff x="704" y="2533"/>
                    <a:chExt cx="1600" cy="1099"/>
                  </a:xfrm>
                </p:grpSpPr>
                <p:sp>
                  <p:nvSpPr>
                    <p:cNvPr id="16435" name="AutoShape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3" y="3296"/>
                      <a:ext cx="1591" cy="336"/>
                    </a:xfrm>
                    <a:prstGeom prst="parallelogram">
                      <a:avLst>
                        <a:gd name="adj" fmla="val 156544"/>
                      </a:avLst>
                    </a:prstGeom>
                    <a:solidFill>
                      <a:srgbClr val="00FF00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16436" name="Freeform 65"/>
                    <p:cNvSpPr>
                      <a:spLocks/>
                    </p:cNvSpPr>
                    <p:nvPr/>
                  </p:nvSpPr>
                  <p:spPr bwMode="auto">
                    <a:xfrm>
                      <a:off x="704" y="2533"/>
                      <a:ext cx="544" cy="1097"/>
                    </a:xfrm>
                    <a:custGeom>
                      <a:avLst/>
                      <a:gdLst>
                        <a:gd name="T0" fmla="*/ 539 w 544"/>
                        <a:gd name="T1" fmla="*/ 0 h 1097"/>
                        <a:gd name="T2" fmla="*/ 544 w 544"/>
                        <a:gd name="T3" fmla="*/ 777 h 1097"/>
                        <a:gd name="T4" fmla="*/ 0 w 544"/>
                        <a:gd name="T5" fmla="*/ 1097 h 1097"/>
                        <a:gd name="T6" fmla="*/ 0 w 544"/>
                        <a:gd name="T7" fmla="*/ 347 h 1097"/>
                        <a:gd name="T8" fmla="*/ 539 w 544"/>
                        <a:gd name="T9" fmla="*/ 0 h 109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544"/>
                        <a:gd name="T16" fmla="*/ 0 h 1097"/>
                        <a:gd name="T17" fmla="*/ 544 w 544"/>
                        <a:gd name="T18" fmla="*/ 1097 h 109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544" h="1097">
                          <a:moveTo>
                            <a:pt x="539" y="0"/>
                          </a:moveTo>
                          <a:lnTo>
                            <a:pt x="544" y="777"/>
                          </a:lnTo>
                          <a:lnTo>
                            <a:pt x="0" y="1097"/>
                          </a:lnTo>
                          <a:lnTo>
                            <a:pt x="0" y="347"/>
                          </a:lnTo>
                          <a:lnTo>
                            <a:pt x="539" y="0"/>
                          </a:lnTo>
                          <a:close/>
                        </a:path>
                      </a:pathLst>
                    </a:custGeom>
                    <a:solidFill>
                      <a:srgbClr val="00FFFF"/>
                    </a:solidFill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437" name="Rectangle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1" y="2544"/>
                      <a:ext cx="1063" cy="762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sp>
                <p:nvSpPr>
                  <p:cNvPr id="16434" name="Freeform 67"/>
                  <p:cNvSpPr>
                    <a:spLocks/>
                  </p:cNvSpPr>
                  <p:nvPr/>
                </p:nvSpPr>
                <p:spPr bwMode="auto">
                  <a:xfrm>
                    <a:off x="1776" y="2533"/>
                    <a:ext cx="528" cy="1106"/>
                  </a:xfrm>
                  <a:custGeom>
                    <a:avLst/>
                    <a:gdLst>
                      <a:gd name="T0" fmla="*/ 528 w 528"/>
                      <a:gd name="T1" fmla="*/ 0 h 1106"/>
                      <a:gd name="T2" fmla="*/ 528 w 528"/>
                      <a:gd name="T3" fmla="*/ 768 h 1106"/>
                      <a:gd name="T4" fmla="*/ 0 w 528"/>
                      <a:gd name="T5" fmla="*/ 1106 h 1106"/>
                      <a:gd name="T6" fmla="*/ 0 w 528"/>
                      <a:gd name="T7" fmla="*/ 338 h 1106"/>
                      <a:gd name="T8" fmla="*/ 528 w 528"/>
                      <a:gd name="T9" fmla="*/ 0 h 11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28"/>
                      <a:gd name="T16" fmla="*/ 0 h 1106"/>
                      <a:gd name="T17" fmla="*/ 528 w 528"/>
                      <a:gd name="T18" fmla="*/ 1106 h 11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28" h="1106">
                        <a:moveTo>
                          <a:pt x="528" y="0"/>
                        </a:moveTo>
                        <a:lnTo>
                          <a:pt x="528" y="768"/>
                        </a:lnTo>
                        <a:lnTo>
                          <a:pt x="0" y="1106"/>
                        </a:lnTo>
                        <a:lnTo>
                          <a:pt x="0" y="338"/>
                        </a:lnTo>
                        <a:lnTo>
                          <a:pt x="52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50000">
                        <a:srgbClr val="00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16393" name="Object 9"/>
                <p:cNvGraphicFramePr>
                  <a:graphicFrameLocks noChangeAspect="1"/>
                </p:cNvGraphicFramePr>
                <p:nvPr/>
              </p:nvGraphicFramePr>
              <p:xfrm>
                <a:off x="275" y="3936"/>
                <a:ext cx="205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2230" name="Equation" r:id="rId29" imgW="164880" imgH="177480" progId="Equation.3">
                        <p:embed/>
                      </p:oleObj>
                    </mc:Choice>
                    <mc:Fallback>
                      <p:oleObj name="Equation" r:id="rId29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5" y="3936"/>
                              <a:ext cx="205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30" name="Rectangle 69"/>
              <p:cNvSpPr>
                <a:spLocks noChangeArrowheads="1"/>
              </p:cNvSpPr>
              <p:nvPr/>
            </p:nvSpPr>
            <p:spPr bwMode="auto">
              <a:xfrm>
                <a:off x="257" y="3211"/>
                <a:ext cx="1086" cy="762"/>
              </a:xfrm>
              <a:prstGeom prst="rect">
                <a:avLst/>
              </a:prstGeom>
              <a:solidFill>
                <a:srgbClr val="00FF99">
                  <a:alpha val="50195"/>
                </a:srgb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1" name="Freeform 70"/>
              <p:cNvSpPr>
                <a:spLocks/>
              </p:cNvSpPr>
              <p:nvPr/>
            </p:nvSpPr>
            <p:spPr bwMode="auto">
              <a:xfrm>
                <a:off x="254" y="2875"/>
                <a:ext cx="1618" cy="347"/>
              </a:xfrm>
              <a:custGeom>
                <a:avLst/>
                <a:gdLst>
                  <a:gd name="T0" fmla="*/ 539 w 1618"/>
                  <a:gd name="T1" fmla="*/ 0 h 347"/>
                  <a:gd name="T2" fmla="*/ 0 w 1618"/>
                  <a:gd name="T3" fmla="*/ 347 h 347"/>
                  <a:gd name="T4" fmla="*/ 1079 w 1618"/>
                  <a:gd name="T5" fmla="*/ 338 h 347"/>
                  <a:gd name="T6" fmla="*/ 1618 w 1618"/>
                  <a:gd name="T7" fmla="*/ 0 h 347"/>
                  <a:gd name="T8" fmla="*/ 539 w 1618"/>
                  <a:gd name="T9" fmla="*/ 0 h 3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8"/>
                  <a:gd name="T16" fmla="*/ 0 h 347"/>
                  <a:gd name="T17" fmla="*/ 1618 w 1618"/>
                  <a:gd name="T18" fmla="*/ 347 h 3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8" h="347">
                    <a:moveTo>
                      <a:pt x="539" y="0"/>
                    </a:moveTo>
                    <a:lnTo>
                      <a:pt x="0" y="347"/>
                    </a:lnTo>
                    <a:lnTo>
                      <a:pt x="1079" y="338"/>
                    </a:lnTo>
                    <a:lnTo>
                      <a:pt x="1618" y="0"/>
                    </a:lnTo>
                    <a:lnTo>
                      <a:pt x="53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50000">
                    <a:srgbClr val="FF0000"/>
                  </a:gs>
                  <a:gs pos="100000">
                    <a:srgbClr val="FFFFFF"/>
                  </a:gs>
                </a:gsLst>
                <a:lin ang="2700000" scaled="1"/>
              </a:gradFill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11" name="Group 71"/>
            <p:cNvGrpSpPr>
              <a:grpSpLocks/>
            </p:cNvGrpSpPr>
            <p:nvPr/>
          </p:nvGrpSpPr>
          <p:grpSpPr bwMode="auto">
            <a:xfrm>
              <a:off x="4832" y="731"/>
              <a:ext cx="539" cy="534"/>
              <a:chOff x="1904" y="2075"/>
              <a:chExt cx="539" cy="534"/>
            </a:xfrm>
          </p:grpSpPr>
          <p:sp>
            <p:nvSpPr>
              <p:cNvPr id="16427" name="Text Box 72"/>
              <p:cNvSpPr txBox="1">
                <a:spLocks noChangeArrowheads="1"/>
              </p:cNvSpPr>
              <p:nvPr/>
            </p:nvSpPr>
            <p:spPr bwMode="auto">
              <a:xfrm>
                <a:off x="1904" y="2075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tx2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8" name="Line 73"/>
              <p:cNvSpPr>
                <a:spLocks noChangeShapeType="1"/>
              </p:cNvSpPr>
              <p:nvPr/>
            </p:nvSpPr>
            <p:spPr bwMode="auto">
              <a:xfrm flipV="1">
                <a:off x="2020" y="2593"/>
                <a:ext cx="423" cy="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2" name="Group 74"/>
            <p:cNvGrpSpPr>
              <a:grpSpLocks/>
            </p:cNvGrpSpPr>
            <p:nvPr/>
          </p:nvGrpSpPr>
          <p:grpSpPr bwMode="auto">
            <a:xfrm>
              <a:off x="3168" y="1008"/>
              <a:ext cx="768" cy="288"/>
              <a:chOff x="720" y="2304"/>
              <a:chExt cx="768" cy="288"/>
            </a:xfrm>
          </p:grpSpPr>
          <p:sp>
            <p:nvSpPr>
              <p:cNvPr id="16425" name="Text Box 75"/>
              <p:cNvSpPr txBox="1">
                <a:spLocks noChangeArrowheads="1"/>
              </p:cNvSpPr>
              <p:nvPr/>
            </p:nvSpPr>
            <p:spPr bwMode="auto">
              <a:xfrm>
                <a:off x="1056" y="2304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4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6" name="Line 76"/>
              <p:cNvSpPr>
                <a:spLocks noChangeShapeType="1"/>
              </p:cNvSpPr>
              <p:nvPr/>
            </p:nvSpPr>
            <p:spPr bwMode="auto">
              <a:xfrm flipH="1">
                <a:off x="720" y="2448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3" name="Group 77"/>
            <p:cNvGrpSpPr>
              <a:grpSpLocks/>
            </p:cNvGrpSpPr>
            <p:nvPr/>
          </p:nvGrpSpPr>
          <p:grpSpPr bwMode="auto">
            <a:xfrm>
              <a:off x="3792" y="432"/>
              <a:ext cx="432" cy="576"/>
              <a:chOff x="4512" y="1632"/>
              <a:chExt cx="432" cy="576"/>
            </a:xfrm>
          </p:grpSpPr>
          <p:sp>
            <p:nvSpPr>
              <p:cNvPr id="16423" name="Text Box 78"/>
              <p:cNvSpPr txBox="1">
                <a:spLocks noChangeArrowheads="1"/>
              </p:cNvSpPr>
              <p:nvPr/>
            </p:nvSpPr>
            <p:spPr bwMode="auto">
              <a:xfrm>
                <a:off x="4512" y="192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rgbClr val="0066FF"/>
                    </a:solidFill>
                  </a:rPr>
                  <a:t>Σ</a:t>
                </a:r>
                <a:r>
                  <a:rPr lang="en-US" altLang="zh-CN" sz="2400" baseline="-25000">
                    <a:solidFill>
                      <a:srgbClr val="0066FF"/>
                    </a:solidFill>
                  </a:rPr>
                  <a:t>5</a:t>
                </a:r>
                <a:endParaRPr lang="en-US" altLang="zh-CN" sz="2800">
                  <a:solidFill>
                    <a:srgbClr val="0066FF"/>
                  </a:solidFill>
                </a:endParaRPr>
              </a:p>
            </p:txBody>
          </p:sp>
          <p:sp>
            <p:nvSpPr>
              <p:cNvPr id="16424" name="Line 79"/>
              <p:cNvSpPr>
                <a:spLocks noChangeShapeType="1"/>
              </p:cNvSpPr>
              <p:nvPr/>
            </p:nvSpPr>
            <p:spPr bwMode="auto">
              <a:xfrm flipV="1">
                <a:off x="4656" y="16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4" name="Group 80"/>
            <p:cNvGrpSpPr>
              <a:grpSpLocks/>
            </p:cNvGrpSpPr>
            <p:nvPr/>
          </p:nvGrpSpPr>
          <p:grpSpPr bwMode="auto">
            <a:xfrm>
              <a:off x="4224" y="1488"/>
              <a:ext cx="432" cy="528"/>
              <a:chOff x="4704" y="2592"/>
              <a:chExt cx="432" cy="528"/>
            </a:xfrm>
          </p:grpSpPr>
          <p:sp>
            <p:nvSpPr>
              <p:cNvPr id="16421" name="Text Box 81"/>
              <p:cNvSpPr txBox="1">
                <a:spLocks noChangeArrowheads="1"/>
              </p:cNvSpPr>
              <p:nvPr/>
            </p:nvSpPr>
            <p:spPr bwMode="auto">
              <a:xfrm>
                <a:off x="4704" y="259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>
                    <a:solidFill>
                      <a:schemeClr val="bg1"/>
                    </a:solidFill>
                  </a:rPr>
                  <a:t>6</a:t>
                </a:r>
                <a:endParaRPr lang="en-US" altLang="zh-CN" sz="280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2" name="Line 82"/>
              <p:cNvSpPr>
                <a:spLocks noChangeShapeType="1"/>
              </p:cNvSpPr>
              <p:nvPr/>
            </p:nvSpPr>
            <p:spPr bwMode="auto">
              <a:xfrm>
                <a:off x="4848" y="283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5" name="Group 83"/>
            <p:cNvGrpSpPr>
              <a:grpSpLocks/>
            </p:cNvGrpSpPr>
            <p:nvPr/>
          </p:nvGrpSpPr>
          <p:grpSpPr bwMode="auto">
            <a:xfrm>
              <a:off x="4670" y="660"/>
              <a:ext cx="660" cy="759"/>
              <a:chOff x="1646" y="2148"/>
              <a:chExt cx="660" cy="759"/>
            </a:xfrm>
          </p:grpSpPr>
          <p:sp>
            <p:nvSpPr>
              <p:cNvPr id="16419" name="Text Box 84"/>
              <p:cNvSpPr txBox="1">
                <a:spLocks noChangeArrowheads="1"/>
              </p:cNvSpPr>
              <p:nvPr/>
            </p:nvSpPr>
            <p:spPr bwMode="auto">
              <a:xfrm>
                <a:off x="1646" y="2619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tx2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0" name="Line 85"/>
              <p:cNvSpPr>
                <a:spLocks noChangeShapeType="1"/>
              </p:cNvSpPr>
              <p:nvPr/>
            </p:nvSpPr>
            <p:spPr bwMode="auto">
              <a:xfrm flipV="1">
                <a:off x="2032" y="2148"/>
                <a:ext cx="274" cy="1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6" name="Group 86"/>
            <p:cNvGrpSpPr>
              <a:grpSpLocks/>
            </p:cNvGrpSpPr>
            <p:nvPr/>
          </p:nvGrpSpPr>
          <p:grpSpPr bwMode="auto">
            <a:xfrm>
              <a:off x="3254" y="1383"/>
              <a:ext cx="875" cy="391"/>
              <a:chOff x="3254" y="2631"/>
              <a:chExt cx="875" cy="391"/>
            </a:xfrm>
          </p:grpSpPr>
          <p:sp>
            <p:nvSpPr>
              <p:cNvPr id="16417" name="Text Box 87"/>
              <p:cNvSpPr txBox="1">
                <a:spLocks noChangeArrowheads="1"/>
              </p:cNvSpPr>
              <p:nvPr/>
            </p:nvSpPr>
            <p:spPr bwMode="auto">
              <a:xfrm>
                <a:off x="3697" y="2631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1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18" name="Line 88"/>
              <p:cNvSpPr>
                <a:spLocks noChangeShapeType="1"/>
              </p:cNvSpPr>
              <p:nvPr/>
            </p:nvSpPr>
            <p:spPr bwMode="auto">
              <a:xfrm flipH="1">
                <a:off x="3254" y="2726"/>
                <a:ext cx="474" cy="296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397386"/>
              </p:ext>
            </p:extLst>
          </p:nvPr>
        </p:nvGraphicFramePr>
        <p:xfrm>
          <a:off x="990998" y="1185142"/>
          <a:ext cx="6600427" cy="99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1" name="Equation" r:id="rId30" imgW="2692080" imgH="406080" progId="Equation.DSMT4">
                  <p:embed/>
                </p:oleObj>
              </mc:Choice>
              <mc:Fallback>
                <p:oleObj name="Equation" r:id="rId30" imgW="2692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90998" y="1185142"/>
                        <a:ext cx="6600427" cy="996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028511"/>
              </p:ext>
            </p:extLst>
          </p:nvPr>
        </p:nvGraphicFramePr>
        <p:xfrm>
          <a:off x="2920639" y="3892004"/>
          <a:ext cx="9572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2" name="Equation" r:id="rId32" imgW="393480" imgH="419040" progId="Equation.DSMT4">
                  <p:embed/>
                </p:oleObj>
              </mc:Choice>
              <mc:Fallback>
                <p:oleObj name="Equation" r:id="rId32" imgW="3934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639" y="3892004"/>
                        <a:ext cx="95726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22263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7" name="Text Box 27"/>
          <p:cNvSpPr txBox="1">
            <a:spLocks noChangeArrowheads="1"/>
          </p:cNvSpPr>
          <p:nvPr/>
        </p:nvSpPr>
        <p:spPr bwMode="auto">
          <a:xfrm>
            <a:off x="884671" y="534845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同理，</a:t>
            </a:r>
            <a:endParaRPr lang="en-US" altLang="zh-CN" sz="2800" b="1" dirty="0"/>
          </a:p>
        </p:txBody>
      </p:sp>
      <p:graphicFrame>
        <p:nvGraphicFramePr>
          <p:cNvPr id="4301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801997"/>
              </p:ext>
            </p:extLst>
          </p:nvPr>
        </p:nvGraphicFramePr>
        <p:xfrm>
          <a:off x="3756685" y="2104882"/>
          <a:ext cx="16097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32" name="Equation" r:id="rId3" imgW="672840" imgH="406080" progId="Equation.DSMT4">
                  <p:embed/>
                </p:oleObj>
              </mc:Choice>
              <mc:Fallback>
                <p:oleObj name="Equation" r:id="rId3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685" y="2104882"/>
                        <a:ext cx="160972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47669"/>
              </p:ext>
            </p:extLst>
          </p:nvPr>
        </p:nvGraphicFramePr>
        <p:xfrm>
          <a:off x="1267486" y="2142985"/>
          <a:ext cx="21891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33" name="Equation" r:id="rId5" imgW="901440" imgH="406080" progId="Equation.DSMT4">
                  <p:embed/>
                </p:oleObj>
              </mc:Choice>
              <mc:Fallback>
                <p:oleObj name="Equation" r:id="rId5" imgW="901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7486" y="2142985"/>
                        <a:ext cx="218916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6" name="Object 7"/>
          <p:cNvGraphicFramePr>
            <a:graphicFrameLocks noChangeAspect="1"/>
          </p:cNvGraphicFramePr>
          <p:nvPr/>
        </p:nvGraphicFramePr>
        <p:xfrm>
          <a:off x="1524721" y="2300146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34" name="Equation" r:id="rId7" imgW="139680" imgH="139680" progId="Equation.DSMT4">
                  <p:embed/>
                </p:oleObj>
              </mc:Choice>
              <mc:Fallback>
                <p:oleObj name="Equation" r:id="rId7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721" y="2300146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525139"/>
              </p:ext>
            </p:extLst>
          </p:nvPr>
        </p:nvGraphicFramePr>
        <p:xfrm>
          <a:off x="3434424" y="2381901"/>
          <a:ext cx="4508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35" name="Equation" r:id="rId9" imgW="139680" imgH="101520" progId="Equation.DSMT4">
                  <p:embed/>
                </p:oleObj>
              </mc:Choice>
              <mc:Fallback>
                <p:oleObj name="Equation" r:id="rId9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4424" y="2381901"/>
                        <a:ext cx="45085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08" name="Group 89"/>
          <p:cNvGrpSpPr>
            <a:grpSpLocks/>
          </p:cNvGrpSpPr>
          <p:nvPr/>
        </p:nvGrpSpPr>
        <p:grpSpPr bwMode="auto">
          <a:xfrm>
            <a:off x="8001000" y="255445"/>
            <a:ext cx="4038600" cy="3048000"/>
            <a:chOff x="3168" y="192"/>
            <a:chExt cx="2544" cy="1920"/>
          </a:xfrm>
        </p:grpSpPr>
        <p:grpSp>
          <p:nvGrpSpPr>
            <p:cNvPr id="16409" name="Group 47"/>
            <p:cNvGrpSpPr>
              <a:grpSpLocks/>
            </p:cNvGrpSpPr>
            <p:nvPr/>
          </p:nvGrpSpPr>
          <p:grpSpPr bwMode="auto">
            <a:xfrm>
              <a:off x="3216" y="192"/>
              <a:ext cx="2496" cy="1920"/>
              <a:chOff x="-528" y="2688"/>
              <a:chExt cx="2496" cy="1920"/>
            </a:xfrm>
          </p:grpSpPr>
          <p:grpSp>
            <p:nvGrpSpPr>
              <p:cNvPr id="16438" name="Group 48"/>
              <p:cNvGrpSpPr>
                <a:grpSpLocks/>
              </p:cNvGrpSpPr>
              <p:nvPr/>
            </p:nvGrpSpPr>
            <p:grpSpPr bwMode="auto">
              <a:xfrm>
                <a:off x="-528" y="2688"/>
                <a:ext cx="2496" cy="1920"/>
                <a:chOff x="-528" y="2688"/>
                <a:chExt cx="2496" cy="1920"/>
              </a:xfrm>
            </p:grpSpPr>
            <p:grpSp>
              <p:nvGrpSpPr>
                <p:cNvPr id="16439" name="Group 49"/>
                <p:cNvGrpSpPr>
                  <a:grpSpLocks/>
                </p:cNvGrpSpPr>
                <p:nvPr/>
              </p:nvGrpSpPr>
              <p:grpSpPr bwMode="auto">
                <a:xfrm>
                  <a:off x="-528" y="2688"/>
                  <a:ext cx="2496" cy="1920"/>
                  <a:chOff x="-336" y="2688"/>
                  <a:chExt cx="2496" cy="1920"/>
                </a:xfrm>
              </p:grpSpPr>
              <p:sp>
                <p:nvSpPr>
                  <p:cNvPr id="16440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5" y="2733"/>
                    <a:ext cx="0" cy="120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41" name="Line 5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7" y="3936"/>
                    <a:ext cx="160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6398" name="Object 14"/>
                  <p:cNvGraphicFramePr>
                    <a:graphicFrameLocks noChangeAspect="1"/>
                  </p:cNvGraphicFramePr>
                  <p:nvPr/>
                </p:nvGraphicFramePr>
                <p:xfrm>
                  <a:off x="-270" y="4432"/>
                  <a:ext cx="174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4336" name="Equation" r:id="rId11" imgW="139680" imgH="139680" progId="Equation.3">
                          <p:embed/>
                        </p:oleObj>
                      </mc:Choice>
                      <mc:Fallback>
                        <p:oleObj name="Equation" r:id="rId11" imgW="139680" imgH="1396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-270" y="4432"/>
                                <a:ext cx="174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6399" name="Object 15"/>
                  <p:cNvGraphicFramePr>
                    <a:graphicFrameLocks noChangeAspect="1"/>
                  </p:cNvGraphicFramePr>
                  <p:nvPr/>
                </p:nvGraphicFramePr>
                <p:xfrm>
                  <a:off x="1987" y="3984"/>
                  <a:ext cx="173" cy="20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4337" name="Equation" r:id="rId13" imgW="139680" imgH="164880" progId="Equation.3">
                          <p:embed/>
                        </p:oleObj>
                      </mc:Choice>
                      <mc:Fallback>
                        <p:oleObj name="Equation" r:id="rId13" imgW="139680" imgH="1648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987" y="3984"/>
                                <a:ext cx="173" cy="20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6442" name="Freeform 54"/>
                  <p:cNvSpPr>
                    <a:spLocks/>
                  </p:cNvSpPr>
                  <p:nvPr/>
                </p:nvSpPr>
                <p:spPr bwMode="auto">
                  <a:xfrm>
                    <a:off x="-336" y="3934"/>
                    <a:ext cx="855" cy="515"/>
                  </a:xfrm>
                  <a:custGeom>
                    <a:avLst/>
                    <a:gdLst>
                      <a:gd name="T0" fmla="*/ 1222 w 759"/>
                      <a:gd name="T1" fmla="*/ 0 h 457"/>
                      <a:gd name="T2" fmla="*/ 0 w 759"/>
                      <a:gd name="T3" fmla="*/ 737 h 457"/>
                      <a:gd name="T4" fmla="*/ 0 60000 65536"/>
                      <a:gd name="T5" fmla="*/ 0 60000 65536"/>
                      <a:gd name="T6" fmla="*/ 0 w 759"/>
                      <a:gd name="T7" fmla="*/ 0 h 457"/>
                      <a:gd name="T8" fmla="*/ 759 w 759"/>
                      <a:gd name="T9" fmla="*/ 457 h 457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59" h="457">
                        <a:moveTo>
                          <a:pt x="759" y="0"/>
                        </a:moveTo>
                        <a:lnTo>
                          <a:pt x="0" y="457"/>
                        </a:lnTo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6400" name="Object 16"/>
                  <p:cNvGraphicFramePr>
                    <a:graphicFrameLocks noChangeAspect="1"/>
                  </p:cNvGraphicFramePr>
                  <p:nvPr/>
                </p:nvGraphicFramePr>
                <p:xfrm>
                  <a:off x="338" y="2688"/>
                  <a:ext cx="142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74338" name="Equation" r:id="rId15" imgW="114120" imgH="139680" progId="Equation.3">
                          <p:embed/>
                        </p:oleObj>
                      </mc:Choice>
                      <mc:Fallback>
                        <p:oleObj name="Equation" r:id="rId15" imgW="114120" imgH="139680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38" y="2688"/>
                                <a:ext cx="142" cy="17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16397" name="Object 13"/>
                <p:cNvGraphicFramePr>
                  <a:graphicFrameLocks noChangeAspect="1"/>
                </p:cNvGraphicFramePr>
                <p:nvPr/>
              </p:nvGraphicFramePr>
              <p:xfrm>
                <a:off x="240" y="3936"/>
                <a:ext cx="205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4339" name="Equation" r:id="rId17" imgW="164880" imgH="177480" progId="Equation.3">
                        <p:embed/>
                      </p:oleObj>
                    </mc:Choice>
                    <mc:Fallback>
                      <p:oleObj name="Equation" r:id="rId17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" y="3936"/>
                              <a:ext cx="205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6394" name="Object 10"/>
              <p:cNvGraphicFramePr>
                <a:graphicFrameLocks noChangeAspect="1"/>
              </p:cNvGraphicFramePr>
              <p:nvPr/>
            </p:nvGraphicFramePr>
            <p:xfrm>
              <a:off x="-268" y="4272"/>
              <a:ext cx="460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340" name="Equation" r:id="rId19" imgW="1002960" imgH="393480" progId="Equation.3">
                      <p:embed/>
                    </p:oleObj>
                  </mc:Choice>
                  <mc:Fallback>
                    <p:oleObj name="Equation" r:id="rId19" imgW="100296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268" y="4272"/>
                            <a:ext cx="460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5" name="Object 11"/>
              <p:cNvGraphicFramePr>
                <a:graphicFrameLocks noChangeAspect="1"/>
              </p:cNvGraphicFramePr>
              <p:nvPr/>
            </p:nvGraphicFramePr>
            <p:xfrm>
              <a:off x="1304" y="3936"/>
              <a:ext cx="472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341" name="Equation" r:id="rId21" imgW="1028520" imgH="393480" progId="Equation.3">
                      <p:embed/>
                    </p:oleObj>
                  </mc:Choice>
                  <mc:Fallback>
                    <p:oleObj name="Equation" r:id="rId21" imgW="102852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4" y="3936"/>
                            <a:ext cx="472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6" name="Object 12"/>
              <p:cNvGraphicFramePr>
                <a:graphicFrameLocks noChangeAspect="1"/>
              </p:cNvGraphicFramePr>
              <p:nvPr/>
            </p:nvGraphicFramePr>
            <p:xfrm>
              <a:off x="336" y="2987"/>
              <a:ext cx="472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342" name="Equation" r:id="rId23" imgW="1028520" imgH="393480" progId="Equation.3">
                      <p:embed/>
                    </p:oleObj>
                  </mc:Choice>
                  <mc:Fallback>
                    <p:oleObj name="Equation" r:id="rId23" imgW="102852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" y="2987"/>
                            <a:ext cx="472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410" name="Group 60"/>
            <p:cNvGrpSpPr>
              <a:grpSpLocks/>
            </p:cNvGrpSpPr>
            <p:nvPr/>
          </p:nvGrpSpPr>
          <p:grpSpPr bwMode="auto">
            <a:xfrm>
              <a:off x="3504" y="667"/>
              <a:ext cx="1618" cy="1106"/>
              <a:chOff x="254" y="2875"/>
              <a:chExt cx="1618" cy="1106"/>
            </a:xfrm>
          </p:grpSpPr>
          <p:grpSp>
            <p:nvGrpSpPr>
              <p:cNvPr id="16429" name="Group 61"/>
              <p:cNvGrpSpPr>
                <a:grpSpLocks/>
              </p:cNvGrpSpPr>
              <p:nvPr/>
            </p:nvGrpSpPr>
            <p:grpSpPr bwMode="auto">
              <a:xfrm>
                <a:off x="263" y="2875"/>
                <a:ext cx="1600" cy="1106"/>
                <a:chOff x="-217" y="3163"/>
                <a:chExt cx="1600" cy="1106"/>
              </a:xfrm>
            </p:grpSpPr>
            <p:grpSp>
              <p:nvGrpSpPr>
                <p:cNvPr id="16432" name="Group 62"/>
                <p:cNvGrpSpPr>
                  <a:grpSpLocks/>
                </p:cNvGrpSpPr>
                <p:nvPr/>
              </p:nvGrpSpPr>
              <p:grpSpPr bwMode="auto">
                <a:xfrm>
                  <a:off x="-217" y="3163"/>
                  <a:ext cx="1600" cy="1106"/>
                  <a:chOff x="704" y="2533"/>
                  <a:chExt cx="1600" cy="1106"/>
                </a:xfrm>
              </p:grpSpPr>
              <p:grpSp>
                <p:nvGrpSpPr>
                  <p:cNvPr id="16433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704" y="2533"/>
                    <a:ext cx="1600" cy="1099"/>
                    <a:chOff x="704" y="2533"/>
                    <a:chExt cx="1600" cy="1099"/>
                  </a:xfrm>
                </p:grpSpPr>
                <p:sp>
                  <p:nvSpPr>
                    <p:cNvPr id="16435" name="AutoShape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3" y="3296"/>
                      <a:ext cx="1591" cy="336"/>
                    </a:xfrm>
                    <a:prstGeom prst="parallelogram">
                      <a:avLst>
                        <a:gd name="adj" fmla="val 156544"/>
                      </a:avLst>
                    </a:prstGeom>
                    <a:solidFill>
                      <a:srgbClr val="00FF00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16436" name="Freeform 65"/>
                    <p:cNvSpPr>
                      <a:spLocks/>
                    </p:cNvSpPr>
                    <p:nvPr/>
                  </p:nvSpPr>
                  <p:spPr bwMode="auto">
                    <a:xfrm>
                      <a:off x="704" y="2533"/>
                      <a:ext cx="544" cy="1097"/>
                    </a:xfrm>
                    <a:custGeom>
                      <a:avLst/>
                      <a:gdLst>
                        <a:gd name="T0" fmla="*/ 539 w 544"/>
                        <a:gd name="T1" fmla="*/ 0 h 1097"/>
                        <a:gd name="T2" fmla="*/ 544 w 544"/>
                        <a:gd name="T3" fmla="*/ 777 h 1097"/>
                        <a:gd name="T4" fmla="*/ 0 w 544"/>
                        <a:gd name="T5" fmla="*/ 1097 h 1097"/>
                        <a:gd name="T6" fmla="*/ 0 w 544"/>
                        <a:gd name="T7" fmla="*/ 347 h 1097"/>
                        <a:gd name="T8" fmla="*/ 539 w 544"/>
                        <a:gd name="T9" fmla="*/ 0 h 109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544"/>
                        <a:gd name="T16" fmla="*/ 0 h 1097"/>
                        <a:gd name="T17" fmla="*/ 544 w 544"/>
                        <a:gd name="T18" fmla="*/ 1097 h 109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544" h="1097">
                          <a:moveTo>
                            <a:pt x="539" y="0"/>
                          </a:moveTo>
                          <a:lnTo>
                            <a:pt x="544" y="777"/>
                          </a:lnTo>
                          <a:lnTo>
                            <a:pt x="0" y="1097"/>
                          </a:lnTo>
                          <a:lnTo>
                            <a:pt x="0" y="347"/>
                          </a:lnTo>
                          <a:lnTo>
                            <a:pt x="539" y="0"/>
                          </a:lnTo>
                          <a:close/>
                        </a:path>
                      </a:pathLst>
                    </a:custGeom>
                    <a:solidFill>
                      <a:srgbClr val="00FFFF"/>
                    </a:solidFill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6437" name="Rectangle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1" y="2544"/>
                      <a:ext cx="1063" cy="762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sp>
                <p:nvSpPr>
                  <p:cNvPr id="16434" name="Freeform 67"/>
                  <p:cNvSpPr>
                    <a:spLocks/>
                  </p:cNvSpPr>
                  <p:nvPr/>
                </p:nvSpPr>
                <p:spPr bwMode="auto">
                  <a:xfrm>
                    <a:off x="1776" y="2533"/>
                    <a:ext cx="528" cy="1106"/>
                  </a:xfrm>
                  <a:custGeom>
                    <a:avLst/>
                    <a:gdLst>
                      <a:gd name="T0" fmla="*/ 528 w 528"/>
                      <a:gd name="T1" fmla="*/ 0 h 1106"/>
                      <a:gd name="T2" fmla="*/ 528 w 528"/>
                      <a:gd name="T3" fmla="*/ 768 h 1106"/>
                      <a:gd name="T4" fmla="*/ 0 w 528"/>
                      <a:gd name="T5" fmla="*/ 1106 h 1106"/>
                      <a:gd name="T6" fmla="*/ 0 w 528"/>
                      <a:gd name="T7" fmla="*/ 338 h 1106"/>
                      <a:gd name="T8" fmla="*/ 528 w 528"/>
                      <a:gd name="T9" fmla="*/ 0 h 11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528"/>
                      <a:gd name="T16" fmla="*/ 0 h 1106"/>
                      <a:gd name="T17" fmla="*/ 528 w 528"/>
                      <a:gd name="T18" fmla="*/ 1106 h 11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528" h="1106">
                        <a:moveTo>
                          <a:pt x="528" y="0"/>
                        </a:moveTo>
                        <a:lnTo>
                          <a:pt x="528" y="768"/>
                        </a:lnTo>
                        <a:lnTo>
                          <a:pt x="0" y="1106"/>
                        </a:lnTo>
                        <a:lnTo>
                          <a:pt x="0" y="338"/>
                        </a:lnTo>
                        <a:lnTo>
                          <a:pt x="528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FF"/>
                      </a:gs>
                      <a:gs pos="50000">
                        <a:srgbClr val="00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16393" name="Object 9"/>
                <p:cNvGraphicFramePr>
                  <a:graphicFrameLocks noChangeAspect="1"/>
                </p:cNvGraphicFramePr>
                <p:nvPr/>
              </p:nvGraphicFramePr>
              <p:xfrm>
                <a:off x="275" y="3936"/>
                <a:ext cx="205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4343" name="Equation" r:id="rId25" imgW="164880" imgH="177480" progId="Equation.3">
                        <p:embed/>
                      </p:oleObj>
                    </mc:Choice>
                    <mc:Fallback>
                      <p:oleObj name="Equation" r:id="rId25" imgW="164880" imgH="177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5" y="3936"/>
                              <a:ext cx="205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30" name="Rectangle 69"/>
              <p:cNvSpPr>
                <a:spLocks noChangeArrowheads="1"/>
              </p:cNvSpPr>
              <p:nvPr/>
            </p:nvSpPr>
            <p:spPr bwMode="auto">
              <a:xfrm>
                <a:off x="257" y="3211"/>
                <a:ext cx="1086" cy="762"/>
              </a:xfrm>
              <a:prstGeom prst="rect">
                <a:avLst/>
              </a:prstGeom>
              <a:solidFill>
                <a:srgbClr val="00FF99">
                  <a:alpha val="50195"/>
                </a:srgb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6431" name="Freeform 70"/>
              <p:cNvSpPr>
                <a:spLocks/>
              </p:cNvSpPr>
              <p:nvPr/>
            </p:nvSpPr>
            <p:spPr bwMode="auto">
              <a:xfrm>
                <a:off x="254" y="2875"/>
                <a:ext cx="1618" cy="347"/>
              </a:xfrm>
              <a:custGeom>
                <a:avLst/>
                <a:gdLst>
                  <a:gd name="T0" fmla="*/ 539 w 1618"/>
                  <a:gd name="T1" fmla="*/ 0 h 347"/>
                  <a:gd name="T2" fmla="*/ 0 w 1618"/>
                  <a:gd name="T3" fmla="*/ 347 h 347"/>
                  <a:gd name="T4" fmla="*/ 1079 w 1618"/>
                  <a:gd name="T5" fmla="*/ 338 h 347"/>
                  <a:gd name="T6" fmla="*/ 1618 w 1618"/>
                  <a:gd name="T7" fmla="*/ 0 h 347"/>
                  <a:gd name="T8" fmla="*/ 539 w 1618"/>
                  <a:gd name="T9" fmla="*/ 0 h 3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8"/>
                  <a:gd name="T16" fmla="*/ 0 h 347"/>
                  <a:gd name="T17" fmla="*/ 1618 w 1618"/>
                  <a:gd name="T18" fmla="*/ 347 h 3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8" h="347">
                    <a:moveTo>
                      <a:pt x="539" y="0"/>
                    </a:moveTo>
                    <a:lnTo>
                      <a:pt x="0" y="347"/>
                    </a:lnTo>
                    <a:lnTo>
                      <a:pt x="1079" y="338"/>
                    </a:lnTo>
                    <a:lnTo>
                      <a:pt x="1618" y="0"/>
                    </a:lnTo>
                    <a:lnTo>
                      <a:pt x="53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50000">
                    <a:srgbClr val="FF0000"/>
                  </a:gs>
                  <a:gs pos="100000">
                    <a:srgbClr val="FFFFFF"/>
                  </a:gs>
                </a:gsLst>
                <a:lin ang="2700000" scaled="1"/>
              </a:gradFill>
              <a:ln w="222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11" name="Group 71"/>
            <p:cNvGrpSpPr>
              <a:grpSpLocks/>
            </p:cNvGrpSpPr>
            <p:nvPr/>
          </p:nvGrpSpPr>
          <p:grpSpPr bwMode="auto">
            <a:xfrm>
              <a:off x="4832" y="731"/>
              <a:ext cx="539" cy="534"/>
              <a:chOff x="1904" y="2075"/>
              <a:chExt cx="539" cy="534"/>
            </a:xfrm>
          </p:grpSpPr>
          <p:sp>
            <p:nvSpPr>
              <p:cNvPr id="16427" name="Text Box 72"/>
              <p:cNvSpPr txBox="1">
                <a:spLocks noChangeArrowheads="1"/>
              </p:cNvSpPr>
              <p:nvPr/>
            </p:nvSpPr>
            <p:spPr bwMode="auto">
              <a:xfrm>
                <a:off x="1904" y="2075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tx2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2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8" name="Line 73"/>
              <p:cNvSpPr>
                <a:spLocks noChangeShapeType="1"/>
              </p:cNvSpPr>
              <p:nvPr/>
            </p:nvSpPr>
            <p:spPr bwMode="auto">
              <a:xfrm flipV="1">
                <a:off x="2020" y="2593"/>
                <a:ext cx="423" cy="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2" name="Group 74"/>
            <p:cNvGrpSpPr>
              <a:grpSpLocks/>
            </p:cNvGrpSpPr>
            <p:nvPr/>
          </p:nvGrpSpPr>
          <p:grpSpPr bwMode="auto">
            <a:xfrm>
              <a:off x="3168" y="1008"/>
              <a:ext cx="768" cy="288"/>
              <a:chOff x="720" y="2304"/>
              <a:chExt cx="768" cy="288"/>
            </a:xfrm>
          </p:grpSpPr>
          <p:sp>
            <p:nvSpPr>
              <p:cNvPr id="16425" name="Text Box 75"/>
              <p:cNvSpPr txBox="1">
                <a:spLocks noChangeArrowheads="1"/>
              </p:cNvSpPr>
              <p:nvPr/>
            </p:nvSpPr>
            <p:spPr bwMode="auto">
              <a:xfrm>
                <a:off x="1056" y="2304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4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6" name="Line 76"/>
              <p:cNvSpPr>
                <a:spLocks noChangeShapeType="1"/>
              </p:cNvSpPr>
              <p:nvPr/>
            </p:nvSpPr>
            <p:spPr bwMode="auto">
              <a:xfrm flipH="1">
                <a:off x="720" y="2448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3" name="Group 77"/>
            <p:cNvGrpSpPr>
              <a:grpSpLocks/>
            </p:cNvGrpSpPr>
            <p:nvPr/>
          </p:nvGrpSpPr>
          <p:grpSpPr bwMode="auto">
            <a:xfrm>
              <a:off x="3792" y="432"/>
              <a:ext cx="432" cy="576"/>
              <a:chOff x="4512" y="1632"/>
              <a:chExt cx="432" cy="576"/>
            </a:xfrm>
          </p:grpSpPr>
          <p:sp>
            <p:nvSpPr>
              <p:cNvPr id="16423" name="Text Box 78"/>
              <p:cNvSpPr txBox="1">
                <a:spLocks noChangeArrowheads="1"/>
              </p:cNvSpPr>
              <p:nvPr/>
            </p:nvSpPr>
            <p:spPr bwMode="auto">
              <a:xfrm>
                <a:off x="4512" y="1920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rgbClr val="0066FF"/>
                    </a:solidFill>
                  </a:rPr>
                  <a:t>Σ</a:t>
                </a:r>
                <a:r>
                  <a:rPr lang="en-US" altLang="zh-CN" sz="2400" baseline="-25000">
                    <a:solidFill>
                      <a:srgbClr val="0066FF"/>
                    </a:solidFill>
                  </a:rPr>
                  <a:t>5</a:t>
                </a:r>
                <a:endParaRPr lang="en-US" altLang="zh-CN" sz="2800">
                  <a:solidFill>
                    <a:srgbClr val="0066FF"/>
                  </a:solidFill>
                </a:endParaRPr>
              </a:p>
            </p:txBody>
          </p:sp>
          <p:sp>
            <p:nvSpPr>
              <p:cNvPr id="16424" name="Line 79"/>
              <p:cNvSpPr>
                <a:spLocks noChangeShapeType="1"/>
              </p:cNvSpPr>
              <p:nvPr/>
            </p:nvSpPr>
            <p:spPr bwMode="auto">
              <a:xfrm flipV="1">
                <a:off x="4656" y="16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4" name="Group 80"/>
            <p:cNvGrpSpPr>
              <a:grpSpLocks/>
            </p:cNvGrpSpPr>
            <p:nvPr/>
          </p:nvGrpSpPr>
          <p:grpSpPr bwMode="auto">
            <a:xfrm>
              <a:off x="4224" y="1488"/>
              <a:ext cx="432" cy="528"/>
              <a:chOff x="4704" y="2592"/>
              <a:chExt cx="432" cy="528"/>
            </a:xfrm>
          </p:grpSpPr>
          <p:sp>
            <p:nvSpPr>
              <p:cNvPr id="16421" name="Text Box 81"/>
              <p:cNvSpPr txBox="1">
                <a:spLocks noChangeArrowheads="1"/>
              </p:cNvSpPr>
              <p:nvPr/>
            </p:nvSpPr>
            <p:spPr bwMode="auto">
              <a:xfrm>
                <a:off x="4704" y="259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>
                    <a:solidFill>
                      <a:schemeClr val="bg1"/>
                    </a:solidFill>
                  </a:rPr>
                  <a:t>6</a:t>
                </a:r>
                <a:endParaRPr lang="en-US" altLang="zh-CN" sz="280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2" name="Line 82"/>
              <p:cNvSpPr>
                <a:spLocks noChangeShapeType="1"/>
              </p:cNvSpPr>
              <p:nvPr/>
            </p:nvSpPr>
            <p:spPr bwMode="auto">
              <a:xfrm>
                <a:off x="4848" y="283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5" name="Group 83"/>
            <p:cNvGrpSpPr>
              <a:grpSpLocks/>
            </p:cNvGrpSpPr>
            <p:nvPr/>
          </p:nvGrpSpPr>
          <p:grpSpPr bwMode="auto">
            <a:xfrm>
              <a:off x="4670" y="660"/>
              <a:ext cx="660" cy="759"/>
              <a:chOff x="1646" y="2148"/>
              <a:chExt cx="660" cy="759"/>
            </a:xfrm>
          </p:grpSpPr>
          <p:sp>
            <p:nvSpPr>
              <p:cNvPr id="16419" name="Text Box 84"/>
              <p:cNvSpPr txBox="1">
                <a:spLocks noChangeArrowheads="1"/>
              </p:cNvSpPr>
              <p:nvPr/>
            </p:nvSpPr>
            <p:spPr bwMode="auto">
              <a:xfrm>
                <a:off x="1646" y="2619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tx2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tx2"/>
                    </a:solidFill>
                  </a:rPr>
                  <a:t>3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20" name="Line 85"/>
              <p:cNvSpPr>
                <a:spLocks noChangeShapeType="1"/>
              </p:cNvSpPr>
              <p:nvPr/>
            </p:nvSpPr>
            <p:spPr bwMode="auto">
              <a:xfrm flipV="1">
                <a:off x="2032" y="2148"/>
                <a:ext cx="274" cy="1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6" name="Group 86"/>
            <p:cNvGrpSpPr>
              <a:grpSpLocks/>
            </p:cNvGrpSpPr>
            <p:nvPr/>
          </p:nvGrpSpPr>
          <p:grpSpPr bwMode="auto">
            <a:xfrm>
              <a:off x="3254" y="1383"/>
              <a:ext cx="875" cy="391"/>
              <a:chOff x="3254" y="2631"/>
              <a:chExt cx="875" cy="391"/>
            </a:xfrm>
          </p:grpSpPr>
          <p:sp>
            <p:nvSpPr>
              <p:cNvPr id="16417" name="Text Box 87"/>
              <p:cNvSpPr txBox="1">
                <a:spLocks noChangeArrowheads="1"/>
              </p:cNvSpPr>
              <p:nvPr/>
            </p:nvSpPr>
            <p:spPr bwMode="auto">
              <a:xfrm>
                <a:off x="3697" y="2631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bg1"/>
                    </a:solidFill>
                  </a:rPr>
                  <a:t>Σ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1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418" name="Line 88"/>
              <p:cNvSpPr>
                <a:spLocks noChangeShapeType="1"/>
              </p:cNvSpPr>
              <p:nvPr/>
            </p:nvSpPr>
            <p:spPr bwMode="auto">
              <a:xfrm flipH="1">
                <a:off x="3254" y="2726"/>
                <a:ext cx="474" cy="296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466112"/>
              </p:ext>
            </p:extLst>
          </p:nvPr>
        </p:nvGraphicFramePr>
        <p:xfrm>
          <a:off x="990998" y="1185142"/>
          <a:ext cx="6600427" cy="99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4" name="Equation" r:id="rId26" imgW="2692080" imgH="406080" progId="Equation.DSMT4">
                  <p:embed/>
                </p:oleObj>
              </mc:Choice>
              <mc:Fallback>
                <p:oleObj name="Equation" r:id="rId26" imgW="2692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90998" y="1185142"/>
                        <a:ext cx="6600427" cy="996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457723"/>
              </p:ext>
            </p:extLst>
          </p:nvPr>
        </p:nvGraphicFramePr>
        <p:xfrm>
          <a:off x="5357678" y="2233470"/>
          <a:ext cx="639764" cy="447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5" name="Equation" r:id="rId28" imgW="253800" imgH="177480" progId="Equation.DSMT4">
                  <p:embed/>
                </p:oleObj>
              </mc:Choice>
              <mc:Fallback>
                <p:oleObj name="Equation" r:id="rId28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357678" y="2233470"/>
                        <a:ext cx="639764" cy="447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283109"/>
              </p:ext>
            </p:extLst>
          </p:nvPr>
        </p:nvGraphicFramePr>
        <p:xfrm>
          <a:off x="884671" y="3079607"/>
          <a:ext cx="6600427" cy="99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6" name="Equation" r:id="rId30" imgW="2692080" imgH="406080" progId="Equation.DSMT4">
                  <p:embed/>
                </p:oleObj>
              </mc:Choice>
              <mc:Fallback>
                <p:oleObj name="Equation" r:id="rId30" imgW="2692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84671" y="3079607"/>
                        <a:ext cx="6600427" cy="996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876872"/>
              </p:ext>
            </p:extLst>
          </p:nvPr>
        </p:nvGraphicFramePr>
        <p:xfrm>
          <a:off x="1008297" y="3896186"/>
          <a:ext cx="317658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7" name="Equation" r:id="rId32" imgW="1307880" imgH="419040" progId="Equation.DSMT4">
                  <p:embed/>
                </p:oleObj>
              </mc:Choice>
              <mc:Fallback>
                <p:oleObj name="Equation" r:id="rId32" imgW="1307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297" y="3896186"/>
                        <a:ext cx="3176587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5799"/>
              </p:ext>
            </p:extLst>
          </p:nvPr>
        </p:nvGraphicFramePr>
        <p:xfrm>
          <a:off x="4387850" y="3881438"/>
          <a:ext cx="16097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8" name="Equation" r:id="rId34" imgW="672840" imgH="419040" progId="Equation.DSMT4">
                  <p:embed/>
                </p:oleObj>
              </mc:Choice>
              <mc:Fallback>
                <p:oleObj name="Equation" r:id="rId34" imgW="672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3881438"/>
                        <a:ext cx="1609725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306920"/>
              </p:ext>
            </p:extLst>
          </p:nvPr>
        </p:nvGraphicFramePr>
        <p:xfrm>
          <a:off x="1337396" y="4029536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9" name="Equation" r:id="rId36" imgW="139680" imgH="139680" progId="Equation.DSMT4">
                  <p:embed/>
                </p:oleObj>
              </mc:Choice>
              <mc:Fallback>
                <p:oleObj name="Equation" r:id="rId36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396" y="4029536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630034"/>
              </p:ext>
            </p:extLst>
          </p:nvPr>
        </p:nvGraphicFramePr>
        <p:xfrm>
          <a:off x="4110697" y="4155113"/>
          <a:ext cx="4508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50" name="Equation" r:id="rId37" imgW="139680" imgH="101520" progId="Equation.DSMT4">
                  <p:embed/>
                </p:oleObj>
              </mc:Choice>
              <mc:Fallback>
                <p:oleObj name="Equation" r:id="rId37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697" y="4155113"/>
                        <a:ext cx="45085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915712"/>
              </p:ext>
            </p:extLst>
          </p:nvPr>
        </p:nvGraphicFramePr>
        <p:xfrm>
          <a:off x="5997442" y="3852864"/>
          <a:ext cx="2360030" cy="840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51" name="Equation" r:id="rId38" imgW="927000" imgH="330120" progId="Equation.DSMT4">
                  <p:embed/>
                </p:oleObj>
              </mc:Choice>
              <mc:Fallback>
                <p:oleObj name="Equation" r:id="rId38" imgW="927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5997442" y="3852864"/>
                        <a:ext cx="2360030" cy="840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155902"/>
              </p:ext>
            </p:extLst>
          </p:nvPr>
        </p:nvGraphicFramePr>
        <p:xfrm>
          <a:off x="8274386" y="3806920"/>
          <a:ext cx="923157" cy="101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52" name="Equation" r:id="rId40" imgW="380880" imgH="419040" progId="Equation.DSMT4">
                  <p:embed/>
                </p:oleObj>
              </mc:Choice>
              <mc:Fallback>
                <p:oleObj name="Equation" r:id="rId40" imgW="380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8274386" y="3806920"/>
                        <a:ext cx="923157" cy="101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241370"/>
              </p:ext>
            </p:extLst>
          </p:nvPr>
        </p:nvGraphicFramePr>
        <p:xfrm>
          <a:off x="1756676" y="5325867"/>
          <a:ext cx="6425299" cy="906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53" name="Equation" r:id="rId42" imgW="2869920" imgH="380880" progId="Equation.DSMT4">
                  <p:embed/>
                </p:oleObj>
              </mc:Choice>
              <mc:Fallback>
                <p:oleObj name="Equation" r:id="rId42" imgW="2869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6676" y="5325867"/>
                        <a:ext cx="6425299" cy="906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06454" y="486022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3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3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7" grpId="0" autoUpdateAnimBg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7467600" y="1371600"/>
            <a:ext cx="2286000" cy="2286000"/>
            <a:chOff x="1824" y="1440"/>
            <a:chExt cx="1440" cy="1440"/>
          </a:xfrm>
        </p:grpSpPr>
        <p:pic>
          <p:nvPicPr>
            <p:cNvPr id="17444" name="Picture 39" descr="lc-10-5-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1440"/>
              <a:ext cx="1440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445" name="Group 58"/>
            <p:cNvGrpSpPr>
              <a:grpSpLocks/>
            </p:cNvGrpSpPr>
            <p:nvPr/>
          </p:nvGrpSpPr>
          <p:grpSpPr bwMode="auto">
            <a:xfrm>
              <a:off x="2011" y="1440"/>
              <a:ext cx="1157" cy="1200"/>
              <a:chOff x="2011" y="1440"/>
              <a:chExt cx="1157" cy="1200"/>
            </a:xfrm>
          </p:grpSpPr>
          <p:sp>
            <p:nvSpPr>
              <p:cNvPr id="17446" name="Line 40"/>
              <p:cNvSpPr>
                <a:spLocks noChangeShapeType="1"/>
              </p:cNvSpPr>
              <p:nvPr/>
            </p:nvSpPr>
            <p:spPr bwMode="auto">
              <a:xfrm flipV="1">
                <a:off x="2496" y="1440"/>
                <a:ext cx="0" cy="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7" name="Line 43"/>
              <p:cNvSpPr>
                <a:spLocks noChangeShapeType="1"/>
              </p:cNvSpPr>
              <p:nvPr/>
            </p:nvSpPr>
            <p:spPr bwMode="auto">
              <a:xfrm flipV="1">
                <a:off x="2496" y="1755"/>
                <a:ext cx="0" cy="4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8" name="Freeform 41"/>
              <p:cNvSpPr>
                <a:spLocks/>
              </p:cNvSpPr>
              <p:nvPr/>
            </p:nvSpPr>
            <p:spPr bwMode="auto">
              <a:xfrm>
                <a:off x="2011" y="2368"/>
                <a:ext cx="192" cy="119"/>
              </a:xfrm>
              <a:custGeom>
                <a:avLst/>
                <a:gdLst>
                  <a:gd name="T0" fmla="*/ 192 w 192"/>
                  <a:gd name="T1" fmla="*/ 0 h 119"/>
                  <a:gd name="T2" fmla="*/ 0 w 192"/>
                  <a:gd name="T3" fmla="*/ 119 h 119"/>
                  <a:gd name="T4" fmla="*/ 0 60000 65536"/>
                  <a:gd name="T5" fmla="*/ 0 60000 65536"/>
                  <a:gd name="T6" fmla="*/ 0 w 192"/>
                  <a:gd name="T7" fmla="*/ 0 h 119"/>
                  <a:gd name="T8" fmla="*/ 192 w 192"/>
                  <a:gd name="T9" fmla="*/ 119 h 11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2" h="119">
                    <a:moveTo>
                      <a:pt x="192" y="0"/>
                    </a:moveTo>
                    <a:lnTo>
                      <a:pt x="0" y="119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9" name="Freeform 44"/>
              <p:cNvSpPr>
                <a:spLocks/>
              </p:cNvSpPr>
              <p:nvPr/>
            </p:nvSpPr>
            <p:spPr bwMode="auto">
              <a:xfrm>
                <a:off x="2160" y="2194"/>
                <a:ext cx="327" cy="206"/>
              </a:xfrm>
              <a:custGeom>
                <a:avLst/>
                <a:gdLst>
                  <a:gd name="T0" fmla="*/ 327 w 327"/>
                  <a:gd name="T1" fmla="*/ 0 h 206"/>
                  <a:gd name="T2" fmla="*/ 0 w 327"/>
                  <a:gd name="T3" fmla="*/ 206 h 206"/>
                  <a:gd name="T4" fmla="*/ 0 60000 65536"/>
                  <a:gd name="T5" fmla="*/ 0 60000 65536"/>
                  <a:gd name="T6" fmla="*/ 0 w 327"/>
                  <a:gd name="T7" fmla="*/ 0 h 206"/>
                  <a:gd name="T8" fmla="*/ 327 w 327"/>
                  <a:gd name="T9" fmla="*/ 206 h 20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7" h="206">
                    <a:moveTo>
                      <a:pt x="327" y="0"/>
                    </a:moveTo>
                    <a:lnTo>
                      <a:pt x="0" y="20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0" name="Freeform 42"/>
              <p:cNvSpPr>
                <a:spLocks/>
              </p:cNvSpPr>
              <p:nvPr/>
            </p:nvSpPr>
            <p:spPr bwMode="auto">
              <a:xfrm>
                <a:off x="2496" y="2194"/>
                <a:ext cx="385" cy="96"/>
              </a:xfrm>
              <a:custGeom>
                <a:avLst/>
                <a:gdLst>
                  <a:gd name="T0" fmla="*/ 0 w 385"/>
                  <a:gd name="T1" fmla="*/ 0 h 96"/>
                  <a:gd name="T2" fmla="*/ 385 w 385"/>
                  <a:gd name="T3" fmla="*/ 96 h 96"/>
                  <a:gd name="T4" fmla="*/ 0 60000 65536"/>
                  <a:gd name="T5" fmla="*/ 0 60000 65536"/>
                  <a:gd name="T6" fmla="*/ 0 w 385"/>
                  <a:gd name="T7" fmla="*/ 0 h 96"/>
                  <a:gd name="T8" fmla="*/ 385 w 385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85" h="96">
                    <a:moveTo>
                      <a:pt x="0" y="0"/>
                    </a:moveTo>
                    <a:lnTo>
                      <a:pt x="385" y="96"/>
                    </a:lnTo>
                  </a:path>
                </a:pathLst>
              </a:custGeom>
              <a:noFill/>
              <a:ln w="28575" cap="flat" cmpd="sng">
                <a:solidFill>
                  <a:srgbClr val="003366"/>
                </a:solidFill>
                <a:prstDash val="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1" name="Freeform 47"/>
              <p:cNvSpPr>
                <a:spLocks/>
              </p:cNvSpPr>
              <p:nvPr/>
            </p:nvSpPr>
            <p:spPr bwMode="auto">
              <a:xfrm>
                <a:off x="2884" y="2295"/>
                <a:ext cx="234" cy="73"/>
              </a:xfrm>
              <a:custGeom>
                <a:avLst/>
                <a:gdLst>
                  <a:gd name="T0" fmla="*/ 0 w 234"/>
                  <a:gd name="T1" fmla="*/ 0 h 73"/>
                  <a:gd name="T2" fmla="*/ 234 w 234"/>
                  <a:gd name="T3" fmla="*/ 73 h 73"/>
                  <a:gd name="T4" fmla="*/ 0 60000 65536"/>
                  <a:gd name="T5" fmla="*/ 0 60000 65536"/>
                  <a:gd name="T6" fmla="*/ 0 w 234"/>
                  <a:gd name="T7" fmla="*/ 0 h 73"/>
                  <a:gd name="T8" fmla="*/ 234 w 234"/>
                  <a:gd name="T9" fmla="*/ 73 h 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4" h="73">
                    <a:moveTo>
                      <a:pt x="0" y="0"/>
                    </a:moveTo>
                    <a:lnTo>
                      <a:pt x="234" y="73"/>
                    </a:lnTo>
                  </a:path>
                </a:pathLst>
              </a:custGeom>
              <a:noFill/>
              <a:ln w="28575" cap="flat" cmpd="sng">
                <a:solidFill>
                  <a:srgbClr val="003366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7427" name="Object 19"/>
              <p:cNvGraphicFramePr>
                <a:graphicFrameLocks noChangeAspect="1"/>
              </p:cNvGraphicFramePr>
              <p:nvPr/>
            </p:nvGraphicFramePr>
            <p:xfrm>
              <a:off x="2034" y="246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076" name="Equation" r:id="rId4" imgW="139680" imgH="139680" progId="Equation.3">
                      <p:embed/>
                    </p:oleObj>
                  </mc:Choice>
                  <mc:Fallback>
                    <p:oleObj name="Equation" r:id="rId4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34" y="246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8" name="Object 20"/>
              <p:cNvGraphicFramePr>
                <a:graphicFrameLocks noChangeAspect="1"/>
              </p:cNvGraphicFramePr>
              <p:nvPr/>
            </p:nvGraphicFramePr>
            <p:xfrm>
              <a:off x="2995" y="240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077" name="Equation" r:id="rId6" imgW="139680" imgH="164880" progId="Equation.3">
                      <p:embed/>
                    </p:oleObj>
                  </mc:Choice>
                  <mc:Fallback>
                    <p:oleObj name="Equation" r:id="rId6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95" y="240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9" name="Object 21"/>
              <p:cNvGraphicFramePr>
                <a:graphicFrameLocks noChangeAspect="1"/>
              </p:cNvGraphicFramePr>
              <p:nvPr/>
            </p:nvGraphicFramePr>
            <p:xfrm>
              <a:off x="2546" y="1440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078" name="Equation" r:id="rId8" imgW="114120" imgH="139680" progId="Equation.3">
                      <p:embed/>
                    </p:oleObj>
                  </mc:Choice>
                  <mc:Fallback>
                    <p:oleObj name="Equation" r:id="rId8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6" y="1440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0" name="Object 22"/>
              <p:cNvGraphicFramePr>
                <a:graphicFrameLocks noChangeAspect="1"/>
              </p:cNvGraphicFramePr>
              <p:nvPr/>
            </p:nvGraphicFramePr>
            <p:xfrm>
              <a:off x="2304" y="2032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079" name="Equation" r:id="rId10" imgW="164880" imgH="177480" progId="Equation.3">
                      <p:embed/>
                    </p:oleObj>
                  </mc:Choice>
                  <mc:Fallback>
                    <p:oleObj name="Equation" r:id="rId10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4" y="2032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1992314" y="198389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27012" name="Object 2"/>
          <p:cNvGraphicFramePr>
            <a:graphicFrameLocks noChangeAspect="1"/>
          </p:cNvGraphicFramePr>
          <p:nvPr/>
        </p:nvGraphicFramePr>
        <p:xfrm>
          <a:off x="2982914" y="2055813"/>
          <a:ext cx="34067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0" name="Equation" r:id="rId12" imgW="3466800" imgH="431640" progId="Equation.3">
                  <p:embed/>
                </p:oleObj>
              </mc:Choice>
              <mc:Fallback>
                <p:oleObj name="Equation" r:id="rId12" imgW="3466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4" y="2055813"/>
                        <a:ext cx="34067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454571"/>
              </p:ext>
            </p:extLst>
          </p:nvPr>
        </p:nvGraphicFramePr>
        <p:xfrm>
          <a:off x="2996790" y="2540000"/>
          <a:ext cx="3329791" cy="697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1" name="Equation" r:id="rId14" imgW="1333440" imgH="279360" progId="Equation.DSMT4">
                  <p:embed/>
                </p:oleObj>
              </mc:Choice>
              <mc:Fallback>
                <p:oleObj name="Equation" r:id="rId14" imgW="1333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790" y="2540000"/>
                        <a:ext cx="3329791" cy="697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65533"/>
              </p:ext>
            </p:extLst>
          </p:nvPr>
        </p:nvGraphicFramePr>
        <p:xfrm>
          <a:off x="2993718" y="3193567"/>
          <a:ext cx="35067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2" name="Equation" r:id="rId16" imgW="1434960" imgH="279360" progId="Equation.DSMT4">
                  <p:embed/>
                </p:oleObj>
              </mc:Choice>
              <mc:Fallback>
                <p:oleObj name="Equation" r:id="rId16" imgW="14349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3718" y="3193567"/>
                        <a:ext cx="350678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8615358" y="1938338"/>
            <a:ext cx="622300" cy="719137"/>
            <a:chOff x="4720" y="1066"/>
            <a:chExt cx="392" cy="453"/>
          </a:xfrm>
        </p:grpSpPr>
        <p:graphicFrame>
          <p:nvGraphicFramePr>
            <p:cNvPr id="1742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7183329"/>
                </p:ext>
              </p:extLst>
            </p:nvPr>
          </p:nvGraphicFramePr>
          <p:xfrm>
            <a:off x="4720" y="1155"/>
            <a:ext cx="291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083" name="Equation" r:id="rId18" imgW="177480" imgH="228600" progId="Equation.DSMT4">
                    <p:embed/>
                  </p:oleObj>
                </mc:Choice>
                <mc:Fallback>
                  <p:oleObj name="Equation" r:id="rId18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0" y="1155"/>
                          <a:ext cx="291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3" name="Line 9"/>
            <p:cNvSpPr>
              <a:spLocks noChangeShapeType="1"/>
            </p:cNvSpPr>
            <p:nvPr/>
          </p:nvSpPr>
          <p:spPr bwMode="auto">
            <a:xfrm flipV="1">
              <a:off x="4892" y="1066"/>
              <a:ext cx="220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8602664" y="2870608"/>
            <a:ext cx="731838" cy="596900"/>
            <a:chOff x="4699" y="2144"/>
            <a:chExt cx="461" cy="376"/>
          </a:xfrm>
        </p:grpSpPr>
        <p:graphicFrame>
          <p:nvGraphicFramePr>
            <p:cNvPr id="1742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5147900"/>
                </p:ext>
              </p:extLst>
            </p:nvPr>
          </p:nvGraphicFramePr>
          <p:xfrm>
            <a:off x="4699" y="2144"/>
            <a:ext cx="27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084" name="Equation" r:id="rId20" imgW="190440" imgH="228600" progId="Equation.DSMT4">
                    <p:embed/>
                  </p:oleObj>
                </mc:Choice>
                <mc:Fallback>
                  <p:oleObj name="Equation" r:id="rId20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9" y="2144"/>
                          <a:ext cx="27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>
              <a:off x="4941" y="2308"/>
              <a:ext cx="219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7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852063"/>
              </p:ext>
            </p:extLst>
          </p:nvPr>
        </p:nvGraphicFramePr>
        <p:xfrm>
          <a:off x="9150351" y="1613317"/>
          <a:ext cx="461962" cy="44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5" name="Equation" r:id="rId22" imgW="139680" imgH="139680" progId="Equation.DSMT4">
                  <p:embed/>
                </p:oleObj>
              </mc:Choice>
              <mc:Fallback>
                <p:oleObj name="Equation" r:id="rId22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0351" y="1613317"/>
                        <a:ext cx="461962" cy="447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071699"/>
              </p:ext>
            </p:extLst>
          </p:nvPr>
        </p:nvGraphicFramePr>
        <p:xfrm>
          <a:off x="9236075" y="3384550"/>
          <a:ext cx="5032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6" name="Equation" r:id="rId24" imgW="139680" imgH="101520" progId="Equation.DSMT4">
                  <p:embed/>
                </p:oleObj>
              </mc:Choice>
              <mc:Fallback>
                <p:oleObj name="Equation" r:id="rId24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6075" y="3384550"/>
                        <a:ext cx="5032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3" name="Text Box 15"/>
          <p:cNvSpPr txBox="1">
            <a:spLocks noChangeArrowheads="1"/>
          </p:cNvSpPr>
          <p:nvPr/>
        </p:nvSpPr>
        <p:spPr bwMode="auto">
          <a:xfrm>
            <a:off x="2711449" y="3860801"/>
            <a:ext cx="20356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投影域皆为</a:t>
            </a:r>
          </a:p>
        </p:txBody>
      </p:sp>
      <p:graphicFrame>
        <p:nvGraphicFramePr>
          <p:cNvPr id="4270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432432"/>
              </p:ext>
            </p:extLst>
          </p:nvPr>
        </p:nvGraphicFramePr>
        <p:xfrm>
          <a:off x="4747111" y="3830623"/>
          <a:ext cx="46482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7" name="公式" r:id="rId26" imgW="1866600" imgH="253800" progId="Equation.3">
                  <p:embed/>
                </p:oleObj>
              </mc:Choice>
              <mc:Fallback>
                <p:oleObj name="公式" r:id="rId26" imgW="1866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111" y="3830623"/>
                        <a:ext cx="46482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Text Box 22"/>
          <p:cNvSpPr txBox="1">
            <a:spLocks noChangeArrowheads="1"/>
          </p:cNvSpPr>
          <p:nvPr/>
        </p:nvSpPr>
        <p:spPr bwMode="auto">
          <a:xfrm>
            <a:off x="1916113" y="601374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7437" name="Text Box 23"/>
          <p:cNvSpPr txBox="1">
            <a:spLocks noChangeArrowheads="1"/>
          </p:cNvSpPr>
          <p:nvPr/>
        </p:nvSpPr>
        <p:spPr bwMode="auto">
          <a:xfrm>
            <a:off x="2743200" y="59531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计算</a:t>
            </a:r>
            <a:endParaRPr lang="zh-CN" altLang="en-US" sz="2800" b="1" dirty="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3581400" y="581026"/>
          <a:ext cx="17462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8" name="Equation" r:id="rId28" imgW="1638000" imgH="812520" progId="Equation.3">
                  <p:embed/>
                </p:oleObj>
              </mc:Choice>
              <mc:Fallback>
                <p:oleObj name="Equation" r:id="rId28" imgW="16380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81026"/>
                        <a:ext cx="17462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8" name="Text Box 25"/>
          <p:cNvSpPr txBox="1">
            <a:spLocks noChangeArrowheads="1"/>
          </p:cNvSpPr>
          <p:nvPr/>
        </p:nvSpPr>
        <p:spPr bwMode="auto">
          <a:xfrm>
            <a:off x="5257800" y="59531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其中</a:t>
            </a:r>
            <a:r>
              <a:rPr lang="en-US" altLang="zh-CN" sz="2800" b="1"/>
              <a:t>Σ</a:t>
            </a:r>
            <a:r>
              <a:rPr lang="zh-CN" altLang="en-US" sz="2800" b="1"/>
              <a:t>是球面</a:t>
            </a: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7556500" y="657225"/>
          <a:ext cx="227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9" name="Equation" r:id="rId30" imgW="2273040" imgH="469800" progId="Equation.3">
                  <p:embed/>
                </p:oleObj>
              </mc:Choice>
              <mc:Fallback>
                <p:oleObj name="Equation" r:id="rId30" imgW="227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657225"/>
                        <a:ext cx="2273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9" name="Text Box 27"/>
          <p:cNvSpPr txBox="1">
            <a:spLocks noChangeArrowheads="1"/>
          </p:cNvSpPr>
          <p:nvPr/>
        </p:nvSpPr>
        <p:spPr bwMode="auto">
          <a:xfrm>
            <a:off x="2819400" y="13716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外侧</a:t>
            </a:r>
            <a:r>
              <a:rPr lang="zh-CN" altLang="en-US" sz="2800" b="1" dirty="0"/>
              <a:t>在</a:t>
            </a: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4051300" y="1511300"/>
          <a:ext cx="166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0" name="Equation" r:id="rId32" imgW="1663560" imgH="393480" progId="Equation.3">
                  <p:embed/>
                </p:oleObj>
              </mc:Choice>
              <mc:Fallback>
                <p:oleObj name="Equation" r:id="rId32" imgW="16635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1511300"/>
                        <a:ext cx="1663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0" name="Text Box 29"/>
          <p:cNvSpPr txBox="1">
            <a:spLocks noChangeArrowheads="1"/>
          </p:cNvSpPr>
          <p:nvPr/>
        </p:nvSpPr>
        <p:spPr bwMode="auto">
          <a:xfrm>
            <a:off x="5638800" y="13858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的部分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42703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997800"/>
              </p:ext>
            </p:extLst>
          </p:nvPr>
        </p:nvGraphicFramePr>
        <p:xfrm>
          <a:off x="2633271" y="4414822"/>
          <a:ext cx="3897313" cy="993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1" name="Equation" r:id="rId34" imgW="1587240" imgH="406080" progId="Equation.DSMT4">
                  <p:embed/>
                </p:oleObj>
              </mc:Choice>
              <mc:Fallback>
                <p:oleObj name="Equation" r:id="rId34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271" y="4414822"/>
                        <a:ext cx="3897313" cy="993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326852"/>
              </p:ext>
            </p:extLst>
          </p:nvPr>
        </p:nvGraphicFramePr>
        <p:xfrm>
          <a:off x="6487438" y="4379807"/>
          <a:ext cx="2189904" cy="105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2" name="Equation" r:id="rId36" imgW="838080" imgH="406080" progId="Equation.DSMT4">
                  <p:embed/>
                </p:oleObj>
              </mc:Choice>
              <mc:Fallback>
                <p:oleObj name="Equation" r:id="rId36" imgW="838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7438" y="4379807"/>
                        <a:ext cx="2189904" cy="1054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0" name="Object 13"/>
          <p:cNvGraphicFramePr>
            <a:graphicFrameLocks noChangeAspect="1"/>
          </p:cNvGraphicFramePr>
          <p:nvPr/>
        </p:nvGraphicFramePr>
        <p:xfrm>
          <a:off x="2209800" y="5330826"/>
          <a:ext cx="388143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3" name="Equation" r:id="rId38" imgW="3797280" imgH="901440" progId="Equation.3">
                  <p:embed/>
                </p:oleObj>
              </mc:Choice>
              <mc:Fallback>
                <p:oleObj name="Equation" r:id="rId38" imgW="37972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330826"/>
                        <a:ext cx="388143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2" name="Object 14"/>
          <p:cNvGraphicFramePr>
            <a:graphicFrameLocks noChangeAspect="1"/>
          </p:cNvGraphicFramePr>
          <p:nvPr/>
        </p:nvGraphicFramePr>
        <p:xfrm>
          <a:off x="6548438" y="5308601"/>
          <a:ext cx="3962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4" name="Equation" r:id="rId40" imgW="3797280" imgH="901440" progId="Equation.3">
                  <p:embed/>
                </p:oleObj>
              </mc:Choice>
              <mc:Fallback>
                <p:oleObj name="Equation" r:id="rId40" imgW="37972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438" y="5308601"/>
                        <a:ext cx="3962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067498"/>
              </p:ext>
            </p:extLst>
          </p:nvPr>
        </p:nvGraphicFramePr>
        <p:xfrm>
          <a:off x="2417763" y="5413375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5" name="Equation" r:id="rId42" imgW="139680" imgH="139680" progId="Equation.DSMT4">
                  <p:embed/>
                </p:oleObj>
              </mc:Choice>
              <mc:Fallback>
                <p:oleObj name="Equation" r:id="rId42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5413375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818942"/>
              </p:ext>
            </p:extLst>
          </p:nvPr>
        </p:nvGraphicFramePr>
        <p:xfrm>
          <a:off x="6173788" y="5538788"/>
          <a:ext cx="3746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6" name="Equation" r:id="rId44" imgW="139680" imgH="101520" progId="Equation.DSMT4">
                  <p:embed/>
                </p:oleObj>
              </mc:Choice>
              <mc:Fallback>
                <p:oleObj name="Equation" r:id="rId44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5538788"/>
                        <a:ext cx="3746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327284" y="5408183"/>
            <a:ext cx="4340216" cy="457200"/>
            <a:chOff x="2327284" y="5408183"/>
            <a:chExt cx="4340216" cy="457200"/>
          </a:xfrm>
        </p:grpSpPr>
        <p:sp>
          <p:nvSpPr>
            <p:cNvPr id="427041" name="AutoShape 33"/>
            <p:cNvSpPr>
              <a:spLocks noChangeArrowheads="1"/>
            </p:cNvSpPr>
            <p:nvPr/>
          </p:nvSpPr>
          <p:spPr bwMode="auto">
            <a:xfrm>
              <a:off x="2327284" y="5408183"/>
              <a:ext cx="533400" cy="457200"/>
            </a:xfrm>
            <a:prstGeom prst="irregularSeal1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AutoShape 33"/>
            <p:cNvSpPr>
              <a:spLocks noChangeArrowheads="1"/>
            </p:cNvSpPr>
            <p:nvPr/>
          </p:nvSpPr>
          <p:spPr bwMode="auto">
            <a:xfrm>
              <a:off x="6134100" y="5408183"/>
              <a:ext cx="533400" cy="457200"/>
            </a:xfrm>
            <a:prstGeom prst="irregularSeal1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5220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42702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04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56855"/>
              </p:ext>
            </p:extLst>
          </p:nvPr>
        </p:nvGraphicFramePr>
        <p:xfrm>
          <a:off x="2157413" y="2670173"/>
          <a:ext cx="4013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1" name="Equation" r:id="rId3" imgW="3784320" imgH="901440" progId="Equation.3">
                  <p:embed/>
                </p:oleObj>
              </mc:Choice>
              <mc:Fallback>
                <p:oleObj name="Equation" r:id="rId3" imgW="37843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2670173"/>
                        <a:ext cx="4013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772400" y="3875087"/>
            <a:ext cx="1600200" cy="533400"/>
            <a:chOff x="3312" y="2585"/>
            <a:chExt cx="1008" cy="336"/>
          </a:xfrm>
        </p:grpSpPr>
        <p:sp>
          <p:nvSpPr>
            <p:cNvPr id="18445" name="AutoShape 5"/>
            <p:cNvSpPr>
              <a:spLocks noChangeArrowheads="1"/>
            </p:cNvSpPr>
            <p:nvPr/>
          </p:nvSpPr>
          <p:spPr bwMode="auto">
            <a:xfrm rot="10800000">
              <a:off x="3312" y="2585"/>
              <a:ext cx="1008" cy="336"/>
            </a:xfrm>
            <a:prstGeom prst="homePlate">
              <a:avLst>
                <a:gd name="adj" fmla="val 75000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5400000" scaled="1"/>
            </a:gra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46" name="Text Box 6"/>
            <p:cNvSpPr txBox="1">
              <a:spLocks noChangeArrowheads="1"/>
            </p:cNvSpPr>
            <p:nvPr/>
          </p:nvSpPr>
          <p:spPr bwMode="auto">
            <a:xfrm>
              <a:off x="3504" y="2594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0000"/>
                  </a:solidFill>
                </a:rPr>
                <a:t>极坐标</a:t>
              </a:r>
              <a:endParaRPr lang="zh-CN" altLang="en-US" sz="2800" dirty="0"/>
            </a:p>
          </p:txBody>
        </p:sp>
      </p:grpSp>
      <p:graphicFrame>
        <p:nvGraphicFramePr>
          <p:cNvPr id="514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505936"/>
              </p:ext>
            </p:extLst>
          </p:nvPr>
        </p:nvGraphicFramePr>
        <p:xfrm>
          <a:off x="2138364" y="3652836"/>
          <a:ext cx="559593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2" name="Equation" r:id="rId5" imgW="2133360" imgH="380880" progId="Equation.DSMT4">
                  <p:embed/>
                </p:oleObj>
              </mc:Choice>
              <mc:Fallback>
                <p:oleObj name="Equation" r:id="rId5" imgW="2133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4" y="3652836"/>
                        <a:ext cx="5595937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004021"/>
              </p:ext>
            </p:extLst>
          </p:nvPr>
        </p:nvGraphicFramePr>
        <p:xfrm>
          <a:off x="2157413" y="4819649"/>
          <a:ext cx="803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3" name="Equation" r:id="rId7" imgW="799920" imgH="838080" progId="Equation.3">
                  <p:embed/>
                </p:oleObj>
              </mc:Choice>
              <mc:Fallback>
                <p:oleObj name="Equation" r:id="rId7" imgW="7999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4819649"/>
                        <a:ext cx="8032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 descr="蓝色砂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628552"/>
              </p:ext>
            </p:extLst>
          </p:nvPr>
        </p:nvGraphicFramePr>
        <p:xfrm>
          <a:off x="7010400" y="517821"/>
          <a:ext cx="43434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4" name="公式" r:id="rId9" imgW="1866600" imgH="253800" progId="Equation.3">
                  <p:embed/>
                </p:oleObj>
              </mc:Choice>
              <mc:Fallback>
                <p:oleObj name="公式" r:id="rId9" imgW="1866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517821"/>
                        <a:ext cx="4343400" cy="585788"/>
                      </a:xfrm>
                      <a:prstGeom prst="rect">
                        <a:avLst/>
                      </a:prstGeom>
                      <a:blipFill dpi="0" rotWithShape="0">
                        <a:blip r:embed="rId11"/>
                        <a:srcRect/>
                        <a:tile tx="0" ty="0" sx="100000" sy="100000" flip="none" algn="tl"/>
                      </a:blip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308958"/>
              </p:ext>
            </p:extLst>
          </p:nvPr>
        </p:nvGraphicFramePr>
        <p:xfrm>
          <a:off x="2247186" y="1524599"/>
          <a:ext cx="38814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5" name="Equation" r:id="rId12" imgW="3797280" imgH="901440" progId="Equation.3">
                  <p:embed/>
                </p:oleObj>
              </mc:Choice>
              <mc:Fallback>
                <p:oleObj name="Equation" r:id="rId12" imgW="37972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186" y="1524599"/>
                        <a:ext cx="38814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AutoShape 16"/>
          <p:cNvSpPr>
            <a:spLocks noChangeArrowheads="1"/>
          </p:cNvSpPr>
          <p:nvPr/>
        </p:nvSpPr>
        <p:spPr bwMode="auto">
          <a:xfrm>
            <a:off x="6100326" y="1552930"/>
            <a:ext cx="533400" cy="457200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100668"/>
              </p:ext>
            </p:extLst>
          </p:nvPr>
        </p:nvGraphicFramePr>
        <p:xfrm>
          <a:off x="6605428" y="1396124"/>
          <a:ext cx="3962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6" name="Equation" r:id="rId14" imgW="3797280" imgH="901440" progId="Equation.3">
                  <p:embed/>
                </p:oleObj>
              </mc:Choice>
              <mc:Fallback>
                <p:oleObj name="Equation" r:id="rId14" imgW="37972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5428" y="1396124"/>
                        <a:ext cx="3962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881655"/>
              </p:ext>
            </p:extLst>
          </p:nvPr>
        </p:nvGraphicFramePr>
        <p:xfrm>
          <a:off x="2451101" y="1670866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7" name="Equation" r:id="rId16" imgW="139680" imgH="139680" progId="Equation.DSMT4">
                  <p:embed/>
                </p:oleObj>
              </mc:Choice>
              <mc:Fallback>
                <p:oleObj name="Equation" r:id="rId16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1" y="1670866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267279"/>
              </p:ext>
            </p:extLst>
          </p:nvPr>
        </p:nvGraphicFramePr>
        <p:xfrm>
          <a:off x="6162675" y="1671197"/>
          <a:ext cx="3746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78" name="Equation" r:id="rId18" imgW="139680" imgH="101520" progId="Equation.DSMT4">
                  <p:embed/>
                </p:oleObj>
              </mc:Choice>
              <mc:Fallback>
                <p:oleObj name="Equation" r:id="rId18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675" y="1671197"/>
                        <a:ext cx="3746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6"/>
          <p:cNvSpPr>
            <a:spLocks noChangeArrowheads="1"/>
          </p:cNvSpPr>
          <p:nvPr/>
        </p:nvSpPr>
        <p:spPr bwMode="auto">
          <a:xfrm>
            <a:off x="2380266" y="1647001"/>
            <a:ext cx="533400" cy="457200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08916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1611504" y="1604977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270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531863"/>
              </p:ext>
            </p:extLst>
          </p:nvPr>
        </p:nvGraphicFramePr>
        <p:xfrm>
          <a:off x="2353229" y="1688802"/>
          <a:ext cx="34067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37" name="Equation" r:id="rId3" imgW="3466800" imgH="431640" progId="Equation.3">
                  <p:embed/>
                </p:oleObj>
              </mc:Choice>
              <mc:Fallback>
                <p:oleObj name="Equation" r:id="rId3" imgW="3466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229" y="1688802"/>
                        <a:ext cx="34067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204538"/>
              </p:ext>
            </p:extLst>
          </p:nvPr>
        </p:nvGraphicFramePr>
        <p:xfrm>
          <a:off x="1685314" y="2114252"/>
          <a:ext cx="69230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38" name="Equation" r:id="rId5" imgW="2831760" imgH="291960" progId="Equation.DSMT4">
                  <p:embed/>
                </p:oleObj>
              </mc:Choice>
              <mc:Fallback>
                <p:oleObj name="Equation" r:id="rId5" imgW="28317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314" y="2114252"/>
                        <a:ext cx="692308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328735"/>
              </p:ext>
            </p:extLst>
          </p:nvPr>
        </p:nvGraphicFramePr>
        <p:xfrm>
          <a:off x="1667429" y="2796211"/>
          <a:ext cx="73914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39" name="Equation" r:id="rId7" imgW="2958840" imgH="291960" progId="Equation.DSMT4">
                  <p:embed/>
                </p:oleObj>
              </mc:Choice>
              <mc:Fallback>
                <p:oleObj name="Equation" r:id="rId7" imgW="2958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429" y="2796211"/>
                        <a:ext cx="73914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0767529" y="1760712"/>
            <a:ext cx="587375" cy="774699"/>
            <a:chOff x="4742" y="1066"/>
            <a:chExt cx="370" cy="488"/>
          </a:xfrm>
        </p:grpSpPr>
        <p:graphicFrame>
          <p:nvGraphicFramePr>
            <p:cNvPr id="1742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3158588"/>
                </p:ext>
              </p:extLst>
            </p:nvPr>
          </p:nvGraphicFramePr>
          <p:xfrm>
            <a:off x="4742" y="1207"/>
            <a:ext cx="278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40" name="Equation" r:id="rId9" imgW="177480" imgH="228600" progId="Equation.DSMT4">
                    <p:embed/>
                  </p:oleObj>
                </mc:Choice>
                <mc:Fallback>
                  <p:oleObj name="Equation" r:id="rId9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2" y="1207"/>
                          <a:ext cx="278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3" name="Line 9"/>
            <p:cNvSpPr>
              <a:spLocks noChangeShapeType="1"/>
            </p:cNvSpPr>
            <p:nvPr/>
          </p:nvSpPr>
          <p:spPr bwMode="auto">
            <a:xfrm flipV="1">
              <a:off x="4892" y="1066"/>
              <a:ext cx="220" cy="2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0767529" y="2758003"/>
            <a:ext cx="703263" cy="592138"/>
            <a:chOff x="4717" y="2147"/>
            <a:chExt cx="443" cy="373"/>
          </a:xfrm>
        </p:grpSpPr>
        <p:graphicFrame>
          <p:nvGraphicFramePr>
            <p:cNvPr id="1742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233871"/>
                </p:ext>
              </p:extLst>
            </p:nvPr>
          </p:nvGraphicFramePr>
          <p:xfrm>
            <a:off x="4717" y="2147"/>
            <a:ext cx="2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41" name="Equation" r:id="rId11" imgW="190440" imgH="228600" progId="Equation.DSMT4">
                    <p:embed/>
                  </p:oleObj>
                </mc:Choice>
                <mc:Fallback>
                  <p:oleObj name="Equation" r:id="rId11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7" y="2147"/>
                          <a:ext cx="2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>
              <a:off x="4941" y="2308"/>
              <a:ext cx="219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7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20719"/>
              </p:ext>
            </p:extLst>
          </p:nvPr>
        </p:nvGraphicFramePr>
        <p:xfrm>
          <a:off x="11378453" y="1484276"/>
          <a:ext cx="461962" cy="44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2" name="Equation" r:id="rId13" imgW="139680" imgH="139680" progId="Equation.DSMT4">
                  <p:embed/>
                </p:oleObj>
              </mc:Choice>
              <mc:Fallback>
                <p:oleObj name="Equation" r:id="rId13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78453" y="1484276"/>
                        <a:ext cx="461962" cy="447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564228"/>
              </p:ext>
            </p:extLst>
          </p:nvPr>
        </p:nvGraphicFramePr>
        <p:xfrm>
          <a:off x="11387717" y="3398907"/>
          <a:ext cx="5032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3" name="Equation" r:id="rId15" imgW="139680" imgH="101520" progId="Equation.DSMT4">
                  <p:embed/>
                </p:oleObj>
              </mc:Choice>
              <mc:Fallback>
                <p:oleObj name="Equation" r:id="rId15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7717" y="3398907"/>
                        <a:ext cx="5032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3" name="Text Box 15"/>
          <p:cNvSpPr txBox="1">
            <a:spLocks noChangeArrowheads="1"/>
          </p:cNvSpPr>
          <p:nvPr/>
        </p:nvSpPr>
        <p:spPr bwMode="auto">
          <a:xfrm>
            <a:off x="1667429" y="3505283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投影域</a:t>
            </a:r>
          </a:p>
        </p:txBody>
      </p:sp>
      <p:graphicFrame>
        <p:nvGraphicFramePr>
          <p:cNvPr id="4270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474469"/>
              </p:ext>
            </p:extLst>
          </p:nvPr>
        </p:nvGraphicFramePr>
        <p:xfrm>
          <a:off x="3180264" y="3470727"/>
          <a:ext cx="259397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4" name="Equation" r:id="rId17" imgW="1041120" imgH="253800" progId="Equation.DSMT4">
                  <p:embed/>
                </p:oleObj>
              </mc:Choice>
              <mc:Fallback>
                <p:oleObj name="Equation" r:id="rId17" imgW="10411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0264" y="3470727"/>
                        <a:ext cx="2593975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Text Box 22"/>
          <p:cNvSpPr txBox="1">
            <a:spLocks noChangeArrowheads="1"/>
          </p:cNvSpPr>
          <p:nvPr/>
        </p:nvSpPr>
        <p:spPr bwMode="auto">
          <a:xfrm>
            <a:off x="1318561" y="582063"/>
            <a:ext cx="1682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练习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7437" name="Text Box 23"/>
          <p:cNvSpPr txBox="1">
            <a:spLocks noChangeArrowheads="1"/>
          </p:cNvSpPr>
          <p:nvPr/>
        </p:nvSpPr>
        <p:spPr bwMode="auto">
          <a:xfrm>
            <a:off x="2570664" y="544119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计算</a:t>
            </a:r>
            <a:endParaRPr lang="zh-CN" altLang="en-US" sz="2800" b="1" dirty="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273040"/>
              </p:ext>
            </p:extLst>
          </p:nvPr>
        </p:nvGraphicFramePr>
        <p:xfrm>
          <a:off x="3553629" y="448089"/>
          <a:ext cx="17589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5" name="Equation" r:id="rId19" imgW="698400" imgH="380880" progId="Equation.DSMT4">
                  <p:embed/>
                </p:oleObj>
              </mc:Choice>
              <mc:Fallback>
                <p:oleObj name="Equation" r:id="rId19" imgW="698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3629" y="448089"/>
                        <a:ext cx="17589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8" name="Text Box 25"/>
          <p:cNvSpPr txBox="1">
            <a:spLocks noChangeArrowheads="1"/>
          </p:cNvSpPr>
          <p:nvPr/>
        </p:nvSpPr>
        <p:spPr bwMode="auto">
          <a:xfrm>
            <a:off x="5257800" y="59531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</a:t>
            </a:r>
            <a:r>
              <a:rPr lang="en-US" altLang="zh-CN" sz="2800" b="1" dirty="0"/>
              <a:t>Σ</a:t>
            </a:r>
            <a:r>
              <a:rPr lang="zh-CN" altLang="en-US" sz="2800" b="1" dirty="0"/>
              <a:t>是球面</a:t>
            </a: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7556500" y="657225"/>
          <a:ext cx="227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6" name="Equation" r:id="rId21" imgW="2273040" imgH="469800" progId="Equation.3">
                  <p:embed/>
                </p:oleObj>
              </mc:Choice>
              <mc:Fallback>
                <p:oleObj name="Equation" r:id="rId21" imgW="2273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657225"/>
                        <a:ext cx="2273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9" name="Text Box 27"/>
          <p:cNvSpPr txBox="1">
            <a:spLocks noChangeArrowheads="1"/>
          </p:cNvSpPr>
          <p:nvPr/>
        </p:nvSpPr>
        <p:spPr bwMode="auto">
          <a:xfrm>
            <a:off x="9821378" y="639456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外侧</a:t>
            </a:r>
            <a:r>
              <a:rPr lang="en-US" altLang="zh-CN" sz="2800" b="1" dirty="0">
                <a:solidFill>
                  <a:srgbClr val="0000FF"/>
                </a:solidFill>
              </a:rPr>
              <a:t>.</a:t>
            </a:r>
            <a:endParaRPr lang="zh-CN" altLang="en-US" sz="2800" b="1" dirty="0"/>
          </a:p>
        </p:txBody>
      </p:sp>
      <p:graphicFrame>
        <p:nvGraphicFramePr>
          <p:cNvPr id="42703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739466"/>
              </p:ext>
            </p:extLst>
          </p:nvPr>
        </p:nvGraphicFramePr>
        <p:xfrm>
          <a:off x="2089962" y="4144098"/>
          <a:ext cx="3601536" cy="1005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7" name="Equation" r:id="rId23" imgW="1447560" imgH="406080" progId="Equation.DSMT4">
                  <p:embed/>
                </p:oleObj>
              </mc:Choice>
              <mc:Fallback>
                <p:oleObj name="Equation" r:id="rId23" imgW="1447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962" y="4144098"/>
                        <a:ext cx="3601536" cy="1005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651014"/>
              </p:ext>
            </p:extLst>
          </p:nvPr>
        </p:nvGraphicFramePr>
        <p:xfrm>
          <a:off x="5642768" y="4110548"/>
          <a:ext cx="2011680" cy="1070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8" name="Equation" r:id="rId25" imgW="761760" imgH="406080" progId="Equation.DSMT4">
                  <p:embed/>
                </p:oleObj>
              </mc:Choice>
              <mc:Fallback>
                <p:oleObj name="Equation" r:id="rId25" imgW="761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2768" y="4110548"/>
                        <a:ext cx="2011680" cy="10707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336881"/>
              </p:ext>
            </p:extLst>
          </p:nvPr>
        </p:nvGraphicFramePr>
        <p:xfrm>
          <a:off x="2330077" y="5026391"/>
          <a:ext cx="2274886" cy="106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9" name="Equation" r:id="rId27" imgW="888840" imgH="419040" progId="Equation.DSMT4">
                  <p:embed/>
                </p:oleObj>
              </mc:Choice>
              <mc:Fallback>
                <p:oleObj name="Equation" r:id="rId27" imgW="888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077" y="5026391"/>
                        <a:ext cx="2274886" cy="1065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311798"/>
              </p:ext>
            </p:extLst>
          </p:nvPr>
        </p:nvGraphicFramePr>
        <p:xfrm>
          <a:off x="5044094" y="5013842"/>
          <a:ext cx="1775038" cy="1078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50" name="Equation" r:id="rId29" imgW="685800" imgH="419040" progId="Equation.DSMT4">
                  <p:embed/>
                </p:oleObj>
              </mc:Choice>
              <mc:Fallback>
                <p:oleObj name="Equation" r:id="rId29" imgW="685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094" y="5013842"/>
                        <a:ext cx="1775038" cy="1078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045355"/>
              </p:ext>
            </p:extLst>
          </p:nvPr>
        </p:nvGraphicFramePr>
        <p:xfrm>
          <a:off x="2592516" y="5178673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51" name="Equation" r:id="rId31" imgW="139680" imgH="139680" progId="Equation.DSMT4">
                  <p:embed/>
                </p:oleObj>
              </mc:Choice>
              <mc:Fallback>
                <p:oleObj name="Equation" r:id="rId31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516" y="5178673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987443"/>
              </p:ext>
            </p:extLst>
          </p:nvPr>
        </p:nvGraphicFramePr>
        <p:xfrm>
          <a:off x="4584568" y="5267470"/>
          <a:ext cx="502054" cy="29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52" name="Equation" r:id="rId33" imgW="139680" imgH="101520" progId="Equation.DSMT4">
                  <p:embed/>
                </p:oleObj>
              </mc:Choice>
              <mc:Fallback>
                <p:oleObj name="Equation" r:id="rId33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568" y="5267470"/>
                        <a:ext cx="502054" cy="29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/>
          <p:cNvGrpSpPr/>
          <p:nvPr/>
        </p:nvGrpSpPr>
        <p:grpSpPr>
          <a:xfrm>
            <a:off x="9603897" y="1406939"/>
            <a:ext cx="2324894" cy="2087343"/>
            <a:chOff x="7219091" y="2279460"/>
            <a:chExt cx="2324894" cy="2087343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2497208"/>
              <a:ext cx="2160588" cy="1718721"/>
              <a:chOff x="612" y="2602"/>
              <a:chExt cx="1361" cy="1083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203"/>
                <a:ext cx="1361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1320" y="2602"/>
                <a:ext cx="25" cy="10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884" y="3203"/>
                <a:ext cx="454" cy="3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73558" y="4038599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53" name="Equation" r:id="rId35" imgW="139680" imgH="139680" progId="Equation.DSMT4">
                    <p:embed/>
                  </p:oleObj>
                </mc:Choice>
                <mc:Fallback>
                  <p:oleObj name="Equation" r:id="rId35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7573558" y="4038599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54" name="Equation" r:id="rId37" imgW="139680" imgH="164880" progId="Equation.DSMT4">
                    <p:embed/>
                  </p:oleObj>
                </mc:Choice>
                <mc:Fallback>
                  <p:oleObj name="Equation" r:id="rId37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55" name="Equation" r:id="rId39" imgW="114120" imgH="139680" progId="Equation.DSMT4">
                    <p:embed/>
                  </p:oleObj>
                </mc:Choice>
                <mc:Fallback>
                  <p:oleObj name="Equation" r:id="rId39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984732" y="1864533"/>
            <a:ext cx="1470463" cy="1388249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680336"/>
              </p:ext>
            </p:extLst>
          </p:nvPr>
        </p:nvGraphicFramePr>
        <p:xfrm>
          <a:off x="8880475" y="4933950"/>
          <a:ext cx="20748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56" name="Equation" r:id="rId41" imgW="825480" imgH="380880" progId="Equation.DSMT4">
                  <p:embed/>
                </p:oleObj>
              </mc:Choice>
              <mc:Fallback>
                <p:oleObj name="Equation" r:id="rId41" imgW="825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0475" y="4933950"/>
                        <a:ext cx="2074863" cy="9588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295386"/>
              </p:ext>
            </p:extLst>
          </p:nvPr>
        </p:nvGraphicFramePr>
        <p:xfrm>
          <a:off x="6709471" y="5243400"/>
          <a:ext cx="573904" cy="401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57" name="Equation" r:id="rId43" imgW="253800" imgH="177480" progId="Equation.DSMT4">
                  <p:embed/>
                </p:oleObj>
              </mc:Choice>
              <mc:Fallback>
                <p:oleObj name="Equation" r:id="rId43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709471" y="5243400"/>
                        <a:ext cx="573904" cy="401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529268" y="5150031"/>
            <a:ext cx="2544158" cy="457201"/>
            <a:chOff x="3489754" y="5464068"/>
            <a:chExt cx="2544158" cy="457201"/>
          </a:xfrm>
        </p:grpSpPr>
        <p:sp>
          <p:nvSpPr>
            <p:cNvPr id="427041" name="AutoShape 33"/>
            <p:cNvSpPr>
              <a:spLocks noChangeArrowheads="1"/>
            </p:cNvSpPr>
            <p:nvPr/>
          </p:nvSpPr>
          <p:spPr bwMode="auto">
            <a:xfrm>
              <a:off x="5500512" y="5464069"/>
              <a:ext cx="533400" cy="457200"/>
            </a:xfrm>
            <a:prstGeom prst="irregularSeal1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" name="AutoShape 33"/>
            <p:cNvSpPr>
              <a:spLocks noChangeArrowheads="1"/>
            </p:cNvSpPr>
            <p:nvPr/>
          </p:nvSpPr>
          <p:spPr bwMode="auto">
            <a:xfrm>
              <a:off x="3489754" y="5464068"/>
              <a:ext cx="533400" cy="457200"/>
            </a:xfrm>
            <a:prstGeom prst="irregularSeal1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6067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2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42702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3170771" y="343888"/>
            <a:ext cx="54398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817790"/>
              </p:ext>
            </p:extLst>
          </p:nvPr>
        </p:nvGraphicFramePr>
        <p:xfrm>
          <a:off x="2097088" y="981075"/>
          <a:ext cx="812800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91" name="Equation" r:id="rId3" imgW="3403440" imgH="380880" progId="Equation.DSMT4">
                  <p:embed/>
                </p:oleObj>
              </mc:Choice>
              <mc:Fallback>
                <p:oleObj name="Equation" r:id="rId3" imgW="3403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97088" y="981075"/>
                        <a:ext cx="8128000" cy="909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747449"/>
              </p:ext>
            </p:extLst>
          </p:nvPr>
        </p:nvGraphicFramePr>
        <p:xfrm>
          <a:off x="989013" y="1825625"/>
          <a:ext cx="709771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92" name="Equation" r:id="rId5" imgW="2971800" imgH="279360" progId="Equation.DSMT4">
                  <p:embed/>
                </p:oleObj>
              </mc:Choice>
              <mc:Fallback>
                <p:oleObj name="Equation" r:id="rId5" imgW="2971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9013" y="1825625"/>
                        <a:ext cx="7097712" cy="665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233422"/>
              </p:ext>
            </p:extLst>
          </p:nvPr>
        </p:nvGraphicFramePr>
        <p:xfrm>
          <a:off x="8135211" y="1823118"/>
          <a:ext cx="310673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93" name="Equation" r:id="rId7" imgW="1333440" imgH="203040" progId="Equation.DSMT4">
                  <p:embed/>
                </p:oleObj>
              </mc:Choice>
              <mc:Fallback>
                <p:oleObj name="Equation" r:id="rId7" imgW="1333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35211" y="1823118"/>
                        <a:ext cx="3106737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840081" y="2470664"/>
            <a:ext cx="10426108" cy="4166461"/>
            <a:chOff x="432" y="240"/>
            <a:chExt cx="5184" cy="3696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432" y="240"/>
              <a:ext cx="5184" cy="3696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624" y="480"/>
              <a:ext cx="4800" cy="3264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1504023" y="2772155"/>
            <a:ext cx="896826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>
              <a:spcBef>
                <a:spcPct val="50000"/>
              </a:spcBef>
              <a:buAutoNum type="arabicParenBoth"/>
            </a:pPr>
            <a:r>
              <a:rPr lang="zh-CN" altLang="en-US" sz="2800" b="1" dirty="0"/>
              <a:t>认定对哪两个坐标的积分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一般</a:t>
            </a:r>
            <a:r>
              <a:rPr lang="en-US" altLang="zh-CN" sz="2800" b="1" i="1" dirty="0"/>
              <a:t>x y</a:t>
            </a:r>
            <a:r>
              <a:rPr lang="en-US" altLang="zh-CN" sz="2800" b="1" dirty="0"/>
              <a:t>),</a:t>
            </a:r>
            <a:r>
              <a:rPr lang="zh-CN" altLang="en-US" sz="2800" b="1" dirty="0"/>
              <a:t>将曲面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表为这两个变量的函数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并确定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的投影域</a:t>
            </a:r>
            <a:r>
              <a:rPr lang="en-US" altLang="zh-CN" sz="2800" b="1" dirty="0"/>
              <a:t>.</a:t>
            </a:r>
          </a:p>
        </p:txBody>
      </p:sp>
      <p:sp>
        <p:nvSpPr>
          <p:cNvPr id="425991" name="Text Box 7"/>
          <p:cNvSpPr txBox="1">
            <a:spLocks noChangeArrowheads="1"/>
          </p:cNvSpPr>
          <p:nvPr/>
        </p:nvSpPr>
        <p:spPr bwMode="auto">
          <a:xfrm>
            <a:off x="1500392" y="4111853"/>
            <a:ext cx="9105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(2) </a:t>
            </a:r>
            <a:r>
              <a:rPr lang="zh-CN" altLang="en-US" sz="2800" b="1" dirty="0"/>
              <a:t>将</a:t>
            </a:r>
            <a:r>
              <a:rPr lang="en-US" altLang="zh-CN" sz="2800" b="1" i="1" dirty="0"/>
              <a:t>Σ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的方程代入被积函数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化为投影域上的二重积分</a:t>
            </a:r>
            <a:r>
              <a:rPr lang="en-US" altLang="zh-CN" sz="2800" b="1" dirty="0"/>
              <a:t>.</a:t>
            </a: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1500393" y="5888748"/>
            <a:ext cx="91054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(3) </a:t>
            </a:r>
            <a:r>
              <a:rPr lang="zh-CN" altLang="en-US" sz="2800" b="1" dirty="0"/>
              <a:t>根据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的侧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法向量的方向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确定二重积分前的正负号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555549"/>
              </p:ext>
            </p:extLst>
          </p:nvPr>
        </p:nvGraphicFramePr>
        <p:xfrm>
          <a:off x="2325793" y="3726262"/>
          <a:ext cx="36623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94" name="Equation" r:id="rId9" imgW="1638000" imgH="203040" progId="Equation.DSMT4">
                  <p:embed/>
                </p:oleObj>
              </mc:Choice>
              <mc:Fallback>
                <p:oleObj name="Equation" r:id="rId9" imgW="1638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25793" y="3726262"/>
                        <a:ext cx="3662362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651775"/>
              </p:ext>
            </p:extLst>
          </p:nvPr>
        </p:nvGraphicFramePr>
        <p:xfrm>
          <a:off x="1838426" y="4627014"/>
          <a:ext cx="6152146" cy="766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95" name="Equation" r:id="rId11" imgW="3213000" imgH="380880" progId="Equation.DSMT4">
                  <p:embed/>
                </p:oleObj>
              </mc:Choice>
              <mc:Fallback>
                <p:oleObj name="Equation" r:id="rId11" imgW="3213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38426" y="4627014"/>
                        <a:ext cx="6152146" cy="766189"/>
                      </a:xfrm>
                      <a:prstGeom prst="rect">
                        <a:avLst/>
                      </a:prstGeom>
                      <a:ln w="38100" cmpd="dbl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839565"/>
              </p:ext>
            </p:extLst>
          </p:nvPr>
        </p:nvGraphicFramePr>
        <p:xfrm>
          <a:off x="2178976" y="5170655"/>
          <a:ext cx="85518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96" name="Equation" r:id="rId13" imgW="4546440" imgH="419040" progId="Equation.DSMT4">
                  <p:embed/>
                </p:oleObj>
              </mc:Choice>
              <mc:Fallback>
                <p:oleObj name="Equation" r:id="rId13" imgW="4546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78976" y="5170655"/>
                        <a:ext cx="8551862" cy="828675"/>
                      </a:xfrm>
                      <a:prstGeom prst="rect">
                        <a:avLst/>
                      </a:prstGeom>
                      <a:ln w="38100" cmpd="dbl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 flipV="1">
            <a:off x="3253339" y="1561026"/>
            <a:ext cx="6718434" cy="1322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440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0" grpId="0" autoUpdateAnimBg="0"/>
      <p:bldP spid="425991" grpId="0" autoUpdateAnimBg="0"/>
      <p:bldP spid="42599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422444" y="1393577"/>
            <a:ext cx="11319567" cy="5069478"/>
            <a:chOff x="432" y="240"/>
            <a:chExt cx="5184" cy="3696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432" y="240"/>
              <a:ext cx="5184" cy="3696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76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635" y="456"/>
              <a:ext cx="4800" cy="3264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934518"/>
              </p:ext>
            </p:extLst>
          </p:nvPr>
        </p:nvGraphicFramePr>
        <p:xfrm>
          <a:off x="1223963" y="1728788"/>
          <a:ext cx="48006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0" name="Equation" r:id="rId4" imgW="1955520" imgH="215640" progId="Equation.DSMT4">
                  <p:embed/>
                </p:oleObj>
              </mc:Choice>
              <mc:Fallback>
                <p:oleObj name="Equation" r:id="rId4" imgW="1955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23963" y="1728788"/>
                        <a:ext cx="4800600" cy="528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324097"/>
              </p:ext>
            </p:extLst>
          </p:nvPr>
        </p:nvGraphicFramePr>
        <p:xfrm>
          <a:off x="1163287" y="2294997"/>
          <a:ext cx="7597775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1" name="Equation" r:id="rId6" imgW="3327120" imgH="431640" progId="Equation.DSMT4">
                  <p:embed/>
                </p:oleObj>
              </mc:Choice>
              <mc:Fallback>
                <p:oleObj name="Equation" r:id="rId6" imgW="33271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63287" y="2294997"/>
                        <a:ext cx="7597775" cy="985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68881"/>
              </p:ext>
            </p:extLst>
          </p:nvPr>
        </p:nvGraphicFramePr>
        <p:xfrm>
          <a:off x="1040120" y="3329442"/>
          <a:ext cx="93027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2" name="Equation" r:id="rId8" imgW="4165560" imgH="380880" progId="Equation.DSMT4">
                  <p:embed/>
                </p:oleObj>
              </mc:Choice>
              <mc:Fallback>
                <p:oleObj name="Equation" r:id="rId8" imgW="4165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120" y="3329442"/>
                        <a:ext cx="930275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12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371125"/>
              </p:ext>
            </p:extLst>
          </p:nvPr>
        </p:nvGraphicFramePr>
        <p:xfrm>
          <a:off x="1058593" y="4177167"/>
          <a:ext cx="9837593" cy="995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3" name="Equation" r:id="rId10" imgW="4394160" imgH="444240" progId="Equation.DSMT4">
                  <p:embed/>
                </p:oleObj>
              </mc:Choice>
              <mc:Fallback>
                <p:oleObj name="Equation" r:id="rId10" imgW="4394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593" y="4177167"/>
                        <a:ext cx="9837593" cy="995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1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576961"/>
              </p:ext>
            </p:extLst>
          </p:nvPr>
        </p:nvGraphicFramePr>
        <p:xfrm>
          <a:off x="1058593" y="5172510"/>
          <a:ext cx="9856066" cy="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4" name="Equation" r:id="rId12" imgW="4431960" imgH="444240" progId="Equation.DSMT4">
                  <p:embed/>
                </p:oleObj>
              </mc:Choice>
              <mc:Fallback>
                <p:oleObj name="Equation" r:id="rId12" imgW="4431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593" y="5172510"/>
                        <a:ext cx="9856066" cy="98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142197" y="610925"/>
            <a:ext cx="576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第二型曲面积分的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6831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1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1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8" name="Text Box 6"/>
          <p:cNvSpPr txBox="1">
            <a:spLocks noChangeArrowheads="1"/>
          </p:cNvSpPr>
          <p:nvPr/>
        </p:nvSpPr>
        <p:spPr bwMode="auto">
          <a:xfrm>
            <a:off x="2029227" y="1015677"/>
            <a:ext cx="10186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2019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900982"/>
              </p:ext>
            </p:extLst>
          </p:nvPr>
        </p:nvGraphicFramePr>
        <p:xfrm>
          <a:off x="2876550" y="1033525"/>
          <a:ext cx="55800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00" name="Equation" r:id="rId3" imgW="5435280" imgH="812520" progId="Equation.3">
                  <p:embed/>
                </p:oleObj>
              </mc:Choice>
              <mc:Fallback>
                <p:oleObj name="Equation" r:id="rId3" imgW="54352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1033525"/>
                        <a:ext cx="558006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8280" name="Text Box 8"/>
          <p:cNvSpPr txBox="1">
            <a:spLocks noChangeArrowheads="1"/>
          </p:cNvSpPr>
          <p:nvPr/>
        </p:nvSpPr>
        <p:spPr bwMode="auto">
          <a:xfrm>
            <a:off x="8482013" y="1098148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</a:t>
            </a:r>
            <a:r>
              <a:rPr lang="en-US" altLang="zh-CN" sz="2800" b="1" i="1" dirty="0"/>
              <a:t>Σ</a:t>
            </a:r>
            <a:endParaRPr lang="en-US" altLang="zh-CN" sz="2800" b="1" i="1" dirty="0">
              <a:solidFill>
                <a:schemeClr val="accent2"/>
              </a:solidFill>
            </a:endParaRPr>
          </a:p>
        </p:txBody>
      </p:sp>
      <p:sp>
        <p:nvSpPr>
          <p:cNvPr id="438281" name="Text Box 9"/>
          <p:cNvSpPr txBox="1">
            <a:spLocks noChangeArrowheads="1"/>
          </p:cNvSpPr>
          <p:nvPr/>
        </p:nvSpPr>
        <p:spPr bwMode="auto">
          <a:xfrm>
            <a:off x="2195642" y="2369817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438282" name="Text Box 10"/>
          <p:cNvSpPr txBox="1">
            <a:spLocks noChangeArrowheads="1"/>
          </p:cNvSpPr>
          <p:nvPr/>
        </p:nvSpPr>
        <p:spPr bwMode="auto">
          <a:xfrm>
            <a:off x="2892425" y="2362833"/>
            <a:ext cx="901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法一</a:t>
            </a:r>
          </a:p>
        </p:txBody>
      </p:sp>
      <p:sp>
        <p:nvSpPr>
          <p:cNvPr id="438283" name="Text Box 11"/>
          <p:cNvSpPr txBox="1">
            <a:spLocks noChangeArrowheads="1"/>
          </p:cNvSpPr>
          <p:nvPr/>
        </p:nvSpPr>
        <p:spPr bwMode="auto">
          <a:xfrm>
            <a:off x="3766344" y="2362833"/>
            <a:ext cx="5314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直接用</a:t>
            </a:r>
            <a:r>
              <a:rPr lang="zh-CN" altLang="en-US" sz="2800" b="1" dirty="0">
                <a:solidFill>
                  <a:srgbClr val="0000FF"/>
                </a:solidFill>
              </a:rPr>
              <a:t>对坐标的曲面积分</a:t>
            </a:r>
            <a:r>
              <a:rPr lang="zh-CN" altLang="en-US" sz="2800" b="1" dirty="0"/>
              <a:t>计算法</a:t>
            </a:r>
            <a:r>
              <a:rPr lang="en-US" altLang="zh-CN" sz="2800" b="1" dirty="0"/>
              <a:t>.</a:t>
            </a:r>
          </a:p>
        </p:txBody>
      </p:sp>
      <p:sp>
        <p:nvSpPr>
          <p:cNvPr id="438284" name="Text Box 12"/>
          <p:cNvSpPr txBox="1">
            <a:spLocks noChangeArrowheads="1"/>
          </p:cNvSpPr>
          <p:nvPr/>
        </p:nvSpPr>
        <p:spPr bwMode="auto">
          <a:xfrm>
            <a:off x="4639470" y="3562004"/>
            <a:ext cx="3581400" cy="62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/>
              <a:t>且其投影区域分别为</a:t>
            </a:r>
          </a:p>
        </p:txBody>
      </p:sp>
      <p:sp>
        <p:nvSpPr>
          <p:cNvPr id="438285" name="Text Box 13"/>
          <p:cNvSpPr txBox="1">
            <a:spLocks noChangeArrowheads="1"/>
          </p:cNvSpPr>
          <p:nvPr/>
        </p:nvSpPr>
        <p:spPr bwMode="auto">
          <a:xfrm>
            <a:off x="2782095" y="2919626"/>
            <a:ext cx="2667000" cy="62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/>
              <a:t>由于</a:t>
            </a:r>
            <a:r>
              <a:rPr lang="en-US" altLang="zh-CN" sz="2800" b="1" i="1" dirty="0"/>
              <a:t>Σ</a:t>
            </a:r>
            <a:r>
              <a:rPr lang="zh-CN" altLang="en-US" sz="2800" b="1" dirty="0"/>
              <a:t>取上侧</a:t>
            </a:r>
            <a:r>
              <a:rPr lang="en-US" altLang="zh-CN" sz="2800" b="1" dirty="0"/>
              <a:t>,</a:t>
            </a:r>
          </a:p>
        </p:txBody>
      </p:sp>
      <p:graphicFrame>
        <p:nvGraphicFramePr>
          <p:cNvPr id="52019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692786"/>
              </p:ext>
            </p:extLst>
          </p:nvPr>
        </p:nvGraphicFramePr>
        <p:xfrm>
          <a:off x="2979606" y="4330700"/>
          <a:ext cx="4621720" cy="515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01" name="Equation" r:id="rId5" imgW="4178160" imgH="469800" progId="Equation.3">
                  <p:embed/>
                </p:oleObj>
              </mc:Choice>
              <mc:Fallback>
                <p:oleObj name="Equation" r:id="rId5" imgW="41781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606" y="4330700"/>
                        <a:ext cx="4621720" cy="515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857047"/>
              </p:ext>
            </p:extLst>
          </p:nvPr>
        </p:nvGraphicFramePr>
        <p:xfrm>
          <a:off x="2954789" y="4977903"/>
          <a:ext cx="4808140" cy="508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02" name="Equation" r:id="rId7" imgW="4178160" imgH="444240" progId="Equation.3">
                  <p:embed/>
                </p:oleObj>
              </mc:Choice>
              <mc:Fallback>
                <p:oleObj name="Equation" r:id="rId7" imgW="41781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789" y="4977903"/>
                        <a:ext cx="4808140" cy="508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263919"/>
              </p:ext>
            </p:extLst>
          </p:nvPr>
        </p:nvGraphicFramePr>
        <p:xfrm>
          <a:off x="2979606" y="5595025"/>
          <a:ext cx="4690113" cy="544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03" name="Equation" r:id="rId9" imgW="4025880" imgH="469800" progId="Equation.3">
                  <p:embed/>
                </p:oleObj>
              </mc:Choice>
              <mc:Fallback>
                <p:oleObj name="Equation" r:id="rId9" imgW="4025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606" y="5595025"/>
                        <a:ext cx="4690113" cy="544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878464"/>
              </p:ext>
            </p:extLst>
          </p:nvPr>
        </p:nvGraphicFramePr>
        <p:xfrm>
          <a:off x="2377282" y="1943808"/>
          <a:ext cx="3289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04" name="Equation" r:id="rId11" imgW="3288960" imgH="431640" progId="Equation.3">
                  <p:embed/>
                </p:oleObj>
              </mc:Choice>
              <mc:Fallback>
                <p:oleObj name="Equation" r:id="rId11" imgW="3288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7282" y="1943808"/>
                        <a:ext cx="3289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8290" name="Rectangle 18"/>
          <p:cNvSpPr>
            <a:spLocks noChangeArrowheads="1"/>
          </p:cNvSpPr>
          <p:nvPr/>
        </p:nvSpPr>
        <p:spPr bwMode="auto">
          <a:xfrm>
            <a:off x="5666582" y="1856495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zh-CN" sz="2800" b="1" dirty="0"/>
              <a:t>在第一卦限部分的</a:t>
            </a:r>
            <a:endParaRPr lang="zh-CN" altLang="en-US" sz="2800" b="1" dirty="0"/>
          </a:p>
        </p:txBody>
      </p:sp>
      <p:sp>
        <p:nvSpPr>
          <p:cNvPr id="438291" name="Rectangle 19"/>
          <p:cNvSpPr>
            <a:spLocks noChangeArrowheads="1"/>
          </p:cNvSpPr>
          <p:nvPr/>
        </p:nvSpPr>
        <p:spPr bwMode="auto">
          <a:xfrm>
            <a:off x="8542338" y="1865785"/>
            <a:ext cx="1077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上侧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438292" name="Rectangle 20"/>
          <p:cNvSpPr>
            <a:spLocks noChangeArrowheads="1"/>
          </p:cNvSpPr>
          <p:nvPr/>
        </p:nvSpPr>
        <p:spPr bwMode="auto">
          <a:xfrm>
            <a:off x="8610600" y="2888929"/>
            <a:ext cx="1836737" cy="62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/>
              <a:t>面的投影</a:t>
            </a:r>
          </a:p>
        </p:txBody>
      </p:sp>
      <p:graphicFrame>
        <p:nvGraphicFramePr>
          <p:cNvPr id="52019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672513"/>
              </p:ext>
            </p:extLst>
          </p:nvPr>
        </p:nvGraphicFramePr>
        <p:xfrm>
          <a:off x="5163005" y="3008311"/>
          <a:ext cx="3565752" cy="50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05" name="Equation" r:id="rId13" imgW="1523880" imgH="215640" progId="Equation.DSMT4">
                  <p:embed/>
                </p:oleObj>
              </mc:Choice>
              <mc:Fallback>
                <p:oleObj name="Equation" r:id="rId13" imgW="1523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3005" y="3008311"/>
                        <a:ext cx="3565752" cy="505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8294" name="Rectangle 22"/>
          <p:cNvSpPr>
            <a:spLocks noChangeArrowheads="1"/>
          </p:cNvSpPr>
          <p:nvPr/>
        </p:nvSpPr>
        <p:spPr bwMode="auto">
          <a:xfrm>
            <a:off x="2782095" y="35941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都是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8295" name="Rectangle 23"/>
          <p:cNvSpPr>
            <a:spLocks noChangeArrowheads="1"/>
          </p:cNvSpPr>
          <p:nvPr/>
        </p:nvSpPr>
        <p:spPr bwMode="auto">
          <a:xfrm>
            <a:off x="3544093" y="3598220"/>
            <a:ext cx="107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正的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8891588" y="3454400"/>
            <a:ext cx="3017838" cy="2413000"/>
            <a:chOff x="2928" y="2560"/>
            <a:chExt cx="1901" cy="1520"/>
          </a:xfrm>
        </p:grpSpPr>
        <p:graphicFrame>
          <p:nvGraphicFramePr>
            <p:cNvPr id="24584" name="Object 8"/>
            <p:cNvGraphicFramePr>
              <a:graphicFrameLocks noChangeAspect="1"/>
            </p:cNvGraphicFramePr>
            <p:nvPr/>
          </p:nvGraphicFramePr>
          <p:xfrm>
            <a:off x="2928" y="3904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06" name="Equation" r:id="rId15" imgW="139680" imgH="139680" progId="Equation.3">
                    <p:embed/>
                  </p:oleObj>
                </mc:Choice>
                <mc:Fallback>
                  <p:oleObj name="Equation" r:id="rId15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3904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5" name="Object 9"/>
            <p:cNvGraphicFramePr>
              <a:graphicFrameLocks noChangeAspect="1"/>
            </p:cNvGraphicFramePr>
            <p:nvPr/>
          </p:nvGraphicFramePr>
          <p:xfrm>
            <a:off x="4656" y="3680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07" name="Equation" r:id="rId17" imgW="139680" imgH="164880" progId="Equation.3">
                    <p:embed/>
                  </p:oleObj>
                </mc:Choice>
                <mc:Fallback>
                  <p:oleObj name="Equation" r:id="rId17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3680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6" name="Object 10"/>
            <p:cNvGraphicFramePr>
              <a:graphicFrameLocks noChangeAspect="1"/>
            </p:cNvGraphicFramePr>
            <p:nvPr/>
          </p:nvGraphicFramePr>
          <p:xfrm>
            <a:off x="3504" y="2560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08" name="Equation" r:id="rId19" imgW="114120" imgH="139680" progId="Equation.3">
                    <p:embed/>
                  </p:oleObj>
                </mc:Choice>
                <mc:Fallback>
                  <p:oleObj name="Equation" r:id="rId19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560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3" name="Line 33"/>
            <p:cNvSpPr>
              <a:spLocks noChangeShapeType="1"/>
            </p:cNvSpPr>
            <p:nvPr/>
          </p:nvSpPr>
          <p:spPr bwMode="auto">
            <a:xfrm>
              <a:off x="3667" y="3632"/>
              <a:ext cx="11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Line 34"/>
            <p:cNvSpPr>
              <a:spLocks noChangeShapeType="1"/>
            </p:cNvSpPr>
            <p:nvPr/>
          </p:nvSpPr>
          <p:spPr bwMode="auto">
            <a:xfrm flipH="1">
              <a:off x="3072" y="3632"/>
              <a:ext cx="595" cy="3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5" name="Line 35"/>
            <p:cNvSpPr>
              <a:spLocks noChangeShapeType="1"/>
            </p:cNvSpPr>
            <p:nvPr/>
          </p:nvSpPr>
          <p:spPr bwMode="auto">
            <a:xfrm flipV="1">
              <a:off x="3667" y="2592"/>
              <a:ext cx="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87" name="Object 11"/>
            <p:cNvGraphicFramePr>
              <a:graphicFrameLocks noChangeAspect="1"/>
            </p:cNvGraphicFramePr>
            <p:nvPr/>
          </p:nvGraphicFramePr>
          <p:xfrm>
            <a:off x="3600" y="3616"/>
            <a:ext cx="20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09" name="Equation" r:id="rId21" imgW="164880" imgH="177480" progId="Equation.3">
                    <p:embed/>
                  </p:oleObj>
                </mc:Choice>
                <mc:Fallback>
                  <p:oleObj name="Equation" r:id="rId21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3616"/>
                          <a:ext cx="204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8314" name="Freeform 42"/>
          <p:cNvSpPr>
            <a:spLocks/>
          </p:cNvSpPr>
          <p:nvPr/>
        </p:nvSpPr>
        <p:spPr bwMode="auto">
          <a:xfrm>
            <a:off x="9550401" y="3786791"/>
            <a:ext cx="1408112" cy="1741487"/>
          </a:xfrm>
          <a:custGeom>
            <a:avLst/>
            <a:gdLst>
              <a:gd name="T0" fmla="*/ 2147483647 w 887"/>
              <a:gd name="T1" fmla="*/ 0 h 1097"/>
              <a:gd name="T2" fmla="*/ 0 w 887"/>
              <a:gd name="T3" fmla="*/ 2147483647 h 1097"/>
              <a:gd name="T4" fmla="*/ 2147483647 w 887"/>
              <a:gd name="T5" fmla="*/ 2147483647 h 1097"/>
              <a:gd name="T6" fmla="*/ 2147483647 w 887"/>
              <a:gd name="T7" fmla="*/ 0 h 1097"/>
              <a:gd name="T8" fmla="*/ 0 60000 65536"/>
              <a:gd name="T9" fmla="*/ 0 60000 65536"/>
              <a:gd name="T10" fmla="*/ 0 60000 65536"/>
              <a:gd name="T11" fmla="*/ 0 60000 65536"/>
              <a:gd name="T12" fmla="*/ 0 w 887"/>
              <a:gd name="T13" fmla="*/ 0 h 1097"/>
              <a:gd name="T14" fmla="*/ 887 w 887"/>
              <a:gd name="T15" fmla="*/ 1097 h 109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7" h="1097">
                <a:moveTo>
                  <a:pt x="329" y="0"/>
                </a:moveTo>
                <a:lnTo>
                  <a:pt x="0" y="1097"/>
                </a:lnTo>
                <a:lnTo>
                  <a:pt x="887" y="868"/>
                </a:lnTo>
                <a:lnTo>
                  <a:pt x="329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8318" name="Line 46"/>
          <p:cNvSpPr>
            <a:spLocks noChangeShapeType="1"/>
          </p:cNvSpPr>
          <p:nvPr/>
        </p:nvSpPr>
        <p:spPr bwMode="auto">
          <a:xfrm flipV="1">
            <a:off x="10302609" y="4334553"/>
            <a:ext cx="990600" cy="381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43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8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8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38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2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81" grpId="0" autoUpdateAnimBg="0"/>
      <p:bldP spid="438282" grpId="0" autoUpdateAnimBg="0"/>
      <p:bldP spid="438283" grpId="0" autoUpdateAnimBg="0"/>
      <p:bldP spid="438284" grpId="0" autoUpdateAnimBg="0"/>
      <p:bldP spid="438285" grpId="0" autoUpdateAnimBg="0"/>
      <p:bldP spid="438292" grpId="0" autoUpdateAnimBg="0"/>
      <p:bldP spid="438294" grpId="0" autoUpdateAnimBg="0"/>
      <p:bldP spid="438295" grpId="0" autoUpdateAnimBg="0"/>
      <p:bldP spid="438314" grpId="0" animBg="1"/>
      <p:bldP spid="4383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8" name="Oval 6"/>
          <p:cNvSpPr>
            <a:spLocks noChangeArrowheads="1"/>
          </p:cNvSpPr>
          <p:nvPr/>
        </p:nvSpPr>
        <p:spPr bwMode="auto">
          <a:xfrm>
            <a:off x="7281932" y="732695"/>
            <a:ext cx="3124200" cy="457200"/>
          </a:xfrm>
          <a:prstGeom prst="ellipse">
            <a:avLst/>
          </a:prstGeom>
          <a:gradFill rotWithShape="0">
            <a:gsLst>
              <a:gs pos="0">
                <a:srgbClr val="FF66CC"/>
              </a:gs>
              <a:gs pos="50000">
                <a:srgbClr val="FFFFFF"/>
              </a:gs>
              <a:gs pos="100000">
                <a:srgbClr val="FF66C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9303" name="Rectangle 7"/>
          <p:cNvSpPr>
            <a:spLocks noChangeArrowheads="1"/>
          </p:cNvSpPr>
          <p:nvPr/>
        </p:nvSpPr>
        <p:spPr bwMode="auto">
          <a:xfrm>
            <a:off x="2605157" y="1216094"/>
            <a:ext cx="4610100" cy="1905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66FF33"/>
              </a:gs>
            </a:gsLst>
            <a:lin ang="5400000" scaled="1"/>
          </a:gra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212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15439"/>
              </p:ext>
            </p:extLst>
          </p:nvPr>
        </p:nvGraphicFramePr>
        <p:xfrm>
          <a:off x="2917977" y="1443159"/>
          <a:ext cx="42227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0" name="Equation" r:id="rId4" imgW="4178160" imgH="469800" progId="Equation.3">
                  <p:embed/>
                </p:oleObj>
              </mc:Choice>
              <mc:Fallback>
                <p:oleObj name="Equation" r:id="rId4" imgW="41781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977" y="1443159"/>
                        <a:ext cx="42227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849955"/>
              </p:ext>
            </p:extLst>
          </p:nvPr>
        </p:nvGraphicFramePr>
        <p:xfrm>
          <a:off x="2924399" y="1976956"/>
          <a:ext cx="41703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1" name="Equation" r:id="rId6" imgW="4178160" imgH="444240" progId="Equation.3">
                  <p:embed/>
                </p:oleObj>
              </mc:Choice>
              <mc:Fallback>
                <p:oleObj name="Equation" r:id="rId6" imgW="41781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399" y="1976956"/>
                        <a:ext cx="41703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89641"/>
              </p:ext>
            </p:extLst>
          </p:nvPr>
        </p:nvGraphicFramePr>
        <p:xfrm>
          <a:off x="2879794" y="2541313"/>
          <a:ext cx="40608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2" name="Equation" r:id="rId8" imgW="4025880" imgH="469800" progId="Equation.3">
                  <p:embed/>
                </p:oleObj>
              </mc:Choice>
              <mc:Fallback>
                <p:oleObj name="Equation" r:id="rId8" imgW="4025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94" y="2541313"/>
                        <a:ext cx="40608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070491"/>
              </p:ext>
            </p:extLst>
          </p:nvPr>
        </p:nvGraphicFramePr>
        <p:xfrm>
          <a:off x="2248674" y="3971134"/>
          <a:ext cx="401002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3" name="Equation" r:id="rId10" imgW="3797280" imgH="825480" progId="Equation.3">
                  <p:embed/>
                </p:oleObj>
              </mc:Choice>
              <mc:Fallback>
                <p:oleObj name="Equation" r:id="rId10" imgW="379728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674" y="3971134"/>
                        <a:ext cx="401002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387361"/>
              </p:ext>
            </p:extLst>
          </p:nvPr>
        </p:nvGraphicFramePr>
        <p:xfrm>
          <a:off x="6629400" y="4036233"/>
          <a:ext cx="33528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4" name="Equation" r:id="rId12" imgW="3276360" imgH="825480" progId="Equation.3">
                  <p:embed/>
                </p:oleObj>
              </mc:Choice>
              <mc:Fallback>
                <p:oleObj name="Equation" r:id="rId12" imgW="32763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036233"/>
                        <a:ext cx="3352800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135273"/>
              </p:ext>
            </p:extLst>
          </p:nvPr>
        </p:nvGraphicFramePr>
        <p:xfrm>
          <a:off x="7142164" y="4854440"/>
          <a:ext cx="69532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5" name="Equation" r:id="rId14" imgW="634680" imgH="838080" progId="Equation.3">
                  <p:embed/>
                </p:oleObj>
              </mc:Choice>
              <mc:Fallback>
                <p:oleObj name="Equation" r:id="rId14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164" y="4854440"/>
                        <a:ext cx="695325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711129"/>
              </p:ext>
            </p:extLst>
          </p:nvPr>
        </p:nvGraphicFramePr>
        <p:xfrm>
          <a:off x="7407345" y="808894"/>
          <a:ext cx="29511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6" name="Equation" r:id="rId16" imgW="2908080" imgH="393480" progId="Equation.3">
                  <p:embed/>
                </p:oleObj>
              </mc:Choice>
              <mc:Fallback>
                <p:oleObj name="Equation" r:id="rId16" imgW="2908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345" y="808894"/>
                        <a:ext cx="29511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968422"/>
              </p:ext>
            </p:extLst>
          </p:nvPr>
        </p:nvGraphicFramePr>
        <p:xfrm>
          <a:off x="2589213" y="4265107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7" name="Equation" r:id="rId18" imgW="139680" imgH="139680" progId="Equation.DSMT4">
                  <p:embed/>
                </p:oleObj>
              </mc:Choice>
              <mc:Fallback>
                <p:oleObj name="Equation" r:id="rId18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4265107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705893"/>
              </p:ext>
            </p:extLst>
          </p:nvPr>
        </p:nvGraphicFramePr>
        <p:xfrm>
          <a:off x="6324600" y="4270389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8" name="Equation" r:id="rId20" imgW="139680" imgH="139680" progId="Equation.DSMT4">
                  <p:embed/>
                </p:oleObj>
              </mc:Choice>
              <mc:Fallback>
                <p:oleObj name="Equation" r:id="rId20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270389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2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69166"/>
              </p:ext>
            </p:extLst>
          </p:nvPr>
        </p:nvGraphicFramePr>
        <p:xfrm>
          <a:off x="2517775" y="5121934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79" name="Equation" r:id="rId22" imgW="139680" imgH="139680" progId="Equation.DSMT4">
                  <p:embed/>
                </p:oleObj>
              </mc:Choice>
              <mc:Fallback>
                <p:oleObj name="Equation" r:id="rId22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5121934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316" name="Text Box 20"/>
          <p:cNvSpPr txBox="1">
            <a:spLocks noChangeArrowheads="1"/>
          </p:cNvSpPr>
          <p:nvPr/>
        </p:nvSpPr>
        <p:spPr bwMode="auto">
          <a:xfrm>
            <a:off x="7784204" y="1301956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取上侧</a:t>
            </a:r>
          </a:p>
        </p:txBody>
      </p:sp>
      <p:graphicFrame>
        <p:nvGraphicFramePr>
          <p:cNvPr id="52122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758856"/>
              </p:ext>
            </p:extLst>
          </p:nvPr>
        </p:nvGraphicFramePr>
        <p:xfrm>
          <a:off x="2601914" y="3235463"/>
          <a:ext cx="47450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80" name="Equation" r:id="rId24" imgW="4622760" imgH="812520" progId="Equation.3">
                  <p:embed/>
                </p:oleObj>
              </mc:Choice>
              <mc:Fallback>
                <p:oleObj name="Equation" r:id="rId24" imgW="4622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914" y="3235463"/>
                        <a:ext cx="474503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21" name="Group 37"/>
          <p:cNvGrpSpPr>
            <a:grpSpLocks/>
          </p:cNvGrpSpPr>
          <p:nvPr/>
        </p:nvGrpSpPr>
        <p:grpSpPr bwMode="auto">
          <a:xfrm>
            <a:off x="8567807" y="1322525"/>
            <a:ext cx="3017837" cy="2413000"/>
            <a:chOff x="3763" y="768"/>
            <a:chExt cx="1901" cy="1520"/>
          </a:xfrm>
        </p:grpSpPr>
        <p:grpSp>
          <p:nvGrpSpPr>
            <p:cNvPr id="25622" name="Group 27"/>
            <p:cNvGrpSpPr>
              <a:grpSpLocks/>
            </p:cNvGrpSpPr>
            <p:nvPr/>
          </p:nvGrpSpPr>
          <p:grpSpPr bwMode="auto">
            <a:xfrm>
              <a:off x="3763" y="768"/>
              <a:ext cx="1901" cy="1520"/>
              <a:chOff x="2928" y="2560"/>
              <a:chExt cx="1901" cy="1520"/>
            </a:xfrm>
          </p:grpSpPr>
          <p:graphicFrame>
            <p:nvGraphicFramePr>
              <p:cNvPr id="25614" name="Object 14"/>
              <p:cNvGraphicFramePr>
                <a:graphicFrameLocks noChangeAspect="1"/>
              </p:cNvGraphicFramePr>
              <p:nvPr/>
            </p:nvGraphicFramePr>
            <p:xfrm>
              <a:off x="2928" y="390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381" name="Equation" r:id="rId26" imgW="139680" imgH="139680" progId="Equation.3">
                      <p:embed/>
                    </p:oleObj>
                  </mc:Choice>
                  <mc:Fallback>
                    <p:oleObj name="Equation" r:id="rId26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390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5" name="Object 15"/>
              <p:cNvGraphicFramePr>
                <a:graphicFrameLocks noChangeAspect="1"/>
              </p:cNvGraphicFramePr>
              <p:nvPr/>
            </p:nvGraphicFramePr>
            <p:xfrm>
              <a:off x="4656" y="368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382" name="Equation" r:id="rId28" imgW="139680" imgH="164880" progId="Equation.3">
                      <p:embed/>
                    </p:oleObj>
                  </mc:Choice>
                  <mc:Fallback>
                    <p:oleObj name="Equation" r:id="rId28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368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6" name="Object 16"/>
              <p:cNvGraphicFramePr>
                <a:graphicFrameLocks noChangeAspect="1"/>
              </p:cNvGraphicFramePr>
              <p:nvPr/>
            </p:nvGraphicFramePr>
            <p:xfrm>
              <a:off x="3504" y="2560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383" name="Equation" r:id="rId30" imgW="114120" imgH="139680" progId="Equation.3">
                      <p:embed/>
                    </p:oleObj>
                  </mc:Choice>
                  <mc:Fallback>
                    <p:oleObj name="Equation" r:id="rId30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60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5" name="Line 31"/>
              <p:cNvSpPr>
                <a:spLocks noChangeShapeType="1"/>
              </p:cNvSpPr>
              <p:nvPr/>
            </p:nvSpPr>
            <p:spPr bwMode="auto">
              <a:xfrm>
                <a:off x="3667" y="3632"/>
                <a:ext cx="11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6" name="Line 32"/>
              <p:cNvSpPr>
                <a:spLocks noChangeShapeType="1"/>
              </p:cNvSpPr>
              <p:nvPr/>
            </p:nvSpPr>
            <p:spPr bwMode="auto">
              <a:xfrm flipH="1">
                <a:off x="3072" y="3632"/>
                <a:ext cx="595" cy="3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7" name="Line 33"/>
              <p:cNvSpPr>
                <a:spLocks noChangeShapeType="1"/>
              </p:cNvSpPr>
              <p:nvPr/>
            </p:nvSpPr>
            <p:spPr bwMode="auto">
              <a:xfrm flipV="1">
                <a:off x="3667" y="2592"/>
                <a:ext cx="0" cy="10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5617" name="Object 17"/>
              <p:cNvGraphicFramePr>
                <a:graphicFrameLocks noChangeAspect="1"/>
              </p:cNvGraphicFramePr>
              <p:nvPr/>
            </p:nvGraphicFramePr>
            <p:xfrm>
              <a:off x="3600" y="3616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384" name="Equation" r:id="rId32" imgW="164880" imgH="177480" progId="Equation.3">
                      <p:embed/>
                    </p:oleObj>
                  </mc:Choice>
                  <mc:Fallback>
                    <p:oleObj name="Equation" r:id="rId32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3616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5623" name="Freeform 35"/>
            <p:cNvSpPr>
              <a:spLocks/>
            </p:cNvSpPr>
            <p:nvPr/>
          </p:nvSpPr>
          <p:spPr bwMode="auto">
            <a:xfrm>
              <a:off x="4172" y="965"/>
              <a:ext cx="887" cy="1097"/>
            </a:xfrm>
            <a:custGeom>
              <a:avLst/>
              <a:gdLst>
                <a:gd name="T0" fmla="*/ 329 w 887"/>
                <a:gd name="T1" fmla="*/ 0 h 1097"/>
                <a:gd name="T2" fmla="*/ 0 w 887"/>
                <a:gd name="T3" fmla="*/ 1097 h 1097"/>
                <a:gd name="T4" fmla="*/ 887 w 887"/>
                <a:gd name="T5" fmla="*/ 868 h 1097"/>
                <a:gd name="T6" fmla="*/ 329 w 887"/>
                <a:gd name="T7" fmla="*/ 0 h 10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7"/>
                <a:gd name="T13" fmla="*/ 0 h 1097"/>
                <a:gd name="T14" fmla="*/ 887 w 887"/>
                <a:gd name="T15" fmla="*/ 1097 h 10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7" h="1097">
                  <a:moveTo>
                    <a:pt x="329" y="0"/>
                  </a:moveTo>
                  <a:lnTo>
                    <a:pt x="0" y="1097"/>
                  </a:lnTo>
                  <a:lnTo>
                    <a:pt x="887" y="868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36"/>
            <p:cNvSpPr>
              <a:spLocks noChangeShapeType="1"/>
            </p:cNvSpPr>
            <p:nvPr/>
          </p:nvSpPr>
          <p:spPr bwMode="auto">
            <a:xfrm flipV="1">
              <a:off x="4579" y="1376"/>
              <a:ext cx="624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2122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934164"/>
              </p:ext>
            </p:extLst>
          </p:nvPr>
        </p:nvGraphicFramePr>
        <p:xfrm>
          <a:off x="2806702" y="4884600"/>
          <a:ext cx="4335462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85" name="Equation" r:id="rId34" imgW="1815840" imgH="330120" progId="Equation.DSMT4">
                  <p:embed/>
                </p:oleObj>
              </mc:Choice>
              <mc:Fallback>
                <p:oleObj name="Equation" r:id="rId34" imgW="18158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2" y="4884600"/>
                        <a:ext cx="4335462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00994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439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439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21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2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2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3" grpId="0" animBg="1"/>
      <p:bldP spid="43931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714490"/>
              </p:ext>
            </p:extLst>
          </p:nvPr>
        </p:nvGraphicFramePr>
        <p:xfrm>
          <a:off x="2399145" y="2635004"/>
          <a:ext cx="37163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86" name="Equation" r:id="rId3" imgW="3441600" imgH="698400" progId="Equation.3">
                  <p:embed/>
                </p:oleObj>
              </mc:Choice>
              <mc:Fallback>
                <p:oleObj name="Equation" r:id="rId3" imgW="34416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145" y="2635004"/>
                        <a:ext cx="37163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825610"/>
              </p:ext>
            </p:extLst>
          </p:nvPr>
        </p:nvGraphicFramePr>
        <p:xfrm>
          <a:off x="2362201" y="4557874"/>
          <a:ext cx="6032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87" name="Equation" r:id="rId5" imgW="5689440" imgH="812520" progId="Equation.3">
                  <p:embed/>
                </p:oleObj>
              </mc:Choice>
              <mc:Fallback>
                <p:oleObj name="Equation" r:id="rId5" imgW="568944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4557874"/>
                        <a:ext cx="6032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8" name="Text Box 9"/>
          <p:cNvSpPr txBox="1">
            <a:spLocks noChangeArrowheads="1"/>
          </p:cNvSpPr>
          <p:nvPr/>
        </p:nvSpPr>
        <p:spPr bwMode="auto">
          <a:xfrm>
            <a:off x="2279821" y="1028317"/>
            <a:ext cx="901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法二</a:t>
            </a:r>
          </a:p>
        </p:txBody>
      </p:sp>
      <p:sp>
        <p:nvSpPr>
          <p:cNvPr id="440330" name="Text Box 10"/>
          <p:cNvSpPr txBox="1">
            <a:spLocks noChangeArrowheads="1"/>
          </p:cNvSpPr>
          <p:nvPr/>
        </p:nvSpPr>
        <p:spPr bwMode="auto">
          <a:xfrm>
            <a:off x="3295650" y="1028317"/>
            <a:ext cx="5314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利用</a:t>
            </a:r>
            <a:r>
              <a:rPr lang="zh-CN" altLang="en-US" sz="2800" b="1" dirty="0">
                <a:solidFill>
                  <a:srgbClr val="0000FF"/>
                </a:solidFill>
              </a:rPr>
              <a:t>两类曲面积分的联系</a:t>
            </a:r>
            <a:r>
              <a:rPr lang="zh-CN" altLang="en-US" sz="2800" b="1" dirty="0"/>
              <a:t>计算</a:t>
            </a:r>
            <a:r>
              <a:rPr lang="en-US" altLang="zh-CN" sz="2800" b="1" dirty="0"/>
              <a:t>.</a:t>
            </a:r>
          </a:p>
        </p:txBody>
      </p:sp>
      <p:sp>
        <p:nvSpPr>
          <p:cNvPr id="440331" name="Text Box 11"/>
          <p:cNvSpPr txBox="1">
            <a:spLocks noChangeArrowheads="1"/>
          </p:cNvSpPr>
          <p:nvPr/>
        </p:nvSpPr>
        <p:spPr bwMode="auto">
          <a:xfrm>
            <a:off x="2362201" y="1634736"/>
            <a:ext cx="1928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 dirty="0"/>
              <a:t>Σ</a:t>
            </a:r>
            <a:r>
              <a:rPr lang="zh-CN" altLang="en-US" sz="2800" b="1" dirty="0"/>
              <a:t>取</a:t>
            </a:r>
            <a:r>
              <a:rPr lang="zh-CN" altLang="en-US" sz="2800" b="1" dirty="0">
                <a:solidFill>
                  <a:srgbClr val="0000FF"/>
                </a:solidFill>
              </a:rPr>
              <a:t>上侧</a:t>
            </a:r>
            <a:r>
              <a:rPr lang="en-US" altLang="zh-CN" sz="2800" b="1" dirty="0"/>
              <a:t>,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775808"/>
              </p:ext>
            </p:extLst>
          </p:nvPr>
        </p:nvGraphicFramePr>
        <p:xfrm>
          <a:off x="9352377" y="620669"/>
          <a:ext cx="25146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88" name="公式" r:id="rId7" imgW="977760" imgH="203040" progId="Equation.3">
                  <p:embed/>
                </p:oleObj>
              </mc:Choice>
              <mc:Fallback>
                <p:oleObj name="公式" r:id="rId7" imgW="977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2377" y="620669"/>
                        <a:ext cx="2514600" cy="5191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66FF33">
                              <a:gamma/>
                              <a:shade val="46275"/>
                              <a:invGamma/>
                            </a:srgbClr>
                          </a:gs>
                          <a:gs pos="50000">
                            <a:srgbClr val="66FF33"/>
                          </a:gs>
                          <a:gs pos="100000">
                            <a:srgbClr val="66FF33">
                              <a:gamma/>
                              <a:shade val="46275"/>
                              <a:invGamma/>
                            </a:srgb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250746"/>
              </p:ext>
            </p:extLst>
          </p:nvPr>
        </p:nvGraphicFramePr>
        <p:xfrm>
          <a:off x="6203353" y="2751546"/>
          <a:ext cx="1665287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89" name="Equation" r:id="rId9" imgW="1688760" imgH="901440" progId="Equation.3">
                  <p:embed/>
                </p:oleObj>
              </mc:Choice>
              <mc:Fallback>
                <p:oleObj name="Equation" r:id="rId9" imgW="168876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353" y="2751546"/>
                        <a:ext cx="1665287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013340"/>
              </p:ext>
            </p:extLst>
          </p:nvPr>
        </p:nvGraphicFramePr>
        <p:xfrm>
          <a:off x="2441404" y="2208553"/>
          <a:ext cx="2544461" cy="590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90" name="Equation" r:id="rId11" imgW="1041120" imgH="241200" progId="Equation.DSMT4">
                  <p:embed/>
                </p:oleObj>
              </mc:Choice>
              <mc:Fallback>
                <p:oleObj name="Equation" r:id="rId11" imgW="1041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404" y="2208553"/>
                        <a:ext cx="2544461" cy="590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947821"/>
              </p:ext>
            </p:extLst>
          </p:nvPr>
        </p:nvGraphicFramePr>
        <p:xfrm>
          <a:off x="4985865" y="2305394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91" name="Equation" r:id="rId13" imgW="1257120" imgH="393480" progId="Equation.3">
                  <p:embed/>
                </p:oleObj>
              </mc:Choice>
              <mc:Fallback>
                <p:oleObj name="Equation" r:id="rId13" imgW="1257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5865" y="2305394"/>
                        <a:ext cx="1295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771883"/>
              </p:ext>
            </p:extLst>
          </p:nvPr>
        </p:nvGraphicFramePr>
        <p:xfrm>
          <a:off x="2279821" y="5368840"/>
          <a:ext cx="474503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92" name="Equation" r:id="rId15" imgW="4711680" imgH="965160" progId="Equation.3">
                  <p:embed/>
                </p:oleObj>
              </mc:Choice>
              <mc:Fallback>
                <p:oleObj name="Equation" r:id="rId15" imgW="471168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821" y="5368840"/>
                        <a:ext cx="4745038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37" name="Rectangle 17"/>
          <p:cNvSpPr>
            <a:spLocks noChangeArrowheads="1"/>
          </p:cNvSpPr>
          <p:nvPr/>
        </p:nvSpPr>
        <p:spPr bwMode="auto">
          <a:xfrm>
            <a:off x="8502650" y="1640632"/>
            <a:ext cx="107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锐角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894880" y="1662088"/>
            <a:ext cx="4965700" cy="519113"/>
            <a:chOff x="1624" y="816"/>
            <a:chExt cx="3128" cy="327"/>
          </a:xfrm>
        </p:grpSpPr>
        <p:sp>
          <p:nvSpPr>
            <p:cNvPr id="26650" name="Text Box 19"/>
            <p:cNvSpPr txBox="1">
              <a:spLocks noChangeArrowheads="1"/>
            </p:cNvSpPr>
            <p:nvPr/>
          </p:nvSpPr>
          <p:spPr bwMode="auto">
            <a:xfrm>
              <a:off x="1624" y="816"/>
              <a:ext cx="31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则法向量</a:t>
              </a:r>
              <a:r>
                <a:rPr lang="en-US" altLang="zh-CN" sz="2800" b="1" i="1" dirty="0"/>
                <a:t>n</a:t>
              </a:r>
              <a:r>
                <a:rPr lang="zh-CN" altLang="en-US" sz="2800" b="1" dirty="0"/>
                <a:t>与</a:t>
              </a:r>
              <a:r>
                <a:rPr lang="en-US" altLang="zh-CN" sz="2800" b="1" i="1" dirty="0"/>
                <a:t>z</a:t>
              </a:r>
              <a:r>
                <a:rPr lang="zh-CN" altLang="en-US" sz="2800" b="1" dirty="0"/>
                <a:t>轴正向的夹角为</a:t>
              </a:r>
            </a:p>
          </p:txBody>
        </p:sp>
        <p:sp>
          <p:nvSpPr>
            <p:cNvPr id="26651" name="Line 20"/>
            <p:cNvSpPr>
              <a:spLocks noChangeShapeType="1"/>
            </p:cNvSpPr>
            <p:nvPr/>
          </p:nvSpPr>
          <p:spPr bwMode="auto">
            <a:xfrm>
              <a:off x="2592" y="864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2224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207664"/>
              </p:ext>
            </p:extLst>
          </p:nvPr>
        </p:nvGraphicFramePr>
        <p:xfrm>
          <a:off x="2670275" y="3643475"/>
          <a:ext cx="47450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93" name="Equation" r:id="rId17" imgW="4622760" imgH="812520" progId="Equation.3">
                  <p:embed/>
                </p:oleObj>
              </mc:Choice>
              <mc:Fallback>
                <p:oleObj name="Equation" r:id="rId17" imgW="4622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275" y="3643475"/>
                        <a:ext cx="47450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43" name="Group 27"/>
          <p:cNvGrpSpPr>
            <a:grpSpLocks/>
          </p:cNvGrpSpPr>
          <p:nvPr/>
        </p:nvGrpSpPr>
        <p:grpSpPr bwMode="auto">
          <a:xfrm>
            <a:off x="8722468" y="1802489"/>
            <a:ext cx="3017838" cy="2413000"/>
            <a:chOff x="3763" y="768"/>
            <a:chExt cx="1901" cy="1520"/>
          </a:xfrm>
        </p:grpSpPr>
        <p:grpSp>
          <p:nvGrpSpPr>
            <p:cNvPr id="26644" name="Group 28"/>
            <p:cNvGrpSpPr>
              <a:grpSpLocks/>
            </p:cNvGrpSpPr>
            <p:nvPr/>
          </p:nvGrpSpPr>
          <p:grpSpPr bwMode="auto">
            <a:xfrm>
              <a:off x="3763" y="768"/>
              <a:ext cx="1901" cy="1520"/>
              <a:chOff x="2928" y="2560"/>
              <a:chExt cx="1901" cy="1520"/>
            </a:xfrm>
          </p:grpSpPr>
          <p:graphicFrame>
            <p:nvGraphicFramePr>
              <p:cNvPr id="26634" name="Object 10"/>
              <p:cNvGraphicFramePr>
                <a:graphicFrameLocks noChangeAspect="1"/>
              </p:cNvGraphicFramePr>
              <p:nvPr/>
            </p:nvGraphicFramePr>
            <p:xfrm>
              <a:off x="2928" y="390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94" name="Equation" r:id="rId19" imgW="139680" imgH="139680" progId="Equation.3">
                      <p:embed/>
                    </p:oleObj>
                  </mc:Choice>
                  <mc:Fallback>
                    <p:oleObj name="Equation" r:id="rId19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390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5" name="Object 11"/>
              <p:cNvGraphicFramePr>
                <a:graphicFrameLocks noChangeAspect="1"/>
              </p:cNvGraphicFramePr>
              <p:nvPr/>
            </p:nvGraphicFramePr>
            <p:xfrm>
              <a:off x="4656" y="368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95" name="Equation" r:id="rId21" imgW="139680" imgH="164880" progId="Equation.3">
                      <p:embed/>
                    </p:oleObj>
                  </mc:Choice>
                  <mc:Fallback>
                    <p:oleObj name="Equation" r:id="rId21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368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6" name="Object 12"/>
              <p:cNvGraphicFramePr>
                <a:graphicFrameLocks noChangeAspect="1"/>
              </p:cNvGraphicFramePr>
              <p:nvPr/>
            </p:nvGraphicFramePr>
            <p:xfrm>
              <a:off x="3504" y="2560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96" name="Equation" r:id="rId23" imgW="114120" imgH="139680" progId="Equation.3">
                      <p:embed/>
                    </p:oleObj>
                  </mc:Choice>
                  <mc:Fallback>
                    <p:oleObj name="Equation" r:id="rId23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60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47" name="Line 32"/>
              <p:cNvSpPr>
                <a:spLocks noChangeShapeType="1"/>
              </p:cNvSpPr>
              <p:nvPr/>
            </p:nvSpPr>
            <p:spPr bwMode="auto">
              <a:xfrm>
                <a:off x="3667" y="3632"/>
                <a:ext cx="11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8" name="Line 33"/>
              <p:cNvSpPr>
                <a:spLocks noChangeShapeType="1"/>
              </p:cNvSpPr>
              <p:nvPr/>
            </p:nvSpPr>
            <p:spPr bwMode="auto">
              <a:xfrm flipH="1">
                <a:off x="3072" y="3632"/>
                <a:ext cx="595" cy="3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9" name="Line 34"/>
              <p:cNvSpPr>
                <a:spLocks noChangeShapeType="1"/>
              </p:cNvSpPr>
              <p:nvPr/>
            </p:nvSpPr>
            <p:spPr bwMode="auto">
              <a:xfrm flipV="1">
                <a:off x="3667" y="2592"/>
                <a:ext cx="0" cy="10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37" name="Object 13"/>
              <p:cNvGraphicFramePr>
                <a:graphicFrameLocks noChangeAspect="1"/>
              </p:cNvGraphicFramePr>
              <p:nvPr/>
            </p:nvGraphicFramePr>
            <p:xfrm>
              <a:off x="3600" y="3616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97" name="Equation" r:id="rId25" imgW="164880" imgH="177480" progId="Equation.3">
                      <p:embed/>
                    </p:oleObj>
                  </mc:Choice>
                  <mc:Fallback>
                    <p:oleObj name="Equation" r:id="rId25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3616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45" name="Freeform 36"/>
            <p:cNvSpPr>
              <a:spLocks/>
            </p:cNvSpPr>
            <p:nvPr/>
          </p:nvSpPr>
          <p:spPr bwMode="auto">
            <a:xfrm>
              <a:off x="4172" y="965"/>
              <a:ext cx="887" cy="1097"/>
            </a:xfrm>
            <a:custGeom>
              <a:avLst/>
              <a:gdLst>
                <a:gd name="T0" fmla="*/ 329 w 887"/>
                <a:gd name="T1" fmla="*/ 0 h 1097"/>
                <a:gd name="T2" fmla="*/ 0 w 887"/>
                <a:gd name="T3" fmla="*/ 1097 h 1097"/>
                <a:gd name="T4" fmla="*/ 887 w 887"/>
                <a:gd name="T5" fmla="*/ 868 h 1097"/>
                <a:gd name="T6" fmla="*/ 329 w 887"/>
                <a:gd name="T7" fmla="*/ 0 h 10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7"/>
                <a:gd name="T13" fmla="*/ 0 h 1097"/>
                <a:gd name="T14" fmla="*/ 887 w 887"/>
                <a:gd name="T15" fmla="*/ 1097 h 10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7" h="1097">
                  <a:moveTo>
                    <a:pt x="329" y="0"/>
                  </a:moveTo>
                  <a:lnTo>
                    <a:pt x="0" y="1097"/>
                  </a:lnTo>
                  <a:lnTo>
                    <a:pt x="887" y="868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37"/>
            <p:cNvSpPr>
              <a:spLocks noChangeShapeType="1"/>
            </p:cNvSpPr>
            <p:nvPr/>
          </p:nvSpPr>
          <p:spPr bwMode="auto">
            <a:xfrm flipV="1">
              <a:off x="4579" y="1376"/>
              <a:ext cx="624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262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2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2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2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2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30" grpId="0" autoUpdateAnimBg="0"/>
      <p:bldP spid="440331" grpId="0" autoUpdateAnimBg="0"/>
      <p:bldP spid="440337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326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919398"/>
              </p:ext>
            </p:extLst>
          </p:nvPr>
        </p:nvGraphicFramePr>
        <p:xfrm>
          <a:off x="3095626" y="2797040"/>
          <a:ext cx="509905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5" name="公式" r:id="rId3" imgW="1917360" imgH="482400" progId="Equation.3">
                  <p:embed/>
                </p:oleObj>
              </mc:Choice>
              <mc:Fallback>
                <p:oleObj name="公式" r:id="rId3" imgW="19173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6" y="2797040"/>
                        <a:ext cx="5099050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5" name="Object 3"/>
          <p:cNvGraphicFramePr>
            <a:graphicFrameLocks noChangeAspect="1"/>
          </p:cNvGraphicFramePr>
          <p:nvPr/>
        </p:nvGraphicFramePr>
        <p:xfrm>
          <a:off x="3095626" y="4038600"/>
          <a:ext cx="322897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6" name="Equation" r:id="rId5" imgW="2946240" imgH="698400" progId="Equation.3">
                  <p:embed/>
                </p:oleObj>
              </mc:Choice>
              <mc:Fallback>
                <p:oleObj name="Equation" r:id="rId5" imgW="2946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6" y="4038600"/>
                        <a:ext cx="322897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613633"/>
              </p:ext>
            </p:extLst>
          </p:nvPr>
        </p:nvGraphicFramePr>
        <p:xfrm>
          <a:off x="8582071" y="1882276"/>
          <a:ext cx="25146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7" name="公式" r:id="rId7" imgW="977760" imgH="203040" progId="Equation.3">
                  <p:embed/>
                </p:oleObj>
              </mc:Choice>
              <mc:Fallback>
                <p:oleObj name="公式" r:id="rId7" imgW="977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2071" y="1882276"/>
                        <a:ext cx="2514600" cy="5191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66FF33">
                              <a:gamma/>
                              <a:shade val="46275"/>
                              <a:invGamma/>
                            </a:srgbClr>
                          </a:gs>
                          <a:gs pos="50000">
                            <a:srgbClr val="66FF33"/>
                          </a:gs>
                          <a:gs pos="100000">
                            <a:srgbClr val="66FF33">
                              <a:gamma/>
                              <a:shade val="46275"/>
                              <a:invGamma/>
                            </a:srgb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7" name="Object 5"/>
          <p:cNvGraphicFramePr>
            <a:graphicFrameLocks noChangeAspect="1"/>
          </p:cNvGraphicFramePr>
          <p:nvPr/>
        </p:nvGraphicFramePr>
        <p:xfrm>
          <a:off x="6356350" y="4038601"/>
          <a:ext cx="65405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8" name="Equation" r:id="rId9" imgW="634680" imgH="838080" progId="Equation.3">
                  <p:embed/>
                </p:oleObj>
              </mc:Choice>
              <mc:Fallback>
                <p:oleObj name="Equation" r:id="rId9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4038601"/>
                        <a:ext cx="65405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8" name="Object 6"/>
          <p:cNvGraphicFramePr>
            <a:graphicFrameLocks noChangeAspect="1"/>
          </p:cNvGraphicFramePr>
          <p:nvPr/>
        </p:nvGraphicFramePr>
        <p:xfrm>
          <a:off x="5999164" y="3124201"/>
          <a:ext cx="19256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9" name="Equation" r:id="rId11" imgW="749160" imgH="203040" progId="Equation.DSMT4">
                  <p:embed/>
                </p:oleObj>
              </mc:Choice>
              <mc:Fallback>
                <p:oleObj name="Equation" r:id="rId11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9164" y="3124201"/>
                        <a:ext cx="192563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66FF33">
                                    <a:gamma/>
                                    <a:shade val="46275"/>
                                    <a:invGamma/>
                                  </a:srgbClr>
                                </a:gs>
                                <a:gs pos="50000">
                                  <a:srgbClr val="66FF33"/>
                                </a:gs>
                                <a:gs pos="100000">
                                  <a:srgbClr val="66FF33">
                                    <a:gamma/>
                                    <a:shade val="46275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69" name="Object 7"/>
          <p:cNvGraphicFramePr>
            <a:graphicFrameLocks noChangeAspect="1"/>
          </p:cNvGraphicFramePr>
          <p:nvPr/>
        </p:nvGraphicFramePr>
        <p:xfrm>
          <a:off x="8072392" y="3184114"/>
          <a:ext cx="1019358" cy="45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60" name="Equation" r:id="rId13" imgW="444240" imgH="203040" progId="Equation.DSMT4">
                  <p:embed/>
                </p:oleObj>
              </mc:Choice>
              <mc:Fallback>
                <p:oleObj name="Equation" r:id="rId13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2392" y="3184114"/>
                        <a:ext cx="1019358" cy="45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143250" y="1765300"/>
          <a:ext cx="47053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61" name="Equation" r:id="rId15" imgW="4673520" imgH="965160" progId="Equation.3">
                  <p:embed/>
                </p:oleObj>
              </mc:Choice>
              <mc:Fallback>
                <p:oleObj name="Equation" r:id="rId15" imgW="467352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1765300"/>
                        <a:ext cx="470535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21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2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374654"/>
              </p:ext>
            </p:extLst>
          </p:nvPr>
        </p:nvGraphicFramePr>
        <p:xfrm>
          <a:off x="1951570" y="2946400"/>
          <a:ext cx="6609720" cy="974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94" name="Equation" r:id="rId3" imgW="2590560" imgH="380880" progId="Equation.DSMT4">
                  <p:embed/>
                </p:oleObj>
              </mc:Choice>
              <mc:Fallback>
                <p:oleObj name="Equation" r:id="rId3" imgW="2590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570" y="2946400"/>
                        <a:ext cx="6609720" cy="974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8" name="Text Box 9"/>
          <p:cNvSpPr txBox="1">
            <a:spLocks noChangeArrowheads="1"/>
          </p:cNvSpPr>
          <p:nvPr/>
        </p:nvSpPr>
        <p:spPr bwMode="auto">
          <a:xfrm>
            <a:off x="1744318" y="818047"/>
            <a:ext cx="901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法三</a:t>
            </a:r>
          </a:p>
        </p:txBody>
      </p:sp>
      <p:graphicFrame>
        <p:nvGraphicFramePr>
          <p:cNvPr id="52224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517795"/>
              </p:ext>
            </p:extLst>
          </p:nvPr>
        </p:nvGraphicFramePr>
        <p:xfrm>
          <a:off x="3006202" y="854279"/>
          <a:ext cx="5214396" cy="54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95" name="Equation" r:id="rId5" imgW="1930320" imgH="203040" progId="Equation.DSMT4">
                  <p:embed/>
                </p:oleObj>
              </mc:Choice>
              <mc:Fallback>
                <p:oleObj name="Equation" r:id="rId5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202" y="854279"/>
                        <a:ext cx="5214396" cy="548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034298"/>
              </p:ext>
            </p:extLst>
          </p:nvPr>
        </p:nvGraphicFramePr>
        <p:xfrm>
          <a:off x="2019758" y="2075613"/>
          <a:ext cx="47450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96" name="Equation" r:id="rId7" imgW="4622760" imgH="812520" progId="Equation.3">
                  <p:embed/>
                </p:oleObj>
              </mc:Choice>
              <mc:Fallback>
                <p:oleObj name="Equation" r:id="rId7" imgW="4622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758" y="2075613"/>
                        <a:ext cx="47450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43" name="Group 27"/>
          <p:cNvGrpSpPr>
            <a:grpSpLocks/>
          </p:cNvGrpSpPr>
          <p:nvPr/>
        </p:nvGrpSpPr>
        <p:grpSpPr bwMode="auto">
          <a:xfrm>
            <a:off x="9053208" y="2070100"/>
            <a:ext cx="3017838" cy="2413000"/>
            <a:chOff x="3763" y="768"/>
            <a:chExt cx="1901" cy="1520"/>
          </a:xfrm>
        </p:grpSpPr>
        <p:grpSp>
          <p:nvGrpSpPr>
            <p:cNvPr id="26644" name="Group 28"/>
            <p:cNvGrpSpPr>
              <a:grpSpLocks/>
            </p:cNvGrpSpPr>
            <p:nvPr/>
          </p:nvGrpSpPr>
          <p:grpSpPr bwMode="auto">
            <a:xfrm>
              <a:off x="3763" y="768"/>
              <a:ext cx="1901" cy="1520"/>
              <a:chOff x="2928" y="2560"/>
              <a:chExt cx="1901" cy="1520"/>
            </a:xfrm>
          </p:grpSpPr>
          <p:graphicFrame>
            <p:nvGraphicFramePr>
              <p:cNvPr id="26634" name="Object 10"/>
              <p:cNvGraphicFramePr>
                <a:graphicFrameLocks noChangeAspect="1"/>
              </p:cNvGraphicFramePr>
              <p:nvPr/>
            </p:nvGraphicFramePr>
            <p:xfrm>
              <a:off x="2928" y="390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197" name="Equation" r:id="rId9" imgW="139680" imgH="139680" progId="Equation.3">
                      <p:embed/>
                    </p:oleObj>
                  </mc:Choice>
                  <mc:Fallback>
                    <p:oleObj name="Equation" r:id="rId9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390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5" name="Object 11"/>
              <p:cNvGraphicFramePr>
                <a:graphicFrameLocks noChangeAspect="1"/>
              </p:cNvGraphicFramePr>
              <p:nvPr/>
            </p:nvGraphicFramePr>
            <p:xfrm>
              <a:off x="4656" y="368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198" name="Equation" r:id="rId11" imgW="139680" imgH="164880" progId="Equation.3">
                      <p:embed/>
                    </p:oleObj>
                  </mc:Choice>
                  <mc:Fallback>
                    <p:oleObj name="Equation" r:id="rId11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368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36" name="Object 12"/>
              <p:cNvGraphicFramePr>
                <a:graphicFrameLocks noChangeAspect="1"/>
              </p:cNvGraphicFramePr>
              <p:nvPr/>
            </p:nvGraphicFramePr>
            <p:xfrm>
              <a:off x="3504" y="2560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199" name="Equation" r:id="rId13" imgW="114120" imgH="139680" progId="Equation.3">
                      <p:embed/>
                    </p:oleObj>
                  </mc:Choice>
                  <mc:Fallback>
                    <p:oleObj name="Equation" r:id="rId13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60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47" name="Line 32"/>
              <p:cNvSpPr>
                <a:spLocks noChangeShapeType="1"/>
              </p:cNvSpPr>
              <p:nvPr/>
            </p:nvSpPr>
            <p:spPr bwMode="auto">
              <a:xfrm>
                <a:off x="3667" y="3632"/>
                <a:ext cx="11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8" name="Line 33"/>
              <p:cNvSpPr>
                <a:spLocks noChangeShapeType="1"/>
              </p:cNvSpPr>
              <p:nvPr/>
            </p:nvSpPr>
            <p:spPr bwMode="auto">
              <a:xfrm flipH="1">
                <a:off x="3072" y="3632"/>
                <a:ext cx="595" cy="3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9" name="Line 34"/>
              <p:cNvSpPr>
                <a:spLocks noChangeShapeType="1"/>
              </p:cNvSpPr>
              <p:nvPr/>
            </p:nvSpPr>
            <p:spPr bwMode="auto">
              <a:xfrm flipV="1">
                <a:off x="3667" y="2592"/>
                <a:ext cx="0" cy="10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637" name="Object 13"/>
              <p:cNvGraphicFramePr>
                <a:graphicFrameLocks noChangeAspect="1"/>
              </p:cNvGraphicFramePr>
              <p:nvPr/>
            </p:nvGraphicFramePr>
            <p:xfrm>
              <a:off x="3600" y="3616"/>
              <a:ext cx="20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200" name="Equation" r:id="rId15" imgW="164880" imgH="177480" progId="Equation.3">
                      <p:embed/>
                    </p:oleObj>
                  </mc:Choice>
                  <mc:Fallback>
                    <p:oleObj name="Equation" r:id="rId15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3616"/>
                            <a:ext cx="20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6645" name="Freeform 36"/>
            <p:cNvSpPr>
              <a:spLocks/>
            </p:cNvSpPr>
            <p:nvPr/>
          </p:nvSpPr>
          <p:spPr bwMode="auto">
            <a:xfrm>
              <a:off x="4172" y="965"/>
              <a:ext cx="887" cy="1097"/>
            </a:xfrm>
            <a:custGeom>
              <a:avLst/>
              <a:gdLst>
                <a:gd name="T0" fmla="*/ 329 w 887"/>
                <a:gd name="T1" fmla="*/ 0 h 1097"/>
                <a:gd name="T2" fmla="*/ 0 w 887"/>
                <a:gd name="T3" fmla="*/ 1097 h 1097"/>
                <a:gd name="T4" fmla="*/ 887 w 887"/>
                <a:gd name="T5" fmla="*/ 868 h 1097"/>
                <a:gd name="T6" fmla="*/ 329 w 887"/>
                <a:gd name="T7" fmla="*/ 0 h 10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7"/>
                <a:gd name="T13" fmla="*/ 0 h 1097"/>
                <a:gd name="T14" fmla="*/ 887 w 887"/>
                <a:gd name="T15" fmla="*/ 1097 h 10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7" h="1097">
                  <a:moveTo>
                    <a:pt x="329" y="0"/>
                  </a:moveTo>
                  <a:lnTo>
                    <a:pt x="0" y="1097"/>
                  </a:lnTo>
                  <a:lnTo>
                    <a:pt x="887" y="868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  <a:ln w="222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37"/>
            <p:cNvSpPr>
              <a:spLocks noChangeShapeType="1"/>
            </p:cNvSpPr>
            <p:nvPr/>
          </p:nvSpPr>
          <p:spPr bwMode="auto">
            <a:xfrm flipV="1">
              <a:off x="4579" y="1376"/>
              <a:ext cx="624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652089"/>
              </p:ext>
            </p:extLst>
          </p:nvPr>
        </p:nvGraphicFramePr>
        <p:xfrm>
          <a:off x="3050922" y="1497877"/>
          <a:ext cx="5801159" cy="509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01" name="Equation" r:id="rId17" imgW="2311200" imgH="203040" progId="Equation.DSMT4">
                  <p:embed/>
                </p:oleObj>
              </mc:Choice>
              <mc:Fallback>
                <p:oleObj name="Equation" r:id="rId17" imgW="2311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50922" y="1497877"/>
                        <a:ext cx="5801159" cy="509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20598" y="85037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取上侧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89038" y="146477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其中，</a:t>
            </a:r>
          </a:p>
        </p:txBody>
      </p:sp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958623"/>
              </p:ext>
            </p:extLst>
          </p:nvPr>
        </p:nvGraphicFramePr>
        <p:xfrm>
          <a:off x="1977722" y="3904344"/>
          <a:ext cx="272256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02" name="Equation" r:id="rId19" imgW="1066680" imgH="380880" progId="Equation.DSMT4">
                  <p:embed/>
                </p:oleObj>
              </mc:Choice>
              <mc:Fallback>
                <p:oleObj name="Equation" r:id="rId19" imgW="1066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722" y="3904344"/>
                        <a:ext cx="2722562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909831"/>
              </p:ext>
            </p:extLst>
          </p:nvPr>
        </p:nvGraphicFramePr>
        <p:xfrm>
          <a:off x="2019758" y="4756082"/>
          <a:ext cx="322897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03" name="Equation" r:id="rId21" imgW="2946240" imgH="698400" progId="Equation.3">
                  <p:embed/>
                </p:oleObj>
              </mc:Choice>
              <mc:Fallback>
                <p:oleObj name="Equation" r:id="rId21" imgW="2946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758" y="4756082"/>
                        <a:ext cx="3228975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978640"/>
              </p:ext>
            </p:extLst>
          </p:nvPr>
        </p:nvGraphicFramePr>
        <p:xfrm>
          <a:off x="2019758" y="5519670"/>
          <a:ext cx="65405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04" name="Equation" r:id="rId23" imgW="634680" imgH="838080" progId="Equation.3">
                  <p:embed/>
                </p:oleObj>
              </mc:Choice>
              <mc:Fallback>
                <p:oleObj name="Equation" r:id="rId23" imgW="634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758" y="5519670"/>
                        <a:ext cx="65405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0341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66" name="Oval 42"/>
          <p:cNvSpPr>
            <a:spLocks noChangeArrowheads="1"/>
          </p:cNvSpPr>
          <p:nvPr/>
        </p:nvSpPr>
        <p:spPr bwMode="auto">
          <a:xfrm>
            <a:off x="8003585" y="2857500"/>
            <a:ext cx="457200" cy="533400"/>
          </a:xfrm>
          <a:prstGeom prst="ellipse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6226" name="Rectangle 2"/>
          <p:cNvSpPr>
            <a:spLocks noChangeArrowheads="1"/>
          </p:cNvSpPr>
          <p:nvPr/>
        </p:nvSpPr>
        <p:spPr bwMode="auto">
          <a:xfrm>
            <a:off x="4480822" y="2893436"/>
            <a:ext cx="762000" cy="457200"/>
          </a:xfrm>
          <a:prstGeom prst="rect">
            <a:avLst/>
          </a:prstGeom>
          <a:solidFill>
            <a:srgbClr val="00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6227" name="Text Box 3"/>
          <p:cNvSpPr txBox="1">
            <a:spLocks noChangeArrowheads="1"/>
          </p:cNvSpPr>
          <p:nvPr/>
        </p:nvSpPr>
        <p:spPr bwMode="auto">
          <a:xfrm>
            <a:off x="2039883" y="2863445"/>
            <a:ext cx="63990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5181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557041"/>
              </p:ext>
            </p:extLst>
          </p:nvPr>
        </p:nvGraphicFramePr>
        <p:xfrm>
          <a:off x="2894013" y="2822414"/>
          <a:ext cx="23622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2" name="Equation" r:id="rId3" imgW="2222280" imgH="812520" progId="Equation.3">
                  <p:embed/>
                </p:oleObj>
              </mc:Choice>
              <mc:Fallback>
                <p:oleObj name="Equation" r:id="rId3" imgW="22222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013" y="2822414"/>
                        <a:ext cx="23622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706261"/>
              </p:ext>
            </p:extLst>
          </p:nvPr>
        </p:nvGraphicFramePr>
        <p:xfrm>
          <a:off x="6923087" y="3833302"/>
          <a:ext cx="22590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3" name="Equation" r:id="rId5" imgW="2197080" imgH="444240" progId="Equation.3">
                  <p:embed/>
                </p:oleObj>
              </mc:Choice>
              <mc:Fallback>
                <p:oleObj name="Equation" r:id="rId5" imgW="21970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87" y="3833302"/>
                        <a:ext cx="2259013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514115"/>
              </p:ext>
            </p:extLst>
          </p:nvPr>
        </p:nvGraphicFramePr>
        <p:xfrm>
          <a:off x="3215847" y="4523580"/>
          <a:ext cx="32575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4" name="Equation" r:id="rId7" imgW="3200400" imgH="952200" progId="Equation.3">
                  <p:embed/>
                </p:oleObj>
              </mc:Choice>
              <mc:Fallback>
                <p:oleObj name="Equation" r:id="rId7" imgW="320040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847" y="4523580"/>
                        <a:ext cx="325755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31" name="Rectangle 7"/>
          <p:cNvSpPr>
            <a:spLocks noChangeArrowheads="1"/>
          </p:cNvSpPr>
          <p:nvPr/>
        </p:nvSpPr>
        <p:spPr bwMode="auto">
          <a:xfrm>
            <a:off x="8420100" y="4508029"/>
            <a:ext cx="533400" cy="3810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50000">
                <a:srgbClr val="66FF33"/>
              </a:gs>
              <a:gs pos="100000">
                <a:srgbClr val="FF99CC"/>
              </a:gs>
            </a:gsLst>
            <a:lin ang="5400000" scaled="1"/>
          </a:gra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81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477662"/>
              </p:ext>
            </p:extLst>
          </p:nvPr>
        </p:nvGraphicFramePr>
        <p:xfrm>
          <a:off x="5299565" y="2803058"/>
          <a:ext cx="31702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5" name="Equation" r:id="rId9" imgW="2997000" imgH="812520" progId="Equation.3">
                  <p:embed/>
                </p:oleObj>
              </mc:Choice>
              <mc:Fallback>
                <p:oleObj name="Equation" r:id="rId9" imgW="29970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565" y="2803058"/>
                        <a:ext cx="3170237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009331"/>
              </p:ext>
            </p:extLst>
          </p:nvPr>
        </p:nvGraphicFramePr>
        <p:xfrm>
          <a:off x="2927264" y="3564953"/>
          <a:ext cx="28765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6" name="Equation" r:id="rId11" imgW="2603160" imgH="952200" progId="Equation.3">
                  <p:embed/>
                </p:oleObj>
              </mc:Choice>
              <mc:Fallback>
                <p:oleObj name="Equation" r:id="rId11" imgW="260316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264" y="3564953"/>
                        <a:ext cx="28765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4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971385"/>
              </p:ext>
            </p:extLst>
          </p:nvPr>
        </p:nvGraphicFramePr>
        <p:xfrm>
          <a:off x="2952750" y="837155"/>
          <a:ext cx="4254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7" name="Equation" r:id="rId13" imgW="4254480" imgH="812520" progId="Equation.3">
                  <p:embed/>
                </p:oleObj>
              </mc:Choice>
              <mc:Fallback>
                <p:oleObj name="Equation" r:id="rId13" imgW="42544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837155"/>
                        <a:ext cx="4254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5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996591"/>
              </p:ext>
            </p:extLst>
          </p:nvPr>
        </p:nvGraphicFramePr>
        <p:xfrm>
          <a:off x="2379711" y="1433160"/>
          <a:ext cx="6743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8" name="Equation" r:id="rId15" imgW="6743520" imgH="825480" progId="Equation.3">
                  <p:embed/>
                </p:oleObj>
              </mc:Choice>
              <mc:Fallback>
                <p:oleObj name="Equation" r:id="rId15" imgW="67435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711" y="1433160"/>
                        <a:ext cx="6743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3" name="Text Box 12"/>
          <p:cNvSpPr txBox="1">
            <a:spLocks noChangeArrowheads="1"/>
          </p:cNvSpPr>
          <p:nvPr/>
        </p:nvSpPr>
        <p:spPr bwMode="auto">
          <a:xfrm>
            <a:off x="1877483" y="909940"/>
            <a:ext cx="10044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4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1815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217370"/>
              </p:ext>
            </p:extLst>
          </p:nvPr>
        </p:nvGraphicFramePr>
        <p:xfrm>
          <a:off x="2438400" y="2258660"/>
          <a:ext cx="42084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9" name="Equation" r:id="rId17" imgW="4051080" imgH="431640" progId="Equation.3">
                  <p:embed/>
                </p:oleObj>
              </mc:Choice>
              <mc:Fallback>
                <p:oleObj name="Equation" r:id="rId17" imgW="4051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58660"/>
                        <a:ext cx="42084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38" name="Text Box 14"/>
          <p:cNvSpPr txBox="1">
            <a:spLocks noChangeArrowheads="1"/>
          </p:cNvSpPr>
          <p:nvPr/>
        </p:nvSpPr>
        <p:spPr bwMode="auto">
          <a:xfrm>
            <a:off x="6548465" y="2152304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下侧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51815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492784"/>
              </p:ext>
            </p:extLst>
          </p:nvPr>
        </p:nvGraphicFramePr>
        <p:xfrm>
          <a:off x="6565900" y="4520729"/>
          <a:ext cx="3086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0" name="Equation" r:id="rId19" imgW="3035160" imgH="952200" progId="Equation.3">
                  <p:embed/>
                </p:oleObj>
              </mc:Choice>
              <mc:Fallback>
                <p:oleObj name="Equation" r:id="rId19" imgW="303516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520729"/>
                        <a:ext cx="3086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45" name="Line 21"/>
          <p:cNvSpPr>
            <a:spLocks noChangeShapeType="1"/>
          </p:cNvSpPr>
          <p:nvPr/>
        </p:nvSpPr>
        <p:spPr bwMode="auto">
          <a:xfrm>
            <a:off x="3048000" y="4114800"/>
            <a:ext cx="0" cy="1676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815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64890"/>
              </p:ext>
            </p:extLst>
          </p:nvPr>
        </p:nvGraphicFramePr>
        <p:xfrm>
          <a:off x="2952750" y="5537199"/>
          <a:ext cx="3579813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1" name="Equation" r:id="rId21" imgW="3238200" imgH="812520" progId="Equation.3">
                  <p:embed/>
                </p:oleObj>
              </mc:Choice>
              <mc:Fallback>
                <p:oleObj name="Equation" r:id="rId21" imgW="32382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5537199"/>
                        <a:ext cx="3579813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9694862" y="1955800"/>
            <a:ext cx="1066800" cy="1218095"/>
            <a:chOff x="3599" y="672"/>
            <a:chExt cx="913" cy="1103"/>
          </a:xfrm>
        </p:grpSpPr>
        <p:sp>
          <p:nvSpPr>
            <p:cNvPr id="436249" name="AutoShape 25"/>
            <p:cNvSpPr>
              <a:spLocks noChangeArrowheads="1"/>
            </p:cNvSpPr>
            <p:nvPr/>
          </p:nvSpPr>
          <p:spPr bwMode="auto">
            <a:xfrm rot="16202681">
              <a:off x="3600" y="864"/>
              <a:ext cx="910" cy="912"/>
            </a:xfrm>
            <a:prstGeom prst="moon">
              <a:avLst>
                <a:gd name="adj" fmla="val 84630"/>
              </a:avLst>
            </a:prstGeom>
            <a:gradFill rotWithShape="0">
              <a:gsLst>
                <a:gs pos="0">
                  <a:srgbClr val="FF0066"/>
                </a:gs>
                <a:gs pos="50000">
                  <a:schemeClr val="accent2"/>
                </a:gs>
                <a:gs pos="100000">
                  <a:srgbClr val="FF0066"/>
                </a:gs>
              </a:gsLst>
              <a:lin ang="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2565" name="Oval 26"/>
            <p:cNvSpPr>
              <a:spLocks noChangeArrowheads="1"/>
            </p:cNvSpPr>
            <p:nvPr/>
          </p:nvSpPr>
          <p:spPr bwMode="auto">
            <a:xfrm>
              <a:off x="3600" y="672"/>
              <a:ext cx="912" cy="336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10515209" y="2618200"/>
            <a:ext cx="622300" cy="609600"/>
            <a:chOff x="5040" y="1392"/>
            <a:chExt cx="392" cy="384"/>
          </a:xfrm>
        </p:grpSpPr>
        <p:sp>
          <p:nvSpPr>
            <p:cNvPr id="22563" name="Line 37"/>
            <p:cNvSpPr>
              <a:spLocks noChangeShapeType="1"/>
            </p:cNvSpPr>
            <p:nvPr/>
          </p:nvSpPr>
          <p:spPr bwMode="auto">
            <a:xfrm>
              <a:off x="5040" y="1392"/>
              <a:ext cx="240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48" name="Object 20"/>
            <p:cNvGraphicFramePr>
              <a:graphicFrameLocks noChangeAspect="1"/>
            </p:cNvGraphicFramePr>
            <p:nvPr/>
          </p:nvGraphicFramePr>
          <p:xfrm>
            <a:off x="5280" y="1584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2" name="Equation" r:id="rId23" imgW="241200" imgH="304560" progId="Equation.3">
                    <p:embed/>
                  </p:oleObj>
                </mc:Choice>
                <mc:Fallback>
                  <p:oleObj name="Equation" r:id="rId23" imgW="24120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1584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815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645883"/>
              </p:ext>
            </p:extLst>
          </p:nvPr>
        </p:nvGraphicFramePr>
        <p:xfrm>
          <a:off x="9313471" y="718989"/>
          <a:ext cx="24034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3" name="Equation" r:id="rId25" imgW="2260440" imgH="393480" progId="Equation.3">
                  <p:embed/>
                </p:oleObj>
              </mc:Choice>
              <mc:Fallback>
                <p:oleObj name="Equation" r:id="rId25" imgW="22604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3471" y="718989"/>
                        <a:ext cx="2403475" cy="4175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00FF00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5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153661"/>
              </p:ext>
            </p:extLst>
          </p:nvPr>
        </p:nvGraphicFramePr>
        <p:xfrm>
          <a:off x="4980978" y="4144133"/>
          <a:ext cx="736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4" name="Equation" r:id="rId27" imgW="736560" imgH="304560" progId="Equation.3">
                  <p:embed/>
                </p:oleObj>
              </mc:Choice>
              <mc:Fallback>
                <p:oleObj name="Equation" r:id="rId27" imgW="7365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0978" y="4144133"/>
                        <a:ext cx="736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815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77377"/>
              </p:ext>
            </p:extLst>
          </p:nvPr>
        </p:nvGraphicFramePr>
        <p:xfrm>
          <a:off x="5810250" y="3842648"/>
          <a:ext cx="77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75" name="Equation" r:id="rId29" imgW="774360" imgH="380880" progId="Equation.3">
                  <p:embed/>
                </p:oleObj>
              </mc:Choice>
              <mc:Fallback>
                <p:oleObj name="Equation" r:id="rId29" imgW="7743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0" y="3842648"/>
                        <a:ext cx="774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9597633" y="1676400"/>
            <a:ext cx="1676400" cy="2082800"/>
            <a:chOff x="-48" y="1248"/>
            <a:chExt cx="1056" cy="1312"/>
          </a:xfrm>
        </p:grpSpPr>
        <p:graphicFrame>
          <p:nvGraphicFramePr>
            <p:cNvPr id="22544" name="Object 16"/>
            <p:cNvGraphicFramePr>
              <a:graphicFrameLocks noChangeAspect="1"/>
            </p:cNvGraphicFramePr>
            <p:nvPr/>
          </p:nvGraphicFramePr>
          <p:xfrm>
            <a:off x="66" y="2384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6" name="Equation" r:id="rId31" imgW="139680" imgH="139680" progId="Equation.3">
                    <p:embed/>
                  </p:oleObj>
                </mc:Choice>
                <mc:Fallback>
                  <p:oleObj name="Equation" r:id="rId31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2384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5" name="Object 17"/>
            <p:cNvGraphicFramePr>
              <a:graphicFrameLocks noChangeAspect="1"/>
            </p:cNvGraphicFramePr>
            <p:nvPr/>
          </p:nvGraphicFramePr>
          <p:xfrm>
            <a:off x="835" y="2240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7" name="Equation" r:id="rId33" imgW="139680" imgH="164880" progId="Equation.3">
                    <p:embed/>
                  </p:oleObj>
                </mc:Choice>
                <mc:Fallback>
                  <p:oleObj name="Equation" r:id="rId33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5" y="2240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9" name="Line 54"/>
            <p:cNvSpPr>
              <a:spLocks noChangeShapeType="1"/>
            </p:cNvSpPr>
            <p:nvPr/>
          </p:nvSpPr>
          <p:spPr bwMode="auto">
            <a:xfrm flipV="1">
              <a:off x="336" y="1539"/>
              <a:ext cx="0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0" name="Line 55"/>
            <p:cNvSpPr>
              <a:spLocks noChangeShapeType="1"/>
            </p:cNvSpPr>
            <p:nvPr/>
          </p:nvSpPr>
          <p:spPr bwMode="auto">
            <a:xfrm flipV="1">
              <a:off x="336" y="1248"/>
              <a:ext cx="0" cy="2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46" name="Object 18"/>
            <p:cNvGraphicFramePr>
              <a:graphicFrameLocks noChangeAspect="1"/>
            </p:cNvGraphicFramePr>
            <p:nvPr/>
          </p:nvGraphicFramePr>
          <p:xfrm>
            <a:off x="144" y="1248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8" name="Equation" r:id="rId35" imgW="114120" imgH="139680" progId="Equation.3">
                    <p:embed/>
                  </p:oleObj>
                </mc:Choice>
                <mc:Fallback>
                  <p:oleObj name="Equation" r:id="rId35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248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7" name="Object 19"/>
            <p:cNvGraphicFramePr>
              <a:graphicFrameLocks noChangeAspect="1"/>
            </p:cNvGraphicFramePr>
            <p:nvPr/>
          </p:nvGraphicFramePr>
          <p:xfrm>
            <a:off x="288" y="2192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9" name="Equation" r:id="rId37" imgW="164880" imgH="177480" progId="Equation.3">
                    <p:embed/>
                  </p:oleObj>
                </mc:Choice>
                <mc:Fallback>
                  <p:oleObj name="Equation" r:id="rId37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192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1" name="Line 58"/>
            <p:cNvSpPr>
              <a:spLocks noChangeShapeType="1"/>
            </p:cNvSpPr>
            <p:nvPr/>
          </p:nvSpPr>
          <p:spPr bwMode="auto">
            <a:xfrm>
              <a:off x="336" y="219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59"/>
            <p:cNvSpPr>
              <a:spLocks noChangeShapeType="1"/>
            </p:cNvSpPr>
            <p:nvPr/>
          </p:nvSpPr>
          <p:spPr bwMode="auto">
            <a:xfrm flipH="1">
              <a:off x="-48" y="2192"/>
              <a:ext cx="384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1815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651717"/>
              </p:ext>
            </p:extLst>
          </p:nvPr>
        </p:nvGraphicFramePr>
        <p:xfrm>
          <a:off x="9992126" y="1975151"/>
          <a:ext cx="271463" cy="252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80" name="Equation" r:id="rId39" imgW="177480" imgH="164880" progId="Equation.DSMT4">
                  <p:embed/>
                </p:oleObj>
              </mc:Choice>
              <mc:Fallback>
                <p:oleObj name="Equation" r:id="rId39" imgW="1774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2126" y="1975151"/>
                        <a:ext cx="271463" cy="252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92676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8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18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6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1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1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1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1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3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3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1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66" grpId="0" animBg="1"/>
      <p:bldP spid="436226" grpId="0" animBg="1"/>
      <p:bldP spid="436227" grpId="0" autoUpdateAnimBg="0"/>
      <p:bldP spid="436231" grpId="0" animBg="1"/>
      <p:bldP spid="43624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372496"/>
              </p:ext>
            </p:extLst>
          </p:nvPr>
        </p:nvGraphicFramePr>
        <p:xfrm>
          <a:off x="1891638" y="1436724"/>
          <a:ext cx="37115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0" name="Equation" r:id="rId3" imgW="3746160" imgH="812520" progId="Equation.3">
                  <p:embed/>
                </p:oleObj>
              </mc:Choice>
              <mc:Fallback>
                <p:oleObj name="Equation" r:id="rId3" imgW="37461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1638" y="1436724"/>
                        <a:ext cx="37115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6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748518"/>
              </p:ext>
            </p:extLst>
          </p:nvPr>
        </p:nvGraphicFramePr>
        <p:xfrm>
          <a:off x="2145525" y="4007325"/>
          <a:ext cx="39878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1" name="Equation" r:id="rId5" imgW="3911400" imgH="1041120" progId="Equation.3">
                  <p:embed/>
                </p:oleObj>
              </mc:Choice>
              <mc:Fallback>
                <p:oleObj name="Equation" r:id="rId5" imgW="391140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525" y="4007325"/>
                        <a:ext cx="398780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123206"/>
              </p:ext>
            </p:extLst>
          </p:nvPr>
        </p:nvGraphicFramePr>
        <p:xfrm>
          <a:off x="2145525" y="4946229"/>
          <a:ext cx="468630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2" name="Equation" r:id="rId7" imgW="1981080" imgH="406080" progId="Equation.DSMT4">
                  <p:embed/>
                </p:oleObj>
              </mc:Choice>
              <mc:Fallback>
                <p:oleObj name="Equation" r:id="rId7" imgW="1981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525" y="4946229"/>
                        <a:ext cx="468630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177302"/>
              </p:ext>
            </p:extLst>
          </p:nvPr>
        </p:nvGraphicFramePr>
        <p:xfrm>
          <a:off x="2145525" y="3045571"/>
          <a:ext cx="751363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3" name="Equation" r:id="rId9" imgW="7137360" imgH="1041120" progId="Equation.3">
                  <p:embed/>
                </p:oleObj>
              </mc:Choice>
              <mc:Fallback>
                <p:oleObj name="Equation" r:id="rId9" imgW="713736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525" y="3045571"/>
                        <a:ext cx="7513637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295357"/>
              </p:ext>
            </p:extLst>
          </p:nvPr>
        </p:nvGraphicFramePr>
        <p:xfrm>
          <a:off x="2136436" y="2306885"/>
          <a:ext cx="427831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4" name="Equation" r:id="rId11" imgW="3936960" imgH="812520" progId="Equation.3">
                  <p:embed/>
                </p:oleObj>
              </mc:Choice>
              <mc:Fallback>
                <p:oleObj name="Equation" r:id="rId11" imgW="39369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436" y="2306885"/>
                        <a:ext cx="427831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177101"/>
              </p:ext>
            </p:extLst>
          </p:nvPr>
        </p:nvGraphicFramePr>
        <p:xfrm>
          <a:off x="2220440" y="6030913"/>
          <a:ext cx="7620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5" name="Equation" r:id="rId13" imgW="736560" imgH="317160" progId="Equation.3">
                  <p:embed/>
                </p:oleObj>
              </mc:Choice>
              <mc:Fallback>
                <p:oleObj name="Equation" r:id="rId13" imgW="73656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440" y="6030913"/>
                        <a:ext cx="7620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059593"/>
              </p:ext>
            </p:extLst>
          </p:nvPr>
        </p:nvGraphicFramePr>
        <p:xfrm>
          <a:off x="6953685" y="2192793"/>
          <a:ext cx="2133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6" name="Equation" r:id="rId15" imgW="2133360" imgH="825480" progId="Equation.3">
                  <p:embed/>
                </p:oleObj>
              </mc:Choice>
              <mc:Fallback>
                <p:oleObj name="Equation" r:id="rId15" imgW="21333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685" y="2192793"/>
                        <a:ext cx="2133600" cy="8255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917490"/>
              </p:ext>
            </p:extLst>
          </p:nvPr>
        </p:nvGraphicFramePr>
        <p:xfrm>
          <a:off x="2408994" y="3439010"/>
          <a:ext cx="384891" cy="279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7" name="Equation" r:id="rId17" imgW="139680" imgH="101520" progId="Equation.DSMT4">
                  <p:embed/>
                </p:oleObj>
              </mc:Choice>
              <mc:Fallback>
                <p:oleObj name="Equation" r:id="rId17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994" y="3439010"/>
                        <a:ext cx="384891" cy="279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2" name="AutoShape 16"/>
          <p:cNvSpPr>
            <a:spLocks noChangeArrowheads="1"/>
          </p:cNvSpPr>
          <p:nvPr/>
        </p:nvSpPr>
        <p:spPr bwMode="auto">
          <a:xfrm>
            <a:off x="6103653" y="408992"/>
            <a:ext cx="5791200" cy="914400"/>
          </a:xfrm>
          <a:prstGeom prst="parallelogram">
            <a:avLst>
              <a:gd name="adj" fmla="val 33338"/>
            </a:avLst>
          </a:prstGeom>
          <a:gradFill rotWithShape="0">
            <a:gsLst>
              <a:gs pos="0">
                <a:srgbClr val="FFFFFF"/>
              </a:gs>
              <a:gs pos="100000">
                <a:srgbClr val="00FF00"/>
              </a:gs>
            </a:gsLst>
            <a:lin ang="5400000" scaled="1"/>
          </a:gra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628638"/>
              </p:ext>
            </p:extLst>
          </p:nvPr>
        </p:nvGraphicFramePr>
        <p:xfrm>
          <a:off x="6253149" y="511815"/>
          <a:ext cx="22098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8" name="Equation" r:id="rId19" imgW="2222280" imgH="812520" progId="Equation.3">
                  <p:embed/>
                </p:oleObj>
              </mc:Choice>
              <mc:Fallback>
                <p:oleObj name="Equation" r:id="rId19" imgW="22222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149" y="511815"/>
                        <a:ext cx="22098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928751"/>
              </p:ext>
            </p:extLst>
          </p:nvPr>
        </p:nvGraphicFramePr>
        <p:xfrm>
          <a:off x="8462949" y="519330"/>
          <a:ext cx="32766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09" name="Equation" r:id="rId21" imgW="3238200" imgH="812520" progId="Equation.3">
                  <p:embed/>
                </p:oleObj>
              </mc:Choice>
              <mc:Fallback>
                <p:oleObj name="Equation" r:id="rId21" imgW="32382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2949" y="519330"/>
                        <a:ext cx="327660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7269" name="Text Box 21"/>
          <p:cNvSpPr txBox="1">
            <a:spLocks noChangeArrowheads="1"/>
          </p:cNvSpPr>
          <p:nvPr/>
        </p:nvSpPr>
        <p:spPr bwMode="auto">
          <a:xfrm>
            <a:off x="187529" y="4140946"/>
            <a:ext cx="1704109" cy="51911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由对称性</a:t>
            </a:r>
          </a:p>
        </p:txBody>
      </p:sp>
      <p:grpSp>
        <p:nvGrpSpPr>
          <p:cNvPr id="23575" name="Group 56"/>
          <p:cNvGrpSpPr>
            <a:grpSpLocks/>
          </p:cNvGrpSpPr>
          <p:nvPr/>
        </p:nvGrpSpPr>
        <p:grpSpPr bwMode="auto">
          <a:xfrm>
            <a:off x="10369438" y="1673971"/>
            <a:ext cx="1676400" cy="2082800"/>
            <a:chOff x="3744" y="2880"/>
            <a:chExt cx="1056" cy="1312"/>
          </a:xfrm>
        </p:grpSpPr>
        <p:grpSp>
          <p:nvGrpSpPr>
            <p:cNvPr id="23576" name="Group 40"/>
            <p:cNvGrpSpPr>
              <a:grpSpLocks/>
            </p:cNvGrpSpPr>
            <p:nvPr/>
          </p:nvGrpSpPr>
          <p:grpSpPr bwMode="auto">
            <a:xfrm>
              <a:off x="3789" y="3072"/>
              <a:ext cx="672" cy="768"/>
              <a:chOff x="3598" y="672"/>
              <a:chExt cx="914" cy="1103"/>
            </a:xfrm>
          </p:grpSpPr>
          <p:sp>
            <p:nvSpPr>
              <p:cNvPr id="437289" name="AutoShape 41"/>
              <p:cNvSpPr>
                <a:spLocks noChangeArrowheads="1"/>
              </p:cNvSpPr>
              <p:nvPr/>
            </p:nvSpPr>
            <p:spPr bwMode="auto">
              <a:xfrm rot="16202681">
                <a:off x="3600" y="864"/>
                <a:ext cx="909" cy="913"/>
              </a:xfrm>
              <a:prstGeom prst="moon">
                <a:avLst>
                  <a:gd name="adj" fmla="val 84630"/>
                </a:avLst>
              </a:prstGeom>
              <a:gradFill rotWithShape="0">
                <a:gsLst>
                  <a:gs pos="0">
                    <a:srgbClr val="FF0066"/>
                  </a:gs>
                  <a:gs pos="50000">
                    <a:schemeClr val="accent2"/>
                  </a:gs>
                  <a:gs pos="100000">
                    <a:srgbClr val="FF0066"/>
                  </a:gs>
                </a:gsLst>
                <a:lin ang="0" scaled="1"/>
              </a:gra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585" name="Oval 42"/>
              <p:cNvSpPr>
                <a:spLocks noChangeArrowheads="1"/>
              </p:cNvSpPr>
              <p:nvPr/>
            </p:nvSpPr>
            <p:spPr bwMode="auto">
              <a:xfrm>
                <a:off x="3600" y="672"/>
                <a:ext cx="912" cy="336"/>
              </a:xfrm>
              <a:prstGeom prst="ellipse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3577" name="Group 43"/>
            <p:cNvGrpSpPr>
              <a:grpSpLocks/>
            </p:cNvGrpSpPr>
            <p:nvPr/>
          </p:nvGrpSpPr>
          <p:grpSpPr bwMode="auto">
            <a:xfrm>
              <a:off x="4320" y="3360"/>
              <a:ext cx="392" cy="384"/>
              <a:chOff x="5040" y="1392"/>
              <a:chExt cx="392" cy="384"/>
            </a:xfrm>
          </p:grpSpPr>
          <p:sp>
            <p:nvSpPr>
              <p:cNvPr id="23583" name="Line 44"/>
              <p:cNvSpPr>
                <a:spLocks noChangeShapeType="1"/>
              </p:cNvSpPr>
              <p:nvPr/>
            </p:nvSpPr>
            <p:spPr bwMode="auto">
              <a:xfrm>
                <a:off x="5040" y="1392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3571" name="Object 19"/>
              <p:cNvGraphicFramePr>
                <a:graphicFrameLocks noChangeAspect="1"/>
              </p:cNvGraphicFramePr>
              <p:nvPr/>
            </p:nvGraphicFramePr>
            <p:xfrm>
              <a:off x="5280" y="1584"/>
              <a:ext cx="15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310" name="Equation" r:id="rId23" imgW="241200" imgH="304560" progId="Equation.3">
                      <p:embed/>
                    </p:oleObj>
                  </mc:Choice>
                  <mc:Fallback>
                    <p:oleObj name="Equation" r:id="rId23" imgW="24120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1584"/>
                            <a:ext cx="15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578" name="Group 46"/>
            <p:cNvGrpSpPr>
              <a:grpSpLocks/>
            </p:cNvGrpSpPr>
            <p:nvPr/>
          </p:nvGrpSpPr>
          <p:grpSpPr bwMode="auto">
            <a:xfrm>
              <a:off x="3744" y="2880"/>
              <a:ext cx="1056" cy="1312"/>
              <a:chOff x="-48" y="1248"/>
              <a:chExt cx="1056" cy="1312"/>
            </a:xfrm>
          </p:grpSpPr>
          <p:graphicFrame>
            <p:nvGraphicFramePr>
              <p:cNvPr id="23567" name="Object 15"/>
              <p:cNvGraphicFramePr>
                <a:graphicFrameLocks noChangeAspect="1"/>
              </p:cNvGraphicFramePr>
              <p:nvPr/>
            </p:nvGraphicFramePr>
            <p:xfrm>
              <a:off x="66" y="238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311" name="Equation" r:id="rId25" imgW="139680" imgH="139680" progId="Equation.3">
                      <p:embed/>
                    </p:oleObj>
                  </mc:Choice>
                  <mc:Fallback>
                    <p:oleObj name="Equation" r:id="rId25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" y="238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8" name="Object 16"/>
              <p:cNvGraphicFramePr>
                <a:graphicFrameLocks noChangeAspect="1"/>
              </p:cNvGraphicFramePr>
              <p:nvPr/>
            </p:nvGraphicFramePr>
            <p:xfrm>
              <a:off x="835" y="224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312" name="Equation" r:id="rId27" imgW="139680" imgH="164880" progId="Equation.3">
                      <p:embed/>
                    </p:oleObj>
                  </mc:Choice>
                  <mc:Fallback>
                    <p:oleObj name="Equation" r:id="rId27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5" y="224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79" name="Line 49"/>
              <p:cNvSpPr>
                <a:spLocks noChangeShapeType="1"/>
              </p:cNvSpPr>
              <p:nvPr/>
            </p:nvSpPr>
            <p:spPr bwMode="auto">
              <a:xfrm flipV="1">
                <a:off x="336" y="1539"/>
                <a:ext cx="0" cy="6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0" name="Line 50"/>
              <p:cNvSpPr>
                <a:spLocks noChangeShapeType="1"/>
              </p:cNvSpPr>
              <p:nvPr/>
            </p:nvSpPr>
            <p:spPr bwMode="auto">
              <a:xfrm flipV="1">
                <a:off x="336" y="1248"/>
                <a:ext cx="0" cy="2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3569" name="Object 17"/>
              <p:cNvGraphicFramePr>
                <a:graphicFrameLocks noChangeAspect="1"/>
              </p:cNvGraphicFramePr>
              <p:nvPr/>
            </p:nvGraphicFramePr>
            <p:xfrm>
              <a:off x="144" y="1248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313" name="Equation" r:id="rId29" imgW="114120" imgH="139680" progId="Equation.3">
                      <p:embed/>
                    </p:oleObj>
                  </mc:Choice>
                  <mc:Fallback>
                    <p:oleObj name="Equation" r:id="rId29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" y="1248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70" name="Object 18"/>
              <p:cNvGraphicFramePr>
                <a:graphicFrameLocks noChangeAspect="1"/>
              </p:cNvGraphicFramePr>
              <p:nvPr/>
            </p:nvGraphicFramePr>
            <p:xfrm>
              <a:off x="288" y="2192"/>
              <a:ext cx="163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314" name="Equation" r:id="rId31" imgW="164880" imgH="177480" progId="Equation.3">
                      <p:embed/>
                    </p:oleObj>
                  </mc:Choice>
                  <mc:Fallback>
                    <p:oleObj name="Equation" r:id="rId31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2192"/>
                            <a:ext cx="163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1" name="Line 53"/>
              <p:cNvSpPr>
                <a:spLocks noChangeShapeType="1"/>
              </p:cNvSpPr>
              <p:nvPr/>
            </p:nvSpPr>
            <p:spPr bwMode="auto">
              <a:xfrm>
                <a:off x="336" y="2192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2" name="Line 54"/>
              <p:cNvSpPr>
                <a:spLocks noChangeShapeType="1"/>
              </p:cNvSpPr>
              <p:nvPr/>
            </p:nvSpPr>
            <p:spPr bwMode="auto">
              <a:xfrm flipH="1">
                <a:off x="-48" y="2192"/>
                <a:ext cx="384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66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823813"/>
                </p:ext>
              </p:extLst>
            </p:nvPr>
          </p:nvGraphicFramePr>
          <p:xfrm>
            <a:off x="3982" y="3040"/>
            <a:ext cx="192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315" name="Equation" r:id="rId33" imgW="177480" imgH="164880" progId="Equation.DSMT4">
                    <p:embed/>
                  </p:oleObj>
                </mc:Choice>
                <mc:Fallback>
                  <p:oleObj name="Equation" r:id="rId33" imgW="177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2" y="3040"/>
                          <a:ext cx="192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7430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69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634112"/>
              </p:ext>
            </p:extLst>
          </p:nvPr>
        </p:nvGraphicFramePr>
        <p:xfrm>
          <a:off x="2303543" y="1753219"/>
          <a:ext cx="37115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6" name="Equation" r:id="rId3" imgW="3746160" imgH="812520" progId="Equation.3">
                  <p:embed/>
                </p:oleObj>
              </mc:Choice>
              <mc:Fallback>
                <p:oleObj name="Equation" r:id="rId3" imgW="37461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543" y="1753219"/>
                        <a:ext cx="37115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6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161437"/>
              </p:ext>
            </p:extLst>
          </p:nvPr>
        </p:nvGraphicFramePr>
        <p:xfrm>
          <a:off x="2529332" y="4170884"/>
          <a:ext cx="3806878" cy="1013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7" name="Equation" r:id="rId5" imgW="3911400" imgH="1041120" progId="Equation.3">
                  <p:embed/>
                </p:oleObj>
              </mc:Choice>
              <mc:Fallback>
                <p:oleObj name="Equation" r:id="rId5" imgW="391140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332" y="4170884"/>
                        <a:ext cx="3806878" cy="1013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843415"/>
              </p:ext>
            </p:extLst>
          </p:nvPr>
        </p:nvGraphicFramePr>
        <p:xfrm>
          <a:off x="2529333" y="5096393"/>
          <a:ext cx="4554664" cy="930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8" name="Equation" r:id="rId7" imgW="1981080" imgH="406080" progId="Equation.DSMT4">
                  <p:embed/>
                </p:oleObj>
              </mc:Choice>
              <mc:Fallback>
                <p:oleObj name="Equation" r:id="rId7" imgW="1981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333" y="5096393"/>
                        <a:ext cx="4554664" cy="930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855163"/>
              </p:ext>
            </p:extLst>
          </p:nvPr>
        </p:nvGraphicFramePr>
        <p:xfrm>
          <a:off x="2529332" y="3230280"/>
          <a:ext cx="6616780" cy="106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9" name="Equation" r:id="rId9" imgW="3009600" imgH="482400" progId="Equation.DSMT4">
                  <p:embed/>
                </p:oleObj>
              </mc:Choice>
              <mc:Fallback>
                <p:oleObj name="Equation" r:id="rId9" imgW="3009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332" y="3230280"/>
                        <a:ext cx="6616780" cy="106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676023"/>
              </p:ext>
            </p:extLst>
          </p:nvPr>
        </p:nvGraphicFramePr>
        <p:xfrm>
          <a:off x="2576502" y="6027401"/>
          <a:ext cx="778215" cy="33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0" name="Equation" r:id="rId11" imgW="736560" imgH="317160" progId="Equation.3">
                  <p:embed/>
                </p:oleObj>
              </mc:Choice>
              <mc:Fallback>
                <p:oleObj name="Equation" r:id="rId11" imgW="73656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502" y="6027401"/>
                        <a:ext cx="778215" cy="33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12182"/>
              </p:ext>
            </p:extLst>
          </p:nvPr>
        </p:nvGraphicFramePr>
        <p:xfrm>
          <a:off x="2441075" y="874339"/>
          <a:ext cx="9082724" cy="97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1" name="Equation" r:id="rId13" imgW="3771720" imgH="406080" progId="Equation.DSMT4">
                  <p:embed/>
                </p:oleObj>
              </mc:Choice>
              <mc:Fallback>
                <p:oleObj name="Equation" r:id="rId13" imgW="3771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075" y="874339"/>
                        <a:ext cx="9082724" cy="978610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17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230749"/>
              </p:ext>
            </p:extLst>
          </p:nvPr>
        </p:nvGraphicFramePr>
        <p:xfrm>
          <a:off x="2773163" y="3583277"/>
          <a:ext cx="384891" cy="279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2" name="Equation" r:id="rId15" imgW="139680" imgH="101520" progId="Equation.DSMT4">
                  <p:embed/>
                </p:oleObj>
              </mc:Choice>
              <mc:Fallback>
                <p:oleObj name="Equation" r:id="rId15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163" y="3583277"/>
                        <a:ext cx="384891" cy="279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75" name="Group 56"/>
          <p:cNvGrpSpPr>
            <a:grpSpLocks/>
          </p:cNvGrpSpPr>
          <p:nvPr/>
        </p:nvGrpSpPr>
        <p:grpSpPr bwMode="auto">
          <a:xfrm>
            <a:off x="9987099" y="2293071"/>
            <a:ext cx="1676400" cy="2082800"/>
            <a:chOff x="3744" y="2880"/>
            <a:chExt cx="1056" cy="1312"/>
          </a:xfrm>
        </p:grpSpPr>
        <p:grpSp>
          <p:nvGrpSpPr>
            <p:cNvPr id="23576" name="Group 40"/>
            <p:cNvGrpSpPr>
              <a:grpSpLocks/>
            </p:cNvGrpSpPr>
            <p:nvPr/>
          </p:nvGrpSpPr>
          <p:grpSpPr bwMode="auto">
            <a:xfrm>
              <a:off x="3789" y="3072"/>
              <a:ext cx="672" cy="768"/>
              <a:chOff x="3598" y="672"/>
              <a:chExt cx="914" cy="1103"/>
            </a:xfrm>
          </p:grpSpPr>
          <p:sp>
            <p:nvSpPr>
              <p:cNvPr id="437289" name="AutoShape 41"/>
              <p:cNvSpPr>
                <a:spLocks noChangeArrowheads="1"/>
              </p:cNvSpPr>
              <p:nvPr/>
            </p:nvSpPr>
            <p:spPr bwMode="auto">
              <a:xfrm rot="16202681">
                <a:off x="3600" y="864"/>
                <a:ext cx="909" cy="913"/>
              </a:xfrm>
              <a:prstGeom prst="moon">
                <a:avLst>
                  <a:gd name="adj" fmla="val 84630"/>
                </a:avLst>
              </a:prstGeom>
              <a:gradFill rotWithShape="0">
                <a:gsLst>
                  <a:gs pos="0">
                    <a:srgbClr val="FF0066"/>
                  </a:gs>
                  <a:gs pos="50000">
                    <a:schemeClr val="accent2"/>
                  </a:gs>
                  <a:gs pos="100000">
                    <a:srgbClr val="FF0066"/>
                  </a:gs>
                </a:gsLst>
                <a:lin ang="0" scaled="1"/>
              </a:gra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585" name="Oval 42"/>
              <p:cNvSpPr>
                <a:spLocks noChangeArrowheads="1"/>
              </p:cNvSpPr>
              <p:nvPr/>
            </p:nvSpPr>
            <p:spPr bwMode="auto">
              <a:xfrm>
                <a:off x="3600" y="672"/>
                <a:ext cx="912" cy="336"/>
              </a:xfrm>
              <a:prstGeom prst="ellipse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3577" name="Group 43"/>
            <p:cNvGrpSpPr>
              <a:grpSpLocks/>
            </p:cNvGrpSpPr>
            <p:nvPr/>
          </p:nvGrpSpPr>
          <p:grpSpPr bwMode="auto">
            <a:xfrm>
              <a:off x="4320" y="3360"/>
              <a:ext cx="392" cy="384"/>
              <a:chOff x="5040" y="1392"/>
              <a:chExt cx="392" cy="384"/>
            </a:xfrm>
          </p:grpSpPr>
          <p:sp>
            <p:nvSpPr>
              <p:cNvPr id="23583" name="Line 44"/>
              <p:cNvSpPr>
                <a:spLocks noChangeShapeType="1"/>
              </p:cNvSpPr>
              <p:nvPr/>
            </p:nvSpPr>
            <p:spPr bwMode="auto">
              <a:xfrm>
                <a:off x="5040" y="1392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3571" name="Object 19"/>
              <p:cNvGraphicFramePr>
                <a:graphicFrameLocks noChangeAspect="1"/>
              </p:cNvGraphicFramePr>
              <p:nvPr/>
            </p:nvGraphicFramePr>
            <p:xfrm>
              <a:off x="5280" y="1584"/>
              <a:ext cx="15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143" name="Equation" r:id="rId17" imgW="241200" imgH="304560" progId="Equation.3">
                      <p:embed/>
                    </p:oleObj>
                  </mc:Choice>
                  <mc:Fallback>
                    <p:oleObj name="Equation" r:id="rId17" imgW="24120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1584"/>
                            <a:ext cx="15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578" name="Group 46"/>
            <p:cNvGrpSpPr>
              <a:grpSpLocks/>
            </p:cNvGrpSpPr>
            <p:nvPr/>
          </p:nvGrpSpPr>
          <p:grpSpPr bwMode="auto">
            <a:xfrm>
              <a:off x="3744" y="2880"/>
              <a:ext cx="1056" cy="1312"/>
              <a:chOff x="-48" y="1248"/>
              <a:chExt cx="1056" cy="1312"/>
            </a:xfrm>
          </p:grpSpPr>
          <p:graphicFrame>
            <p:nvGraphicFramePr>
              <p:cNvPr id="23567" name="Object 15"/>
              <p:cNvGraphicFramePr>
                <a:graphicFrameLocks noChangeAspect="1"/>
              </p:cNvGraphicFramePr>
              <p:nvPr/>
            </p:nvGraphicFramePr>
            <p:xfrm>
              <a:off x="66" y="2384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144" name="Equation" r:id="rId19" imgW="139680" imgH="139680" progId="Equation.3">
                      <p:embed/>
                    </p:oleObj>
                  </mc:Choice>
                  <mc:Fallback>
                    <p:oleObj name="Equation" r:id="rId19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" y="2384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8" name="Object 16"/>
              <p:cNvGraphicFramePr>
                <a:graphicFrameLocks noChangeAspect="1"/>
              </p:cNvGraphicFramePr>
              <p:nvPr/>
            </p:nvGraphicFramePr>
            <p:xfrm>
              <a:off x="835" y="2240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145" name="Equation" r:id="rId21" imgW="139680" imgH="164880" progId="Equation.3">
                      <p:embed/>
                    </p:oleObj>
                  </mc:Choice>
                  <mc:Fallback>
                    <p:oleObj name="Equation" r:id="rId21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5" y="2240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79" name="Line 49"/>
              <p:cNvSpPr>
                <a:spLocks noChangeShapeType="1"/>
              </p:cNvSpPr>
              <p:nvPr/>
            </p:nvSpPr>
            <p:spPr bwMode="auto">
              <a:xfrm flipV="1">
                <a:off x="336" y="1539"/>
                <a:ext cx="0" cy="6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0" name="Line 50"/>
              <p:cNvSpPr>
                <a:spLocks noChangeShapeType="1"/>
              </p:cNvSpPr>
              <p:nvPr/>
            </p:nvSpPr>
            <p:spPr bwMode="auto">
              <a:xfrm flipV="1">
                <a:off x="336" y="1248"/>
                <a:ext cx="0" cy="2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3569" name="Object 17"/>
              <p:cNvGraphicFramePr>
                <a:graphicFrameLocks noChangeAspect="1"/>
              </p:cNvGraphicFramePr>
              <p:nvPr/>
            </p:nvGraphicFramePr>
            <p:xfrm>
              <a:off x="144" y="1248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146" name="Equation" r:id="rId23" imgW="114120" imgH="139680" progId="Equation.3">
                      <p:embed/>
                    </p:oleObj>
                  </mc:Choice>
                  <mc:Fallback>
                    <p:oleObj name="Equation" r:id="rId23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" y="1248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70" name="Object 18"/>
              <p:cNvGraphicFramePr>
                <a:graphicFrameLocks noChangeAspect="1"/>
              </p:cNvGraphicFramePr>
              <p:nvPr/>
            </p:nvGraphicFramePr>
            <p:xfrm>
              <a:off x="288" y="2192"/>
              <a:ext cx="163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147" name="Equation" r:id="rId25" imgW="164880" imgH="177480" progId="Equation.3">
                      <p:embed/>
                    </p:oleObj>
                  </mc:Choice>
                  <mc:Fallback>
                    <p:oleObj name="Equation" r:id="rId25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2192"/>
                            <a:ext cx="163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1" name="Line 53"/>
              <p:cNvSpPr>
                <a:spLocks noChangeShapeType="1"/>
              </p:cNvSpPr>
              <p:nvPr/>
            </p:nvSpPr>
            <p:spPr bwMode="auto">
              <a:xfrm>
                <a:off x="336" y="2192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2" name="Line 54"/>
              <p:cNvSpPr>
                <a:spLocks noChangeShapeType="1"/>
              </p:cNvSpPr>
              <p:nvPr/>
            </p:nvSpPr>
            <p:spPr bwMode="auto">
              <a:xfrm flipH="1">
                <a:off x="-48" y="2192"/>
                <a:ext cx="384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66" name="Object 14"/>
            <p:cNvGraphicFramePr>
              <a:graphicFrameLocks noChangeAspect="1"/>
            </p:cNvGraphicFramePr>
            <p:nvPr/>
          </p:nvGraphicFramePr>
          <p:xfrm>
            <a:off x="3982" y="3040"/>
            <a:ext cx="192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48" name="Equation" r:id="rId27" imgW="177480" imgH="164880" progId="Equation.DSMT4">
                    <p:embed/>
                  </p:oleObj>
                </mc:Choice>
                <mc:Fallback>
                  <p:oleObj name="Equation" r:id="rId27" imgW="177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2" y="3040"/>
                          <a:ext cx="192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243278"/>
              </p:ext>
            </p:extLst>
          </p:nvPr>
        </p:nvGraphicFramePr>
        <p:xfrm>
          <a:off x="2443210" y="2329893"/>
          <a:ext cx="7001851" cy="1108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9" name="Equation" r:id="rId29" imgW="3047760" imgH="482400" progId="Equation.DSMT4">
                  <p:embed/>
                </p:oleObj>
              </mc:Choice>
              <mc:Fallback>
                <p:oleObj name="Equation" r:id="rId29" imgW="3047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210" y="2329893"/>
                        <a:ext cx="7001851" cy="1108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567612"/>
              </p:ext>
            </p:extLst>
          </p:nvPr>
        </p:nvGraphicFramePr>
        <p:xfrm>
          <a:off x="2709972" y="2713512"/>
          <a:ext cx="376960" cy="274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0" name="Equation" r:id="rId31" imgW="139680" imgH="101520" progId="Equation.DSMT4">
                  <p:embed/>
                </p:oleObj>
              </mc:Choice>
              <mc:Fallback>
                <p:oleObj name="Equation" r:id="rId31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972" y="2713512"/>
                        <a:ext cx="376960" cy="274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36850" y="110203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57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6003635" y="27673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</a:endParaRPr>
          </a:p>
        </p:txBody>
      </p:sp>
      <p:graphicFrame>
        <p:nvGraphicFramePr>
          <p:cNvPr id="184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927187"/>
              </p:ext>
            </p:extLst>
          </p:nvPr>
        </p:nvGraphicFramePr>
        <p:xfrm>
          <a:off x="2965947" y="942533"/>
          <a:ext cx="6444838" cy="85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50" name="Equation" r:id="rId3" imgW="2857320" imgH="380880" progId="Equation.DSMT4">
                  <p:embed/>
                </p:oleObj>
              </mc:Choice>
              <mc:Fallback>
                <p:oleObj name="Equation" r:id="rId3" imgW="2857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947" y="942533"/>
                        <a:ext cx="6444838" cy="85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5219700" y="3792538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>
                <a:latin typeface="Arial" panose="020B0604020202020204" pitchFamily="34" charset="0"/>
                <a:ea typeface="新宋体" panose="02010609030101010101" pitchFamily="49" charset="-122"/>
              </a:rPr>
              <a:t> </a:t>
            </a:r>
            <a:endParaRPr lang="en-US" altLang="zh-CN" sz="2400">
              <a:ea typeface="新宋体" panose="02010609030101010101" pitchFamily="49" charset="-122"/>
            </a:endParaRPr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1141587" y="1063922"/>
            <a:ext cx="183337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例</a:t>
            </a:r>
            <a:r>
              <a:rPr kumimoji="0" lang="en-US" altLang="zh-CN" sz="2800" b="1" dirty="0">
                <a:solidFill>
                  <a:srgbClr val="FF0000"/>
                </a:solidFill>
                <a:ea typeface="新宋体" panose="0201060903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800" b="1" dirty="0">
                <a:latin typeface="Arial" panose="020B0604020202020204" pitchFamily="34" charset="0"/>
              </a:rPr>
              <a:t>  计算</a:t>
            </a:r>
          </a:p>
        </p:txBody>
      </p:sp>
      <p:graphicFrame>
        <p:nvGraphicFramePr>
          <p:cNvPr id="184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109191"/>
              </p:ext>
            </p:extLst>
          </p:nvPr>
        </p:nvGraphicFramePr>
        <p:xfrm>
          <a:off x="1207369" y="1738431"/>
          <a:ext cx="79105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51" name="Equation" r:id="rId5" imgW="3492360" imgH="253800" progId="Equation.DSMT4">
                  <p:embed/>
                </p:oleObj>
              </mc:Choice>
              <mc:Fallback>
                <p:oleObj name="Equation" r:id="rId5" imgW="34923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369" y="1738431"/>
                        <a:ext cx="791051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0388457" y="4469177"/>
            <a:ext cx="812721" cy="704077"/>
            <a:chOff x="4417" y="2914"/>
            <a:chExt cx="659" cy="374"/>
          </a:xfrm>
        </p:grpSpPr>
        <p:graphicFrame>
          <p:nvGraphicFramePr>
            <p:cNvPr id="1849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5874581"/>
                </p:ext>
              </p:extLst>
            </p:nvPr>
          </p:nvGraphicFramePr>
          <p:xfrm>
            <a:off x="4771" y="3106"/>
            <a:ext cx="30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52" name="Equation" r:id="rId7" imgW="164880" imgH="164880" progId="Equation.DSMT4">
                    <p:embed/>
                  </p:oleObj>
                </mc:Choice>
                <mc:Fallback>
                  <p:oleObj name="Equation" r:id="rId7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3106"/>
                          <a:ext cx="30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6" name="Line 12"/>
            <p:cNvSpPr>
              <a:spLocks noChangeShapeType="1"/>
            </p:cNvSpPr>
            <p:nvPr/>
          </p:nvSpPr>
          <p:spPr bwMode="auto">
            <a:xfrm flipH="1" flipV="1">
              <a:off x="4417" y="2914"/>
              <a:ext cx="434" cy="1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88274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194447"/>
              </p:ext>
            </p:extLst>
          </p:nvPr>
        </p:nvGraphicFramePr>
        <p:xfrm>
          <a:off x="1141587" y="5470858"/>
          <a:ext cx="230981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53" name="Equation" r:id="rId9" imgW="1028520" imgH="380880" progId="Equation.DSMT4">
                  <p:embed/>
                </p:oleObj>
              </mc:Choice>
              <mc:Fallback>
                <p:oleObj name="Equation" r:id="rId9" imgW="1028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587" y="5470858"/>
                        <a:ext cx="2309812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41587" y="232491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920443"/>
              </p:ext>
            </p:extLst>
          </p:nvPr>
        </p:nvGraphicFramePr>
        <p:xfrm>
          <a:off x="2037637" y="2393794"/>
          <a:ext cx="39655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54" name="Equation" r:id="rId11" imgW="1587240" imgH="228600" progId="Equation.DSMT4">
                  <p:embed/>
                </p:oleObj>
              </mc:Choice>
              <mc:Fallback>
                <p:oleObj name="Equation" r:id="rId11" imgW="1587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637" y="2393794"/>
                        <a:ext cx="39655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328957"/>
              </p:ext>
            </p:extLst>
          </p:nvPr>
        </p:nvGraphicFramePr>
        <p:xfrm>
          <a:off x="1404885" y="3011057"/>
          <a:ext cx="7058263" cy="51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55" name="Equation" r:id="rId13" imgW="2603160" imgH="203040" progId="Equation.DSMT4">
                  <p:embed/>
                </p:oleObj>
              </mc:Choice>
              <mc:Fallback>
                <p:oleObj name="Equation" r:id="rId13" imgW="260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885" y="3011057"/>
                        <a:ext cx="7058263" cy="519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645011"/>
              </p:ext>
            </p:extLst>
          </p:nvPr>
        </p:nvGraphicFramePr>
        <p:xfrm>
          <a:off x="1141587" y="3631163"/>
          <a:ext cx="7682810" cy="577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56" name="Equation" r:id="rId15" imgW="3022560" imgH="241200" progId="Equation.DSMT4">
                  <p:embed/>
                </p:oleObj>
              </mc:Choice>
              <mc:Fallback>
                <p:oleObj name="Equation" r:id="rId15" imgW="3022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587" y="3631163"/>
                        <a:ext cx="7682810" cy="5773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32577" y="415300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806554"/>
              </p:ext>
            </p:extLst>
          </p:nvPr>
        </p:nvGraphicFramePr>
        <p:xfrm>
          <a:off x="1207369" y="4629309"/>
          <a:ext cx="6163623" cy="95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57" name="Equation" r:id="rId17" imgW="2616120" imgH="406080" progId="Equation.DSMT4">
                  <p:embed/>
                </p:oleObj>
              </mc:Choice>
              <mc:Fallback>
                <p:oleObj name="Equation" r:id="rId17" imgW="2616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369" y="4629309"/>
                        <a:ext cx="6163623" cy="958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733784"/>
              </p:ext>
            </p:extLst>
          </p:nvPr>
        </p:nvGraphicFramePr>
        <p:xfrm>
          <a:off x="3451399" y="5633769"/>
          <a:ext cx="662333" cy="463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58" name="Equation" r:id="rId19" imgW="253800" imgH="177480" progId="Equation.DSMT4">
                  <p:embed/>
                </p:oleObj>
              </mc:Choice>
              <mc:Fallback>
                <p:oleObj name="Equation" r:id="rId19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51399" y="5633769"/>
                        <a:ext cx="662333" cy="463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10461592" y="1667584"/>
            <a:ext cx="1054101" cy="1235075"/>
            <a:chOff x="4442" y="1073"/>
            <a:chExt cx="664" cy="778"/>
          </a:xfrm>
        </p:grpSpPr>
        <p:graphicFrame>
          <p:nvGraphicFramePr>
            <p:cNvPr id="18467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231081"/>
                </p:ext>
              </p:extLst>
            </p:nvPr>
          </p:nvGraphicFramePr>
          <p:xfrm>
            <a:off x="4834" y="1073"/>
            <a:ext cx="272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59" name="Equation" r:id="rId21" imgW="177480" imgH="228600" progId="Equation.DSMT4">
                    <p:embed/>
                  </p:oleObj>
                </mc:Choice>
                <mc:Fallback>
                  <p:oleObj name="Equation" r:id="rId21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4" y="1073"/>
                          <a:ext cx="272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8" name="Line 42"/>
            <p:cNvSpPr>
              <a:spLocks noChangeShapeType="1"/>
            </p:cNvSpPr>
            <p:nvPr/>
          </p:nvSpPr>
          <p:spPr bwMode="auto">
            <a:xfrm flipH="1">
              <a:off x="4442" y="1322"/>
              <a:ext cx="405" cy="5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6" name="Group 40"/>
          <p:cNvGrpSpPr>
            <a:grpSpLocks/>
          </p:cNvGrpSpPr>
          <p:nvPr/>
        </p:nvGrpSpPr>
        <p:grpSpPr bwMode="auto">
          <a:xfrm>
            <a:off x="10863627" y="2632777"/>
            <a:ext cx="1020762" cy="677864"/>
            <a:chOff x="4535" y="1919"/>
            <a:chExt cx="643" cy="427"/>
          </a:xfrm>
        </p:grpSpPr>
        <p:graphicFrame>
          <p:nvGraphicFramePr>
            <p:cNvPr id="67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758747"/>
                </p:ext>
              </p:extLst>
            </p:nvPr>
          </p:nvGraphicFramePr>
          <p:xfrm>
            <a:off x="4933" y="1919"/>
            <a:ext cx="245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60" name="Equation" r:id="rId23" imgW="190440" imgH="228600" progId="Equation.DSMT4">
                    <p:embed/>
                  </p:oleObj>
                </mc:Choice>
                <mc:Fallback>
                  <p:oleObj name="Equation" r:id="rId23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" y="1919"/>
                          <a:ext cx="245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Line 42"/>
            <p:cNvSpPr>
              <a:spLocks noChangeShapeType="1"/>
            </p:cNvSpPr>
            <p:nvPr/>
          </p:nvSpPr>
          <p:spPr bwMode="auto">
            <a:xfrm flipH="1">
              <a:off x="4535" y="2154"/>
              <a:ext cx="422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266941" y="1922701"/>
            <a:ext cx="2654300" cy="3208811"/>
            <a:chOff x="9460617" y="2256761"/>
            <a:chExt cx="2654300" cy="3208811"/>
          </a:xfrm>
        </p:grpSpPr>
        <p:graphicFrame>
          <p:nvGraphicFramePr>
            <p:cNvPr id="1844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4715786"/>
                </p:ext>
              </p:extLst>
            </p:nvPr>
          </p:nvGraphicFramePr>
          <p:xfrm>
            <a:off x="9736318" y="5135372"/>
            <a:ext cx="3143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61" name="Equation" r:id="rId25" imgW="139680" imgH="139680" progId="Equation.DSMT4">
                    <p:embed/>
                  </p:oleObj>
                </mc:Choice>
                <mc:Fallback>
                  <p:oleObj name="Equation" r:id="rId25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36318" y="5135372"/>
                          <a:ext cx="31432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组合 8"/>
            <p:cNvGrpSpPr/>
            <p:nvPr/>
          </p:nvGrpSpPr>
          <p:grpSpPr>
            <a:xfrm>
              <a:off x="9460617" y="2256761"/>
              <a:ext cx="2654300" cy="3101975"/>
              <a:chOff x="9291743" y="2094787"/>
              <a:chExt cx="2654300" cy="3101975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9291743" y="2094787"/>
                <a:ext cx="2654300" cy="3101975"/>
                <a:chOff x="9558282" y="2107017"/>
                <a:chExt cx="2654300" cy="3101975"/>
              </a:xfrm>
            </p:grpSpPr>
            <p:grpSp>
              <p:nvGrpSpPr>
                <p:cNvPr id="3" name="Group 13"/>
                <p:cNvGrpSpPr>
                  <a:grpSpLocks/>
                </p:cNvGrpSpPr>
                <p:nvPr/>
              </p:nvGrpSpPr>
              <p:grpSpPr bwMode="auto">
                <a:xfrm>
                  <a:off x="9558282" y="2107017"/>
                  <a:ext cx="2654300" cy="3101975"/>
                  <a:chOff x="3630" y="1299"/>
                  <a:chExt cx="1672" cy="1954"/>
                </a:xfrm>
              </p:grpSpPr>
              <p:sp>
                <p:nvSpPr>
                  <p:cNvPr id="18469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14" y="2814"/>
                    <a:ext cx="539" cy="43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847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3630" y="1299"/>
                    <a:ext cx="1672" cy="1836"/>
                    <a:chOff x="3634" y="1307"/>
                    <a:chExt cx="1672" cy="1836"/>
                  </a:xfrm>
                </p:grpSpPr>
                <p:sp>
                  <p:nvSpPr>
                    <p:cNvPr id="18471" name="Oval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34" y="1715"/>
                      <a:ext cx="1238" cy="338"/>
                    </a:xfrm>
                    <a:prstGeom prst="ellipse">
                      <a:avLst/>
                    </a:prstGeom>
                    <a:solidFill>
                      <a:srgbClr val="99CC00"/>
                    </a:solidFill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>
                        <a:solidFill>
                          <a:schemeClr val="tx2"/>
                        </a:solidFill>
                      </a:endParaRPr>
                    </a:p>
                  </p:txBody>
                </p:sp>
                <p:sp>
                  <p:nvSpPr>
                    <p:cNvPr id="18472" name="Oval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34" y="2645"/>
                      <a:ext cx="1238" cy="338"/>
                    </a:xfrm>
                    <a:prstGeom prst="ellipse">
                      <a:avLst/>
                    </a:prstGeom>
                    <a:solidFill>
                      <a:srgbClr val="FF00FF">
                        <a:alpha val="44000"/>
                      </a:srgbClr>
                    </a:solidFill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800">
                        <a:solidFill>
                          <a:schemeClr val="tx2"/>
                        </a:solidFill>
                      </a:endParaRPr>
                    </a:p>
                  </p:txBody>
                </p:sp>
                <p:sp>
                  <p:nvSpPr>
                    <p:cNvPr id="18473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86" y="2814"/>
                      <a:ext cx="980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74" name="Line 1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253" y="1307"/>
                      <a:ext cx="0" cy="150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prstDash val="dash"/>
                      <a:miter lim="800000"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75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34" y="1881"/>
                      <a:ext cx="619" cy="933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82" name="Line 2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253" y="1307"/>
                      <a:ext cx="0" cy="51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90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60" y="1902"/>
                      <a:ext cx="0" cy="959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prstDash val="dash"/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91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38" y="2052"/>
                      <a:ext cx="0" cy="95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prstDash val="dash"/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8492" name="Object 3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092" y="2876"/>
                    <a:ext cx="214" cy="26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81162" name="Equation" r:id="rId27" imgW="139680" imgH="164880" progId="Equation.DSMT4">
                            <p:embed/>
                          </p:oleObj>
                        </mc:Choice>
                        <mc:Fallback>
                          <p:oleObj name="Equation" r:id="rId27" imgW="139680" imgH="16488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8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5092" y="2876"/>
                                  <a:ext cx="214" cy="267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8493" name="Object 38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330" y="1328"/>
                    <a:ext cx="174" cy="22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81163" name="Equation" r:id="rId29" imgW="114120" imgH="139680" progId="Equation.DSMT4">
                            <p:embed/>
                          </p:oleObj>
                        </mc:Choice>
                        <mc:Fallback>
                          <p:oleObj name="Equation" r:id="rId29" imgW="114120" imgH="13968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0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330" y="1328"/>
                                  <a:ext cx="174" cy="226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8494" name="Object 39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602297483"/>
                        </p:ext>
                      </p:extLst>
                    </p:nvPr>
                  </p:nvGraphicFramePr>
                  <p:xfrm>
                    <a:off x="4530" y="2539"/>
                    <a:ext cx="193" cy="289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81164" name="Equation" r:id="rId31" imgW="126720" imgH="177480" progId="Equation.DSMT4">
                            <p:embed/>
                          </p:oleObj>
                        </mc:Choice>
                        <mc:Fallback>
                          <p:oleObj name="Equation" r:id="rId31" imgW="126720" imgH="177480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2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530" y="2539"/>
                                  <a:ext cx="193" cy="289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00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  <p:sp>
              <p:nvSpPr>
                <p:cNvPr id="64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0563405" y="3058168"/>
                  <a:ext cx="957262" cy="141700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5" name="Line 35"/>
                <p:cNvSpPr>
                  <a:spLocks noChangeShapeType="1"/>
                </p:cNvSpPr>
                <p:nvPr/>
              </p:nvSpPr>
              <p:spPr bwMode="auto">
                <a:xfrm>
                  <a:off x="9559128" y="3032450"/>
                  <a:ext cx="0" cy="152241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69" name="Object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5055500"/>
                  </p:ext>
                </p:extLst>
              </p:nvPr>
            </p:nvGraphicFramePr>
            <p:xfrm>
              <a:off x="11147530" y="3596823"/>
              <a:ext cx="306388" cy="4587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165" name="Equation" r:id="rId33" imgW="126720" imgH="177480" progId="Equation.DSMT4">
                      <p:embed/>
                    </p:oleObj>
                  </mc:Choice>
                  <mc:Fallback>
                    <p:oleObj name="Equation" r:id="rId33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47530" y="3596823"/>
                            <a:ext cx="306388" cy="4587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9" name="Line 44"/>
          <p:cNvSpPr>
            <a:spLocks noChangeShapeType="1"/>
          </p:cNvSpPr>
          <p:nvPr/>
        </p:nvSpPr>
        <p:spPr bwMode="auto">
          <a:xfrm flipH="1" flipV="1">
            <a:off x="9896649" y="2459095"/>
            <a:ext cx="20784" cy="50468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44"/>
          <p:cNvSpPr>
            <a:spLocks noChangeShapeType="1"/>
          </p:cNvSpPr>
          <p:nvPr/>
        </p:nvSpPr>
        <p:spPr bwMode="auto">
          <a:xfrm flipH="1">
            <a:off x="9342580" y="3648933"/>
            <a:ext cx="509844" cy="3549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98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8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9" grpId="0" animBg="1"/>
      <p:bldP spid="8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152124" y="156923"/>
            <a:ext cx="2702962" cy="3498915"/>
            <a:chOff x="9114459" y="1846199"/>
            <a:chExt cx="2702962" cy="3498915"/>
          </a:xfrm>
        </p:grpSpPr>
        <p:graphicFrame>
          <p:nvGraphicFramePr>
            <p:cNvPr id="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6331159"/>
                </p:ext>
              </p:extLst>
            </p:nvPr>
          </p:nvGraphicFramePr>
          <p:xfrm>
            <a:off x="9448627" y="5014914"/>
            <a:ext cx="3143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190" name="Equation" r:id="rId3" imgW="139680" imgH="139680" progId="Equation.DSMT4">
                    <p:embed/>
                  </p:oleObj>
                </mc:Choice>
                <mc:Fallback>
                  <p:oleObj name="Equation" r:id="rId3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8627" y="5014914"/>
                          <a:ext cx="31432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9114459" y="2078038"/>
              <a:ext cx="2654300" cy="3101975"/>
              <a:chOff x="3630" y="1299"/>
              <a:chExt cx="1672" cy="1954"/>
            </a:xfrm>
          </p:grpSpPr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 flipH="1">
                <a:off x="3714" y="2814"/>
                <a:ext cx="539" cy="4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7" name="Group 15"/>
              <p:cNvGrpSpPr>
                <a:grpSpLocks/>
              </p:cNvGrpSpPr>
              <p:nvPr/>
            </p:nvGrpSpPr>
            <p:grpSpPr bwMode="auto">
              <a:xfrm>
                <a:off x="3630" y="1299"/>
                <a:ext cx="1672" cy="1836"/>
                <a:chOff x="3634" y="1307"/>
                <a:chExt cx="1672" cy="1836"/>
              </a:xfrm>
            </p:grpSpPr>
            <p:sp>
              <p:nvSpPr>
                <p:cNvPr id="18" name="Oval 16"/>
                <p:cNvSpPr>
                  <a:spLocks noChangeArrowheads="1"/>
                </p:cNvSpPr>
                <p:nvPr/>
              </p:nvSpPr>
              <p:spPr bwMode="auto">
                <a:xfrm>
                  <a:off x="3634" y="1715"/>
                  <a:ext cx="1238" cy="338"/>
                </a:xfrm>
                <a:prstGeom prst="ellipse">
                  <a:avLst/>
                </a:prstGeom>
                <a:solidFill>
                  <a:srgbClr val="99CC00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9" name="Oval 17"/>
                <p:cNvSpPr>
                  <a:spLocks noChangeArrowheads="1"/>
                </p:cNvSpPr>
                <p:nvPr/>
              </p:nvSpPr>
              <p:spPr bwMode="auto">
                <a:xfrm>
                  <a:off x="3634" y="2645"/>
                  <a:ext cx="1238" cy="338"/>
                </a:xfrm>
                <a:prstGeom prst="ellipse">
                  <a:avLst/>
                </a:prstGeom>
                <a:solidFill>
                  <a:srgbClr val="FF00FF">
                    <a:alpha val="44000"/>
                  </a:srgb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20" name="Line 18"/>
                <p:cNvSpPr>
                  <a:spLocks noChangeShapeType="1"/>
                </p:cNvSpPr>
                <p:nvPr/>
              </p:nvSpPr>
              <p:spPr bwMode="auto">
                <a:xfrm>
                  <a:off x="4286" y="2814"/>
                  <a:ext cx="9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150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2" name="Line 20"/>
                <p:cNvSpPr>
                  <a:spLocks noChangeShapeType="1"/>
                </p:cNvSpPr>
                <p:nvPr/>
              </p:nvSpPr>
              <p:spPr bwMode="auto">
                <a:xfrm>
                  <a:off x="3634" y="1881"/>
                  <a:ext cx="619" cy="93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3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51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4" name="Line 35"/>
                <p:cNvSpPr>
                  <a:spLocks noChangeShapeType="1"/>
                </p:cNvSpPr>
                <p:nvPr/>
              </p:nvSpPr>
              <p:spPr bwMode="auto">
                <a:xfrm>
                  <a:off x="4860" y="1902"/>
                  <a:ext cx="0" cy="95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5" name="Line 36"/>
                <p:cNvSpPr>
                  <a:spLocks noChangeShapeType="1"/>
                </p:cNvSpPr>
                <p:nvPr/>
              </p:nvSpPr>
              <p:spPr bwMode="auto">
                <a:xfrm>
                  <a:off x="4038" y="2052"/>
                  <a:ext cx="0" cy="95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6" name="Object 37"/>
                <p:cNvGraphicFramePr>
                  <a:graphicFrameLocks noChangeAspect="1"/>
                </p:cNvGraphicFramePr>
                <p:nvPr/>
              </p:nvGraphicFramePr>
              <p:xfrm>
                <a:off x="5092" y="2876"/>
                <a:ext cx="214" cy="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5191" name="Equation" r:id="rId5" imgW="139680" imgH="164880" progId="Equation.DSMT4">
                        <p:embed/>
                      </p:oleObj>
                    </mc:Choice>
                    <mc:Fallback>
                      <p:oleObj name="Equation" r:id="rId5" imgW="13968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92" y="2876"/>
                              <a:ext cx="214" cy="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Object 38"/>
                <p:cNvGraphicFramePr>
                  <a:graphicFrameLocks noChangeAspect="1"/>
                </p:cNvGraphicFramePr>
                <p:nvPr/>
              </p:nvGraphicFramePr>
              <p:xfrm>
                <a:off x="4330" y="1328"/>
                <a:ext cx="174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5192" name="Equation" r:id="rId7" imgW="114120" imgH="139680" progId="Equation.DSMT4">
                        <p:embed/>
                      </p:oleObj>
                    </mc:Choice>
                    <mc:Fallback>
                      <p:oleObj name="Equation" r:id="rId7" imgW="11412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0" y="1328"/>
                              <a:ext cx="174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Object 3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50745380"/>
                    </p:ext>
                  </p:extLst>
                </p:nvPr>
              </p:nvGraphicFramePr>
              <p:xfrm>
                <a:off x="4522" y="2500"/>
                <a:ext cx="193" cy="2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5193" name="Equation" r:id="rId9" imgW="126720" imgH="177480" progId="Equation.DSMT4">
                        <p:embed/>
                      </p:oleObj>
                    </mc:Choice>
                    <mc:Fallback>
                      <p:oleObj name="Equation" r:id="rId9" imgW="126720" imgH="1774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22" y="2500"/>
                              <a:ext cx="193" cy="28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00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7" name="Group 40"/>
            <p:cNvGrpSpPr>
              <a:grpSpLocks/>
            </p:cNvGrpSpPr>
            <p:nvPr/>
          </p:nvGrpSpPr>
          <p:grpSpPr bwMode="auto">
            <a:xfrm>
              <a:off x="10344154" y="1846199"/>
              <a:ext cx="838200" cy="987425"/>
              <a:chOff x="4417" y="1339"/>
              <a:chExt cx="528" cy="622"/>
            </a:xfrm>
          </p:grpSpPr>
          <p:graphicFrame>
            <p:nvGraphicFramePr>
              <p:cNvPr id="14" name="Object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7456226"/>
                  </p:ext>
                </p:extLst>
              </p:nvPr>
            </p:nvGraphicFramePr>
            <p:xfrm>
              <a:off x="4673" y="1339"/>
              <a:ext cx="272" cy="3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194" name="Equation" r:id="rId11" imgW="177480" imgH="228600" progId="Equation.DSMT4">
                      <p:embed/>
                    </p:oleObj>
                  </mc:Choice>
                  <mc:Fallback>
                    <p:oleObj name="Equation" r:id="rId11" imgW="17748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3" y="1339"/>
                            <a:ext cx="272" cy="3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Line 42"/>
              <p:cNvSpPr>
                <a:spLocks noChangeShapeType="1"/>
              </p:cNvSpPr>
              <p:nvPr/>
            </p:nvSpPr>
            <p:spPr bwMode="auto">
              <a:xfrm flipH="1">
                <a:off x="4417" y="1543"/>
                <a:ext cx="306" cy="4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8" name="Line 20"/>
            <p:cNvSpPr>
              <a:spLocks noChangeShapeType="1"/>
            </p:cNvSpPr>
            <p:nvPr/>
          </p:nvSpPr>
          <p:spPr bwMode="auto">
            <a:xfrm flipH="1">
              <a:off x="10103470" y="3061125"/>
              <a:ext cx="957262" cy="14170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35"/>
            <p:cNvSpPr>
              <a:spLocks noChangeShapeType="1"/>
            </p:cNvSpPr>
            <p:nvPr/>
          </p:nvSpPr>
          <p:spPr bwMode="auto">
            <a:xfrm>
              <a:off x="9124134" y="3046413"/>
              <a:ext cx="0" cy="1522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" name="Group 40"/>
            <p:cNvGrpSpPr>
              <a:grpSpLocks/>
            </p:cNvGrpSpPr>
            <p:nvPr/>
          </p:nvGrpSpPr>
          <p:grpSpPr bwMode="auto">
            <a:xfrm>
              <a:off x="10750622" y="2718600"/>
              <a:ext cx="1066799" cy="811214"/>
              <a:chOff x="4535" y="1835"/>
              <a:chExt cx="672" cy="511"/>
            </a:xfrm>
          </p:grpSpPr>
          <p:graphicFrame>
            <p:nvGraphicFramePr>
              <p:cNvPr id="12" name="Object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83239588"/>
                  </p:ext>
                </p:extLst>
              </p:nvPr>
            </p:nvGraphicFramePr>
            <p:xfrm>
              <a:off x="4962" y="1835"/>
              <a:ext cx="245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195" name="Equation" r:id="rId13" imgW="190440" imgH="228600" progId="Equation.DSMT4">
                      <p:embed/>
                    </p:oleObj>
                  </mc:Choice>
                  <mc:Fallback>
                    <p:oleObj name="Equation" r:id="rId13" imgW="1904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2" y="1835"/>
                            <a:ext cx="245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Line 42"/>
              <p:cNvSpPr>
                <a:spLocks noChangeShapeType="1"/>
              </p:cNvSpPr>
              <p:nvPr/>
            </p:nvSpPr>
            <p:spPr bwMode="auto">
              <a:xfrm flipH="1">
                <a:off x="4535" y="2107"/>
                <a:ext cx="422" cy="23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1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5938010"/>
                </p:ext>
              </p:extLst>
            </p:nvPr>
          </p:nvGraphicFramePr>
          <p:xfrm>
            <a:off x="11098717" y="3495689"/>
            <a:ext cx="306388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196" name="Equation" r:id="rId15" imgW="126720" imgH="177480" progId="Equation.DSMT4">
                    <p:embed/>
                  </p:oleObj>
                </mc:Choice>
                <mc:Fallback>
                  <p:oleObj name="Equation" r:id="rId15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98717" y="3495689"/>
                          <a:ext cx="306388" cy="458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10"/>
          <p:cNvGrpSpPr>
            <a:grpSpLocks/>
          </p:cNvGrpSpPr>
          <p:nvPr/>
        </p:nvGrpSpPr>
        <p:grpSpPr bwMode="auto">
          <a:xfrm>
            <a:off x="10474988" y="2907106"/>
            <a:ext cx="812721" cy="704077"/>
            <a:chOff x="4417" y="2914"/>
            <a:chExt cx="659" cy="374"/>
          </a:xfrm>
        </p:grpSpPr>
        <p:graphicFrame>
          <p:nvGraphicFramePr>
            <p:cNvPr id="3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6855041"/>
                </p:ext>
              </p:extLst>
            </p:nvPr>
          </p:nvGraphicFramePr>
          <p:xfrm>
            <a:off x="4771" y="3106"/>
            <a:ext cx="30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197" name="Equation" r:id="rId17" imgW="164880" imgH="164880" progId="Equation.DSMT4">
                    <p:embed/>
                  </p:oleObj>
                </mc:Choice>
                <mc:Fallback>
                  <p:oleObj name="Equation" r:id="rId17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3106"/>
                          <a:ext cx="30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12"/>
            <p:cNvSpPr>
              <a:spLocks noChangeShapeType="1"/>
            </p:cNvSpPr>
            <p:nvPr/>
          </p:nvSpPr>
          <p:spPr bwMode="auto">
            <a:xfrm flipH="1" flipV="1">
              <a:off x="4417" y="2914"/>
              <a:ext cx="434" cy="1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127337"/>
              </p:ext>
            </p:extLst>
          </p:nvPr>
        </p:nvGraphicFramePr>
        <p:xfrm>
          <a:off x="1083422" y="874120"/>
          <a:ext cx="5922589" cy="65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98" name="Equation" r:id="rId19" imgW="2539800" imgH="279360" progId="Equation.DSMT4">
                  <p:embed/>
                </p:oleObj>
              </mc:Choice>
              <mc:Fallback>
                <p:oleObj name="Equation" r:id="rId19" imgW="2539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83422" y="874120"/>
                        <a:ext cx="5922589" cy="651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077162"/>
              </p:ext>
            </p:extLst>
          </p:nvPr>
        </p:nvGraphicFramePr>
        <p:xfrm>
          <a:off x="1166153" y="1627886"/>
          <a:ext cx="5049838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99" name="Equation" r:id="rId21" imgW="2082600" imgH="482400" progId="Equation.DSMT4">
                  <p:embed/>
                </p:oleObj>
              </mc:Choice>
              <mc:Fallback>
                <p:oleObj name="Equation" r:id="rId21" imgW="20826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66153" y="1627886"/>
                        <a:ext cx="5049838" cy="116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1016716" y="2679517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979606"/>
              </p:ext>
            </p:extLst>
          </p:nvPr>
        </p:nvGraphicFramePr>
        <p:xfrm>
          <a:off x="1123940" y="3176611"/>
          <a:ext cx="6163623" cy="95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0" name="Equation" r:id="rId23" imgW="2616120" imgH="406080" progId="Equation.DSMT4">
                  <p:embed/>
                </p:oleObj>
              </mc:Choice>
              <mc:Fallback>
                <p:oleObj name="Equation" r:id="rId23" imgW="2616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40" y="3176611"/>
                        <a:ext cx="6163623" cy="958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400870"/>
              </p:ext>
            </p:extLst>
          </p:nvPr>
        </p:nvGraphicFramePr>
        <p:xfrm>
          <a:off x="858531" y="3929323"/>
          <a:ext cx="10106518" cy="1294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1" name="Equation" r:id="rId25" imgW="4749480" imgH="558720" progId="Equation.DSMT4">
                  <p:embed/>
                </p:oleObj>
              </mc:Choice>
              <mc:Fallback>
                <p:oleObj name="Equation" r:id="rId25" imgW="474948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58531" y="3929323"/>
                        <a:ext cx="10106518" cy="1294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992786"/>
              </p:ext>
            </p:extLst>
          </p:nvPr>
        </p:nvGraphicFramePr>
        <p:xfrm>
          <a:off x="740291" y="5044118"/>
          <a:ext cx="2426419" cy="8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2" name="Equation" r:id="rId27" imgW="1091880" imgH="380880" progId="Equation.DSMT4">
                  <p:embed/>
                </p:oleObj>
              </mc:Choice>
              <mc:Fallback>
                <p:oleObj name="Equation" r:id="rId27" imgW="1091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40291" y="5044118"/>
                        <a:ext cx="2426419" cy="84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305351"/>
              </p:ext>
            </p:extLst>
          </p:nvPr>
        </p:nvGraphicFramePr>
        <p:xfrm>
          <a:off x="3166710" y="5172370"/>
          <a:ext cx="657130" cy="459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3" name="Equation" r:id="rId29" imgW="253800" imgH="177480" progId="Equation.DSMT4">
                  <p:embed/>
                </p:oleObj>
              </mc:Choice>
              <mc:Fallback>
                <p:oleObj name="Equation" r:id="rId29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166710" y="5172370"/>
                        <a:ext cx="657130" cy="459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260766"/>
              </p:ext>
            </p:extLst>
          </p:nvPr>
        </p:nvGraphicFramePr>
        <p:xfrm>
          <a:off x="1146175" y="5934869"/>
          <a:ext cx="1876158" cy="531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04" name="Equation" r:id="rId31" imgW="761760" imgH="215640" progId="Equation.DSMT4">
                  <p:embed/>
                </p:oleObj>
              </mc:Choice>
              <mc:Fallback>
                <p:oleObj name="Equation" r:id="rId31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146175" y="5934869"/>
                        <a:ext cx="1876158" cy="531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44"/>
          <p:cNvSpPr>
            <a:spLocks noChangeShapeType="1"/>
          </p:cNvSpPr>
          <p:nvPr/>
        </p:nvSpPr>
        <p:spPr bwMode="auto">
          <a:xfrm flipH="1" flipV="1">
            <a:off x="9657352" y="663543"/>
            <a:ext cx="20784" cy="50468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4"/>
          <p:cNvSpPr>
            <a:spLocks noChangeShapeType="1"/>
          </p:cNvSpPr>
          <p:nvPr/>
        </p:nvSpPr>
        <p:spPr bwMode="auto">
          <a:xfrm flipH="1">
            <a:off x="9222715" y="1827647"/>
            <a:ext cx="509844" cy="3549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79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6003635" y="27673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5219700" y="3792538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>
                <a:latin typeface="Arial" panose="020B0604020202020204" pitchFamily="34" charset="0"/>
                <a:ea typeface="新宋体" panose="02010609030101010101" pitchFamily="49" charset="-122"/>
              </a:rPr>
              <a:t> </a:t>
            </a:r>
            <a:endParaRPr lang="en-US" altLang="zh-CN" sz="2400">
              <a:ea typeface="新宋体" panose="02010609030101010101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0450372" y="3060972"/>
            <a:ext cx="812721" cy="704077"/>
            <a:chOff x="4417" y="2914"/>
            <a:chExt cx="659" cy="374"/>
          </a:xfrm>
        </p:grpSpPr>
        <p:graphicFrame>
          <p:nvGraphicFramePr>
            <p:cNvPr id="18495" name="Object 11"/>
            <p:cNvGraphicFramePr>
              <a:graphicFrameLocks noChangeAspect="1"/>
            </p:cNvGraphicFramePr>
            <p:nvPr/>
          </p:nvGraphicFramePr>
          <p:xfrm>
            <a:off x="4771" y="3106"/>
            <a:ext cx="30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86" name="Equation" r:id="rId3" imgW="164880" imgH="164880" progId="Equation.DSMT4">
                    <p:embed/>
                  </p:oleObj>
                </mc:Choice>
                <mc:Fallback>
                  <p:oleObj name="Equation" r:id="rId3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3106"/>
                          <a:ext cx="30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6" name="Line 12"/>
            <p:cNvSpPr>
              <a:spLocks noChangeShapeType="1"/>
            </p:cNvSpPr>
            <p:nvPr/>
          </p:nvSpPr>
          <p:spPr bwMode="auto">
            <a:xfrm flipH="1" flipV="1">
              <a:off x="4417" y="2914"/>
              <a:ext cx="434" cy="1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88274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288469"/>
              </p:ext>
            </p:extLst>
          </p:nvPr>
        </p:nvGraphicFramePr>
        <p:xfrm>
          <a:off x="1622151" y="5650820"/>
          <a:ext cx="230981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7" name="Equation" r:id="rId5" imgW="1028520" imgH="380880" progId="Equation.DSMT4">
                  <p:embed/>
                </p:oleObj>
              </mc:Choice>
              <mc:Fallback>
                <p:oleObj name="Equation" r:id="rId5" imgW="1028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151" y="5650820"/>
                        <a:ext cx="2309812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03552" y="86896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graphicFrame>
        <p:nvGraphicFramePr>
          <p:cNvPr id="7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509116"/>
              </p:ext>
            </p:extLst>
          </p:nvPr>
        </p:nvGraphicFramePr>
        <p:xfrm>
          <a:off x="2222791" y="897477"/>
          <a:ext cx="39655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8" name="Equation" r:id="rId7" imgW="1587240" imgH="228600" progId="Equation.DSMT4">
                  <p:embed/>
                </p:oleObj>
              </mc:Choice>
              <mc:Fallback>
                <p:oleObj name="Equation" r:id="rId7" imgW="1587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791" y="897477"/>
                        <a:ext cx="39655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218770"/>
              </p:ext>
            </p:extLst>
          </p:nvPr>
        </p:nvGraphicFramePr>
        <p:xfrm>
          <a:off x="2316872" y="1523320"/>
          <a:ext cx="4887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9" name="Equation" r:id="rId9" imgW="1803240" imgH="203040" progId="Equation.DSMT4">
                  <p:embed/>
                </p:oleObj>
              </mc:Choice>
              <mc:Fallback>
                <p:oleObj name="Equation" r:id="rId9" imgW="1803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872" y="1523320"/>
                        <a:ext cx="4887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915239"/>
              </p:ext>
            </p:extLst>
          </p:nvPr>
        </p:nvGraphicFramePr>
        <p:xfrm>
          <a:off x="937694" y="2100483"/>
          <a:ext cx="7532539" cy="603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90" name="Equation" r:id="rId11" imgW="2958840" imgH="241200" progId="Equation.DSMT4">
                  <p:embed/>
                </p:oleObj>
              </mc:Choice>
              <mc:Fallback>
                <p:oleObj name="Equation" r:id="rId11" imgW="2958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694" y="2100483"/>
                        <a:ext cx="7532539" cy="603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54748" y="263975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7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917446"/>
              </p:ext>
            </p:extLst>
          </p:nvPr>
        </p:nvGraphicFramePr>
        <p:xfrm>
          <a:off x="1622151" y="3047984"/>
          <a:ext cx="6163623" cy="95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91" name="Equation" r:id="rId13" imgW="2616120" imgH="406080" progId="Equation.DSMT4">
                  <p:embed/>
                </p:oleObj>
              </mc:Choice>
              <mc:Fallback>
                <p:oleObj name="Equation" r:id="rId13" imgW="2616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151" y="3047984"/>
                        <a:ext cx="6163623" cy="958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795242"/>
              </p:ext>
            </p:extLst>
          </p:nvPr>
        </p:nvGraphicFramePr>
        <p:xfrm>
          <a:off x="3845277" y="5798114"/>
          <a:ext cx="662333" cy="463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92" name="Equation" r:id="rId15" imgW="253800" imgH="177480" progId="Equation.DSMT4">
                  <p:embed/>
                </p:oleObj>
              </mc:Choice>
              <mc:Fallback>
                <p:oleObj name="Equation" r:id="rId15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45277" y="5798114"/>
                        <a:ext cx="662333" cy="463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9330968" y="293623"/>
            <a:ext cx="2656929" cy="3498915"/>
            <a:chOff x="9325158" y="1864836"/>
            <a:chExt cx="2656929" cy="3498915"/>
          </a:xfrm>
        </p:grpSpPr>
        <p:grpSp>
          <p:nvGrpSpPr>
            <p:cNvPr id="4" name="组合 3"/>
            <p:cNvGrpSpPr/>
            <p:nvPr/>
          </p:nvGrpSpPr>
          <p:grpSpPr>
            <a:xfrm>
              <a:off x="9325158" y="1864836"/>
              <a:ext cx="2656929" cy="3498915"/>
              <a:chOff x="9114459" y="1846199"/>
              <a:chExt cx="2656929" cy="3498915"/>
            </a:xfrm>
          </p:grpSpPr>
          <p:graphicFrame>
            <p:nvGraphicFramePr>
              <p:cNvPr id="18442" name="Object 9"/>
              <p:cNvGraphicFramePr>
                <a:graphicFrameLocks noChangeAspect="1"/>
              </p:cNvGraphicFramePr>
              <p:nvPr/>
            </p:nvGraphicFramePr>
            <p:xfrm>
              <a:off x="9448627" y="5014914"/>
              <a:ext cx="314325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4193" name="Equation" r:id="rId17" imgW="139680" imgH="139680" progId="Equation.DSMT4">
                      <p:embed/>
                    </p:oleObj>
                  </mc:Choice>
                  <mc:Fallback>
                    <p:oleObj name="Equation" r:id="rId17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448627" y="5014914"/>
                            <a:ext cx="314325" cy="330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" name="Group 13"/>
              <p:cNvGrpSpPr>
                <a:grpSpLocks/>
              </p:cNvGrpSpPr>
              <p:nvPr/>
            </p:nvGrpSpPr>
            <p:grpSpPr bwMode="auto">
              <a:xfrm>
                <a:off x="9114459" y="2078038"/>
                <a:ext cx="2654300" cy="3101975"/>
                <a:chOff x="3630" y="1299"/>
                <a:chExt cx="1672" cy="1954"/>
              </a:xfrm>
            </p:grpSpPr>
            <p:sp>
              <p:nvSpPr>
                <p:cNvPr id="18469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3714" y="2814"/>
                  <a:ext cx="539" cy="43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8470" name="Group 15"/>
                <p:cNvGrpSpPr>
                  <a:grpSpLocks/>
                </p:cNvGrpSpPr>
                <p:nvPr/>
              </p:nvGrpSpPr>
              <p:grpSpPr bwMode="auto">
                <a:xfrm>
                  <a:off x="3630" y="1299"/>
                  <a:ext cx="1672" cy="1836"/>
                  <a:chOff x="3634" y="1307"/>
                  <a:chExt cx="1672" cy="1836"/>
                </a:xfrm>
              </p:grpSpPr>
              <p:sp>
                <p:nvSpPr>
                  <p:cNvPr id="18471" name="Oval 16"/>
                  <p:cNvSpPr>
                    <a:spLocks noChangeArrowheads="1"/>
                  </p:cNvSpPr>
                  <p:nvPr/>
                </p:nvSpPr>
                <p:spPr bwMode="auto">
                  <a:xfrm>
                    <a:off x="3634" y="1715"/>
                    <a:ext cx="1238" cy="338"/>
                  </a:xfrm>
                  <a:prstGeom prst="ellipse">
                    <a:avLst/>
                  </a:prstGeom>
                  <a:solidFill>
                    <a:srgbClr val="99CC00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8472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3634" y="2645"/>
                    <a:ext cx="1238" cy="338"/>
                  </a:xfrm>
                  <a:prstGeom prst="ellipse">
                    <a:avLst/>
                  </a:prstGeom>
                  <a:solidFill>
                    <a:srgbClr val="FF00FF">
                      <a:alpha val="44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8473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4286" y="2814"/>
                    <a:ext cx="98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74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3" y="1307"/>
                    <a:ext cx="0" cy="150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75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3634" y="1881"/>
                    <a:ext cx="619" cy="933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82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53" y="1307"/>
                    <a:ext cx="0" cy="51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90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4860" y="1902"/>
                    <a:ext cx="0" cy="95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91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4038" y="2052"/>
                    <a:ext cx="0" cy="95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18492" name="Object 37"/>
                  <p:cNvGraphicFramePr>
                    <a:graphicFrameLocks noChangeAspect="1"/>
                  </p:cNvGraphicFramePr>
                  <p:nvPr/>
                </p:nvGraphicFramePr>
                <p:xfrm>
                  <a:off x="5092" y="2876"/>
                  <a:ext cx="214" cy="26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4194" name="Equation" r:id="rId19" imgW="139680" imgH="164880" progId="Equation.DSMT4">
                          <p:embed/>
                        </p:oleObj>
                      </mc:Choice>
                      <mc:Fallback>
                        <p:oleObj name="Equation" r:id="rId19" imgW="139680" imgH="16488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0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092" y="2876"/>
                                <a:ext cx="214" cy="26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93" name="Object 38"/>
                  <p:cNvGraphicFramePr>
                    <a:graphicFrameLocks noChangeAspect="1"/>
                  </p:cNvGraphicFramePr>
                  <p:nvPr/>
                </p:nvGraphicFramePr>
                <p:xfrm>
                  <a:off x="4330" y="1328"/>
                  <a:ext cx="174" cy="22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4195" name="Equation" r:id="rId21" imgW="114120" imgH="139680" progId="Equation.DSMT4">
                          <p:embed/>
                        </p:oleObj>
                      </mc:Choice>
                      <mc:Fallback>
                        <p:oleObj name="Equation" r:id="rId21" imgW="114120" imgH="13968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2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330" y="1328"/>
                                <a:ext cx="174" cy="22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8494" name="Object 39"/>
                  <p:cNvGraphicFramePr>
                    <a:graphicFrameLocks noChangeAspect="1"/>
                  </p:cNvGraphicFramePr>
                  <p:nvPr/>
                </p:nvGraphicFramePr>
                <p:xfrm>
                  <a:off x="4522" y="2500"/>
                  <a:ext cx="193" cy="28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4196" name="Equation" r:id="rId23" imgW="126720" imgH="177480" progId="Equation.DSMT4">
                          <p:embed/>
                        </p:oleObj>
                      </mc:Choice>
                      <mc:Fallback>
                        <p:oleObj name="Equation" r:id="rId23" imgW="126720" imgH="17748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522" y="2500"/>
                                <a:ext cx="193" cy="28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00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grpSp>
            <p:nvGrpSpPr>
              <p:cNvPr id="5" name="Group 40"/>
              <p:cNvGrpSpPr>
                <a:grpSpLocks/>
              </p:cNvGrpSpPr>
              <p:nvPr/>
            </p:nvGrpSpPr>
            <p:grpSpPr bwMode="auto">
              <a:xfrm>
                <a:off x="10344154" y="1846199"/>
                <a:ext cx="838200" cy="987425"/>
                <a:chOff x="4417" y="1339"/>
                <a:chExt cx="528" cy="622"/>
              </a:xfrm>
            </p:grpSpPr>
            <p:graphicFrame>
              <p:nvGraphicFramePr>
                <p:cNvPr id="18467" name="Object 41"/>
                <p:cNvGraphicFramePr>
                  <a:graphicFrameLocks noChangeAspect="1"/>
                </p:cNvGraphicFramePr>
                <p:nvPr/>
              </p:nvGraphicFramePr>
              <p:xfrm>
                <a:off x="4673" y="1339"/>
                <a:ext cx="272" cy="37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4197" name="Equation" r:id="rId25" imgW="177480" imgH="228600" progId="Equation.DSMT4">
                        <p:embed/>
                      </p:oleObj>
                    </mc:Choice>
                    <mc:Fallback>
                      <p:oleObj name="Equation" r:id="rId25" imgW="17748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73" y="1339"/>
                              <a:ext cx="272" cy="37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468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4417" y="1543"/>
                  <a:ext cx="306" cy="41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64" name="Line 20"/>
              <p:cNvSpPr>
                <a:spLocks noChangeShapeType="1"/>
              </p:cNvSpPr>
              <p:nvPr/>
            </p:nvSpPr>
            <p:spPr bwMode="auto">
              <a:xfrm flipH="1">
                <a:off x="10103470" y="3061125"/>
                <a:ext cx="957262" cy="141700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5" name="Line 35"/>
              <p:cNvSpPr>
                <a:spLocks noChangeShapeType="1"/>
              </p:cNvSpPr>
              <p:nvPr/>
            </p:nvSpPr>
            <p:spPr bwMode="auto">
              <a:xfrm>
                <a:off x="9124134" y="3046413"/>
                <a:ext cx="0" cy="15224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66" name="Group 40"/>
              <p:cNvGrpSpPr>
                <a:grpSpLocks/>
              </p:cNvGrpSpPr>
              <p:nvPr/>
            </p:nvGrpSpPr>
            <p:grpSpPr bwMode="auto">
              <a:xfrm>
                <a:off x="10750626" y="2851951"/>
                <a:ext cx="1020762" cy="677864"/>
                <a:chOff x="4535" y="1919"/>
                <a:chExt cx="643" cy="427"/>
              </a:xfrm>
            </p:grpSpPr>
            <p:graphicFrame>
              <p:nvGraphicFramePr>
                <p:cNvPr id="67" name="Object 41"/>
                <p:cNvGraphicFramePr>
                  <a:graphicFrameLocks noChangeAspect="1"/>
                </p:cNvGraphicFramePr>
                <p:nvPr/>
              </p:nvGraphicFramePr>
              <p:xfrm>
                <a:off x="4933" y="1919"/>
                <a:ext cx="245" cy="3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4198" name="Equation" r:id="rId27" imgW="190440" imgH="228600" progId="Equation.DSMT4">
                        <p:embed/>
                      </p:oleObj>
                    </mc:Choice>
                    <mc:Fallback>
                      <p:oleObj name="Equation" r:id="rId27" imgW="19044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3" y="1919"/>
                              <a:ext cx="245" cy="3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8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4535" y="2154"/>
                  <a:ext cx="422" cy="192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69" name="Object 39"/>
              <p:cNvGraphicFramePr>
                <a:graphicFrameLocks noChangeAspect="1"/>
              </p:cNvGraphicFramePr>
              <p:nvPr/>
            </p:nvGraphicFramePr>
            <p:xfrm>
              <a:off x="11079782" y="3508470"/>
              <a:ext cx="306388" cy="4587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4199" name="Equation" r:id="rId29" imgW="126720" imgH="177480" progId="Equation.DSMT4">
                      <p:embed/>
                    </p:oleObj>
                  </mc:Choice>
                  <mc:Fallback>
                    <p:oleObj name="Equation" r:id="rId29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79782" y="3508470"/>
                            <a:ext cx="306388" cy="4587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9" name="Line 44"/>
            <p:cNvSpPr>
              <a:spLocks noChangeShapeType="1"/>
            </p:cNvSpPr>
            <p:nvPr/>
          </p:nvSpPr>
          <p:spPr bwMode="auto">
            <a:xfrm flipH="1" flipV="1">
              <a:off x="9875947" y="2452053"/>
              <a:ext cx="20784" cy="50468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44"/>
            <p:cNvSpPr>
              <a:spLocks noChangeShapeType="1"/>
            </p:cNvSpPr>
            <p:nvPr/>
          </p:nvSpPr>
          <p:spPr bwMode="auto">
            <a:xfrm flipH="1">
              <a:off x="9353881" y="3519024"/>
              <a:ext cx="509844" cy="3549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731999"/>
              </p:ext>
            </p:extLst>
          </p:nvPr>
        </p:nvGraphicFramePr>
        <p:xfrm>
          <a:off x="1679575" y="3952490"/>
          <a:ext cx="73025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00" name="Equation" r:id="rId31" imgW="3098520" imgH="406080" progId="Equation.DSMT4">
                  <p:embed/>
                </p:oleObj>
              </mc:Choice>
              <mc:Fallback>
                <p:oleObj name="Equation" r:id="rId31" imgW="309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3952490"/>
                        <a:ext cx="73025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54918"/>
              </p:ext>
            </p:extLst>
          </p:nvPr>
        </p:nvGraphicFramePr>
        <p:xfrm>
          <a:off x="1609471" y="4826383"/>
          <a:ext cx="287178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01" name="Equation" r:id="rId33" imgW="1218960" imgH="406080" progId="Equation.DSMT4">
                  <p:embed/>
                </p:oleObj>
              </mc:Choice>
              <mc:Fallback>
                <p:oleObj name="Equation" r:id="rId33" imgW="1218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471" y="4826383"/>
                        <a:ext cx="287178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693969"/>
              </p:ext>
            </p:extLst>
          </p:nvPr>
        </p:nvGraphicFramePr>
        <p:xfrm>
          <a:off x="4425468" y="4802725"/>
          <a:ext cx="24241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02" name="Equation" r:id="rId35" imgW="1028520" imgH="406080" progId="Equation.DSMT4">
                  <p:embed/>
                </p:oleObj>
              </mc:Choice>
              <mc:Fallback>
                <p:oleObj name="Equation" r:id="rId35" imgW="102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468" y="4802725"/>
                        <a:ext cx="24241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79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8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152124" y="156923"/>
            <a:ext cx="2702962" cy="3498915"/>
            <a:chOff x="9114459" y="1846199"/>
            <a:chExt cx="2702962" cy="3498915"/>
          </a:xfrm>
        </p:grpSpPr>
        <p:graphicFrame>
          <p:nvGraphicFramePr>
            <p:cNvPr id="5" name="Object 9"/>
            <p:cNvGraphicFramePr>
              <a:graphicFrameLocks noChangeAspect="1"/>
            </p:cNvGraphicFramePr>
            <p:nvPr/>
          </p:nvGraphicFramePr>
          <p:xfrm>
            <a:off x="9448627" y="5014914"/>
            <a:ext cx="314325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198" name="Equation" r:id="rId3" imgW="139680" imgH="139680" progId="Equation.DSMT4">
                    <p:embed/>
                  </p:oleObj>
                </mc:Choice>
                <mc:Fallback>
                  <p:oleObj name="Equation" r:id="rId3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8627" y="5014914"/>
                          <a:ext cx="314325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9114459" y="2078038"/>
              <a:ext cx="2654300" cy="3101975"/>
              <a:chOff x="3630" y="1299"/>
              <a:chExt cx="1672" cy="1954"/>
            </a:xfrm>
          </p:grpSpPr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 flipH="1">
                <a:off x="3714" y="2814"/>
                <a:ext cx="539" cy="4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7" name="Group 15"/>
              <p:cNvGrpSpPr>
                <a:grpSpLocks/>
              </p:cNvGrpSpPr>
              <p:nvPr/>
            </p:nvGrpSpPr>
            <p:grpSpPr bwMode="auto">
              <a:xfrm>
                <a:off x="3630" y="1299"/>
                <a:ext cx="1672" cy="1836"/>
                <a:chOff x="3634" y="1307"/>
                <a:chExt cx="1672" cy="1836"/>
              </a:xfrm>
            </p:grpSpPr>
            <p:sp>
              <p:nvSpPr>
                <p:cNvPr id="18" name="Oval 16"/>
                <p:cNvSpPr>
                  <a:spLocks noChangeArrowheads="1"/>
                </p:cNvSpPr>
                <p:nvPr/>
              </p:nvSpPr>
              <p:spPr bwMode="auto">
                <a:xfrm>
                  <a:off x="3634" y="1715"/>
                  <a:ext cx="1238" cy="338"/>
                </a:xfrm>
                <a:prstGeom prst="ellipse">
                  <a:avLst/>
                </a:prstGeom>
                <a:solidFill>
                  <a:srgbClr val="99CC00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9" name="Oval 17"/>
                <p:cNvSpPr>
                  <a:spLocks noChangeArrowheads="1"/>
                </p:cNvSpPr>
                <p:nvPr/>
              </p:nvSpPr>
              <p:spPr bwMode="auto">
                <a:xfrm>
                  <a:off x="3634" y="2645"/>
                  <a:ext cx="1238" cy="338"/>
                </a:xfrm>
                <a:prstGeom prst="ellipse">
                  <a:avLst/>
                </a:prstGeom>
                <a:solidFill>
                  <a:srgbClr val="FF00FF">
                    <a:alpha val="44000"/>
                  </a:srgb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20" name="Line 18"/>
                <p:cNvSpPr>
                  <a:spLocks noChangeShapeType="1"/>
                </p:cNvSpPr>
                <p:nvPr/>
              </p:nvSpPr>
              <p:spPr bwMode="auto">
                <a:xfrm>
                  <a:off x="4286" y="2814"/>
                  <a:ext cx="9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150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2" name="Line 20"/>
                <p:cNvSpPr>
                  <a:spLocks noChangeShapeType="1"/>
                </p:cNvSpPr>
                <p:nvPr/>
              </p:nvSpPr>
              <p:spPr bwMode="auto">
                <a:xfrm>
                  <a:off x="3634" y="1881"/>
                  <a:ext cx="619" cy="93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3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4253" y="1307"/>
                  <a:ext cx="0" cy="51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4" name="Line 35"/>
                <p:cNvSpPr>
                  <a:spLocks noChangeShapeType="1"/>
                </p:cNvSpPr>
                <p:nvPr/>
              </p:nvSpPr>
              <p:spPr bwMode="auto">
                <a:xfrm>
                  <a:off x="4860" y="1902"/>
                  <a:ext cx="0" cy="95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5" name="Line 36"/>
                <p:cNvSpPr>
                  <a:spLocks noChangeShapeType="1"/>
                </p:cNvSpPr>
                <p:nvPr/>
              </p:nvSpPr>
              <p:spPr bwMode="auto">
                <a:xfrm>
                  <a:off x="4038" y="2052"/>
                  <a:ext cx="0" cy="95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6" name="Object 37"/>
                <p:cNvGraphicFramePr>
                  <a:graphicFrameLocks noChangeAspect="1"/>
                </p:cNvGraphicFramePr>
                <p:nvPr/>
              </p:nvGraphicFramePr>
              <p:xfrm>
                <a:off x="5092" y="2876"/>
                <a:ext cx="214" cy="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0199" name="Equation" r:id="rId5" imgW="139680" imgH="164880" progId="Equation.DSMT4">
                        <p:embed/>
                      </p:oleObj>
                    </mc:Choice>
                    <mc:Fallback>
                      <p:oleObj name="Equation" r:id="rId5" imgW="13968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92" y="2876"/>
                              <a:ext cx="214" cy="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Object 38"/>
                <p:cNvGraphicFramePr>
                  <a:graphicFrameLocks noChangeAspect="1"/>
                </p:cNvGraphicFramePr>
                <p:nvPr/>
              </p:nvGraphicFramePr>
              <p:xfrm>
                <a:off x="4330" y="1328"/>
                <a:ext cx="174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0200" name="Equation" r:id="rId7" imgW="114120" imgH="139680" progId="Equation.DSMT4">
                        <p:embed/>
                      </p:oleObj>
                    </mc:Choice>
                    <mc:Fallback>
                      <p:oleObj name="Equation" r:id="rId7" imgW="11412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30" y="1328"/>
                              <a:ext cx="174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Object 39"/>
                <p:cNvGraphicFramePr>
                  <a:graphicFrameLocks noChangeAspect="1"/>
                </p:cNvGraphicFramePr>
                <p:nvPr/>
              </p:nvGraphicFramePr>
              <p:xfrm>
                <a:off x="4522" y="2500"/>
                <a:ext cx="193" cy="2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0201" name="Equation" r:id="rId9" imgW="126720" imgH="177480" progId="Equation.DSMT4">
                        <p:embed/>
                      </p:oleObj>
                    </mc:Choice>
                    <mc:Fallback>
                      <p:oleObj name="Equation" r:id="rId9" imgW="126720" imgH="1774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22" y="2500"/>
                              <a:ext cx="193" cy="28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00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7" name="Group 40"/>
            <p:cNvGrpSpPr>
              <a:grpSpLocks/>
            </p:cNvGrpSpPr>
            <p:nvPr/>
          </p:nvGrpSpPr>
          <p:grpSpPr bwMode="auto">
            <a:xfrm>
              <a:off x="10344154" y="1846199"/>
              <a:ext cx="838200" cy="987425"/>
              <a:chOff x="4417" y="1339"/>
              <a:chExt cx="528" cy="622"/>
            </a:xfrm>
          </p:grpSpPr>
          <p:graphicFrame>
            <p:nvGraphicFramePr>
              <p:cNvPr id="14" name="Object 41"/>
              <p:cNvGraphicFramePr>
                <a:graphicFrameLocks noChangeAspect="1"/>
              </p:cNvGraphicFramePr>
              <p:nvPr/>
            </p:nvGraphicFramePr>
            <p:xfrm>
              <a:off x="4673" y="1339"/>
              <a:ext cx="272" cy="3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202" name="Equation" r:id="rId11" imgW="177480" imgH="228600" progId="Equation.DSMT4">
                      <p:embed/>
                    </p:oleObj>
                  </mc:Choice>
                  <mc:Fallback>
                    <p:oleObj name="Equation" r:id="rId11" imgW="17748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3" y="1339"/>
                            <a:ext cx="272" cy="3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Line 42"/>
              <p:cNvSpPr>
                <a:spLocks noChangeShapeType="1"/>
              </p:cNvSpPr>
              <p:nvPr/>
            </p:nvSpPr>
            <p:spPr bwMode="auto">
              <a:xfrm flipH="1">
                <a:off x="4417" y="1543"/>
                <a:ext cx="306" cy="4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8" name="Line 20"/>
            <p:cNvSpPr>
              <a:spLocks noChangeShapeType="1"/>
            </p:cNvSpPr>
            <p:nvPr/>
          </p:nvSpPr>
          <p:spPr bwMode="auto">
            <a:xfrm flipH="1">
              <a:off x="10103470" y="3061125"/>
              <a:ext cx="957262" cy="14170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35"/>
            <p:cNvSpPr>
              <a:spLocks noChangeShapeType="1"/>
            </p:cNvSpPr>
            <p:nvPr/>
          </p:nvSpPr>
          <p:spPr bwMode="auto">
            <a:xfrm>
              <a:off x="9124134" y="3046413"/>
              <a:ext cx="0" cy="1522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" name="Group 40"/>
            <p:cNvGrpSpPr>
              <a:grpSpLocks/>
            </p:cNvGrpSpPr>
            <p:nvPr/>
          </p:nvGrpSpPr>
          <p:grpSpPr bwMode="auto">
            <a:xfrm>
              <a:off x="10750622" y="2718600"/>
              <a:ext cx="1066799" cy="811214"/>
              <a:chOff x="4535" y="1835"/>
              <a:chExt cx="672" cy="511"/>
            </a:xfrm>
          </p:grpSpPr>
          <p:graphicFrame>
            <p:nvGraphicFramePr>
              <p:cNvPr id="12" name="Object 41"/>
              <p:cNvGraphicFramePr>
                <a:graphicFrameLocks noChangeAspect="1"/>
              </p:cNvGraphicFramePr>
              <p:nvPr/>
            </p:nvGraphicFramePr>
            <p:xfrm>
              <a:off x="4962" y="1835"/>
              <a:ext cx="245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203" name="Equation" r:id="rId13" imgW="190440" imgH="228600" progId="Equation.DSMT4">
                      <p:embed/>
                    </p:oleObj>
                  </mc:Choice>
                  <mc:Fallback>
                    <p:oleObj name="Equation" r:id="rId13" imgW="1904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2" y="1835"/>
                            <a:ext cx="245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Line 42"/>
              <p:cNvSpPr>
                <a:spLocks noChangeShapeType="1"/>
              </p:cNvSpPr>
              <p:nvPr/>
            </p:nvSpPr>
            <p:spPr bwMode="auto">
              <a:xfrm flipH="1">
                <a:off x="4535" y="2107"/>
                <a:ext cx="422" cy="23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11" name="Object 39"/>
            <p:cNvGraphicFramePr>
              <a:graphicFrameLocks noChangeAspect="1"/>
            </p:cNvGraphicFramePr>
            <p:nvPr/>
          </p:nvGraphicFramePr>
          <p:xfrm>
            <a:off x="11098717" y="3495689"/>
            <a:ext cx="306388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204" name="Equation" r:id="rId15" imgW="126720" imgH="177480" progId="Equation.DSMT4">
                    <p:embed/>
                  </p:oleObj>
                </mc:Choice>
                <mc:Fallback>
                  <p:oleObj name="Equation" r:id="rId15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98717" y="3495689"/>
                          <a:ext cx="306388" cy="458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10"/>
          <p:cNvGrpSpPr>
            <a:grpSpLocks/>
          </p:cNvGrpSpPr>
          <p:nvPr/>
        </p:nvGrpSpPr>
        <p:grpSpPr bwMode="auto">
          <a:xfrm>
            <a:off x="10474988" y="2907106"/>
            <a:ext cx="812721" cy="704077"/>
            <a:chOff x="4417" y="2914"/>
            <a:chExt cx="659" cy="374"/>
          </a:xfrm>
        </p:grpSpPr>
        <p:graphicFrame>
          <p:nvGraphicFramePr>
            <p:cNvPr id="30" name="Object 11"/>
            <p:cNvGraphicFramePr>
              <a:graphicFrameLocks noChangeAspect="1"/>
            </p:cNvGraphicFramePr>
            <p:nvPr/>
          </p:nvGraphicFramePr>
          <p:xfrm>
            <a:off x="4771" y="3106"/>
            <a:ext cx="30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205" name="Equation" r:id="rId17" imgW="164880" imgH="164880" progId="Equation.DSMT4">
                    <p:embed/>
                  </p:oleObj>
                </mc:Choice>
                <mc:Fallback>
                  <p:oleObj name="Equation" r:id="rId17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3106"/>
                          <a:ext cx="305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12"/>
            <p:cNvSpPr>
              <a:spLocks noChangeShapeType="1"/>
            </p:cNvSpPr>
            <p:nvPr/>
          </p:nvSpPr>
          <p:spPr bwMode="auto">
            <a:xfrm flipH="1" flipV="1">
              <a:off x="4417" y="2914"/>
              <a:ext cx="434" cy="19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385041"/>
              </p:ext>
            </p:extLst>
          </p:nvPr>
        </p:nvGraphicFramePr>
        <p:xfrm>
          <a:off x="1198658" y="648479"/>
          <a:ext cx="5922589" cy="65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6" name="Equation" r:id="rId19" imgW="2539800" imgH="279360" progId="Equation.DSMT4">
                  <p:embed/>
                </p:oleObj>
              </mc:Choice>
              <mc:Fallback>
                <p:oleObj name="Equation" r:id="rId19" imgW="2539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98658" y="648479"/>
                        <a:ext cx="5922589" cy="651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563834"/>
              </p:ext>
            </p:extLst>
          </p:nvPr>
        </p:nvGraphicFramePr>
        <p:xfrm>
          <a:off x="1784584" y="1244003"/>
          <a:ext cx="3375512" cy="1014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7" name="Equation" r:id="rId21" imgW="1434960" imgH="431640" progId="Equation.DSMT4">
                  <p:embed/>
                </p:oleObj>
              </mc:Choice>
              <mc:Fallback>
                <p:oleObj name="Equation" r:id="rId21" imgW="1434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84584" y="1244003"/>
                        <a:ext cx="3375512" cy="10148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1162114" y="218213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915385"/>
              </p:ext>
            </p:extLst>
          </p:nvPr>
        </p:nvGraphicFramePr>
        <p:xfrm>
          <a:off x="1229553" y="2714410"/>
          <a:ext cx="6163623" cy="958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8" name="Equation" r:id="rId23" imgW="2616120" imgH="406080" progId="Equation.DSMT4">
                  <p:embed/>
                </p:oleObj>
              </mc:Choice>
              <mc:Fallback>
                <p:oleObj name="Equation" r:id="rId23" imgW="2616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9553" y="2714410"/>
                        <a:ext cx="6163623" cy="958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770244"/>
              </p:ext>
            </p:extLst>
          </p:nvPr>
        </p:nvGraphicFramePr>
        <p:xfrm>
          <a:off x="1162114" y="5164698"/>
          <a:ext cx="2324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09" name="Equation" r:id="rId25" imgW="1091880" imgH="406080" progId="Equation.DSMT4">
                  <p:embed/>
                </p:oleObj>
              </mc:Choice>
              <mc:Fallback>
                <p:oleObj name="Equation" r:id="rId25" imgW="1091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62114" y="5164698"/>
                        <a:ext cx="23241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437085"/>
              </p:ext>
            </p:extLst>
          </p:nvPr>
        </p:nvGraphicFramePr>
        <p:xfrm>
          <a:off x="3472340" y="5207277"/>
          <a:ext cx="2426419" cy="8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10" name="Equation" r:id="rId27" imgW="1091880" imgH="380880" progId="Equation.DSMT4">
                  <p:embed/>
                </p:oleObj>
              </mc:Choice>
              <mc:Fallback>
                <p:oleObj name="Equation" r:id="rId27" imgW="1091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72340" y="5207277"/>
                        <a:ext cx="2426419" cy="84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541551"/>
              </p:ext>
            </p:extLst>
          </p:nvPr>
        </p:nvGraphicFramePr>
        <p:xfrm>
          <a:off x="5855113" y="5316803"/>
          <a:ext cx="657130" cy="459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11" name="Equation" r:id="rId29" imgW="253800" imgH="177480" progId="Equation.DSMT4">
                  <p:embed/>
                </p:oleObj>
              </mc:Choice>
              <mc:Fallback>
                <p:oleObj name="Equation" r:id="rId29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855113" y="5316803"/>
                        <a:ext cx="657130" cy="459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531871"/>
              </p:ext>
            </p:extLst>
          </p:nvPr>
        </p:nvGraphicFramePr>
        <p:xfrm>
          <a:off x="1245656" y="5972719"/>
          <a:ext cx="1876158" cy="531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12" name="Equation" r:id="rId31" imgW="761760" imgH="215640" progId="Equation.DSMT4">
                  <p:embed/>
                </p:oleObj>
              </mc:Choice>
              <mc:Fallback>
                <p:oleObj name="Equation" r:id="rId31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245656" y="5972719"/>
                        <a:ext cx="1876158" cy="531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44"/>
          <p:cNvSpPr>
            <a:spLocks noChangeShapeType="1"/>
          </p:cNvSpPr>
          <p:nvPr/>
        </p:nvSpPr>
        <p:spPr bwMode="auto">
          <a:xfrm flipH="1" flipV="1">
            <a:off x="9657352" y="663543"/>
            <a:ext cx="20784" cy="50468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4"/>
          <p:cNvSpPr>
            <a:spLocks noChangeShapeType="1"/>
          </p:cNvSpPr>
          <p:nvPr/>
        </p:nvSpPr>
        <p:spPr bwMode="auto">
          <a:xfrm flipH="1">
            <a:off x="9222715" y="1827647"/>
            <a:ext cx="509844" cy="3549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528137"/>
              </p:ext>
            </p:extLst>
          </p:nvPr>
        </p:nvGraphicFramePr>
        <p:xfrm>
          <a:off x="2190459" y="1877656"/>
          <a:ext cx="5847532" cy="1037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13" name="Equation" r:id="rId33" imgW="2361960" imgH="419040" progId="Equation.DSMT4">
                  <p:embed/>
                </p:oleObj>
              </mc:Choice>
              <mc:Fallback>
                <p:oleObj name="Equation" r:id="rId33" imgW="2361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90459" y="1877656"/>
                        <a:ext cx="5847532" cy="1037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460777"/>
              </p:ext>
            </p:extLst>
          </p:nvPr>
        </p:nvGraphicFramePr>
        <p:xfrm>
          <a:off x="1162114" y="3552767"/>
          <a:ext cx="73025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14" name="Equation" r:id="rId35" imgW="3098520" imgH="406080" progId="Equation.DSMT4">
                  <p:embed/>
                </p:oleObj>
              </mc:Choice>
              <mc:Fallback>
                <p:oleObj name="Equation" r:id="rId35" imgW="309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114" y="3552767"/>
                        <a:ext cx="73025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374809"/>
              </p:ext>
            </p:extLst>
          </p:nvPr>
        </p:nvGraphicFramePr>
        <p:xfrm>
          <a:off x="1162114" y="4213121"/>
          <a:ext cx="664368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215" name="Equation" r:id="rId37" imgW="2819160" imgH="469800" progId="Equation.DSMT4">
                  <p:embed/>
                </p:oleObj>
              </mc:Choice>
              <mc:Fallback>
                <p:oleObj name="Equation" r:id="rId37" imgW="2819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114" y="4213121"/>
                        <a:ext cx="664368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17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1423894" y="2192800"/>
            <a:ext cx="13219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解法一</a:t>
            </a:r>
          </a:p>
        </p:txBody>
      </p:sp>
      <p:graphicFrame>
        <p:nvGraphicFramePr>
          <p:cNvPr id="4270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001935"/>
              </p:ext>
            </p:extLst>
          </p:nvPr>
        </p:nvGraphicFramePr>
        <p:xfrm>
          <a:off x="2972350" y="2292867"/>
          <a:ext cx="34067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6" name="Equation" r:id="rId3" imgW="3466800" imgH="431640" progId="Equation.3">
                  <p:embed/>
                </p:oleObj>
              </mc:Choice>
              <mc:Fallback>
                <p:oleObj name="Equation" r:id="rId3" imgW="3466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2350" y="2292867"/>
                        <a:ext cx="34067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617008"/>
              </p:ext>
            </p:extLst>
          </p:nvPr>
        </p:nvGraphicFramePr>
        <p:xfrm>
          <a:off x="1460499" y="2754835"/>
          <a:ext cx="73628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7" name="Equation" r:id="rId5" imgW="3429000" imgH="291960" progId="Equation.DSMT4">
                  <p:embed/>
                </p:oleObj>
              </mc:Choice>
              <mc:Fallback>
                <p:oleObj name="Equation" r:id="rId5" imgW="3429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499" y="2754835"/>
                        <a:ext cx="73628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752645"/>
              </p:ext>
            </p:extLst>
          </p:nvPr>
        </p:nvGraphicFramePr>
        <p:xfrm>
          <a:off x="1460500" y="3427953"/>
          <a:ext cx="738663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8" name="Equation" r:id="rId7" imgW="3568680" imgH="291960" progId="Equation.DSMT4">
                  <p:embed/>
                </p:oleObj>
              </mc:Choice>
              <mc:Fallback>
                <p:oleObj name="Equation" r:id="rId7" imgW="35686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427953"/>
                        <a:ext cx="7386637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0825565" y="1633645"/>
            <a:ext cx="587375" cy="774699"/>
            <a:chOff x="4742" y="1066"/>
            <a:chExt cx="370" cy="488"/>
          </a:xfrm>
        </p:grpSpPr>
        <p:graphicFrame>
          <p:nvGraphicFramePr>
            <p:cNvPr id="17426" name="Object 18"/>
            <p:cNvGraphicFramePr>
              <a:graphicFrameLocks noChangeAspect="1"/>
            </p:cNvGraphicFramePr>
            <p:nvPr/>
          </p:nvGraphicFramePr>
          <p:xfrm>
            <a:off x="4742" y="1207"/>
            <a:ext cx="278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39" name="Equation" r:id="rId9" imgW="177480" imgH="228600" progId="Equation.DSMT4">
                    <p:embed/>
                  </p:oleObj>
                </mc:Choice>
                <mc:Fallback>
                  <p:oleObj name="Equation" r:id="rId9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2" y="1207"/>
                          <a:ext cx="278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3" name="Line 9"/>
            <p:cNvSpPr>
              <a:spLocks noChangeShapeType="1"/>
            </p:cNvSpPr>
            <p:nvPr/>
          </p:nvSpPr>
          <p:spPr bwMode="auto">
            <a:xfrm flipV="1">
              <a:off x="4892" y="1066"/>
              <a:ext cx="220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0788696" y="2904186"/>
            <a:ext cx="703263" cy="592138"/>
            <a:chOff x="4717" y="2147"/>
            <a:chExt cx="443" cy="373"/>
          </a:xfrm>
        </p:grpSpPr>
        <p:graphicFrame>
          <p:nvGraphicFramePr>
            <p:cNvPr id="17425" name="Object 17"/>
            <p:cNvGraphicFramePr>
              <a:graphicFrameLocks noChangeAspect="1"/>
            </p:cNvGraphicFramePr>
            <p:nvPr/>
          </p:nvGraphicFramePr>
          <p:xfrm>
            <a:off x="4717" y="2147"/>
            <a:ext cx="2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40" name="Equation" r:id="rId11" imgW="190440" imgH="228600" progId="Equation.DSMT4">
                    <p:embed/>
                  </p:oleObj>
                </mc:Choice>
                <mc:Fallback>
                  <p:oleObj name="Equation" r:id="rId11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7" y="2147"/>
                          <a:ext cx="2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>
              <a:off x="4941" y="2308"/>
              <a:ext cx="219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7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473234"/>
              </p:ext>
            </p:extLst>
          </p:nvPr>
        </p:nvGraphicFramePr>
        <p:xfrm>
          <a:off x="11436483" y="1295260"/>
          <a:ext cx="461962" cy="44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1" name="Equation" r:id="rId13" imgW="139680" imgH="139680" progId="Equation.DSMT4">
                  <p:embed/>
                </p:oleObj>
              </mc:Choice>
              <mc:Fallback>
                <p:oleObj name="Equation" r:id="rId13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6483" y="1295260"/>
                        <a:ext cx="461962" cy="447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369812"/>
              </p:ext>
            </p:extLst>
          </p:nvPr>
        </p:nvGraphicFramePr>
        <p:xfrm>
          <a:off x="11512866" y="3574172"/>
          <a:ext cx="5032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2" name="Equation" r:id="rId15" imgW="139680" imgH="101520" progId="Equation.DSMT4">
                  <p:embed/>
                </p:oleObj>
              </mc:Choice>
              <mc:Fallback>
                <p:oleObj name="Equation" r:id="rId15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2866" y="3574172"/>
                        <a:ext cx="5032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3" name="Text Box 15"/>
          <p:cNvSpPr txBox="1">
            <a:spLocks noChangeArrowheads="1"/>
          </p:cNvSpPr>
          <p:nvPr/>
        </p:nvSpPr>
        <p:spPr bwMode="auto">
          <a:xfrm>
            <a:off x="1367414" y="4172697"/>
            <a:ext cx="22293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其中投影域</a:t>
            </a:r>
          </a:p>
        </p:txBody>
      </p:sp>
      <p:graphicFrame>
        <p:nvGraphicFramePr>
          <p:cNvPr id="4270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075150"/>
              </p:ext>
            </p:extLst>
          </p:nvPr>
        </p:nvGraphicFramePr>
        <p:xfrm>
          <a:off x="3287818" y="4150334"/>
          <a:ext cx="297338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3" name="Equation" r:id="rId17" imgW="1193760" imgH="253800" progId="Equation.DSMT4">
                  <p:embed/>
                </p:oleObj>
              </mc:Choice>
              <mc:Fallback>
                <p:oleObj name="Equation" r:id="rId17" imgW="1193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818" y="4150334"/>
                        <a:ext cx="2973388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Text Box 22"/>
          <p:cNvSpPr txBox="1">
            <a:spLocks noChangeArrowheads="1"/>
          </p:cNvSpPr>
          <p:nvPr/>
        </p:nvSpPr>
        <p:spPr bwMode="auto">
          <a:xfrm>
            <a:off x="1318561" y="946830"/>
            <a:ext cx="11071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437" name="Text Box 23"/>
          <p:cNvSpPr txBox="1">
            <a:spLocks noChangeArrowheads="1"/>
          </p:cNvSpPr>
          <p:nvPr/>
        </p:nvSpPr>
        <p:spPr bwMode="auto">
          <a:xfrm>
            <a:off x="2305945" y="941800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计算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906710"/>
              </p:ext>
            </p:extLst>
          </p:nvPr>
        </p:nvGraphicFramePr>
        <p:xfrm>
          <a:off x="3332323" y="894255"/>
          <a:ext cx="4757825" cy="915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4" name="Equation" r:id="rId19" imgW="1981080" imgH="380880" progId="Equation.DSMT4">
                  <p:embed/>
                </p:oleObj>
              </mc:Choice>
              <mc:Fallback>
                <p:oleObj name="Equation" r:id="rId19" imgW="1981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323" y="894255"/>
                        <a:ext cx="4757825" cy="915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367414" y="1731649"/>
            <a:ext cx="7406854" cy="557948"/>
            <a:chOff x="1395360" y="1357313"/>
            <a:chExt cx="7406854" cy="557948"/>
          </a:xfrm>
        </p:grpSpPr>
        <p:sp>
          <p:nvSpPr>
            <p:cNvPr id="17438" name="Text Box 25"/>
            <p:cNvSpPr txBox="1">
              <a:spLocks noChangeArrowheads="1"/>
            </p:cNvSpPr>
            <p:nvPr/>
          </p:nvSpPr>
          <p:spPr bwMode="auto">
            <a:xfrm>
              <a:off x="1395360" y="1357334"/>
              <a:ext cx="2514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其中</a:t>
              </a:r>
              <a:r>
                <a:rPr lang="en-US" altLang="zh-CN" sz="2800" b="1" dirty="0"/>
                <a:t>Σ</a:t>
              </a:r>
              <a:r>
                <a:rPr lang="zh-CN" altLang="en-US" sz="2800" b="1" dirty="0"/>
                <a:t>是球面</a:t>
              </a:r>
            </a:p>
          </p:txBody>
        </p:sp>
        <p:graphicFrame>
          <p:nvGraphicFramePr>
            <p:cNvPr id="1741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6332188"/>
                </p:ext>
              </p:extLst>
            </p:nvPr>
          </p:nvGraphicFramePr>
          <p:xfrm>
            <a:off x="3459163" y="1357313"/>
            <a:ext cx="3862387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45" name="Equation" r:id="rId21" imgW="1587240" imgH="228600" progId="Equation.DSMT4">
                    <p:embed/>
                  </p:oleObj>
                </mc:Choice>
                <mc:Fallback>
                  <p:oleObj name="Equation" r:id="rId21" imgW="1587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9163" y="1357313"/>
                          <a:ext cx="3862387" cy="555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9" name="Text Box 27"/>
            <p:cNvSpPr txBox="1">
              <a:spLocks noChangeArrowheads="1"/>
            </p:cNvSpPr>
            <p:nvPr/>
          </p:nvSpPr>
          <p:spPr bwMode="auto">
            <a:xfrm>
              <a:off x="7278214" y="1396148"/>
              <a:ext cx="15240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</a:rPr>
                <a:t>外侧</a:t>
              </a:r>
              <a:r>
                <a:rPr lang="en-US" altLang="zh-CN" sz="2800" b="1" dirty="0">
                  <a:solidFill>
                    <a:srgbClr val="0000FF"/>
                  </a:solidFill>
                </a:rPr>
                <a:t>.</a:t>
              </a:r>
              <a:endParaRPr lang="zh-CN" altLang="en-US" sz="2800" b="1" dirty="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9603897" y="1406939"/>
            <a:ext cx="2324894" cy="2166584"/>
            <a:chOff x="7219091" y="2279460"/>
            <a:chExt cx="2324894" cy="2166584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2294072"/>
              <a:ext cx="2160588" cy="2151972"/>
              <a:chOff x="612" y="2474"/>
              <a:chExt cx="1361" cy="1356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203"/>
                <a:ext cx="1361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1338" y="2474"/>
                <a:ext cx="11" cy="13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8356066"/>
                </p:ext>
              </p:extLst>
            </p:nvPr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46" name="Equation" r:id="rId23" imgW="139680" imgH="139680" progId="Equation.DSMT4">
                    <p:embed/>
                  </p:oleObj>
                </mc:Choice>
                <mc:Fallback>
                  <p:oleObj name="Equation" r:id="rId23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47" name="Equation" r:id="rId25" imgW="139680" imgH="164880" progId="Equation.DSMT4">
                    <p:embed/>
                  </p:oleObj>
                </mc:Choice>
                <mc:Fallback>
                  <p:oleObj name="Equation" r:id="rId25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48" name="Equation" r:id="rId27" imgW="114120" imgH="139680" progId="Equation.DSMT4">
                    <p:embed/>
                  </p:oleObj>
                </mc:Choice>
                <mc:Fallback>
                  <p:oleObj name="Equation" r:id="rId27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835632" y="1655705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402337"/>
              </p:ext>
            </p:extLst>
          </p:nvPr>
        </p:nvGraphicFramePr>
        <p:xfrm>
          <a:off x="1908281" y="4728086"/>
          <a:ext cx="4352925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9" name="Equation" r:id="rId29" imgW="1942920" imgH="380880" progId="Equation.DSMT4">
                  <p:embed/>
                </p:oleObj>
              </mc:Choice>
              <mc:Fallback>
                <p:oleObj name="Equation" r:id="rId29" imgW="1942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281" y="4728086"/>
                        <a:ext cx="4352925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513575" y="4128833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45</a:t>
            </a:fld>
            <a:endParaRPr lang="zh-CN" altLang="en-US"/>
          </a:p>
        </p:txBody>
      </p:sp>
      <p:graphicFrame>
        <p:nvGraphicFramePr>
          <p:cNvPr id="3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106749"/>
              </p:ext>
            </p:extLst>
          </p:nvPr>
        </p:nvGraphicFramePr>
        <p:xfrm>
          <a:off x="2515229" y="5480884"/>
          <a:ext cx="477837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0" name="Equation" r:id="rId31" imgW="2133360" imgH="406080" progId="Equation.DSMT4">
                  <p:embed/>
                </p:oleObj>
              </mc:Choice>
              <mc:Fallback>
                <p:oleObj name="Equation" r:id="rId31" imgW="2133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29" y="5480884"/>
                        <a:ext cx="4778375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877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427023" grpId="0" autoUpdateAnimBg="0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1047568" y="2768394"/>
            <a:ext cx="587375" cy="774699"/>
            <a:chOff x="4742" y="1066"/>
            <a:chExt cx="370" cy="488"/>
          </a:xfrm>
        </p:grpSpPr>
        <p:graphicFrame>
          <p:nvGraphicFramePr>
            <p:cNvPr id="17426" name="Object 18"/>
            <p:cNvGraphicFramePr>
              <a:graphicFrameLocks noChangeAspect="1"/>
            </p:cNvGraphicFramePr>
            <p:nvPr/>
          </p:nvGraphicFramePr>
          <p:xfrm>
            <a:off x="4742" y="1207"/>
            <a:ext cx="278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54" name="Equation" r:id="rId3" imgW="177480" imgH="228600" progId="Equation.DSMT4">
                    <p:embed/>
                  </p:oleObj>
                </mc:Choice>
                <mc:Fallback>
                  <p:oleObj name="Equation" r:id="rId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2" y="1207"/>
                          <a:ext cx="278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3" name="Line 9"/>
            <p:cNvSpPr>
              <a:spLocks noChangeShapeType="1"/>
            </p:cNvSpPr>
            <p:nvPr/>
          </p:nvSpPr>
          <p:spPr bwMode="auto">
            <a:xfrm flipV="1">
              <a:off x="4892" y="1066"/>
              <a:ext cx="220" cy="2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1003907" y="4115189"/>
            <a:ext cx="723901" cy="687388"/>
            <a:chOff x="4704" y="2087"/>
            <a:chExt cx="456" cy="433"/>
          </a:xfrm>
        </p:grpSpPr>
        <p:graphicFrame>
          <p:nvGraphicFramePr>
            <p:cNvPr id="1742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9680943"/>
                </p:ext>
              </p:extLst>
            </p:nvPr>
          </p:nvGraphicFramePr>
          <p:xfrm>
            <a:off x="4704" y="2087"/>
            <a:ext cx="2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55" name="Equation" r:id="rId5" imgW="190440" imgH="228600" progId="Equation.DSMT4">
                    <p:embed/>
                  </p:oleObj>
                </mc:Choice>
                <mc:Fallback>
                  <p:oleObj name="Equation" r:id="rId5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087"/>
                          <a:ext cx="2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12"/>
            <p:cNvSpPr>
              <a:spLocks noChangeShapeType="1"/>
            </p:cNvSpPr>
            <p:nvPr/>
          </p:nvSpPr>
          <p:spPr bwMode="auto">
            <a:xfrm>
              <a:off x="4941" y="2308"/>
              <a:ext cx="219" cy="2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7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695121"/>
              </p:ext>
            </p:extLst>
          </p:nvPr>
        </p:nvGraphicFramePr>
        <p:xfrm>
          <a:off x="11507612" y="2430279"/>
          <a:ext cx="461962" cy="44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6" name="Equation" r:id="rId7" imgW="139680" imgH="139680" progId="Equation.DSMT4">
                  <p:embed/>
                </p:oleObj>
              </mc:Choice>
              <mc:Fallback>
                <p:oleObj name="Equation" r:id="rId7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7612" y="2430279"/>
                        <a:ext cx="461962" cy="447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877200"/>
              </p:ext>
            </p:extLst>
          </p:nvPr>
        </p:nvGraphicFramePr>
        <p:xfrm>
          <a:off x="11644681" y="4755613"/>
          <a:ext cx="5032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7" name="Equation" r:id="rId9" imgW="139680" imgH="101520" progId="Equation.DSMT4">
                  <p:embed/>
                </p:oleObj>
              </mc:Choice>
              <mc:Fallback>
                <p:oleObj name="Equation" r:id="rId9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4681" y="4755613"/>
                        <a:ext cx="5032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254966"/>
              </p:ext>
            </p:extLst>
          </p:nvPr>
        </p:nvGraphicFramePr>
        <p:xfrm>
          <a:off x="1516478" y="1512563"/>
          <a:ext cx="4682958" cy="1024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8" name="Equation" r:id="rId11" imgW="1904760" imgH="419040" progId="Equation.DSMT4">
                  <p:embed/>
                </p:oleObj>
              </mc:Choice>
              <mc:Fallback>
                <p:oleObj name="Equation" r:id="rId11" imgW="1904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478" y="1512563"/>
                        <a:ext cx="4682958" cy="1024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122623"/>
              </p:ext>
            </p:extLst>
          </p:nvPr>
        </p:nvGraphicFramePr>
        <p:xfrm>
          <a:off x="1901564" y="1736905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9" name="Equation" r:id="rId13" imgW="139680" imgH="139680" progId="Equation.DSMT4">
                  <p:embed/>
                </p:oleObj>
              </mc:Choice>
              <mc:Fallback>
                <p:oleObj name="Equation" r:id="rId13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564" y="1736905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26543"/>
              </p:ext>
            </p:extLst>
          </p:nvPr>
        </p:nvGraphicFramePr>
        <p:xfrm>
          <a:off x="3140726" y="2428178"/>
          <a:ext cx="502054" cy="29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0" name="Equation" r:id="rId15" imgW="139680" imgH="101520" progId="Equation.DSMT4">
                  <p:embed/>
                </p:oleObj>
              </mc:Choice>
              <mc:Fallback>
                <p:oleObj name="Equation" r:id="rId15" imgW="139680" imgH="101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726" y="2428178"/>
                        <a:ext cx="502054" cy="29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/>
          <p:cNvGrpSpPr/>
          <p:nvPr/>
        </p:nvGrpSpPr>
        <p:grpSpPr>
          <a:xfrm>
            <a:off x="9678729" y="2692481"/>
            <a:ext cx="2324894" cy="2166584"/>
            <a:chOff x="7219091" y="2279460"/>
            <a:chExt cx="2324894" cy="2166584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2294072"/>
              <a:ext cx="2290763" cy="2151972"/>
              <a:chOff x="612" y="2474"/>
              <a:chExt cx="1443" cy="1356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 flipV="1">
                <a:off x="612" y="3204"/>
                <a:ext cx="1443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1338" y="2474"/>
                <a:ext cx="11" cy="13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61" name="Equation" r:id="rId17" imgW="139680" imgH="139680" progId="Equation.DSMT4">
                    <p:embed/>
                  </p:oleObj>
                </mc:Choice>
                <mc:Fallback>
                  <p:oleObj name="Equation" r:id="rId17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62" name="Equation" r:id="rId19" imgW="139680" imgH="164880" progId="Equation.DSMT4">
                    <p:embed/>
                  </p:oleObj>
                </mc:Choice>
                <mc:Fallback>
                  <p:oleObj name="Equation" r:id="rId19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63" name="Equation" r:id="rId21" imgW="114120" imgH="139680" progId="Equation.DSMT4">
                    <p:embed/>
                  </p:oleObj>
                </mc:Choice>
                <mc:Fallback>
                  <p:oleObj name="Equation" r:id="rId21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958840" y="2904186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7041" name="AutoShape 33"/>
          <p:cNvSpPr>
            <a:spLocks noChangeArrowheads="1"/>
          </p:cNvSpPr>
          <p:nvPr/>
        </p:nvSpPr>
        <p:spPr bwMode="auto">
          <a:xfrm>
            <a:off x="3059441" y="2305372"/>
            <a:ext cx="534496" cy="446354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" name="AutoShape 33"/>
          <p:cNvSpPr>
            <a:spLocks noChangeArrowheads="1"/>
          </p:cNvSpPr>
          <p:nvPr/>
        </p:nvSpPr>
        <p:spPr bwMode="auto">
          <a:xfrm>
            <a:off x="1805236" y="1722365"/>
            <a:ext cx="567306" cy="427725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736484"/>
              </p:ext>
            </p:extLst>
          </p:nvPr>
        </p:nvGraphicFramePr>
        <p:xfrm>
          <a:off x="961054" y="616565"/>
          <a:ext cx="523875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4" name="Equation" r:id="rId23" imgW="2247840" imgH="406080" progId="Equation.DSMT4">
                  <p:embed/>
                </p:oleObj>
              </mc:Choice>
              <mc:Fallback>
                <p:oleObj name="Equation" r:id="rId23" imgW="2247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054" y="616565"/>
                        <a:ext cx="5238750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640858"/>
              </p:ext>
            </p:extLst>
          </p:nvPr>
        </p:nvGraphicFramePr>
        <p:xfrm>
          <a:off x="3515189" y="2111555"/>
          <a:ext cx="4051142" cy="102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5" name="Equation" r:id="rId25" imgW="1650960" imgH="419040" progId="Equation.DSMT4">
                  <p:embed/>
                </p:oleObj>
              </mc:Choice>
              <mc:Fallback>
                <p:oleObj name="Equation" r:id="rId25" imgW="1650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5189" y="2111555"/>
                        <a:ext cx="4051142" cy="102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977746"/>
              </p:ext>
            </p:extLst>
          </p:nvPr>
        </p:nvGraphicFramePr>
        <p:xfrm>
          <a:off x="8106310" y="194397"/>
          <a:ext cx="389731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6" name="Equation" r:id="rId27" imgW="2133360" imgH="533160" progId="Equation.DSMT4">
                  <p:embed/>
                </p:oleObj>
              </mc:Choice>
              <mc:Fallback>
                <p:oleObj name="Equation" r:id="rId27" imgW="213336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6310" y="194397"/>
                        <a:ext cx="3897313" cy="1047750"/>
                      </a:xfrm>
                      <a:prstGeom prst="rect">
                        <a:avLst/>
                      </a:prstGeom>
                      <a:solidFill>
                        <a:srgbClr val="3333FF">
                          <a:alpha val="47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891887"/>
              </p:ext>
            </p:extLst>
          </p:nvPr>
        </p:nvGraphicFramePr>
        <p:xfrm>
          <a:off x="8341261" y="1374142"/>
          <a:ext cx="366236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7" name="Equation" r:id="rId29" imgW="2234880" imgH="533160" progId="Equation.DSMT4">
                  <p:embed/>
                </p:oleObj>
              </mc:Choice>
              <mc:Fallback>
                <p:oleObj name="Equation" r:id="rId29" imgW="223488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1261" y="1374142"/>
                        <a:ext cx="3662362" cy="1028700"/>
                      </a:xfrm>
                      <a:prstGeom prst="rect">
                        <a:avLst/>
                      </a:prstGeom>
                      <a:solidFill>
                        <a:srgbClr val="3333FF">
                          <a:alpha val="4100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088779"/>
              </p:ext>
            </p:extLst>
          </p:nvPr>
        </p:nvGraphicFramePr>
        <p:xfrm>
          <a:off x="1065213" y="2849563"/>
          <a:ext cx="8424862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8" name="Equation" r:id="rId31" imgW="4228920" imgH="482400" progId="Equation.DSMT4">
                  <p:embed/>
                </p:oleObj>
              </mc:Choice>
              <mc:Fallback>
                <p:oleObj name="Equation" r:id="rId31" imgW="42289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2849563"/>
                        <a:ext cx="8424862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77197"/>
              </p:ext>
            </p:extLst>
          </p:nvPr>
        </p:nvGraphicFramePr>
        <p:xfrm>
          <a:off x="1447868" y="3798389"/>
          <a:ext cx="7920038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9" name="Equation" r:id="rId33" imgW="4051080" imgH="482400" progId="Equation.DSMT4">
                  <p:embed/>
                </p:oleObj>
              </mc:Choice>
              <mc:Fallback>
                <p:oleObj name="Equation" r:id="rId33" imgW="4051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68" y="3798389"/>
                        <a:ext cx="7920038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65210"/>
              </p:ext>
            </p:extLst>
          </p:nvPr>
        </p:nvGraphicFramePr>
        <p:xfrm>
          <a:off x="1216034" y="5008064"/>
          <a:ext cx="3686814" cy="1213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0" name="Equation" r:id="rId35" imgW="1473120" imgH="482400" progId="Equation.DSMT4">
                  <p:embed/>
                </p:oleObj>
              </mc:Choice>
              <mc:Fallback>
                <p:oleObj name="Equation" r:id="rId35" imgW="1473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216034" y="5008064"/>
                        <a:ext cx="3686814" cy="1213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151221"/>
              </p:ext>
            </p:extLst>
          </p:nvPr>
        </p:nvGraphicFramePr>
        <p:xfrm>
          <a:off x="4902848" y="5069098"/>
          <a:ext cx="3757190" cy="107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1" name="Equation" r:id="rId37" imgW="1562040" imgH="444240" progId="Equation.DSMT4">
                  <p:embed/>
                </p:oleObj>
              </mc:Choice>
              <mc:Fallback>
                <p:oleObj name="Equation" r:id="rId37" imgW="1562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902848" y="5069098"/>
                        <a:ext cx="3757190" cy="1073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32708"/>
              </p:ext>
            </p:extLst>
          </p:nvPr>
        </p:nvGraphicFramePr>
        <p:xfrm>
          <a:off x="8641947" y="5291219"/>
          <a:ext cx="1338753" cy="52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2" name="Equation" r:id="rId39" imgW="520560" imgH="203040" progId="Equation.DSMT4">
                  <p:embed/>
                </p:oleObj>
              </mc:Choice>
              <mc:Fallback>
                <p:oleObj name="Equation" r:id="rId39" imgW="520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641947" y="5291219"/>
                        <a:ext cx="1338753" cy="522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33"/>
          <p:cNvSpPr>
            <a:spLocks noChangeArrowheads="1"/>
          </p:cNvSpPr>
          <p:nvPr/>
        </p:nvSpPr>
        <p:spPr bwMode="auto">
          <a:xfrm>
            <a:off x="1247835" y="3145287"/>
            <a:ext cx="567306" cy="427725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" name="AutoShape 33"/>
          <p:cNvSpPr>
            <a:spLocks noChangeArrowheads="1"/>
          </p:cNvSpPr>
          <p:nvPr/>
        </p:nvSpPr>
        <p:spPr bwMode="auto">
          <a:xfrm>
            <a:off x="1292678" y="4107372"/>
            <a:ext cx="567306" cy="427725"/>
          </a:xfrm>
          <a:prstGeom prst="irregularSeal1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02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42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41" grpId="0" animBg="1"/>
      <p:bldP spid="56" grpId="0" animBg="1"/>
      <p:bldP spid="35" grpId="0" animBg="1"/>
      <p:bldP spid="3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1271543" y="652231"/>
            <a:ext cx="13219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解法二</a:t>
            </a:r>
          </a:p>
        </p:txBody>
      </p:sp>
      <p:sp>
        <p:nvSpPr>
          <p:cNvPr id="17443" name="Line 9"/>
          <p:cNvSpPr>
            <a:spLocks noChangeShapeType="1"/>
          </p:cNvSpPr>
          <p:nvPr/>
        </p:nvSpPr>
        <p:spPr bwMode="auto">
          <a:xfrm flipV="1">
            <a:off x="11157459" y="1604898"/>
            <a:ext cx="442720" cy="3891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2" name="Line 12"/>
          <p:cNvSpPr>
            <a:spLocks noChangeShapeType="1"/>
          </p:cNvSpPr>
          <p:nvPr/>
        </p:nvSpPr>
        <p:spPr bwMode="auto">
          <a:xfrm>
            <a:off x="11080910" y="3203693"/>
            <a:ext cx="347663" cy="336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9603897" y="1406939"/>
            <a:ext cx="2324894" cy="2166584"/>
            <a:chOff x="7219091" y="2279460"/>
            <a:chExt cx="2324894" cy="2166584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2294072"/>
              <a:ext cx="2160588" cy="2151972"/>
              <a:chOff x="612" y="2474"/>
              <a:chExt cx="1361" cy="1356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203"/>
                <a:ext cx="1361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1338" y="2474"/>
                <a:ext cx="11" cy="13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65" name="Equation" r:id="rId3" imgW="139680" imgH="139680" progId="Equation.DSMT4">
                    <p:embed/>
                  </p:oleObj>
                </mc:Choice>
                <mc:Fallback>
                  <p:oleObj name="Equation" r:id="rId3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66" name="Equation" r:id="rId5" imgW="139680" imgH="164880" progId="Equation.DSMT4">
                    <p:embed/>
                  </p:oleObj>
                </mc:Choice>
                <mc:Fallback>
                  <p:oleObj name="Equation" r:id="rId5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67" name="Equation" r:id="rId7" imgW="114120" imgH="139680" progId="Equation.DSMT4">
                    <p:embed/>
                  </p:oleObj>
                </mc:Choice>
                <mc:Fallback>
                  <p:oleObj name="Equation" r:id="rId7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835632" y="1655705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94177" y="652231"/>
            <a:ext cx="4007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在</a:t>
            </a:r>
            <a:r>
              <a:rPr lang="el-G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上任一点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y, z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819272"/>
              </p:ext>
            </p:extLst>
          </p:nvPr>
        </p:nvGraphicFramePr>
        <p:xfrm>
          <a:off x="1370857" y="1113574"/>
          <a:ext cx="5240337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68" name="Equation" r:id="rId9" imgW="2145960" imgH="444240" progId="Equation.DSMT4">
                  <p:embed/>
                </p:oleObj>
              </mc:Choice>
              <mc:Fallback>
                <p:oleObj name="Equation" r:id="rId9" imgW="2145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70857" y="1113574"/>
                        <a:ext cx="5240337" cy="1084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817541"/>
              </p:ext>
            </p:extLst>
          </p:nvPr>
        </p:nvGraphicFramePr>
        <p:xfrm>
          <a:off x="1295903" y="2031840"/>
          <a:ext cx="49847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69" name="Equation" r:id="rId11" imgW="1981080" imgH="380880" progId="Equation.DSMT4">
                  <p:embed/>
                </p:oleObj>
              </mc:Choice>
              <mc:Fallback>
                <p:oleObj name="Equation" r:id="rId11" imgW="1981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903" y="2031840"/>
                        <a:ext cx="49847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234084"/>
              </p:ext>
            </p:extLst>
          </p:nvPr>
        </p:nvGraphicFramePr>
        <p:xfrm>
          <a:off x="1602928" y="2835285"/>
          <a:ext cx="55594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70" name="Equation" r:id="rId13" imgW="2209680" imgH="380880" progId="Equation.DSMT4">
                  <p:embed/>
                </p:oleObj>
              </mc:Choice>
              <mc:Fallback>
                <p:oleObj name="Equation" r:id="rId13" imgW="2209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928" y="2835285"/>
                        <a:ext cx="555942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998465"/>
              </p:ext>
            </p:extLst>
          </p:nvPr>
        </p:nvGraphicFramePr>
        <p:xfrm>
          <a:off x="1544151" y="3556000"/>
          <a:ext cx="4697412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71" name="Equation" r:id="rId15" imgW="1866600" imgH="457200" progId="Equation.DSMT4">
                  <p:embed/>
                </p:oleObj>
              </mc:Choice>
              <mc:Fallback>
                <p:oleObj name="Equation" r:id="rId15" imgW="1866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151" y="3556000"/>
                        <a:ext cx="4697412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799356"/>
              </p:ext>
            </p:extLst>
          </p:nvPr>
        </p:nvGraphicFramePr>
        <p:xfrm>
          <a:off x="1547574" y="4558117"/>
          <a:ext cx="3865563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72" name="Equation" r:id="rId17" imgW="1536480" imgH="444240" progId="Equation.DSMT4">
                  <p:embed/>
                </p:oleObj>
              </mc:Choice>
              <mc:Fallback>
                <p:oleObj name="Equation" r:id="rId17" imgW="1536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574" y="4558117"/>
                        <a:ext cx="3865563" cy="111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753560"/>
              </p:ext>
            </p:extLst>
          </p:nvPr>
        </p:nvGraphicFramePr>
        <p:xfrm>
          <a:off x="1556789" y="5589148"/>
          <a:ext cx="16287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73" name="Equation" r:id="rId19" imgW="647640" imgH="380880" progId="Equation.DSMT4">
                  <p:embed/>
                </p:oleObj>
              </mc:Choice>
              <mc:Fallback>
                <p:oleObj name="Equation" r:id="rId19" imgW="6476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789" y="5589148"/>
                        <a:ext cx="162877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796259" y="139409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 flipH="1" flipV="1">
            <a:off x="10003791" y="1578353"/>
            <a:ext cx="400671" cy="411414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9"/>
          <p:cNvSpPr>
            <a:spLocks noChangeShapeType="1"/>
          </p:cNvSpPr>
          <p:nvPr/>
        </p:nvSpPr>
        <p:spPr bwMode="auto">
          <a:xfrm flipH="1">
            <a:off x="10013465" y="3186537"/>
            <a:ext cx="334774" cy="358486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844165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74" name="Equation" r:id="rId21" imgW="914400" imgH="203040" progId="Equation.DSMT4">
                  <p:embed/>
                </p:oleObj>
              </mc:Choice>
              <mc:Fallback>
                <p:oleObj name="Equation" r:id="rId21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742405"/>
              </p:ext>
            </p:extLst>
          </p:nvPr>
        </p:nvGraphicFramePr>
        <p:xfrm>
          <a:off x="3185564" y="5719044"/>
          <a:ext cx="1240390" cy="484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75" name="Equation" r:id="rId23" imgW="520560" imgH="203040" progId="Equation.DSMT4">
                  <p:embed/>
                </p:oleObj>
              </mc:Choice>
              <mc:Fallback>
                <p:oleObj name="Equation" r:id="rId23" imgW="520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85564" y="5719044"/>
                        <a:ext cx="1240390" cy="4840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292163"/>
              </p:ext>
            </p:extLst>
          </p:nvPr>
        </p:nvGraphicFramePr>
        <p:xfrm>
          <a:off x="6312725" y="5349758"/>
          <a:ext cx="5115848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76" name="Equation" r:id="rId25" imgW="2197080" imgH="380880" progId="Equation.DSMT4">
                  <p:embed/>
                </p:oleObj>
              </mc:Choice>
              <mc:Fallback>
                <p:oleObj name="Equation" r:id="rId25" imgW="2197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725" y="5349758"/>
                        <a:ext cx="5115848" cy="887413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0000FF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06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2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1" name="Rectangle 3"/>
          <p:cNvSpPr>
            <a:spLocks noChangeArrowheads="1"/>
          </p:cNvSpPr>
          <p:nvPr/>
        </p:nvSpPr>
        <p:spPr bwMode="auto">
          <a:xfrm>
            <a:off x="993602" y="2114341"/>
            <a:ext cx="7148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17443" name="Line 9"/>
          <p:cNvSpPr>
            <a:spLocks noChangeShapeType="1"/>
          </p:cNvSpPr>
          <p:nvPr/>
        </p:nvSpPr>
        <p:spPr bwMode="auto">
          <a:xfrm flipV="1">
            <a:off x="11118103" y="1585807"/>
            <a:ext cx="397207" cy="37280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2" name="Line 12"/>
          <p:cNvSpPr>
            <a:spLocks noChangeShapeType="1"/>
          </p:cNvSpPr>
          <p:nvPr/>
        </p:nvSpPr>
        <p:spPr bwMode="auto">
          <a:xfrm>
            <a:off x="11144302" y="3159771"/>
            <a:ext cx="347663" cy="336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9078590" y="1332248"/>
            <a:ext cx="2969136" cy="2653946"/>
            <a:chOff x="7219091" y="1792098"/>
            <a:chExt cx="2969136" cy="2653946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1940171"/>
              <a:ext cx="2895601" cy="2505873"/>
              <a:chOff x="612" y="2251"/>
              <a:chExt cx="1824" cy="1579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185"/>
                <a:ext cx="1824" cy="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 flipH="1">
                <a:off x="1349" y="2251"/>
                <a:ext cx="1" cy="157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88" name="Equation" r:id="rId3" imgW="139680" imgH="139680" progId="Equation.DSMT4">
                    <p:embed/>
                  </p:oleObj>
                </mc:Choice>
                <mc:Fallback>
                  <p:oleObj name="Equation" r:id="rId3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289259"/>
                </p:ext>
              </p:extLst>
            </p:nvPr>
          </p:nvGraphicFramePr>
          <p:xfrm>
            <a:off x="9859615" y="3450068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89" name="Equation" r:id="rId5" imgW="139680" imgH="164880" progId="Equation.DSMT4">
                    <p:embed/>
                  </p:oleObj>
                </mc:Choice>
                <mc:Fallback>
                  <p:oleObj name="Equation" r:id="rId5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859615" y="3450068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9833484"/>
                </p:ext>
              </p:extLst>
            </p:nvPr>
          </p:nvGraphicFramePr>
          <p:xfrm>
            <a:off x="8474825" y="1792098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90" name="Equation" r:id="rId7" imgW="114120" imgH="139680" progId="Equation.DSMT4">
                    <p:embed/>
                  </p:oleObj>
                </mc:Choice>
                <mc:Fallback>
                  <p:oleObj name="Equation" r:id="rId7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474825" y="1792098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835632" y="1655705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639386" y="2114341"/>
            <a:ext cx="4007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在</a:t>
            </a:r>
            <a:r>
              <a:rPr lang="el-G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上任一点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y, z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385249"/>
              </p:ext>
            </p:extLst>
          </p:nvPr>
        </p:nvGraphicFramePr>
        <p:xfrm>
          <a:off x="1053488" y="2637561"/>
          <a:ext cx="6391914" cy="104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1" name="Equation" r:id="rId9" imgW="2717640" imgH="444240" progId="Equation.DSMT4">
                  <p:embed/>
                </p:oleObj>
              </mc:Choice>
              <mc:Fallback>
                <p:oleObj name="Equation" r:id="rId9" imgW="2717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3488" y="2637561"/>
                        <a:ext cx="6391914" cy="1044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240085"/>
              </p:ext>
            </p:extLst>
          </p:nvPr>
        </p:nvGraphicFramePr>
        <p:xfrm>
          <a:off x="1306030" y="3588067"/>
          <a:ext cx="4572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2" name="Equation" r:id="rId11" imgW="1879560" imgH="380880" progId="Equation.DSMT4">
                  <p:embed/>
                </p:oleObj>
              </mc:Choice>
              <mc:Fallback>
                <p:oleObj name="Equation" r:id="rId11" imgW="1879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030" y="3588067"/>
                        <a:ext cx="4572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206417"/>
              </p:ext>
            </p:extLst>
          </p:nvPr>
        </p:nvGraphicFramePr>
        <p:xfrm>
          <a:off x="1525476" y="5193727"/>
          <a:ext cx="5584888" cy="1054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3" name="Equation" r:id="rId13" imgW="2425680" imgH="457200" progId="Equation.DSMT4">
                  <p:embed/>
                </p:oleObj>
              </mc:Choice>
              <mc:Fallback>
                <p:oleObj name="Equation" r:id="rId13" imgW="2425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476" y="5193727"/>
                        <a:ext cx="5584888" cy="1054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514351" y="283305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 flipH="1" flipV="1">
            <a:off x="9941227" y="1560007"/>
            <a:ext cx="419834" cy="398606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9"/>
          <p:cNvSpPr>
            <a:spLocks noChangeShapeType="1"/>
          </p:cNvSpPr>
          <p:nvPr/>
        </p:nvSpPr>
        <p:spPr bwMode="auto">
          <a:xfrm flipH="1">
            <a:off x="9960391" y="3168993"/>
            <a:ext cx="381508" cy="3518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1946321" y="833557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计算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502720"/>
              </p:ext>
            </p:extLst>
          </p:nvPr>
        </p:nvGraphicFramePr>
        <p:xfrm>
          <a:off x="2990741" y="756170"/>
          <a:ext cx="49847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4" name="Equation" r:id="rId15" imgW="1981080" imgH="380880" progId="Equation.DSMT4">
                  <p:embed/>
                </p:oleObj>
              </mc:Choice>
              <mc:Fallback>
                <p:oleObj name="Equation" r:id="rId15" imgW="1981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741" y="756170"/>
                        <a:ext cx="49847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1787707" y="1595758"/>
            <a:ext cx="7669404" cy="555625"/>
            <a:chOff x="2933360" y="1348521"/>
            <a:chExt cx="7669404" cy="555625"/>
          </a:xfrm>
        </p:grpSpPr>
        <p:graphicFrame>
          <p:nvGraphicFramePr>
            <p:cNvPr id="3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615"/>
                </p:ext>
              </p:extLst>
            </p:nvPr>
          </p:nvGraphicFramePr>
          <p:xfrm>
            <a:off x="2933360" y="1348521"/>
            <a:ext cx="6211888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95" name="Equation" r:id="rId17" imgW="2552400" imgH="228600" progId="Equation.DSMT4">
                    <p:embed/>
                  </p:oleObj>
                </mc:Choice>
                <mc:Fallback>
                  <p:oleObj name="Equation" r:id="rId17" imgW="2552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3360" y="1348521"/>
                          <a:ext cx="6211888" cy="555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Text Box 27"/>
            <p:cNvSpPr txBox="1">
              <a:spLocks noChangeArrowheads="1"/>
            </p:cNvSpPr>
            <p:nvPr/>
          </p:nvSpPr>
          <p:spPr bwMode="auto">
            <a:xfrm>
              <a:off x="9078764" y="1366776"/>
              <a:ext cx="15240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FF"/>
                  </a:solidFill>
                </a:rPr>
                <a:t>外侧</a:t>
              </a:r>
              <a:r>
                <a:rPr lang="en-US" altLang="zh-CN" sz="2800" b="1" dirty="0">
                  <a:solidFill>
                    <a:srgbClr val="0000FF"/>
                  </a:solidFill>
                </a:rPr>
                <a:t>.</a:t>
              </a:r>
              <a:endParaRPr lang="zh-CN" altLang="en-US" sz="2800" b="1" dirty="0"/>
            </a:p>
          </p:txBody>
        </p:sp>
      </p:grp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7854735" y="885725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其中</a:t>
            </a:r>
            <a:r>
              <a:rPr lang="en-US" altLang="zh-CN" sz="2800" b="1" dirty="0"/>
              <a:t>Σ</a:t>
            </a:r>
            <a:r>
              <a:rPr lang="zh-CN" altLang="en-US" sz="2800" b="1" dirty="0"/>
              <a:t>是球面</a:t>
            </a:r>
          </a:p>
        </p:txBody>
      </p:sp>
      <p:sp>
        <p:nvSpPr>
          <p:cNvPr id="57" name="Text Box 22"/>
          <p:cNvSpPr txBox="1">
            <a:spLocks noChangeArrowheads="1"/>
          </p:cNvSpPr>
          <p:nvPr/>
        </p:nvSpPr>
        <p:spPr bwMode="auto">
          <a:xfrm>
            <a:off x="978602" y="883671"/>
            <a:ext cx="8785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146507"/>
              </p:ext>
            </p:extLst>
          </p:nvPr>
        </p:nvGraphicFramePr>
        <p:xfrm>
          <a:off x="1525476" y="4438818"/>
          <a:ext cx="5232828" cy="90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6" name="Equation" r:id="rId19" imgW="2209680" imgH="380880" progId="Equation.DSMT4">
                  <p:embed/>
                </p:oleObj>
              </mc:Choice>
              <mc:Fallback>
                <p:oleObj name="Equation" r:id="rId19" imgW="2209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476" y="4438818"/>
                        <a:ext cx="5232828" cy="90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47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autoUpdateAnimBg="0"/>
      <p:bldP spid="2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3" name="Line 9"/>
          <p:cNvSpPr>
            <a:spLocks noChangeShapeType="1"/>
          </p:cNvSpPr>
          <p:nvPr/>
        </p:nvSpPr>
        <p:spPr bwMode="auto">
          <a:xfrm flipV="1">
            <a:off x="10876130" y="927924"/>
            <a:ext cx="349250" cy="336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2" name="Line 12"/>
          <p:cNvSpPr>
            <a:spLocks noChangeShapeType="1"/>
          </p:cNvSpPr>
          <p:nvPr/>
        </p:nvSpPr>
        <p:spPr bwMode="auto">
          <a:xfrm>
            <a:off x="10805691" y="2378931"/>
            <a:ext cx="347663" cy="336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8584674" y="652682"/>
            <a:ext cx="2969136" cy="2653946"/>
            <a:chOff x="7219091" y="1792098"/>
            <a:chExt cx="2969136" cy="2653946"/>
          </a:xfrm>
        </p:grpSpPr>
        <p:grpSp>
          <p:nvGrpSpPr>
            <p:cNvPr id="45" name="Group 96"/>
            <p:cNvGrpSpPr>
              <a:grpSpLocks/>
            </p:cNvGrpSpPr>
            <p:nvPr/>
          </p:nvGrpSpPr>
          <p:grpSpPr bwMode="auto">
            <a:xfrm>
              <a:off x="7219091" y="1940171"/>
              <a:ext cx="2895601" cy="2505873"/>
              <a:chOff x="612" y="2251"/>
              <a:chExt cx="1824" cy="1579"/>
            </a:xfrm>
          </p:grpSpPr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12" y="3185"/>
                <a:ext cx="1824" cy="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 flipH="1">
                <a:off x="1349" y="2251"/>
                <a:ext cx="1" cy="157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 flipV="1">
                <a:off x="767" y="3203"/>
                <a:ext cx="571" cy="42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7514018" y="4039234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92" name="Equation" r:id="rId3" imgW="139680" imgH="139680" progId="Equation.DSMT4">
                    <p:embed/>
                  </p:oleObj>
                </mc:Choice>
                <mc:Fallback>
                  <p:oleObj name="Equation" r:id="rId3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14018" y="4039234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9859615" y="3450068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93" name="Equation" r:id="rId5" imgW="139680" imgH="164880" progId="Equation.DSMT4">
                    <p:embed/>
                  </p:oleObj>
                </mc:Choice>
                <mc:Fallback>
                  <p:oleObj name="Equation" r:id="rId5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859615" y="3450068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8474825" y="1792098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194" name="Equation" r:id="rId7" imgW="114120" imgH="139680" progId="Equation.DSMT4">
                    <p:embed/>
                  </p:oleObj>
                </mc:Choice>
                <mc:Fallback>
                  <p:oleObj name="Equation" r:id="rId7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474825" y="1792098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9528382" y="902839"/>
            <a:ext cx="1779753" cy="1788406"/>
            <a:chOff x="7038108" y="4144332"/>
            <a:chExt cx="1470463" cy="1388249"/>
          </a:xfrm>
        </p:grpSpPr>
        <p:sp>
          <p:nvSpPr>
            <p:cNvPr id="53" name="椭圆 52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196925"/>
              </p:ext>
            </p:extLst>
          </p:nvPr>
        </p:nvGraphicFramePr>
        <p:xfrm>
          <a:off x="1293931" y="813525"/>
          <a:ext cx="6329930" cy="114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95" name="Equation" r:id="rId9" imgW="2539800" imgH="457200" progId="Equation.DSMT4">
                  <p:embed/>
                </p:oleObj>
              </mc:Choice>
              <mc:Fallback>
                <p:oleObj name="Equation" r:id="rId9" imgW="2539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931" y="813525"/>
                        <a:ext cx="6329930" cy="1141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759972"/>
              </p:ext>
            </p:extLst>
          </p:nvPr>
        </p:nvGraphicFramePr>
        <p:xfrm>
          <a:off x="1539121" y="1979655"/>
          <a:ext cx="6084740" cy="1077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96" name="Equation" r:id="rId11" imgW="2514600" imgH="444240" progId="Equation.DSMT4">
                  <p:embed/>
                </p:oleObj>
              </mc:Choice>
              <mc:Fallback>
                <p:oleObj name="Equation" r:id="rId11" imgW="2514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121" y="1979655"/>
                        <a:ext cx="6084740" cy="1077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771288"/>
              </p:ext>
            </p:extLst>
          </p:nvPr>
        </p:nvGraphicFramePr>
        <p:xfrm>
          <a:off x="1539120" y="4058678"/>
          <a:ext cx="1573502" cy="926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97" name="Equation" r:id="rId13" imgW="647640" imgH="380880" progId="Equation.DSMT4">
                  <p:embed/>
                </p:oleObj>
              </mc:Choice>
              <mc:Fallback>
                <p:oleObj name="Equation" r:id="rId13" imgW="6476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120" y="4058678"/>
                        <a:ext cx="1573502" cy="926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Line 9"/>
          <p:cNvSpPr>
            <a:spLocks noChangeShapeType="1"/>
          </p:cNvSpPr>
          <p:nvPr/>
        </p:nvSpPr>
        <p:spPr bwMode="auto">
          <a:xfrm flipH="1" flipV="1">
            <a:off x="9648666" y="914814"/>
            <a:ext cx="368766" cy="38514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9"/>
          <p:cNvSpPr>
            <a:spLocks noChangeShapeType="1"/>
          </p:cNvSpPr>
          <p:nvPr/>
        </p:nvSpPr>
        <p:spPr bwMode="auto">
          <a:xfrm flipH="1">
            <a:off x="9754662" y="2421890"/>
            <a:ext cx="326093" cy="371439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083134"/>
              </p:ext>
            </p:extLst>
          </p:nvPr>
        </p:nvGraphicFramePr>
        <p:xfrm>
          <a:off x="1562068" y="5031914"/>
          <a:ext cx="15716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98" name="Equation" r:id="rId15" imgW="660240" imgH="203040" progId="Equation.DSMT4">
                  <p:embed/>
                </p:oleObj>
              </mc:Choice>
              <mc:Fallback>
                <p:oleObj name="Equation" r:id="rId15" imgW="660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62068" y="5031914"/>
                        <a:ext cx="1571625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662362"/>
              </p:ext>
            </p:extLst>
          </p:nvPr>
        </p:nvGraphicFramePr>
        <p:xfrm>
          <a:off x="1800399" y="2952891"/>
          <a:ext cx="592455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99" name="Equation" r:id="rId17" imgW="2489040" imgH="444240" progId="Equation.DSMT4">
                  <p:embed/>
                </p:oleObj>
              </mc:Choice>
              <mc:Fallback>
                <p:oleObj name="Equation" r:id="rId17" imgW="2489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399" y="2952891"/>
                        <a:ext cx="5924550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986227" y="4306318"/>
            <a:ext cx="1450933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平移代换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785243"/>
              </p:ext>
            </p:extLst>
          </p:nvPr>
        </p:nvGraphicFramePr>
        <p:xfrm>
          <a:off x="7986227" y="3639778"/>
          <a:ext cx="3733015" cy="50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00" name="Equation" r:id="rId19" imgW="2209680" imgH="228600" progId="Equation.DSMT4">
                  <p:embed/>
                </p:oleObj>
              </mc:Choice>
              <mc:Fallback>
                <p:oleObj name="Equation" r:id="rId19" imgW="2209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86227" y="3639778"/>
                        <a:ext cx="3733015" cy="5070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042145"/>
              </p:ext>
            </p:extLst>
          </p:nvPr>
        </p:nvGraphicFramePr>
        <p:xfrm>
          <a:off x="3133693" y="3908341"/>
          <a:ext cx="4748212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01" name="Equation" r:id="rId21" imgW="2070000" imgH="457200" progId="Equation.DSMT4">
                  <p:embed/>
                </p:oleObj>
              </mc:Choice>
              <mc:Fallback>
                <p:oleObj name="Equation" r:id="rId21" imgW="20700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33693" y="3908341"/>
                        <a:ext cx="4748212" cy="1049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443368"/>
              </p:ext>
            </p:extLst>
          </p:nvPr>
        </p:nvGraphicFramePr>
        <p:xfrm>
          <a:off x="1562068" y="5744864"/>
          <a:ext cx="12382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02" name="Equation" r:id="rId23" imgW="520560" imgH="203040" progId="Equation.DSMT4">
                  <p:embed/>
                </p:oleObj>
              </mc:Choice>
              <mc:Fallback>
                <p:oleObj name="Equation" r:id="rId23" imgW="520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62068" y="5744864"/>
                        <a:ext cx="1238250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986227" y="4957678"/>
            <a:ext cx="1112805" cy="46166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对称性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8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1246" y="90529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026133"/>
              </p:ext>
            </p:extLst>
          </p:nvPr>
        </p:nvGraphicFramePr>
        <p:xfrm>
          <a:off x="1354457" y="800483"/>
          <a:ext cx="7150100" cy="660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96" name="Equation" r:id="rId3" imgW="3022560" imgH="279360" progId="Equation.DSMT4">
                  <p:embed/>
                </p:oleObj>
              </mc:Choice>
              <mc:Fallback>
                <p:oleObj name="Equation" r:id="rId3" imgW="3022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4457" y="800483"/>
                        <a:ext cx="7150100" cy="660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153193"/>
              </p:ext>
            </p:extLst>
          </p:nvPr>
        </p:nvGraphicFramePr>
        <p:xfrm>
          <a:off x="8504557" y="885366"/>
          <a:ext cx="2892420" cy="51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97" name="Equation" r:id="rId5" imgW="1206360" imgH="215640" progId="Equation.DSMT4">
                  <p:embed/>
                </p:oleObj>
              </mc:Choice>
              <mc:Fallback>
                <p:oleObj name="Equation" r:id="rId5" imgW="1206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04557" y="885366"/>
                        <a:ext cx="2892420" cy="517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29257"/>
              </p:ext>
            </p:extLst>
          </p:nvPr>
        </p:nvGraphicFramePr>
        <p:xfrm>
          <a:off x="694266" y="1428515"/>
          <a:ext cx="11023837" cy="867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98" name="Equation" r:id="rId7" imgW="4838400" imgH="380880" progId="Equation.DSMT4">
                  <p:embed/>
                </p:oleObj>
              </mc:Choice>
              <mc:Fallback>
                <p:oleObj name="Equation" r:id="rId7" imgW="4838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4266" y="1428515"/>
                        <a:ext cx="11023837" cy="867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61247" y="227570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909131"/>
              </p:ext>
            </p:extLst>
          </p:nvPr>
        </p:nvGraphicFramePr>
        <p:xfrm>
          <a:off x="1344237" y="2184058"/>
          <a:ext cx="77724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99" name="Equation" r:id="rId9" imgW="3377880" imgH="279360" progId="Equation.DSMT4">
                  <p:embed/>
                </p:oleObj>
              </mc:Choice>
              <mc:Fallback>
                <p:oleObj name="Equation" r:id="rId9" imgW="3377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44237" y="2184058"/>
                        <a:ext cx="7772400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116637" y="2287714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取下侧，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915129"/>
              </p:ext>
            </p:extLst>
          </p:nvPr>
        </p:nvGraphicFramePr>
        <p:xfrm>
          <a:off x="859200" y="2697019"/>
          <a:ext cx="4610296" cy="1061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0" name="Equation" r:id="rId11" imgW="2095200" imgH="482400" progId="Equation.DSMT4">
                  <p:embed/>
                </p:oleObj>
              </mc:Choice>
              <mc:Fallback>
                <p:oleObj name="Equation" r:id="rId11" imgW="20952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9200" y="2697019"/>
                        <a:ext cx="4610296" cy="1061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469496" y="2966221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112886"/>
              </p:ext>
            </p:extLst>
          </p:nvPr>
        </p:nvGraphicFramePr>
        <p:xfrm>
          <a:off x="690032" y="3653536"/>
          <a:ext cx="824547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1" name="Equation" r:id="rId13" imgW="3619440" imgH="380880" progId="Equation.DSMT4">
                  <p:embed/>
                </p:oleObj>
              </mc:Choice>
              <mc:Fallback>
                <p:oleObj name="Equation" r:id="rId13" imgW="3619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0032" y="3653536"/>
                        <a:ext cx="8245475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231991"/>
              </p:ext>
            </p:extLst>
          </p:nvPr>
        </p:nvGraphicFramePr>
        <p:xfrm>
          <a:off x="7383446" y="4226668"/>
          <a:ext cx="41370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2" name="Equation" r:id="rId15" imgW="1815840" imgH="279360" progId="Equation.DSMT4">
                  <p:embed/>
                </p:oleObj>
              </mc:Choice>
              <mc:Fallback>
                <p:oleObj name="Equation" r:id="rId15" imgW="1815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83446" y="4226668"/>
                        <a:ext cx="4137025" cy="636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330518"/>
              </p:ext>
            </p:extLst>
          </p:nvPr>
        </p:nvGraphicFramePr>
        <p:xfrm>
          <a:off x="889742" y="4581480"/>
          <a:ext cx="870902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3" name="Equation" r:id="rId17" imgW="3822480" imgH="482400" progId="Equation.DSMT4">
                  <p:embed/>
                </p:oleObj>
              </mc:Choice>
              <mc:Fallback>
                <p:oleObj name="Equation" r:id="rId17" imgW="3822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89742" y="4581480"/>
                        <a:ext cx="8709025" cy="1100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024486"/>
              </p:ext>
            </p:extLst>
          </p:nvPr>
        </p:nvGraphicFramePr>
        <p:xfrm>
          <a:off x="7449272" y="5313929"/>
          <a:ext cx="41370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4" name="Equation" r:id="rId19" imgW="1815840" imgH="279360" progId="Equation.DSMT4">
                  <p:embed/>
                </p:oleObj>
              </mc:Choice>
              <mc:Fallback>
                <p:oleObj name="Equation" r:id="rId19" imgW="1815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49272" y="5313929"/>
                        <a:ext cx="4137025" cy="636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623331"/>
              </p:ext>
            </p:extLst>
          </p:nvPr>
        </p:nvGraphicFramePr>
        <p:xfrm>
          <a:off x="933117" y="5681618"/>
          <a:ext cx="2807840" cy="956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5" name="Equation" r:id="rId21" imgW="1155600" imgH="393480" progId="Equation.DSMT4">
                  <p:embed/>
                </p:oleObj>
              </mc:Choice>
              <mc:Fallback>
                <p:oleObj name="Equation" r:id="rId21" imgW="1155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33117" y="5681618"/>
                        <a:ext cx="2807840" cy="956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934091"/>
              </p:ext>
            </p:extLst>
          </p:nvPr>
        </p:nvGraphicFramePr>
        <p:xfrm>
          <a:off x="3719793" y="5690787"/>
          <a:ext cx="2333101" cy="73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6" name="Equation" r:id="rId23" imgW="1054080" imgH="330120" progId="Equation.DSMT4">
                  <p:embed/>
                </p:oleObj>
              </mc:Choice>
              <mc:Fallback>
                <p:oleObj name="Equation" r:id="rId23" imgW="1054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719793" y="5690787"/>
                        <a:ext cx="2333101" cy="730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9450927" y="1938011"/>
            <a:ext cx="2406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(2020</a:t>
            </a:r>
            <a:r>
              <a:rPr lang="zh-CN" altLang="en-US" sz="20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567589"/>
              </p:ext>
            </p:extLst>
          </p:nvPr>
        </p:nvGraphicFramePr>
        <p:xfrm>
          <a:off x="6031730" y="5587652"/>
          <a:ext cx="1071268" cy="902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7" name="Equation" r:id="rId25" imgW="482400" imgH="406080" progId="Equation.DSMT4">
                  <p:embed/>
                </p:oleObj>
              </mc:Choice>
              <mc:Fallback>
                <p:oleObj name="Equation" r:id="rId25" imgW="482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31730" y="5587652"/>
                        <a:ext cx="1071268" cy="902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A6BA-F77C-4491-81A5-784207A069E5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83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20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13378</TotalTime>
  <Words>1113</Words>
  <Application>Microsoft Office PowerPoint</Application>
  <PresentationFormat>宽屏</PresentationFormat>
  <Paragraphs>297</Paragraphs>
  <Slides>50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50</vt:i4>
      </vt:variant>
    </vt:vector>
  </HeadingPairs>
  <TitlesOfParts>
    <vt:vector size="64" baseType="lpstr">
      <vt:lpstr>黑体</vt:lpstr>
      <vt:lpstr>华文行楷</vt:lpstr>
      <vt:lpstr>宋体</vt:lpstr>
      <vt:lpstr>新宋体</vt:lpstr>
      <vt:lpstr>Arial</vt:lpstr>
      <vt:lpstr>Calibri</vt:lpstr>
      <vt:lpstr>Calibri Light</vt:lpstr>
      <vt:lpstr>Cambria Math</vt:lpstr>
      <vt:lpstr>Symbol</vt:lpstr>
      <vt:lpstr>Times New Roman</vt:lpstr>
      <vt:lpstr>Office 主题</vt:lpstr>
      <vt:lpstr>公式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ZWZ</cp:lastModifiedBy>
  <cp:revision>270</cp:revision>
  <dcterms:created xsi:type="dcterms:W3CDTF">2020-03-05T05:48:04Z</dcterms:created>
  <dcterms:modified xsi:type="dcterms:W3CDTF">2023-04-25T14:37:56Z</dcterms:modified>
</cp:coreProperties>
</file>