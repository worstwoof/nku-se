
<file path=[Content_Types].xml><?xml version="1.0" encoding="utf-8"?>
<Types xmlns="http://schemas.openxmlformats.org/package/2006/content-types">
  <Default Extension="bin" ContentType="application/vnd.openxmlformats-officedocument.oleObject"/>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4" r:id="rId7"/>
    <p:sldId id="265" r:id="rId8"/>
    <p:sldId id="266" r:id="rId9"/>
    <p:sldId id="267" r:id="rId10"/>
    <p:sldId id="268" r:id="rId11"/>
    <p:sldId id="303" r:id="rId12"/>
    <p:sldId id="272" r:id="rId13"/>
    <p:sldId id="310" r:id="rId14"/>
    <p:sldId id="309" r:id="rId15"/>
    <p:sldId id="276" r:id="rId16"/>
    <p:sldId id="283" r:id="rId17"/>
    <p:sldId id="305" r:id="rId18"/>
    <p:sldId id="307" r:id="rId19"/>
    <p:sldId id="304" r:id="rId20"/>
    <p:sldId id="285" r:id="rId21"/>
    <p:sldId id="287" r:id="rId22"/>
    <p:sldId id="306" r:id="rId23"/>
    <p:sldId id="289" r:id="rId24"/>
    <p:sldId id="292" r:id="rId25"/>
    <p:sldId id="294" r:id="rId26"/>
    <p:sldId id="300" r:id="rId27"/>
    <p:sldId id="295" r:id="rId28"/>
    <p:sldId id="302" r:id="rId29"/>
    <p:sldId id="297" r:id="rId3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636" y="-8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image" Target="../media/image2.emf"/><Relationship Id="rId5" Type="http://schemas.openxmlformats.org/officeDocument/2006/relationships/image" Target="../media/image6.wmf"/><Relationship Id="rId4"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14.emf"/><Relationship Id="rId3" Type="http://schemas.openxmlformats.org/officeDocument/2006/relationships/image" Target="../media/image9.emf"/><Relationship Id="rId7" Type="http://schemas.openxmlformats.org/officeDocument/2006/relationships/image" Target="../media/image13.emf"/><Relationship Id="rId2" Type="http://schemas.openxmlformats.org/officeDocument/2006/relationships/image" Target="../media/image8.emf"/><Relationship Id="rId1" Type="http://schemas.openxmlformats.org/officeDocument/2006/relationships/image" Target="../media/image7.emf"/><Relationship Id="rId6" Type="http://schemas.openxmlformats.org/officeDocument/2006/relationships/image" Target="../media/image12.emf"/><Relationship Id="rId5" Type="http://schemas.openxmlformats.org/officeDocument/2006/relationships/image" Target="../media/image11.emf"/><Relationship Id="rId4" Type="http://schemas.openxmlformats.org/officeDocument/2006/relationships/image" Target="../media/image10.emf"/><Relationship Id="rId9" Type="http://schemas.openxmlformats.org/officeDocument/2006/relationships/image" Target="../media/image15.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image" Target="../media/image16.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image" Target="../media/image18.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image" Target="../media/image20.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23.emf"/><Relationship Id="rId1" Type="http://schemas.openxmlformats.org/officeDocument/2006/relationships/image" Target="../media/image22.e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7.wmf"/><Relationship Id="rId7" Type="http://schemas.openxmlformats.org/officeDocument/2006/relationships/image" Target="../media/image31.emf"/><Relationship Id="rId2" Type="http://schemas.openxmlformats.org/officeDocument/2006/relationships/image" Target="../media/image26.wmf"/><Relationship Id="rId1" Type="http://schemas.openxmlformats.org/officeDocument/2006/relationships/image" Target="../media/image25.emf"/><Relationship Id="rId6" Type="http://schemas.openxmlformats.org/officeDocument/2006/relationships/image" Target="../media/image30.emf"/><Relationship Id="rId5" Type="http://schemas.openxmlformats.org/officeDocument/2006/relationships/image" Target="../media/image29.emf"/><Relationship Id="rId4" Type="http://schemas.openxmlformats.org/officeDocument/2006/relationships/image" Target="../media/image28.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image" Target="../media/image33.wmf"/><Relationship Id="rId1" Type="http://schemas.openxmlformats.org/officeDocument/2006/relationships/image" Target="../media/image32.wmf"/><Relationship Id="rId4" Type="http://schemas.openxmlformats.org/officeDocument/2006/relationships/image" Target="../media/image35.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image" Target="../media/image36.emf"/></Relationships>
</file>

<file path=ppt/drawings/_rels/vmlDrawing11.vml.rels><?xml version="1.0" encoding="UTF-8" standalone="yes"?>
<Relationships xmlns="http://schemas.openxmlformats.org/package/2006/relationships"><Relationship Id="rId8" Type="http://schemas.openxmlformats.org/officeDocument/2006/relationships/image" Target="../media/image45.wmf"/><Relationship Id="rId13" Type="http://schemas.openxmlformats.org/officeDocument/2006/relationships/image" Target="../media/image50.wmf"/><Relationship Id="rId3" Type="http://schemas.openxmlformats.org/officeDocument/2006/relationships/image" Target="../media/image40.wmf"/><Relationship Id="rId7" Type="http://schemas.openxmlformats.org/officeDocument/2006/relationships/image" Target="../media/image44.wmf"/><Relationship Id="rId12" Type="http://schemas.openxmlformats.org/officeDocument/2006/relationships/image" Target="../media/image49.wmf"/><Relationship Id="rId2" Type="http://schemas.openxmlformats.org/officeDocument/2006/relationships/image" Target="../media/image39.wmf"/><Relationship Id="rId16" Type="http://schemas.openxmlformats.org/officeDocument/2006/relationships/image" Target="../media/image53.wmf"/><Relationship Id="rId1" Type="http://schemas.openxmlformats.org/officeDocument/2006/relationships/image" Target="../media/image38.wmf"/><Relationship Id="rId6" Type="http://schemas.openxmlformats.org/officeDocument/2006/relationships/image" Target="../media/image43.wmf"/><Relationship Id="rId11" Type="http://schemas.openxmlformats.org/officeDocument/2006/relationships/image" Target="../media/image48.wmf"/><Relationship Id="rId5" Type="http://schemas.openxmlformats.org/officeDocument/2006/relationships/image" Target="../media/image42.wmf"/><Relationship Id="rId15" Type="http://schemas.openxmlformats.org/officeDocument/2006/relationships/image" Target="../media/image52.wmf"/><Relationship Id="rId10" Type="http://schemas.openxmlformats.org/officeDocument/2006/relationships/image" Target="../media/image47.wmf"/><Relationship Id="rId4" Type="http://schemas.openxmlformats.org/officeDocument/2006/relationships/image" Target="../media/image41.wmf"/><Relationship Id="rId9" Type="http://schemas.openxmlformats.org/officeDocument/2006/relationships/image" Target="../media/image46.wmf"/><Relationship Id="rId14" Type="http://schemas.openxmlformats.org/officeDocument/2006/relationships/image" Target="../media/image51.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54.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55.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57.wmf"/><Relationship Id="rId1" Type="http://schemas.openxmlformats.org/officeDocument/2006/relationships/image" Target="../media/image56.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59.emf"/><Relationship Id="rId1" Type="http://schemas.openxmlformats.org/officeDocument/2006/relationships/image" Target="../media/image58.e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61.wmf"/><Relationship Id="rId1" Type="http://schemas.openxmlformats.org/officeDocument/2006/relationships/image" Target="../media/image60.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64.wmf"/><Relationship Id="rId2" Type="http://schemas.openxmlformats.org/officeDocument/2006/relationships/image" Target="../media/image63.wmf"/><Relationship Id="rId1" Type="http://schemas.openxmlformats.org/officeDocument/2006/relationships/image" Target="../media/image62.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65.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68.wmf"/><Relationship Id="rId2" Type="http://schemas.openxmlformats.org/officeDocument/2006/relationships/image" Target="../media/image67.wmf"/><Relationship Id="rId1" Type="http://schemas.openxmlformats.org/officeDocument/2006/relationships/image" Target="../media/image66.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71.wmf"/><Relationship Id="rId7" Type="http://schemas.openxmlformats.org/officeDocument/2006/relationships/image" Target="../media/image75.wmf"/><Relationship Id="rId2" Type="http://schemas.openxmlformats.org/officeDocument/2006/relationships/image" Target="../media/image70.wmf"/><Relationship Id="rId1" Type="http://schemas.openxmlformats.org/officeDocument/2006/relationships/image" Target="../media/image69.wmf"/><Relationship Id="rId6" Type="http://schemas.openxmlformats.org/officeDocument/2006/relationships/image" Target="../media/image74.wmf"/><Relationship Id="rId5" Type="http://schemas.openxmlformats.org/officeDocument/2006/relationships/image" Target="../media/image73.wmf"/><Relationship Id="rId4" Type="http://schemas.openxmlformats.org/officeDocument/2006/relationships/image" Target="../media/image72.w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77.wmf"/><Relationship Id="rId1" Type="http://schemas.openxmlformats.org/officeDocument/2006/relationships/image" Target="../media/image76.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80.emf"/><Relationship Id="rId2" Type="http://schemas.openxmlformats.org/officeDocument/2006/relationships/image" Target="../media/image79.wmf"/><Relationship Id="rId1" Type="http://schemas.openxmlformats.org/officeDocument/2006/relationships/image" Target="../media/image78.wmf"/><Relationship Id="rId4" Type="http://schemas.openxmlformats.org/officeDocument/2006/relationships/image" Target="../media/image81.w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83.wmf"/><Relationship Id="rId1" Type="http://schemas.openxmlformats.org/officeDocument/2006/relationships/image" Target="../media/image82.wmf"/></Relationships>
</file>

<file path=ppt/drawings/_rels/vmlDrawing24.vml.rels><?xml version="1.0" encoding="UTF-8" standalone="yes"?>
<Relationships xmlns="http://schemas.openxmlformats.org/package/2006/relationships"><Relationship Id="rId2" Type="http://schemas.openxmlformats.org/officeDocument/2006/relationships/image" Target="../media/image85.wmf"/><Relationship Id="rId1" Type="http://schemas.openxmlformats.org/officeDocument/2006/relationships/image" Target="../media/image84.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88.wmf"/><Relationship Id="rId2" Type="http://schemas.openxmlformats.org/officeDocument/2006/relationships/image" Target="../media/image87.emf"/><Relationship Id="rId1" Type="http://schemas.openxmlformats.org/officeDocument/2006/relationships/image" Target="../media/image86.wmf"/><Relationship Id="rId4" Type="http://schemas.openxmlformats.org/officeDocument/2006/relationships/image" Target="../media/image89.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92.wmf"/><Relationship Id="rId2" Type="http://schemas.openxmlformats.org/officeDocument/2006/relationships/image" Target="../media/image91.wmf"/><Relationship Id="rId1" Type="http://schemas.openxmlformats.org/officeDocument/2006/relationships/image" Target="../media/image90.wmf"/><Relationship Id="rId5" Type="http://schemas.openxmlformats.org/officeDocument/2006/relationships/image" Target="../media/image94.wmf"/><Relationship Id="rId4" Type="http://schemas.openxmlformats.org/officeDocument/2006/relationships/image" Target="../media/image93.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95.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8A0451B8-9768-4CB1-BDED-FA2606F1BDF7}" type="datetimeFigureOut">
              <a:rPr lang="zh-CN" altLang="en-US" smtClean="0"/>
              <a:t>2024/3/29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3A4EAC8-F6BD-45DC-9E97-21B7FBB88372}" type="slidenum">
              <a:rPr lang="zh-CN" altLang="en-US" smtClean="0"/>
              <a:t>‹#›</a:t>
            </a:fld>
            <a:endParaRPr lang="zh-CN" altLang="en-US"/>
          </a:p>
        </p:txBody>
      </p:sp>
    </p:spTree>
    <p:extLst>
      <p:ext uri="{BB962C8B-B14F-4D97-AF65-F5344CB8AC3E}">
        <p14:creationId xmlns:p14="http://schemas.microsoft.com/office/powerpoint/2010/main" val="23608152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A0451B8-9768-4CB1-BDED-FA2606F1BDF7}" type="datetimeFigureOut">
              <a:rPr lang="zh-CN" altLang="en-US" smtClean="0"/>
              <a:t>2024/3/29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3A4EAC8-F6BD-45DC-9E97-21B7FBB88372}" type="slidenum">
              <a:rPr lang="zh-CN" altLang="en-US" smtClean="0"/>
              <a:t>‹#›</a:t>
            </a:fld>
            <a:endParaRPr lang="zh-CN" altLang="en-US"/>
          </a:p>
        </p:txBody>
      </p:sp>
    </p:spTree>
    <p:extLst>
      <p:ext uri="{BB962C8B-B14F-4D97-AF65-F5344CB8AC3E}">
        <p14:creationId xmlns:p14="http://schemas.microsoft.com/office/powerpoint/2010/main" val="19200613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8A0451B8-9768-4CB1-BDED-FA2606F1BDF7}" type="datetimeFigureOut">
              <a:rPr lang="zh-CN" altLang="en-US" smtClean="0"/>
              <a:t>2024/3/29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3A4EAC8-F6BD-45DC-9E97-21B7FBB88372}" type="slidenum">
              <a:rPr lang="zh-CN" altLang="en-US" smtClean="0"/>
              <a:t>‹#›</a:t>
            </a:fld>
            <a:endParaRPr lang="zh-CN" altLang="en-US"/>
          </a:p>
        </p:txBody>
      </p:sp>
    </p:spTree>
    <p:extLst>
      <p:ext uri="{BB962C8B-B14F-4D97-AF65-F5344CB8AC3E}">
        <p14:creationId xmlns:p14="http://schemas.microsoft.com/office/powerpoint/2010/main" val="14635352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8A0451B8-9768-4CB1-BDED-FA2606F1BDF7}" type="datetimeFigureOut">
              <a:rPr lang="zh-CN" altLang="en-US" smtClean="0"/>
              <a:t>2024/3/29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3A4EAC8-F6BD-45DC-9E97-21B7FBB88372}" type="slidenum">
              <a:rPr lang="zh-CN" altLang="en-US" smtClean="0"/>
              <a:t>‹#›</a:t>
            </a:fld>
            <a:endParaRPr lang="zh-CN" altLang="en-US"/>
          </a:p>
        </p:txBody>
      </p:sp>
    </p:spTree>
    <p:extLst>
      <p:ext uri="{BB962C8B-B14F-4D97-AF65-F5344CB8AC3E}">
        <p14:creationId xmlns:p14="http://schemas.microsoft.com/office/powerpoint/2010/main" val="10694042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8A0451B8-9768-4CB1-BDED-FA2606F1BDF7}" type="datetimeFigureOut">
              <a:rPr lang="zh-CN" altLang="en-US" smtClean="0"/>
              <a:t>2024/3/29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3A4EAC8-F6BD-45DC-9E97-21B7FBB88372}" type="slidenum">
              <a:rPr lang="zh-CN" altLang="en-US" smtClean="0"/>
              <a:t>‹#›</a:t>
            </a:fld>
            <a:endParaRPr lang="zh-CN" altLang="en-US"/>
          </a:p>
        </p:txBody>
      </p:sp>
    </p:spTree>
    <p:extLst>
      <p:ext uri="{BB962C8B-B14F-4D97-AF65-F5344CB8AC3E}">
        <p14:creationId xmlns:p14="http://schemas.microsoft.com/office/powerpoint/2010/main" val="37400188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8A0451B8-9768-4CB1-BDED-FA2606F1BDF7}" type="datetimeFigureOut">
              <a:rPr lang="zh-CN" altLang="en-US" smtClean="0"/>
              <a:t>2024/3/29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3A4EAC8-F6BD-45DC-9E97-21B7FBB88372}" type="slidenum">
              <a:rPr lang="zh-CN" altLang="en-US" smtClean="0"/>
              <a:t>‹#›</a:t>
            </a:fld>
            <a:endParaRPr lang="zh-CN" altLang="en-US"/>
          </a:p>
        </p:txBody>
      </p:sp>
    </p:spTree>
    <p:extLst>
      <p:ext uri="{BB962C8B-B14F-4D97-AF65-F5344CB8AC3E}">
        <p14:creationId xmlns:p14="http://schemas.microsoft.com/office/powerpoint/2010/main" val="4382684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A0451B8-9768-4CB1-BDED-FA2606F1BDF7}" type="datetimeFigureOut">
              <a:rPr lang="zh-CN" altLang="en-US" smtClean="0"/>
              <a:t>2024/3/29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3A4EAC8-F6BD-45DC-9E97-21B7FBB88372}" type="slidenum">
              <a:rPr lang="zh-CN" altLang="en-US" smtClean="0"/>
              <a:t>‹#›</a:t>
            </a:fld>
            <a:endParaRPr lang="zh-CN" altLang="en-US"/>
          </a:p>
        </p:txBody>
      </p:sp>
    </p:spTree>
    <p:extLst>
      <p:ext uri="{BB962C8B-B14F-4D97-AF65-F5344CB8AC3E}">
        <p14:creationId xmlns:p14="http://schemas.microsoft.com/office/powerpoint/2010/main" val="8915259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8A0451B8-9768-4CB1-BDED-FA2606F1BDF7}" type="datetimeFigureOut">
              <a:rPr lang="zh-CN" altLang="en-US" smtClean="0"/>
              <a:t>2024/3/29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3A4EAC8-F6BD-45DC-9E97-21B7FBB88372}" type="slidenum">
              <a:rPr lang="zh-CN" altLang="en-US" smtClean="0"/>
              <a:t>‹#›</a:t>
            </a:fld>
            <a:endParaRPr lang="zh-CN" altLang="en-US"/>
          </a:p>
        </p:txBody>
      </p:sp>
    </p:spTree>
    <p:extLst>
      <p:ext uri="{BB962C8B-B14F-4D97-AF65-F5344CB8AC3E}">
        <p14:creationId xmlns:p14="http://schemas.microsoft.com/office/powerpoint/2010/main" val="27771195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8A0451B8-9768-4CB1-BDED-FA2606F1BDF7}" type="datetimeFigureOut">
              <a:rPr lang="zh-CN" altLang="en-US" smtClean="0"/>
              <a:t>2024/3/29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3A4EAC8-F6BD-45DC-9E97-21B7FBB88372}" type="slidenum">
              <a:rPr lang="zh-CN" altLang="en-US" smtClean="0"/>
              <a:t>‹#›</a:t>
            </a:fld>
            <a:endParaRPr lang="zh-CN" altLang="en-US"/>
          </a:p>
        </p:txBody>
      </p:sp>
    </p:spTree>
    <p:extLst>
      <p:ext uri="{BB962C8B-B14F-4D97-AF65-F5344CB8AC3E}">
        <p14:creationId xmlns:p14="http://schemas.microsoft.com/office/powerpoint/2010/main" val="20435146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A0451B8-9768-4CB1-BDED-FA2606F1BDF7}" type="datetimeFigureOut">
              <a:rPr lang="zh-CN" altLang="en-US" smtClean="0"/>
              <a:t>2024/3/29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3A4EAC8-F6BD-45DC-9E97-21B7FBB88372}" type="slidenum">
              <a:rPr lang="zh-CN" altLang="en-US" smtClean="0"/>
              <a:t>‹#›</a:t>
            </a:fld>
            <a:endParaRPr lang="zh-CN" altLang="en-US"/>
          </a:p>
        </p:txBody>
      </p:sp>
    </p:spTree>
    <p:extLst>
      <p:ext uri="{BB962C8B-B14F-4D97-AF65-F5344CB8AC3E}">
        <p14:creationId xmlns:p14="http://schemas.microsoft.com/office/powerpoint/2010/main" val="7042507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A0451B8-9768-4CB1-BDED-FA2606F1BDF7}" type="datetimeFigureOut">
              <a:rPr lang="zh-CN" altLang="en-US" smtClean="0"/>
              <a:t>2024/3/29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3A4EAC8-F6BD-45DC-9E97-21B7FBB88372}" type="slidenum">
              <a:rPr lang="zh-CN" altLang="en-US" smtClean="0"/>
              <a:t>‹#›</a:t>
            </a:fld>
            <a:endParaRPr lang="zh-CN" altLang="en-US"/>
          </a:p>
        </p:txBody>
      </p:sp>
    </p:spTree>
    <p:extLst>
      <p:ext uri="{BB962C8B-B14F-4D97-AF65-F5344CB8AC3E}">
        <p14:creationId xmlns:p14="http://schemas.microsoft.com/office/powerpoint/2010/main" val="27828892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50">
          <a:fgClr>
            <a:schemeClr val="accent1">
              <a:lumMod val="60000"/>
              <a:lumOff val="40000"/>
            </a:schemeClr>
          </a:fgClr>
          <a:bgClr>
            <a:schemeClr val="bg1"/>
          </a:bgClr>
        </a:patt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0451B8-9768-4CB1-BDED-FA2606F1BDF7}" type="datetimeFigureOut">
              <a:rPr lang="zh-CN" altLang="en-US" smtClean="0"/>
              <a:t>2024/3/29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3A4EAC8-F6BD-45DC-9E97-21B7FBB88372}" type="slidenum">
              <a:rPr lang="zh-CN" altLang="en-US" smtClean="0"/>
              <a:t>‹#›</a:t>
            </a:fld>
            <a:endParaRPr lang="zh-CN" altLang="en-US"/>
          </a:p>
        </p:txBody>
      </p:sp>
    </p:spTree>
    <p:extLst>
      <p:ext uri="{BB962C8B-B14F-4D97-AF65-F5344CB8AC3E}">
        <p14:creationId xmlns:p14="http://schemas.microsoft.com/office/powerpoint/2010/main" val="30052472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1.emf"/></Relationships>
</file>

<file path=ppt/slides/_rels/slide2.xml.rels><?xml version="1.0" encoding="UTF-8" standalone="yes"?>
<Relationships xmlns="http://schemas.openxmlformats.org/package/2006/relationships"><Relationship Id="rId8" Type="http://schemas.openxmlformats.org/officeDocument/2006/relationships/image" Target="../media/image4.emf"/><Relationship Id="rId3" Type="http://schemas.openxmlformats.org/officeDocument/2006/relationships/oleObject" Target="../embeddings/oleObject2.bin"/><Relationship Id="rId7" Type="http://schemas.openxmlformats.org/officeDocument/2006/relationships/oleObject" Target="../embeddings/oleObject4.bin"/><Relationship Id="rId12" Type="http://schemas.openxmlformats.org/officeDocument/2006/relationships/image" Target="../media/image6.wmf"/><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3.emf"/><Relationship Id="rId11" Type="http://schemas.openxmlformats.org/officeDocument/2006/relationships/oleObject" Target="../embeddings/oleObject6.bin"/><Relationship Id="rId5" Type="http://schemas.openxmlformats.org/officeDocument/2006/relationships/oleObject" Target="../embeddings/oleObject3.bin"/><Relationship Id="rId10" Type="http://schemas.openxmlformats.org/officeDocument/2006/relationships/image" Target="../media/image5.wmf"/><Relationship Id="rId4" Type="http://schemas.openxmlformats.org/officeDocument/2006/relationships/image" Target="../media/image2.emf"/><Relationship Id="rId9" Type="http://schemas.openxmlformats.org/officeDocument/2006/relationships/oleObject" Target="../embeddings/oleObject5.bin"/></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9.emf"/><Relationship Id="rId13" Type="http://schemas.openxmlformats.org/officeDocument/2006/relationships/oleObject" Target="../embeddings/oleObject12.bin"/><Relationship Id="rId18" Type="http://schemas.openxmlformats.org/officeDocument/2006/relationships/image" Target="../media/image14.emf"/><Relationship Id="rId3" Type="http://schemas.openxmlformats.org/officeDocument/2006/relationships/oleObject" Target="../embeddings/oleObject7.bin"/><Relationship Id="rId7" Type="http://schemas.openxmlformats.org/officeDocument/2006/relationships/oleObject" Target="../embeddings/oleObject9.bin"/><Relationship Id="rId12" Type="http://schemas.openxmlformats.org/officeDocument/2006/relationships/image" Target="../media/image11.emf"/><Relationship Id="rId17" Type="http://schemas.openxmlformats.org/officeDocument/2006/relationships/oleObject" Target="../embeddings/oleObject14.bin"/><Relationship Id="rId2" Type="http://schemas.openxmlformats.org/officeDocument/2006/relationships/slideLayout" Target="../slideLayouts/slideLayout7.xml"/><Relationship Id="rId16" Type="http://schemas.openxmlformats.org/officeDocument/2006/relationships/image" Target="../media/image13.emf"/><Relationship Id="rId20" Type="http://schemas.openxmlformats.org/officeDocument/2006/relationships/image" Target="../media/image15.emf"/><Relationship Id="rId1" Type="http://schemas.openxmlformats.org/officeDocument/2006/relationships/vmlDrawing" Target="../drawings/vmlDrawing3.vml"/><Relationship Id="rId6" Type="http://schemas.openxmlformats.org/officeDocument/2006/relationships/image" Target="../media/image8.emf"/><Relationship Id="rId11" Type="http://schemas.openxmlformats.org/officeDocument/2006/relationships/oleObject" Target="../embeddings/oleObject11.bin"/><Relationship Id="rId5" Type="http://schemas.openxmlformats.org/officeDocument/2006/relationships/oleObject" Target="../embeddings/oleObject8.bin"/><Relationship Id="rId15" Type="http://schemas.openxmlformats.org/officeDocument/2006/relationships/oleObject" Target="../embeddings/oleObject13.bin"/><Relationship Id="rId10" Type="http://schemas.openxmlformats.org/officeDocument/2006/relationships/image" Target="../media/image10.emf"/><Relationship Id="rId19" Type="http://schemas.openxmlformats.org/officeDocument/2006/relationships/oleObject" Target="../embeddings/oleObject15.bin"/><Relationship Id="rId4" Type="http://schemas.openxmlformats.org/officeDocument/2006/relationships/image" Target="../media/image7.emf"/><Relationship Id="rId9" Type="http://schemas.openxmlformats.org/officeDocument/2006/relationships/oleObject" Target="../embeddings/oleObject10.bin"/><Relationship Id="rId14" Type="http://schemas.openxmlformats.org/officeDocument/2006/relationships/image" Target="../media/image12.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17.wmf"/><Relationship Id="rId5" Type="http://schemas.openxmlformats.org/officeDocument/2006/relationships/oleObject" Target="../embeddings/oleObject17.bin"/><Relationship Id="rId4" Type="http://schemas.openxmlformats.org/officeDocument/2006/relationships/image" Target="../media/image16.e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19.emf"/><Relationship Id="rId5" Type="http://schemas.openxmlformats.org/officeDocument/2006/relationships/oleObject" Target="../embeddings/oleObject19.bin"/><Relationship Id="rId4" Type="http://schemas.openxmlformats.org/officeDocument/2006/relationships/image" Target="../media/image18.w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21.emf"/><Relationship Id="rId5" Type="http://schemas.openxmlformats.org/officeDocument/2006/relationships/oleObject" Target="../embeddings/oleObject21.bin"/><Relationship Id="rId4" Type="http://schemas.openxmlformats.org/officeDocument/2006/relationships/image" Target="../media/image20.wmf"/></Relationships>
</file>

<file path=ppt/slides/_rels/slide9.xml.rels><?xml version="1.0" encoding="UTF-8" standalone="yes"?>
<Relationships xmlns="http://schemas.openxmlformats.org/package/2006/relationships"><Relationship Id="rId8" Type="http://schemas.openxmlformats.org/officeDocument/2006/relationships/image" Target="../media/image24.wmf"/><Relationship Id="rId3" Type="http://schemas.openxmlformats.org/officeDocument/2006/relationships/oleObject" Target="../embeddings/oleObject22.bin"/><Relationship Id="rId7" Type="http://schemas.openxmlformats.org/officeDocument/2006/relationships/oleObject" Target="../embeddings/oleObject24.bin"/><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23.emf"/><Relationship Id="rId5" Type="http://schemas.openxmlformats.org/officeDocument/2006/relationships/oleObject" Target="../embeddings/oleObject23.bin"/><Relationship Id="rId4" Type="http://schemas.openxmlformats.org/officeDocument/2006/relationships/image" Target="../media/image22.emf"/></Relationships>
</file>

<file path=ppt/slides/_rels/slide10.xml.rels><?xml version="1.0" encoding="UTF-8" standalone="yes"?>
<Relationships xmlns="http://schemas.openxmlformats.org/package/2006/relationships"><Relationship Id="rId8" Type="http://schemas.openxmlformats.org/officeDocument/2006/relationships/image" Target="../media/image27.wmf"/><Relationship Id="rId13" Type="http://schemas.openxmlformats.org/officeDocument/2006/relationships/oleObject" Target="../embeddings/oleObject30.bin"/><Relationship Id="rId3" Type="http://schemas.openxmlformats.org/officeDocument/2006/relationships/oleObject" Target="../embeddings/oleObject25.bin"/><Relationship Id="rId7" Type="http://schemas.openxmlformats.org/officeDocument/2006/relationships/oleObject" Target="../embeddings/oleObject27.bin"/><Relationship Id="rId12" Type="http://schemas.openxmlformats.org/officeDocument/2006/relationships/image" Target="../media/image29.emf"/><Relationship Id="rId2" Type="http://schemas.openxmlformats.org/officeDocument/2006/relationships/slideLayout" Target="../slideLayouts/slideLayout7.xml"/><Relationship Id="rId16" Type="http://schemas.openxmlformats.org/officeDocument/2006/relationships/image" Target="../media/image31.emf"/><Relationship Id="rId1" Type="http://schemas.openxmlformats.org/officeDocument/2006/relationships/vmlDrawing" Target="../drawings/vmlDrawing8.vml"/><Relationship Id="rId6" Type="http://schemas.openxmlformats.org/officeDocument/2006/relationships/image" Target="../media/image26.wmf"/><Relationship Id="rId11" Type="http://schemas.openxmlformats.org/officeDocument/2006/relationships/oleObject" Target="../embeddings/oleObject29.bin"/><Relationship Id="rId5" Type="http://schemas.openxmlformats.org/officeDocument/2006/relationships/oleObject" Target="../embeddings/oleObject26.bin"/><Relationship Id="rId15" Type="http://schemas.openxmlformats.org/officeDocument/2006/relationships/oleObject" Target="../embeddings/oleObject31.bin"/><Relationship Id="rId10" Type="http://schemas.openxmlformats.org/officeDocument/2006/relationships/image" Target="../media/image28.wmf"/><Relationship Id="rId4" Type="http://schemas.openxmlformats.org/officeDocument/2006/relationships/image" Target="../media/image25.emf"/><Relationship Id="rId9" Type="http://schemas.openxmlformats.org/officeDocument/2006/relationships/oleObject" Target="../embeddings/oleObject28.bin"/><Relationship Id="rId14" Type="http://schemas.openxmlformats.org/officeDocument/2006/relationships/image" Target="../media/image30.emf"/></Relationships>
</file>

<file path=ppt/slides/_rels/slide11.xml.rels><?xml version="1.0" encoding="UTF-8" standalone="yes"?>
<Relationships xmlns="http://schemas.openxmlformats.org/package/2006/relationships"><Relationship Id="rId8" Type="http://schemas.openxmlformats.org/officeDocument/2006/relationships/image" Target="../media/image34.wmf"/><Relationship Id="rId3" Type="http://schemas.openxmlformats.org/officeDocument/2006/relationships/oleObject" Target="../embeddings/oleObject32.bin"/><Relationship Id="rId7" Type="http://schemas.openxmlformats.org/officeDocument/2006/relationships/oleObject" Target="../embeddings/oleObject34.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33.wmf"/><Relationship Id="rId5" Type="http://schemas.openxmlformats.org/officeDocument/2006/relationships/oleObject" Target="../embeddings/oleObject33.bin"/><Relationship Id="rId10" Type="http://schemas.openxmlformats.org/officeDocument/2006/relationships/image" Target="../media/image35.wmf"/><Relationship Id="rId4" Type="http://schemas.openxmlformats.org/officeDocument/2006/relationships/image" Target="../media/image32.wmf"/><Relationship Id="rId9" Type="http://schemas.openxmlformats.org/officeDocument/2006/relationships/oleObject" Target="../embeddings/oleObject35.bin"/></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37.emf"/><Relationship Id="rId5" Type="http://schemas.openxmlformats.org/officeDocument/2006/relationships/oleObject" Target="../embeddings/oleObject37.bin"/><Relationship Id="rId4" Type="http://schemas.openxmlformats.org/officeDocument/2006/relationships/image" Target="../media/image36.emf"/></Relationships>
</file>

<file path=ppt/slides/_rels/slide13.xml.rels><?xml version="1.0" encoding="UTF-8" standalone="yes"?>
<Relationships xmlns="http://schemas.openxmlformats.org/package/2006/relationships"><Relationship Id="rId13" Type="http://schemas.openxmlformats.org/officeDocument/2006/relationships/oleObject" Target="../embeddings/oleObject43.bin"/><Relationship Id="rId18" Type="http://schemas.openxmlformats.org/officeDocument/2006/relationships/image" Target="../media/image45.wmf"/><Relationship Id="rId26" Type="http://schemas.openxmlformats.org/officeDocument/2006/relationships/oleObject" Target="../embeddings/oleObject50.bin"/><Relationship Id="rId3" Type="http://schemas.openxmlformats.org/officeDocument/2006/relationships/oleObject" Target="../embeddings/oleObject38.bin"/><Relationship Id="rId21" Type="http://schemas.openxmlformats.org/officeDocument/2006/relationships/oleObject" Target="../embeddings/oleObject47.bin"/><Relationship Id="rId34" Type="http://schemas.openxmlformats.org/officeDocument/2006/relationships/oleObject" Target="../embeddings/oleObject54.bin"/><Relationship Id="rId7" Type="http://schemas.openxmlformats.org/officeDocument/2006/relationships/oleObject" Target="../embeddings/oleObject40.bin"/><Relationship Id="rId12" Type="http://schemas.openxmlformats.org/officeDocument/2006/relationships/image" Target="../media/image42.wmf"/><Relationship Id="rId17" Type="http://schemas.openxmlformats.org/officeDocument/2006/relationships/oleObject" Target="../embeddings/oleObject45.bin"/><Relationship Id="rId25" Type="http://schemas.openxmlformats.org/officeDocument/2006/relationships/image" Target="../media/image48.wmf"/><Relationship Id="rId33" Type="http://schemas.openxmlformats.org/officeDocument/2006/relationships/image" Target="../media/image52.wmf"/><Relationship Id="rId2" Type="http://schemas.openxmlformats.org/officeDocument/2006/relationships/slideLayout" Target="../slideLayouts/slideLayout7.xml"/><Relationship Id="rId16" Type="http://schemas.openxmlformats.org/officeDocument/2006/relationships/image" Target="../media/image44.wmf"/><Relationship Id="rId20" Type="http://schemas.openxmlformats.org/officeDocument/2006/relationships/image" Target="../media/image46.wmf"/><Relationship Id="rId29" Type="http://schemas.openxmlformats.org/officeDocument/2006/relationships/image" Target="../media/image50.wmf"/><Relationship Id="rId1" Type="http://schemas.openxmlformats.org/officeDocument/2006/relationships/vmlDrawing" Target="../drawings/vmlDrawing11.vml"/><Relationship Id="rId6" Type="http://schemas.openxmlformats.org/officeDocument/2006/relationships/image" Target="../media/image39.wmf"/><Relationship Id="rId11" Type="http://schemas.openxmlformats.org/officeDocument/2006/relationships/oleObject" Target="../embeddings/oleObject42.bin"/><Relationship Id="rId24" Type="http://schemas.openxmlformats.org/officeDocument/2006/relationships/oleObject" Target="../embeddings/oleObject49.bin"/><Relationship Id="rId32" Type="http://schemas.openxmlformats.org/officeDocument/2006/relationships/oleObject" Target="../embeddings/oleObject53.bin"/><Relationship Id="rId5" Type="http://schemas.openxmlformats.org/officeDocument/2006/relationships/oleObject" Target="../embeddings/oleObject39.bin"/><Relationship Id="rId15" Type="http://schemas.openxmlformats.org/officeDocument/2006/relationships/oleObject" Target="../embeddings/oleObject44.bin"/><Relationship Id="rId23" Type="http://schemas.openxmlformats.org/officeDocument/2006/relationships/oleObject" Target="../embeddings/oleObject48.bin"/><Relationship Id="rId28" Type="http://schemas.openxmlformats.org/officeDocument/2006/relationships/oleObject" Target="../embeddings/oleObject51.bin"/><Relationship Id="rId10" Type="http://schemas.openxmlformats.org/officeDocument/2006/relationships/image" Target="../media/image41.wmf"/><Relationship Id="rId19" Type="http://schemas.openxmlformats.org/officeDocument/2006/relationships/oleObject" Target="../embeddings/oleObject46.bin"/><Relationship Id="rId31" Type="http://schemas.openxmlformats.org/officeDocument/2006/relationships/image" Target="../media/image51.wmf"/><Relationship Id="rId4" Type="http://schemas.openxmlformats.org/officeDocument/2006/relationships/image" Target="../media/image38.wmf"/><Relationship Id="rId9" Type="http://schemas.openxmlformats.org/officeDocument/2006/relationships/oleObject" Target="../embeddings/oleObject41.bin"/><Relationship Id="rId14" Type="http://schemas.openxmlformats.org/officeDocument/2006/relationships/image" Target="../media/image43.wmf"/><Relationship Id="rId22" Type="http://schemas.openxmlformats.org/officeDocument/2006/relationships/image" Target="../media/image47.wmf"/><Relationship Id="rId27" Type="http://schemas.openxmlformats.org/officeDocument/2006/relationships/image" Target="../media/image49.wmf"/><Relationship Id="rId30" Type="http://schemas.openxmlformats.org/officeDocument/2006/relationships/oleObject" Target="../embeddings/oleObject52.bin"/><Relationship Id="rId35" Type="http://schemas.openxmlformats.org/officeDocument/2006/relationships/image" Target="../media/image53.wmf"/><Relationship Id="rId8" Type="http://schemas.openxmlformats.org/officeDocument/2006/relationships/image" Target="../media/image40.w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55.bin"/><Relationship Id="rId2" Type="http://schemas.openxmlformats.org/officeDocument/2006/relationships/slideLayout" Target="../slideLayouts/slideLayout7.xml"/><Relationship Id="rId1" Type="http://schemas.openxmlformats.org/officeDocument/2006/relationships/vmlDrawing" Target="../drawings/vmlDrawing12.vml"/><Relationship Id="rId4" Type="http://schemas.openxmlformats.org/officeDocument/2006/relationships/image" Target="../media/image54.w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56.bin"/><Relationship Id="rId2" Type="http://schemas.openxmlformats.org/officeDocument/2006/relationships/slideLayout" Target="../slideLayouts/slideLayout7.xml"/><Relationship Id="rId1" Type="http://schemas.openxmlformats.org/officeDocument/2006/relationships/vmlDrawing" Target="../drawings/vmlDrawing13.vml"/><Relationship Id="rId4" Type="http://schemas.openxmlformats.org/officeDocument/2006/relationships/image" Target="../media/image55.w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image" Target="../media/image57.wmf"/><Relationship Id="rId5" Type="http://schemas.openxmlformats.org/officeDocument/2006/relationships/oleObject" Target="../embeddings/oleObject58.bin"/><Relationship Id="rId4" Type="http://schemas.openxmlformats.org/officeDocument/2006/relationships/image" Target="../media/image56.w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59.bin"/><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image" Target="../media/image59.emf"/><Relationship Id="rId5" Type="http://schemas.openxmlformats.org/officeDocument/2006/relationships/oleObject" Target="../embeddings/oleObject60.bin"/><Relationship Id="rId4" Type="http://schemas.openxmlformats.org/officeDocument/2006/relationships/image" Target="../media/image58.e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61.bin"/><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image" Target="../media/image61.wmf"/><Relationship Id="rId5" Type="http://schemas.openxmlformats.org/officeDocument/2006/relationships/oleObject" Target="../embeddings/oleObject62.bin"/><Relationship Id="rId4" Type="http://schemas.openxmlformats.org/officeDocument/2006/relationships/image" Target="../media/image60.wmf"/></Relationships>
</file>

<file path=ppt/slides/_rels/slide19.xml.rels><?xml version="1.0" encoding="UTF-8" standalone="yes"?>
<Relationships xmlns="http://schemas.openxmlformats.org/package/2006/relationships"><Relationship Id="rId8" Type="http://schemas.openxmlformats.org/officeDocument/2006/relationships/image" Target="../media/image64.wmf"/><Relationship Id="rId3" Type="http://schemas.openxmlformats.org/officeDocument/2006/relationships/oleObject" Target="../embeddings/oleObject63.bin"/><Relationship Id="rId7" Type="http://schemas.openxmlformats.org/officeDocument/2006/relationships/oleObject" Target="../embeddings/oleObject65.bin"/><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image" Target="../media/image63.wmf"/><Relationship Id="rId5" Type="http://schemas.openxmlformats.org/officeDocument/2006/relationships/oleObject" Target="../embeddings/oleObject64.bin"/><Relationship Id="rId4" Type="http://schemas.openxmlformats.org/officeDocument/2006/relationships/image" Target="../media/image62.w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66.bin"/><Relationship Id="rId2" Type="http://schemas.openxmlformats.org/officeDocument/2006/relationships/slideLayout" Target="../slideLayouts/slideLayout7.xml"/><Relationship Id="rId1" Type="http://schemas.openxmlformats.org/officeDocument/2006/relationships/vmlDrawing" Target="../drawings/vmlDrawing18.vml"/><Relationship Id="rId4" Type="http://schemas.openxmlformats.org/officeDocument/2006/relationships/image" Target="../media/image65.wmf"/></Relationships>
</file>

<file path=ppt/slides/_rels/slide21.xml.rels><?xml version="1.0" encoding="UTF-8" standalone="yes"?>
<Relationships xmlns="http://schemas.openxmlformats.org/package/2006/relationships"><Relationship Id="rId8" Type="http://schemas.openxmlformats.org/officeDocument/2006/relationships/image" Target="../media/image68.wmf"/><Relationship Id="rId3" Type="http://schemas.openxmlformats.org/officeDocument/2006/relationships/oleObject" Target="../embeddings/oleObject67.bin"/><Relationship Id="rId7" Type="http://schemas.openxmlformats.org/officeDocument/2006/relationships/oleObject" Target="../embeddings/oleObject69.bin"/><Relationship Id="rId2" Type="http://schemas.openxmlformats.org/officeDocument/2006/relationships/slideLayout" Target="../slideLayouts/slideLayout7.xml"/><Relationship Id="rId1" Type="http://schemas.openxmlformats.org/officeDocument/2006/relationships/vmlDrawing" Target="../drawings/vmlDrawing19.vml"/><Relationship Id="rId6" Type="http://schemas.openxmlformats.org/officeDocument/2006/relationships/image" Target="../media/image67.wmf"/><Relationship Id="rId5" Type="http://schemas.openxmlformats.org/officeDocument/2006/relationships/oleObject" Target="../embeddings/oleObject68.bin"/><Relationship Id="rId4" Type="http://schemas.openxmlformats.org/officeDocument/2006/relationships/image" Target="../media/image66.wmf"/></Relationships>
</file>

<file path=ppt/slides/_rels/slide22.xml.rels><?xml version="1.0" encoding="UTF-8" standalone="yes"?>
<Relationships xmlns="http://schemas.openxmlformats.org/package/2006/relationships"><Relationship Id="rId8" Type="http://schemas.openxmlformats.org/officeDocument/2006/relationships/image" Target="../media/image71.wmf"/><Relationship Id="rId13" Type="http://schemas.openxmlformats.org/officeDocument/2006/relationships/oleObject" Target="../embeddings/oleObject75.bin"/><Relationship Id="rId3" Type="http://schemas.openxmlformats.org/officeDocument/2006/relationships/oleObject" Target="../embeddings/oleObject70.bin"/><Relationship Id="rId7" Type="http://schemas.openxmlformats.org/officeDocument/2006/relationships/oleObject" Target="../embeddings/oleObject72.bin"/><Relationship Id="rId12" Type="http://schemas.openxmlformats.org/officeDocument/2006/relationships/image" Target="../media/image73.wmf"/><Relationship Id="rId17" Type="http://schemas.openxmlformats.org/officeDocument/2006/relationships/image" Target="../media/image75.wmf"/><Relationship Id="rId2" Type="http://schemas.openxmlformats.org/officeDocument/2006/relationships/slideLayout" Target="../slideLayouts/slideLayout7.xml"/><Relationship Id="rId16" Type="http://schemas.openxmlformats.org/officeDocument/2006/relationships/oleObject" Target="../embeddings/oleObject77.bin"/><Relationship Id="rId1" Type="http://schemas.openxmlformats.org/officeDocument/2006/relationships/vmlDrawing" Target="../drawings/vmlDrawing20.vml"/><Relationship Id="rId6" Type="http://schemas.openxmlformats.org/officeDocument/2006/relationships/image" Target="../media/image70.wmf"/><Relationship Id="rId11" Type="http://schemas.openxmlformats.org/officeDocument/2006/relationships/oleObject" Target="../embeddings/oleObject74.bin"/><Relationship Id="rId5" Type="http://schemas.openxmlformats.org/officeDocument/2006/relationships/oleObject" Target="../embeddings/oleObject71.bin"/><Relationship Id="rId15" Type="http://schemas.openxmlformats.org/officeDocument/2006/relationships/oleObject" Target="../embeddings/oleObject76.bin"/><Relationship Id="rId10" Type="http://schemas.openxmlformats.org/officeDocument/2006/relationships/image" Target="../media/image72.wmf"/><Relationship Id="rId4" Type="http://schemas.openxmlformats.org/officeDocument/2006/relationships/image" Target="../media/image69.wmf"/><Relationship Id="rId9" Type="http://schemas.openxmlformats.org/officeDocument/2006/relationships/oleObject" Target="../embeddings/oleObject73.bin"/><Relationship Id="rId14" Type="http://schemas.openxmlformats.org/officeDocument/2006/relationships/image" Target="../media/image74.w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78.bin"/><Relationship Id="rId2" Type="http://schemas.openxmlformats.org/officeDocument/2006/relationships/slideLayout" Target="../slideLayouts/slideLayout7.xml"/><Relationship Id="rId1" Type="http://schemas.openxmlformats.org/officeDocument/2006/relationships/vmlDrawing" Target="../drawings/vmlDrawing21.vml"/><Relationship Id="rId6" Type="http://schemas.openxmlformats.org/officeDocument/2006/relationships/image" Target="../media/image77.wmf"/><Relationship Id="rId5" Type="http://schemas.openxmlformats.org/officeDocument/2006/relationships/oleObject" Target="../embeddings/oleObject79.bin"/><Relationship Id="rId4" Type="http://schemas.openxmlformats.org/officeDocument/2006/relationships/image" Target="../media/image76.wmf"/></Relationships>
</file>

<file path=ppt/slides/_rels/slide24.xml.rels><?xml version="1.0" encoding="UTF-8" standalone="yes"?>
<Relationships xmlns="http://schemas.openxmlformats.org/package/2006/relationships"><Relationship Id="rId8" Type="http://schemas.openxmlformats.org/officeDocument/2006/relationships/image" Target="../media/image80.emf"/><Relationship Id="rId3" Type="http://schemas.openxmlformats.org/officeDocument/2006/relationships/oleObject" Target="../embeddings/oleObject80.bin"/><Relationship Id="rId7" Type="http://schemas.openxmlformats.org/officeDocument/2006/relationships/oleObject" Target="../embeddings/oleObject82.bin"/><Relationship Id="rId2" Type="http://schemas.openxmlformats.org/officeDocument/2006/relationships/slideLayout" Target="../slideLayouts/slideLayout7.xml"/><Relationship Id="rId1" Type="http://schemas.openxmlformats.org/officeDocument/2006/relationships/vmlDrawing" Target="../drawings/vmlDrawing22.vml"/><Relationship Id="rId6" Type="http://schemas.openxmlformats.org/officeDocument/2006/relationships/image" Target="../media/image79.wmf"/><Relationship Id="rId5" Type="http://schemas.openxmlformats.org/officeDocument/2006/relationships/oleObject" Target="../embeddings/oleObject81.bin"/><Relationship Id="rId10" Type="http://schemas.openxmlformats.org/officeDocument/2006/relationships/image" Target="../media/image81.wmf"/><Relationship Id="rId4" Type="http://schemas.openxmlformats.org/officeDocument/2006/relationships/image" Target="../media/image78.wmf"/><Relationship Id="rId9" Type="http://schemas.openxmlformats.org/officeDocument/2006/relationships/oleObject" Target="../embeddings/oleObject83.bin"/></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84.bin"/><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image" Target="../media/image83.wmf"/><Relationship Id="rId5" Type="http://schemas.openxmlformats.org/officeDocument/2006/relationships/oleObject" Target="../embeddings/oleObject85.bin"/><Relationship Id="rId4" Type="http://schemas.openxmlformats.org/officeDocument/2006/relationships/image" Target="../media/image82.w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86.bin"/><Relationship Id="rId2" Type="http://schemas.openxmlformats.org/officeDocument/2006/relationships/slideLayout" Target="../slideLayouts/slideLayout7.xml"/><Relationship Id="rId1" Type="http://schemas.openxmlformats.org/officeDocument/2006/relationships/vmlDrawing" Target="../drawings/vmlDrawing24.vml"/><Relationship Id="rId6" Type="http://schemas.openxmlformats.org/officeDocument/2006/relationships/image" Target="../media/image85.wmf"/><Relationship Id="rId5" Type="http://schemas.openxmlformats.org/officeDocument/2006/relationships/oleObject" Target="../embeddings/oleObject87.bin"/><Relationship Id="rId4" Type="http://schemas.openxmlformats.org/officeDocument/2006/relationships/image" Target="../media/image84.wmf"/></Relationships>
</file>

<file path=ppt/slides/_rels/slide27.xml.rels><?xml version="1.0" encoding="UTF-8" standalone="yes"?>
<Relationships xmlns="http://schemas.openxmlformats.org/package/2006/relationships"><Relationship Id="rId8" Type="http://schemas.openxmlformats.org/officeDocument/2006/relationships/image" Target="../media/image88.wmf"/><Relationship Id="rId3" Type="http://schemas.openxmlformats.org/officeDocument/2006/relationships/oleObject" Target="../embeddings/oleObject88.bin"/><Relationship Id="rId7" Type="http://schemas.openxmlformats.org/officeDocument/2006/relationships/oleObject" Target="../embeddings/oleObject90.bin"/><Relationship Id="rId2" Type="http://schemas.openxmlformats.org/officeDocument/2006/relationships/slideLayout" Target="../slideLayouts/slideLayout7.xml"/><Relationship Id="rId1" Type="http://schemas.openxmlformats.org/officeDocument/2006/relationships/vmlDrawing" Target="../drawings/vmlDrawing25.vml"/><Relationship Id="rId6" Type="http://schemas.openxmlformats.org/officeDocument/2006/relationships/image" Target="../media/image87.emf"/><Relationship Id="rId5" Type="http://schemas.openxmlformats.org/officeDocument/2006/relationships/oleObject" Target="../embeddings/oleObject89.bin"/><Relationship Id="rId10" Type="http://schemas.openxmlformats.org/officeDocument/2006/relationships/image" Target="../media/image89.wmf"/><Relationship Id="rId4" Type="http://schemas.openxmlformats.org/officeDocument/2006/relationships/image" Target="../media/image86.wmf"/><Relationship Id="rId9" Type="http://schemas.openxmlformats.org/officeDocument/2006/relationships/oleObject" Target="../embeddings/oleObject91.bin"/></Relationships>
</file>

<file path=ppt/slides/_rels/slide28.xml.rels><?xml version="1.0" encoding="UTF-8" standalone="yes"?>
<Relationships xmlns="http://schemas.openxmlformats.org/package/2006/relationships"><Relationship Id="rId8" Type="http://schemas.openxmlformats.org/officeDocument/2006/relationships/image" Target="../media/image92.wmf"/><Relationship Id="rId3" Type="http://schemas.openxmlformats.org/officeDocument/2006/relationships/oleObject" Target="../embeddings/oleObject92.bin"/><Relationship Id="rId7" Type="http://schemas.openxmlformats.org/officeDocument/2006/relationships/oleObject" Target="../embeddings/oleObject94.bin"/><Relationship Id="rId12" Type="http://schemas.openxmlformats.org/officeDocument/2006/relationships/image" Target="../media/image94.wmf"/><Relationship Id="rId2" Type="http://schemas.openxmlformats.org/officeDocument/2006/relationships/slideLayout" Target="../slideLayouts/slideLayout7.xml"/><Relationship Id="rId1" Type="http://schemas.openxmlformats.org/officeDocument/2006/relationships/vmlDrawing" Target="../drawings/vmlDrawing26.vml"/><Relationship Id="rId6" Type="http://schemas.openxmlformats.org/officeDocument/2006/relationships/image" Target="../media/image91.wmf"/><Relationship Id="rId11" Type="http://schemas.openxmlformats.org/officeDocument/2006/relationships/oleObject" Target="../embeddings/oleObject96.bin"/><Relationship Id="rId5" Type="http://schemas.openxmlformats.org/officeDocument/2006/relationships/oleObject" Target="../embeddings/oleObject93.bin"/><Relationship Id="rId10" Type="http://schemas.openxmlformats.org/officeDocument/2006/relationships/image" Target="../media/image93.wmf"/><Relationship Id="rId4" Type="http://schemas.openxmlformats.org/officeDocument/2006/relationships/image" Target="../media/image90.wmf"/><Relationship Id="rId9" Type="http://schemas.openxmlformats.org/officeDocument/2006/relationships/oleObject" Target="../embeddings/oleObject95.bin"/></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97.bin"/><Relationship Id="rId2" Type="http://schemas.openxmlformats.org/officeDocument/2006/relationships/slideLayout" Target="../slideLayouts/slideLayout7.xml"/><Relationship Id="rId1" Type="http://schemas.openxmlformats.org/officeDocument/2006/relationships/vmlDrawing" Target="../drawings/vmlDrawing27.vml"/><Relationship Id="rId4" Type="http://schemas.openxmlformats.org/officeDocument/2006/relationships/image" Target="../media/image95.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3"/>
          <p:cNvSpPr>
            <a:spLocks noGrp="1"/>
          </p:cNvSpPr>
          <p:nvPr>
            <p:ph type="sldNum" sz="quarter" idx="12"/>
          </p:nvPr>
        </p:nvSpPr>
        <p:spPr/>
        <p:txBody>
          <a:bodyPr/>
          <a:lstStyle/>
          <a:p>
            <a:fld id="{13D6A082-EBC9-4251-8525-CF06CE30826C}" type="slidenum">
              <a:rPr lang="en-US" altLang="zh-CN"/>
              <a:pPr/>
              <a:t>1</a:t>
            </a:fld>
            <a:endParaRPr lang="en-US" altLang="zh-CN"/>
          </a:p>
        </p:txBody>
      </p:sp>
      <p:sp>
        <p:nvSpPr>
          <p:cNvPr id="2050" name="Rectangle 2"/>
          <p:cNvSpPr>
            <a:spLocks noChangeArrowheads="1"/>
          </p:cNvSpPr>
          <p:nvPr/>
        </p:nvSpPr>
        <p:spPr bwMode="auto">
          <a:xfrm>
            <a:off x="3733800" y="533400"/>
            <a:ext cx="3886200" cy="731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4200" b="1" dirty="0" smtClean="0">
                <a:solidFill>
                  <a:srgbClr val="000000"/>
                </a:solidFill>
                <a:latin typeface="华文行楷" panose="02010800040101010101" pitchFamily="2" charset="-122"/>
                <a:ea typeface="华文行楷" panose="02010800040101010101" pitchFamily="2" charset="-122"/>
              </a:rPr>
              <a:t>第八章  </a:t>
            </a:r>
            <a:r>
              <a:rPr lang="zh-CN" altLang="en-US" sz="4200" b="1" dirty="0">
                <a:solidFill>
                  <a:srgbClr val="000000"/>
                </a:solidFill>
                <a:latin typeface="华文行楷" panose="02010800040101010101" pitchFamily="2" charset="-122"/>
                <a:ea typeface="华文行楷" panose="02010800040101010101" pitchFamily="2" charset="-122"/>
              </a:rPr>
              <a:t>重积分</a:t>
            </a:r>
          </a:p>
        </p:txBody>
      </p:sp>
      <p:sp>
        <p:nvSpPr>
          <p:cNvPr id="2051" name="Rectangle 3"/>
          <p:cNvSpPr>
            <a:spLocks noChangeArrowheads="1"/>
          </p:cNvSpPr>
          <p:nvPr/>
        </p:nvSpPr>
        <p:spPr bwMode="auto">
          <a:xfrm>
            <a:off x="2514600" y="1295400"/>
            <a:ext cx="74676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600" b="1" dirty="0">
                <a:solidFill>
                  <a:srgbClr val="0000FF"/>
                </a:solidFill>
                <a:latin typeface="Times New Roman" panose="02020603050405020304" pitchFamily="18" charset="0"/>
                <a:ea typeface="楷体_GB2312" pitchFamily="49" charset="-122"/>
                <a:cs typeface="Times New Roman" panose="02020603050405020304" pitchFamily="18" charset="0"/>
              </a:rPr>
              <a:t>7.2</a:t>
            </a:r>
            <a:r>
              <a:rPr lang="en-US" altLang="zh-CN" sz="3600" b="1" dirty="0">
                <a:solidFill>
                  <a:srgbClr val="0000FF"/>
                </a:solidFill>
                <a:latin typeface="楷体_GB2312" pitchFamily="49" charset="-122"/>
                <a:ea typeface="楷体_GB2312" pitchFamily="49" charset="-122"/>
              </a:rPr>
              <a:t>    </a:t>
            </a:r>
            <a:r>
              <a:rPr lang="zh-CN" altLang="en-US" sz="3600" b="1" dirty="0">
                <a:solidFill>
                  <a:srgbClr val="0000FF"/>
                </a:solidFill>
                <a:latin typeface="楷体_GB2312" pitchFamily="49" charset="-122"/>
                <a:ea typeface="楷体_GB2312" pitchFamily="49" charset="-122"/>
              </a:rPr>
              <a:t>二重积分的计算法 </a:t>
            </a:r>
          </a:p>
        </p:txBody>
      </p:sp>
      <p:sp>
        <p:nvSpPr>
          <p:cNvPr id="2052" name="Rectangle 4"/>
          <p:cNvSpPr>
            <a:spLocks noChangeArrowheads="1"/>
          </p:cNvSpPr>
          <p:nvPr/>
        </p:nvSpPr>
        <p:spPr bwMode="black">
          <a:xfrm>
            <a:off x="2590800" y="1979614"/>
            <a:ext cx="66294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200" b="1" dirty="0">
                <a:solidFill>
                  <a:srgbClr val="0000FF"/>
                </a:solidFill>
                <a:latin typeface="Times New Roman" panose="02020603050405020304" pitchFamily="18" charset="0"/>
                <a:ea typeface="楷体_GB2312" pitchFamily="49" charset="-122"/>
                <a:cs typeface="Times New Roman" panose="02020603050405020304" pitchFamily="18" charset="0"/>
              </a:rPr>
              <a:t>7.2.4  </a:t>
            </a:r>
            <a:r>
              <a:rPr lang="zh-CN" altLang="en-US" sz="3200" b="1" dirty="0">
                <a:solidFill>
                  <a:srgbClr val="0000FF"/>
                </a:solidFill>
                <a:ea typeface="楷体_GB2312" pitchFamily="49" charset="-122"/>
              </a:rPr>
              <a:t>二重积分习题课</a:t>
            </a:r>
          </a:p>
        </p:txBody>
      </p:sp>
      <p:sp>
        <p:nvSpPr>
          <p:cNvPr id="2053" name="Rectangle 5"/>
          <p:cNvSpPr>
            <a:spLocks noChangeArrowheads="1"/>
          </p:cNvSpPr>
          <p:nvPr/>
        </p:nvSpPr>
        <p:spPr bwMode="black">
          <a:xfrm>
            <a:off x="3048000" y="5867401"/>
            <a:ext cx="1828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800" b="1" dirty="0">
                <a:solidFill>
                  <a:srgbClr val="000000"/>
                </a:solidFill>
                <a:latin typeface="Times New Roman" panose="02020603050405020304" pitchFamily="18" charset="0"/>
                <a:cs typeface="Times New Roman" panose="02020603050405020304" pitchFamily="18" charset="0"/>
              </a:rPr>
              <a:t>3</a:t>
            </a:r>
            <a:r>
              <a:rPr lang="zh-CN" altLang="en-US" sz="2800" b="1" dirty="0">
                <a:solidFill>
                  <a:srgbClr val="000000"/>
                </a:solidFill>
                <a:latin typeface="Times New Roman" panose="02020603050405020304" pitchFamily="18" charset="0"/>
                <a:cs typeface="Times New Roman" panose="02020603050405020304" pitchFamily="18" charset="0"/>
              </a:rPr>
              <a:t>、</a:t>
            </a:r>
            <a:r>
              <a:rPr lang="zh-CN" altLang="en-US" sz="2800" b="1" dirty="0">
                <a:solidFill>
                  <a:srgbClr val="000000"/>
                </a:solidFill>
              </a:rPr>
              <a:t>性质 </a:t>
            </a:r>
          </a:p>
        </p:txBody>
      </p:sp>
      <p:sp>
        <p:nvSpPr>
          <p:cNvPr id="2054" name="Text Box 6"/>
          <p:cNvSpPr txBox="1">
            <a:spLocks noChangeArrowheads="1"/>
          </p:cNvSpPr>
          <p:nvPr/>
        </p:nvSpPr>
        <p:spPr bwMode="auto">
          <a:xfrm>
            <a:off x="2667000" y="2590801"/>
            <a:ext cx="33099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b="1">
                <a:solidFill>
                  <a:srgbClr val="000000"/>
                </a:solidFill>
              </a:rPr>
              <a:t>一、内容提要</a:t>
            </a:r>
          </a:p>
        </p:txBody>
      </p:sp>
      <p:sp>
        <p:nvSpPr>
          <p:cNvPr id="2055" name="Rectangle 7"/>
          <p:cNvSpPr>
            <a:spLocks noChangeArrowheads="1"/>
          </p:cNvSpPr>
          <p:nvPr/>
        </p:nvSpPr>
        <p:spPr bwMode="auto">
          <a:xfrm>
            <a:off x="2819400" y="3200401"/>
            <a:ext cx="67579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b="1">
                <a:solidFill>
                  <a:srgbClr val="000000"/>
                </a:solidFill>
              </a:rPr>
              <a:t>（一）二重积分的概念、性质</a:t>
            </a:r>
          </a:p>
        </p:txBody>
      </p:sp>
      <p:sp>
        <p:nvSpPr>
          <p:cNvPr id="2056" name="Text Box 8"/>
          <p:cNvSpPr txBox="1">
            <a:spLocks noChangeArrowheads="1"/>
          </p:cNvSpPr>
          <p:nvPr/>
        </p:nvSpPr>
        <p:spPr bwMode="auto">
          <a:xfrm>
            <a:off x="3048000" y="3810001"/>
            <a:ext cx="24971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800" b="1" dirty="0">
                <a:solidFill>
                  <a:srgbClr val="000000"/>
                </a:solidFill>
                <a:latin typeface="Times New Roman" panose="02020603050405020304" pitchFamily="18" charset="0"/>
                <a:cs typeface="Times New Roman" panose="02020603050405020304" pitchFamily="18" charset="0"/>
              </a:rPr>
              <a:t>1</a:t>
            </a:r>
            <a:r>
              <a:rPr lang="zh-CN" altLang="en-US" sz="2800" b="1" dirty="0">
                <a:solidFill>
                  <a:srgbClr val="000000"/>
                </a:solidFill>
                <a:latin typeface="Times New Roman" panose="02020603050405020304" pitchFamily="18" charset="0"/>
                <a:cs typeface="Times New Roman" panose="02020603050405020304" pitchFamily="18" charset="0"/>
              </a:rPr>
              <a:t>、</a:t>
            </a:r>
            <a:r>
              <a:rPr lang="zh-CN" altLang="en-US" sz="2800" b="1" dirty="0">
                <a:solidFill>
                  <a:srgbClr val="000000"/>
                </a:solidFill>
              </a:rPr>
              <a:t>定义</a:t>
            </a:r>
          </a:p>
        </p:txBody>
      </p:sp>
      <p:sp>
        <p:nvSpPr>
          <p:cNvPr id="2057" name="Rectangle 9"/>
          <p:cNvSpPr>
            <a:spLocks noChangeArrowheads="1"/>
          </p:cNvSpPr>
          <p:nvPr/>
        </p:nvSpPr>
        <p:spPr bwMode="black">
          <a:xfrm>
            <a:off x="3048000" y="5057773"/>
            <a:ext cx="6096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800" b="1" dirty="0">
                <a:solidFill>
                  <a:srgbClr val="000000"/>
                </a:solidFill>
                <a:latin typeface="Times New Roman" panose="02020603050405020304" pitchFamily="18" charset="0"/>
                <a:cs typeface="Times New Roman" panose="02020603050405020304" pitchFamily="18" charset="0"/>
              </a:rPr>
              <a:t>2</a:t>
            </a:r>
            <a:r>
              <a:rPr lang="zh-CN" altLang="en-US" sz="2800" b="1" dirty="0">
                <a:solidFill>
                  <a:srgbClr val="000000"/>
                </a:solidFill>
                <a:latin typeface="Times New Roman" panose="02020603050405020304" pitchFamily="18" charset="0"/>
                <a:cs typeface="Times New Roman" panose="02020603050405020304" pitchFamily="18" charset="0"/>
              </a:rPr>
              <a:t>、</a:t>
            </a:r>
            <a:r>
              <a:rPr lang="zh-CN" altLang="en-US" sz="2800" b="1" dirty="0">
                <a:solidFill>
                  <a:srgbClr val="000000"/>
                </a:solidFill>
              </a:rPr>
              <a:t>几何意义：曲顶柱体的体积 </a:t>
            </a:r>
          </a:p>
        </p:txBody>
      </p:sp>
      <p:graphicFrame>
        <p:nvGraphicFramePr>
          <p:cNvPr id="2058" name="Object 10"/>
          <p:cNvGraphicFramePr>
            <a:graphicFrameLocks noChangeAspect="1"/>
          </p:cNvGraphicFramePr>
          <p:nvPr/>
        </p:nvGraphicFramePr>
        <p:xfrm>
          <a:off x="3581400" y="4114800"/>
          <a:ext cx="5494338" cy="1066800"/>
        </p:xfrm>
        <a:graphic>
          <a:graphicData uri="http://schemas.openxmlformats.org/presentationml/2006/ole">
            <mc:AlternateContent xmlns:mc="http://schemas.openxmlformats.org/markup-compatibility/2006">
              <mc:Choice xmlns:v="urn:schemas-microsoft-com:vml" Requires="v">
                <p:oleObj spid="_x0000_s1059" name="Equation" r:id="rId3" imgW="2273040" imgH="444240" progId="Equation.DSMT4">
                  <p:embed/>
                </p:oleObj>
              </mc:Choice>
              <mc:Fallback>
                <p:oleObj name="Equation" r:id="rId3" imgW="2273040" imgH="4442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black">
                      <a:xfrm>
                        <a:off x="3581400" y="4114800"/>
                        <a:ext cx="5494338" cy="1066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298150383"/>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wipe(left)">
                                      <p:cBhvr>
                                        <p:cTn id="7" dur="500"/>
                                        <p:tgtEl>
                                          <p:spTgt spid="205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51"/>
                                        </p:tgtEl>
                                        <p:attrNameLst>
                                          <p:attrName>style.visibility</p:attrName>
                                        </p:attrNameLst>
                                      </p:cBhvr>
                                      <p:to>
                                        <p:strVal val="visible"/>
                                      </p:to>
                                    </p:set>
                                    <p:animEffect transition="in" filter="wipe(left)">
                                      <p:cBhvr>
                                        <p:cTn id="12" dur="500"/>
                                        <p:tgtEl>
                                          <p:spTgt spid="205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052"/>
                                        </p:tgtEl>
                                        <p:attrNameLst>
                                          <p:attrName>style.visibility</p:attrName>
                                        </p:attrNameLst>
                                      </p:cBhvr>
                                      <p:to>
                                        <p:strVal val="visible"/>
                                      </p:to>
                                    </p:set>
                                    <p:animEffect transition="in" filter="wipe(left)">
                                      <p:cBhvr>
                                        <p:cTn id="17" dur="500"/>
                                        <p:tgtEl>
                                          <p:spTgt spid="205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054"/>
                                        </p:tgtEl>
                                        <p:attrNameLst>
                                          <p:attrName>style.visibility</p:attrName>
                                        </p:attrNameLst>
                                      </p:cBhvr>
                                      <p:to>
                                        <p:strVal val="visible"/>
                                      </p:to>
                                    </p:set>
                                    <p:animEffect transition="in" filter="wipe(left)">
                                      <p:cBhvr>
                                        <p:cTn id="22" dur="500"/>
                                        <p:tgtEl>
                                          <p:spTgt spid="205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055"/>
                                        </p:tgtEl>
                                        <p:attrNameLst>
                                          <p:attrName>style.visibility</p:attrName>
                                        </p:attrNameLst>
                                      </p:cBhvr>
                                      <p:to>
                                        <p:strVal val="visible"/>
                                      </p:to>
                                    </p:set>
                                    <p:animEffect transition="in" filter="wipe(left)">
                                      <p:cBhvr>
                                        <p:cTn id="27" dur="500"/>
                                        <p:tgtEl>
                                          <p:spTgt spid="205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056"/>
                                        </p:tgtEl>
                                        <p:attrNameLst>
                                          <p:attrName>style.visibility</p:attrName>
                                        </p:attrNameLst>
                                      </p:cBhvr>
                                      <p:to>
                                        <p:strVal val="visible"/>
                                      </p:to>
                                    </p:set>
                                    <p:animEffect transition="in" filter="wipe(left)">
                                      <p:cBhvr>
                                        <p:cTn id="32" dur="500"/>
                                        <p:tgtEl>
                                          <p:spTgt spid="205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2058"/>
                                        </p:tgtEl>
                                        <p:attrNameLst>
                                          <p:attrName>style.visibility</p:attrName>
                                        </p:attrNameLst>
                                      </p:cBhvr>
                                      <p:to>
                                        <p:strVal val="visible"/>
                                      </p:to>
                                    </p:set>
                                    <p:animEffect transition="in" filter="wipe(left)">
                                      <p:cBhvr>
                                        <p:cTn id="37" dur="500"/>
                                        <p:tgtEl>
                                          <p:spTgt spid="205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057"/>
                                        </p:tgtEl>
                                        <p:attrNameLst>
                                          <p:attrName>style.visibility</p:attrName>
                                        </p:attrNameLst>
                                      </p:cBhvr>
                                      <p:to>
                                        <p:strVal val="visible"/>
                                      </p:to>
                                    </p:set>
                                    <p:animEffect transition="in" filter="wipe(left)">
                                      <p:cBhvr>
                                        <p:cTn id="42" dur="500"/>
                                        <p:tgtEl>
                                          <p:spTgt spid="2057"/>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053"/>
                                        </p:tgtEl>
                                        <p:attrNameLst>
                                          <p:attrName>style.visibility</p:attrName>
                                        </p:attrNameLst>
                                      </p:cBhvr>
                                      <p:to>
                                        <p:strVal val="visible"/>
                                      </p:to>
                                    </p:set>
                                    <p:animEffect transition="in" filter="wipe(left)">
                                      <p:cBhvr>
                                        <p:cTn id="47" dur="500"/>
                                        <p:tgtEl>
                                          <p:spTgt spid="20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0" grpId="0" autoUpdateAnimBg="0"/>
      <p:bldP spid="2051" grpId="0" autoUpdateAnimBg="0"/>
      <p:bldP spid="2052" grpId="0" autoUpdateAnimBg="0"/>
      <p:bldP spid="2053" grpId="0" autoUpdateAnimBg="0"/>
      <p:bldP spid="2054" grpId="0" autoUpdateAnimBg="0"/>
      <p:bldP spid="2055" grpId="0" autoUpdateAnimBg="0"/>
      <p:bldP spid="2056" grpId="0" autoUpdateAnimBg="0"/>
      <p:bldP spid="2057" grpId="0" autoUpdateAnimBg="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灯片编号占位符 3"/>
          <p:cNvSpPr>
            <a:spLocks noGrp="1"/>
          </p:cNvSpPr>
          <p:nvPr>
            <p:ph type="sldNum" sz="quarter" idx="12"/>
          </p:nvPr>
        </p:nvSpPr>
        <p:spPr/>
        <p:txBody>
          <a:bodyPr/>
          <a:lstStyle/>
          <a:p>
            <a:fld id="{7697FE8F-F78F-4DEC-9B64-5778F840CECC}" type="slidenum">
              <a:rPr lang="en-US" altLang="zh-CN"/>
              <a:pPr/>
              <a:t>2</a:t>
            </a:fld>
            <a:endParaRPr lang="en-US" altLang="zh-CN"/>
          </a:p>
        </p:txBody>
      </p:sp>
      <p:sp>
        <p:nvSpPr>
          <p:cNvPr id="44034" name="Rectangle 2"/>
          <p:cNvSpPr>
            <a:spLocks noChangeArrowheads="1"/>
          </p:cNvSpPr>
          <p:nvPr/>
        </p:nvSpPr>
        <p:spPr bwMode="black">
          <a:xfrm>
            <a:off x="1919288" y="317501"/>
            <a:ext cx="5181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b="1">
                <a:solidFill>
                  <a:srgbClr val="000000"/>
                </a:solidFill>
              </a:rPr>
              <a:t>（二）二重积分的计算 </a:t>
            </a:r>
          </a:p>
        </p:txBody>
      </p:sp>
      <p:sp>
        <p:nvSpPr>
          <p:cNvPr id="44035" name="Text Box 3"/>
          <p:cNvSpPr txBox="1">
            <a:spLocks noChangeArrowheads="1"/>
          </p:cNvSpPr>
          <p:nvPr/>
        </p:nvSpPr>
        <p:spPr bwMode="auto">
          <a:xfrm>
            <a:off x="2362201" y="841375"/>
            <a:ext cx="295465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1" dirty="0">
                <a:solidFill>
                  <a:srgbClr val="000000"/>
                </a:solidFill>
                <a:latin typeface="Times New Roman" panose="02020603050405020304" pitchFamily="18" charset="0"/>
                <a:cs typeface="Times New Roman" panose="02020603050405020304" pitchFamily="18" charset="0"/>
              </a:rPr>
              <a:t>1</a:t>
            </a:r>
            <a:r>
              <a:rPr lang="en-US" altLang="zh-CN" b="1" dirty="0">
                <a:latin typeface="Times New Roman" panose="02020603050405020304" pitchFamily="18" charset="0"/>
                <a:cs typeface="Times New Roman" panose="02020603050405020304" pitchFamily="18" charset="0"/>
              </a:rPr>
              <a:t> </a:t>
            </a:r>
            <a:r>
              <a:rPr lang="zh-CN" altLang="en-US" sz="2800" dirty="0">
                <a:solidFill>
                  <a:srgbClr val="000000"/>
                </a:solidFill>
                <a:latin typeface="Times New Roman" panose="02020603050405020304" pitchFamily="18" charset="0"/>
                <a:cs typeface="Times New Roman" panose="02020603050405020304" pitchFamily="18" charset="0"/>
              </a:rPr>
              <a:t>、</a:t>
            </a:r>
            <a:r>
              <a:rPr lang="zh-CN" altLang="en-US" sz="2800" b="1" dirty="0">
                <a:solidFill>
                  <a:srgbClr val="000000"/>
                </a:solidFill>
              </a:rPr>
              <a:t>直角坐标系中</a:t>
            </a:r>
          </a:p>
        </p:txBody>
      </p:sp>
      <p:sp>
        <p:nvSpPr>
          <p:cNvPr id="44036" name="Text Box 4"/>
          <p:cNvSpPr txBox="1">
            <a:spLocks noChangeArrowheads="1"/>
          </p:cNvSpPr>
          <p:nvPr/>
        </p:nvSpPr>
        <p:spPr bwMode="auto">
          <a:xfrm>
            <a:off x="2362201" y="1527176"/>
            <a:ext cx="53895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800" b="1" dirty="0">
                <a:solidFill>
                  <a:srgbClr val="000000"/>
                </a:solidFill>
                <a:latin typeface="Times New Roman" panose="02020603050405020304" pitchFamily="18" charset="0"/>
                <a:cs typeface="Times New Roman" panose="02020603050405020304" pitchFamily="18" charset="0"/>
              </a:rPr>
              <a:t>(1) </a:t>
            </a:r>
            <a:r>
              <a:rPr lang="zh-CN" altLang="en-US" sz="2800" b="1" dirty="0">
                <a:solidFill>
                  <a:srgbClr val="000000"/>
                </a:solidFill>
              </a:rPr>
              <a:t>积分区域</a:t>
            </a:r>
            <a:r>
              <a:rPr lang="en-US" altLang="zh-CN" sz="2800" b="1" i="1" dirty="0">
                <a:solidFill>
                  <a:srgbClr val="000000"/>
                </a:solidFill>
                <a:latin typeface="Times New Roman" panose="02020603050405020304" pitchFamily="18" charset="0"/>
                <a:cs typeface="Times New Roman" panose="02020603050405020304" pitchFamily="18" charset="0"/>
              </a:rPr>
              <a:t>D</a:t>
            </a:r>
            <a:r>
              <a:rPr lang="zh-CN" altLang="en-US" sz="2800" b="1" dirty="0">
                <a:solidFill>
                  <a:srgbClr val="000000"/>
                </a:solidFill>
              </a:rPr>
              <a:t>的类型：</a:t>
            </a:r>
          </a:p>
        </p:txBody>
      </p:sp>
      <p:sp>
        <p:nvSpPr>
          <p:cNvPr id="44037" name="Text Box 5"/>
          <p:cNvSpPr txBox="1">
            <a:spLocks noChangeArrowheads="1"/>
          </p:cNvSpPr>
          <p:nvPr/>
        </p:nvSpPr>
        <p:spPr bwMode="auto">
          <a:xfrm>
            <a:off x="2438401" y="2212976"/>
            <a:ext cx="76184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800" b="1" i="1" dirty="0">
                <a:solidFill>
                  <a:srgbClr val="000000"/>
                </a:solidFill>
                <a:latin typeface="Times New Roman" panose="02020603050405020304" pitchFamily="18" charset="0"/>
                <a:cs typeface="Times New Roman" panose="02020603050405020304" pitchFamily="18" charset="0"/>
              </a:rPr>
              <a:t>X</a:t>
            </a:r>
            <a:r>
              <a:rPr lang="en-US" altLang="zh-CN" sz="2800" b="1" dirty="0">
                <a:solidFill>
                  <a:srgbClr val="000000"/>
                </a:solidFill>
              </a:rPr>
              <a:t>—</a:t>
            </a:r>
            <a:r>
              <a:rPr lang="zh-CN" altLang="en-US" sz="2800" b="1" dirty="0">
                <a:solidFill>
                  <a:srgbClr val="000000"/>
                </a:solidFill>
              </a:rPr>
              <a:t>型区域，</a:t>
            </a:r>
            <a:r>
              <a:rPr lang="en-US" altLang="zh-CN" sz="2800" b="1" i="1" dirty="0">
                <a:solidFill>
                  <a:srgbClr val="000000"/>
                </a:solidFill>
                <a:latin typeface="Times New Roman" panose="02020603050405020304" pitchFamily="18" charset="0"/>
                <a:cs typeface="Times New Roman" panose="02020603050405020304" pitchFamily="18" charset="0"/>
              </a:rPr>
              <a:t>Y</a:t>
            </a:r>
            <a:r>
              <a:rPr lang="en-US" altLang="zh-CN" sz="2800" b="1" dirty="0">
                <a:solidFill>
                  <a:srgbClr val="000000"/>
                </a:solidFill>
              </a:rPr>
              <a:t>—</a:t>
            </a:r>
            <a:r>
              <a:rPr lang="zh-CN" altLang="en-US" sz="2800" b="1" dirty="0">
                <a:solidFill>
                  <a:srgbClr val="000000"/>
                </a:solidFill>
              </a:rPr>
              <a:t>型区域</a:t>
            </a:r>
            <a:r>
              <a:rPr lang="en-US" altLang="zh-CN" sz="2800" b="1" dirty="0">
                <a:solidFill>
                  <a:srgbClr val="000000"/>
                </a:solidFill>
              </a:rPr>
              <a:t>,</a:t>
            </a:r>
            <a:r>
              <a:rPr lang="zh-CN" altLang="en-US" sz="2800" b="1" dirty="0">
                <a:solidFill>
                  <a:srgbClr val="000000"/>
                </a:solidFill>
              </a:rPr>
              <a:t>一般区域分划。</a:t>
            </a:r>
          </a:p>
        </p:txBody>
      </p:sp>
      <p:grpSp>
        <p:nvGrpSpPr>
          <p:cNvPr id="44038" name="Group 6"/>
          <p:cNvGrpSpPr>
            <a:grpSpLocks/>
          </p:cNvGrpSpPr>
          <p:nvPr/>
        </p:nvGrpSpPr>
        <p:grpSpPr bwMode="auto">
          <a:xfrm>
            <a:off x="2135188" y="2924175"/>
            <a:ext cx="4038600" cy="3443288"/>
            <a:chOff x="385" y="1842"/>
            <a:chExt cx="2544" cy="2169"/>
          </a:xfrm>
        </p:grpSpPr>
        <p:sp>
          <p:nvSpPr>
            <p:cNvPr id="44039" name="Freeform 7" descr="深色竖线"/>
            <p:cNvSpPr>
              <a:spLocks/>
            </p:cNvSpPr>
            <p:nvPr/>
          </p:nvSpPr>
          <p:spPr bwMode="black">
            <a:xfrm>
              <a:off x="901" y="2421"/>
              <a:ext cx="1103" cy="1009"/>
            </a:xfrm>
            <a:custGeom>
              <a:avLst/>
              <a:gdLst>
                <a:gd name="T0" fmla="*/ 30 w 1103"/>
                <a:gd name="T1" fmla="*/ 295 h 1029"/>
                <a:gd name="T2" fmla="*/ 211 w 1103"/>
                <a:gd name="T3" fmla="*/ 159 h 1029"/>
                <a:gd name="T4" fmla="*/ 392 w 1103"/>
                <a:gd name="T5" fmla="*/ 69 h 1029"/>
                <a:gd name="T6" fmla="*/ 438 w 1103"/>
                <a:gd name="T7" fmla="*/ 114 h 1029"/>
                <a:gd name="T8" fmla="*/ 529 w 1103"/>
                <a:gd name="T9" fmla="*/ 159 h 1029"/>
                <a:gd name="T10" fmla="*/ 755 w 1103"/>
                <a:gd name="T11" fmla="*/ 159 h 1029"/>
                <a:gd name="T12" fmla="*/ 891 w 1103"/>
                <a:gd name="T13" fmla="*/ 69 h 1029"/>
                <a:gd name="T14" fmla="*/ 1073 w 1103"/>
                <a:gd name="T15" fmla="*/ 23 h 1029"/>
                <a:gd name="T16" fmla="*/ 1073 w 1103"/>
                <a:gd name="T17" fmla="*/ 205 h 1029"/>
                <a:gd name="T18" fmla="*/ 1073 w 1103"/>
                <a:gd name="T19" fmla="*/ 477 h 1029"/>
                <a:gd name="T20" fmla="*/ 1073 w 1103"/>
                <a:gd name="T21" fmla="*/ 885 h 1029"/>
                <a:gd name="T22" fmla="*/ 1073 w 1103"/>
                <a:gd name="T23" fmla="*/ 840 h 1029"/>
                <a:gd name="T24" fmla="*/ 1073 w 1103"/>
                <a:gd name="T25" fmla="*/ 794 h 1029"/>
                <a:gd name="T26" fmla="*/ 1073 w 1103"/>
                <a:gd name="T27" fmla="*/ 840 h 1029"/>
                <a:gd name="T28" fmla="*/ 937 w 1103"/>
                <a:gd name="T29" fmla="*/ 885 h 1029"/>
                <a:gd name="T30" fmla="*/ 846 w 1103"/>
                <a:gd name="T31" fmla="*/ 885 h 1029"/>
                <a:gd name="T32" fmla="*/ 710 w 1103"/>
                <a:gd name="T33" fmla="*/ 930 h 1029"/>
                <a:gd name="T34" fmla="*/ 574 w 1103"/>
                <a:gd name="T35" fmla="*/ 976 h 1029"/>
                <a:gd name="T36" fmla="*/ 529 w 1103"/>
                <a:gd name="T37" fmla="*/ 1021 h 1029"/>
                <a:gd name="T38" fmla="*/ 392 w 1103"/>
                <a:gd name="T39" fmla="*/ 930 h 1029"/>
                <a:gd name="T40" fmla="*/ 302 w 1103"/>
                <a:gd name="T41" fmla="*/ 885 h 1029"/>
                <a:gd name="T42" fmla="*/ 166 w 1103"/>
                <a:gd name="T43" fmla="*/ 840 h 1029"/>
                <a:gd name="T44" fmla="*/ 30 w 1103"/>
                <a:gd name="T45" fmla="*/ 840 h 1029"/>
                <a:gd name="T46" fmla="*/ 30 w 1103"/>
                <a:gd name="T47" fmla="*/ 749 h 1029"/>
                <a:gd name="T48" fmla="*/ 30 w 1103"/>
                <a:gd name="T49" fmla="*/ 613 h 1029"/>
                <a:gd name="T50" fmla="*/ 30 w 1103"/>
                <a:gd name="T51" fmla="*/ 568 h 1029"/>
                <a:gd name="T52" fmla="*/ 30 w 1103"/>
                <a:gd name="T53" fmla="*/ 295 h 10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03" h="1029">
                  <a:moveTo>
                    <a:pt x="30" y="295"/>
                  </a:moveTo>
                  <a:cubicBezTo>
                    <a:pt x="60" y="227"/>
                    <a:pt x="151" y="197"/>
                    <a:pt x="211" y="159"/>
                  </a:cubicBezTo>
                  <a:cubicBezTo>
                    <a:pt x="271" y="121"/>
                    <a:pt x="354" y="76"/>
                    <a:pt x="392" y="69"/>
                  </a:cubicBezTo>
                  <a:cubicBezTo>
                    <a:pt x="430" y="62"/>
                    <a:pt x="415" y="99"/>
                    <a:pt x="438" y="114"/>
                  </a:cubicBezTo>
                  <a:cubicBezTo>
                    <a:pt x="461" y="129"/>
                    <a:pt x="476" y="152"/>
                    <a:pt x="529" y="159"/>
                  </a:cubicBezTo>
                  <a:cubicBezTo>
                    <a:pt x="582" y="166"/>
                    <a:pt x="695" y="174"/>
                    <a:pt x="755" y="159"/>
                  </a:cubicBezTo>
                  <a:cubicBezTo>
                    <a:pt x="815" y="144"/>
                    <a:pt x="838" y="92"/>
                    <a:pt x="891" y="69"/>
                  </a:cubicBezTo>
                  <a:cubicBezTo>
                    <a:pt x="944" y="46"/>
                    <a:pt x="1043" y="0"/>
                    <a:pt x="1073" y="23"/>
                  </a:cubicBezTo>
                  <a:cubicBezTo>
                    <a:pt x="1103" y="46"/>
                    <a:pt x="1073" y="129"/>
                    <a:pt x="1073" y="205"/>
                  </a:cubicBezTo>
                  <a:cubicBezTo>
                    <a:pt x="1073" y="281"/>
                    <a:pt x="1073" y="364"/>
                    <a:pt x="1073" y="477"/>
                  </a:cubicBezTo>
                  <a:cubicBezTo>
                    <a:pt x="1073" y="590"/>
                    <a:pt x="1073" y="825"/>
                    <a:pt x="1073" y="885"/>
                  </a:cubicBezTo>
                  <a:cubicBezTo>
                    <a:pt x="1073" y="945"/>
                    <a:pt x="1073" y="855"/>
                    <a:pt x="1073" y="840"/>
                  </a:cubicBezTo>
                  <a:cubicBezTo>
                    <a:pt x="1073" y="825"/>
                    <a:pt x="1073" y="794"/>
                    <a:pt x="1073" y="794"/>
                  </a:cubicBezTo>
                  <a:cubicBezTo>
                    <a:pt x="1073" y="794"/>
                    <a:pt x="1096" y="825"/>
                    <a:pt x="1073" y="840"/>
                  </a:cubicBezTo>
                  <a:cubicBezTo>
                    <a:pt x="1050" y="855"/>
                    <a:pt x="975" y="878"/>
                    <a:pt x="937" y="885"/>
                  </a:cubicBezTo>
                  <a:cubicBezTo>
                    <a:pt x="899" y="892"/>
                    <a:pt x="884" y="878"/>
                    <a:pt x="846" y="885"/>
                  </a:cubicBezTo>
                  <a:cubicBezTo>
                    <a:pt x="808" y="892"/>
                    <a:pt x="755" y="915"/>
                    <a:pt x="710" y="930"/>
                  </a:cubicBezTo>
                  <a:cubicBezTo>
                    <a:pt x="665" y="945"/>
                    <a:pt x="604" y="961"/>
                    <a:pt x="574" y="976"/>
                  </a:cubicBezTo>
                  <a:cubicBezTo>
                    <a:pt x="544" y="991"/>
                    <a:pt x="559" y="1029"/>
                    <a:pt x="529" y="1021"/>
                  </a:cubicBezTo>
                  <a:cubicBezTo>
                    <a:pt x="499" y="1013"/>
                    <a:pt x="430" y="953"/>
                    <a:pt x="392" y="930"/>
                  </a:cubicBezTo>
                  <a:cubicBezTo>
                    <a:pt x="354" y="907"/>
                    <a:pt x="340" y="900"/>
                    <a:pt x="302" y="885"/>
                  </a:cubicBezTo>
                  <a:cubicBezTo>
                    <a:pt x="264" y="870"/>
                    <a:pt x="211" y="847"/>
                    <a:pt x="166" y="840"/>
                  </a:cubicBezTo>
                  <a:cubicBezTo>
                    <a:pt x="121" y="833"/>
                    <a:pt x="53" y="855"/>
                    <a:pt x="30" y="840"/>
                  </a:cubicBezTo>
                  <a:cubicBezTo>
                    <a:pt x="7" y="825"/>
                    <a:pt x="30" y="787"/>
                    <a:pt x="30" y="749"/>
                  </a:cubicBezTo>
                  <a:cubicBezTo>
                    <a:pt x="30" y="711"/>
                    <a:pt x="30" y="643"/>
                    <a:pt x="30" y="613"/>
                  </a:cubicBezTo>
                  <a:cubicBezTo>
                    <a:pt x="30" y="583"/>
                    <a:pt x="30" y="621"/>
                    <a:pt x="30" y="568"/>
                  </a:cubicBezTo>
                  <a:cubicBezTo>
                    <a:pt x="30" y="515"/>
                    <a:pt x="0" y="363"/>
                    <a:pt x="30" y="295"/>
                  </a:cubicBezTo>
                  <a:close/>
                </a:path>
              </a:pathLst>
            </a:custGeom>
            <a:pattFill prst="dkVert">
              <a:fgClr>
                <a:srgbClr val="00CC99"/>
              </a:fgClr>
              <a:bgClr>
                <a:srgbClr val="FFFFFF"/>
              </a:bgClr>
            </a:patt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4040" name="Group 8"/>
            <p:cNvGrpSpPr>
              <a:grpSpLocks/>
            </p:cNvGrpSpPr>
            <p:nvPr/>
          </p:nvGrpSpPr>
          <p:grpSpPr bwMode="auto">
            <a:xfrm>
              <a:off x="935" y="2417"/>
              <a:ext cx="1038" cy="993"/>
              <a:chOff x="1126" y="911"/>
              <a:chExt cx="1038" cy="993"/>
            </a:xfrm>
          </p:grpSpPr>
          <p:sp>
            <p:nvSpPr>
              <p:cNvPr id="44041" name="Freeform 9"/>
              <p:cNvSpPr>
                <a:spLocks noChangeAspect="1"/>
              </p:cNvSpPr>
              <p:nvPr/>
            </p:nvSpPr>
            <p:spPr bwMode="black">
              <a:xfrm>
                <a:off x="1126" y="1726"/>
                <a:ext cx="1038" cy="178"/>
              </a:xfrm>
              <a:custGeom>
                <a:avLst/>
                <a:gdLst>
                  <a:gd name="T0" fmla="*/ 0 w 816"/>
                  <a:gd name="T1" fmla="*/ 16 h 120"/>
                  <a:gd name="T2" fmla="*/ 144 w 816"/>
                  <a:gd name="T3" fmla="*/ 16 h 120"/>
                  <a:gd name="T4" fmla="*/ 384 w 816"/>
                  <a:gd name="T5" fmla="*/ 112 h 120"/>
                  <a:gd name="T6" fmla="*/ 576 w 816"/>
                  <a:gd name="T7" fmla="*/ 64 h 120"/>
                  <a:gd name="T8" fmla="*/ 816 w 816"/>
                  <a:gd name="T9" fmla="*/ 16 h 120"/>
                </a:gdLst>
                <a:ahLst/>
                <a:cxnLst>
                  <a:cxn ang="0">
                    <a:pos x="T0" y="T1"/>
                  </a:cxn>
                  <a:cxn ang="0">
                    <a:pos x="T2" y="T3"/>
                  </a:cxn>
                  <a:cxn ang="0">
                    <a:pos x="T4" y="T5"/>
                  </a:cxn>
                  <a:cxn ang="0">
                    <a:pos x="T6" y="T7"/>
                  </a:cxn>
                  <a:cxn ang="0">
                    <a:pos x="T8" y="T9"/>
                  </a:cxn>
                </a:cxnLst>
                <a:rect l="0" t="0" r="r" b="b"/>
                <a:pathLst>
                  <a:path w="816" h="120">
                    <a:moveTo>
                      <a:pt x="0" y="16"/>
                    </a:moveTo>
                    <a:cubicBezTo>
                      <a:pt x="40" y="8"/>
                      <a:pt x="80" y="0"/>
                      <a:pt x="144" y="16"/>
                    </a:cubicBezTo>
                    <a:cubicBezTo>
                      <a:pt x="208" y="32"/>
                      <a:pt x="312" y="104"/>
                      <a:pt x="384" y="112"/>
                    </a:cubicBezTo>
                    <a:cubicBezTo>
                      <a:pt x="456" y="120"/>
                      <a:pt x="504" y="80"/>
                      <a:pt x="576" y="64"/>
                    </a:cubicBezTo>
                    <a:cubicBezTo>
                      <a:pt x="648" y="48"/>
                      <a:pt x="732" y="32"/>
                      <a:pt x="816" y="16"/>
                    </a:cubicBezTo>
                  </a:path>
                </a:pathLst>
              </a:custGeom>
              <a:noFill/>
              <a:ln w="38100" cap="flat" cmpd="sng">
                <a:solidFill>
                  <a:srgbClr val="FF0066"/>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42" name="Freeform 10"/>
              <p:cNvSpPr>
                <a:spLocks noChangeAspect="1"/>
              </p:cNvSpPr>
              <p:nvPr/>
            </p:nvSpPr>
            <p:spPr bwMode="black">
              <a:xfrm>
                <a:off x="1126" y="911"/>
                <a:ext cx="1038" cy="284"/>
              </a:xfrm>
              <a:custGeom>
                <a:avLst/>
                <a:gdLst>
                  <a:gd name="T0" fmla="*/ 0 w 768"/>
                  <a:gd name="T1" fmla="*/ 192 h 192"/>
                  <a:gd name="T2" fmla="*/ 144 w 768"/>
                  <a:gd name="T3" fmla="*/ 96 h 192"/>
                  <a:gd name="T4" fmla="*/ 288 w 768"/>
                  <a:gd name="T5" fmla="*/ 48 h 192"/>
                  <a:gd name="T6" fmla="*/ 384 w 768"/>
                  <a:gd name="T7" fmla="*/ 96 h 192"/>
                  <a:gd name="T8" fmla="*/ 528 w 768"/>
                  <a:gd name="T9" fmla="*/ 96 h 192"/>
                  <a:gd name="T10" fmla="*/ 624 w 768"/>
                  <a:gd name="T11" fmla="*/ 48 h 192"/>
                  <a:gd name="T12" fmla="*/ 768 w 768"/>
                  <a:gd name="T13" fmla="*/ 0 h 192"/>
                </a:gdLst>
                <a:ahLst/>
                <a:cxnLst>
                  <a:cxn ang="0">
                    <a:pos x="T0" y="T1"/>
                  </a:cxn>
                  <a:cxn ang="0">
                    <a:pos x="T2" y="T3"/>
                  </a:cxn>
                  <a:cxn ang="0">
                    <a:pos x="T4" y="T5"/>
                  </a:cxn>
                  <a:cxn ang="0">
                    <a:pos x="T6" y="T7"/>
                  </a:cxn>
                  <a:cxn ang="0">
                    <a:pos x="T8" y="T9"/>
                  </a:cxn>
                  <a:cxn ang="0">
                    <a:pos x="T10" y="T11"/>
                  </a:cxn>
                  <a:cxn ang="0">
                    <a:pos x="T12" y="T13"/>
                  </a:cxn>
                </a:cxnLst>
                <a:rect l="0" t="0" r="r" b="b"/>
                <a:pathLst>
                  <a:path w="768" h="192">
                    <a:moveTo>
                      <a:pt x="0" y="192"/>
                    </a:moveTo>
                    <a:cubicBezTo>
                      <a:pt x="48" y="156"/>
                      <a:pt x="96" y="120"/>
                      <a:pt x="144" y="96"/>
                    </a:cubicBezTo>
                    <a:cubicBezTo>
                      <a:pt x="192" y="72"/>
                      <a:pt x="248" y="48"/>
                      <a:pt x="288" y="48"/>
                    </a:cubicBezTo>
                    <a:cubicBezTo>
                      <a:pt x="328" y="48"/>
                      <a:pt x="344" y="88"/>
                      <a:pt x="384" y="96"/>
                    </a:cubicBezTo>
                    <a:cubicBezTo>
                      <a:pt x="424" y="104"/>
                      <a:pt x="488" y="104"/>
                      <a:pt x="528" y="96"/>
                    </a:cubicBezTo>
                    <a:cubicBezTo>
                      <a:pt x="568" y="88"/>
                      <a:pt x="584" y="64"/>
                      <a:pt x="624" y="48"/>
                    </a:cubicBezTo>
                    <a:cubicBezTo>
                      <a:pt x="664" y="32"/>
                      <a:pt x="716" y="16"/>
                      <a:pt x="768" y="0"/>
                    </a:cubicBezTo>
                  </a:path>
                </a:pathLst>
              </a:custGeom>
              <a:noFill/>
              <a:ln w="38100" cap="flat" cmpd="sng">
                <a:solidFill>
                  <a:srgbClr val="FF0066"/>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43" name="Line 11"/>
              <p:cNvSpPr>
                <a:spLocks noChangeAspect="1" noChangeShapeType="1"/>
              </p:cNvSpPr>
              <p:nvPr/>
            </p:nvSpPr>
            <p:spPr bwMode="black">
              <a:xfrm>
                <a:off x="1126" y="1195"/>
                <a:ext cx="0" cy="567"/>
              </a:xfrm>
              <a:prstGeom prst="line">
                <a:avLst/>
              </a:prstGeom>
              <a:noFill/>
              <a:ln w="38100">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44" name="Line 12"/>
              <p:cNvSpPr>
                <a:spLocks noChangeAspect="1" noChangeShapeType="1"/>
              </p:cNvSpPr>
              <p:nvPr/>
            </p:nvSpPr>
            <p:spPr bwMode="black">
              <a:xfrm>
                <a:off x="2164" y="911"/>
                <a:ext cx="0" cy="851"/>
              </a:xfrm>
              <a:prstGeom prst="line">
                <a:avLst/>
              </a:prstGeom>
              <a:noFill/>
              <a:ln w="38100">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4045" name="Line 13"/>
            <p:cNvSpPr>
              <a:spLocks noChangeAspect="1" noChangeShapeType="1"/>
            </p:cNvSpPr>
            <p:nvPr/>
          </p:nvSpPr>
          <p:spPr bwMode="black">
            <a:xfrm>
              <a:off x="935" y="3268"/>
              <a:ext cx="0" cy="354"/>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46" name="Line 14"/>
            <p:cNvSpPr>
              <a:spLocks noChangeAspect="1" noChangeShapeType="1"/>
            </p:cNvSpPr>
            <p:nvPr/>
          </p:nvSpPr>
          <p:spPr bwMode="black">
            <a:xfrm>
              <a:off x="1973" y="3268"/>
              <a:ext cx="0" cy="354"/>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4047" name="Group 15"/>
            <p:cNvGrpSpPr>
              <a:grpSpLocks/>
            </p:cNvGrpSpPr>
            <p:nvPr/>
          </p:nvGrpSpPr>
          <p:grpSpPr bwMode="auto">
            <a:xfrm>
              <a:off x="385" y="2148"/>
              <a:ext cx="2403" cy="1863"/>
              <a:chOff x="576" y="642"/>
              <a:chExt cx="2403" cy="1863"/>
            </a:xfrm>
          </p:grpSpPr>
          <p:sp>
            <p:nvSpPr>
              <p:cNvPr id="44048" name="Text Box 16"/>
              <p:cNvSpPr txBox="1">
                <a:spLocks noChangeAspect="1" noChangeArrowheads="1"/>
              </p:cNvSpPr>
              <p:nvPr/>
            </p:nvSpPr>
            <p:spPr bwMode="black">
              <a:xfrm>
                <a:off x="720" y="2178"/>
                <a:ext cx="225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i="1" dirty="0">
                    <a:solidFill>
                      <a:srgbClr val="000000"/>
                    </a:solidFill>
                    <a:latin typeface="Times New Roman" panose="02020603050405020304" pitchFamily="18" charset="0"/>
                    <a:cs typeface="Times New Roman" panose="02020603050405020304" pitchFamily="18" charset="0"/>
                  </a:rPr>
                  <a:t>o   a                 b      x</a:t>
                </a:r>
              </a:p>
            </p:txBody>
          </p:sp>
          <p:sp>
            <p:nvSpPr>
              <p:cNvPr id="44049" name="Line 17"/>
              <p:cNvSpPr>
                <a:spLocks noChangeAspect="1" noChangeShapeType="1"/>
              </p:cNvSpPr>
              <p:nvPr/>
            </p:nvSpPr>
            <p:spPr bwMode="black">
              <a:xfrm>
                <a:off x="881" y="2116"/>
                <a:ext cx="1709"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50" name="Line 18"/>
              <p:cNvSpPr>
                <a:spLocks noChangeAspect="1" noChangeShapeType="1"/>
              </p:cNvSpPr>
              <p:nvPr/>
            </p:nvSpPr>
            <p:spPr bwMode="black">
              <a:xfrm flipV="1">
                <a:off x="881" y="699"/>
                <a:ext cx="0" cy="1417"/>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51" name="Text Box 19"/>
              <p:cNvSpPr txBox="1">
                <a:spLocks noChangeAspect="1" noChangeArrowheads="1"/>
              </p:cNvSpPr>
              <p:nvPr/>
            </p:nvSpPr>
            <p:spPr bwMode="black">
              <a:xfrm>
                <a:off x="576" y="642"/>
                <a:ext cx="28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800" b="1" i="1" dirty="0">
                    <a:solidFill>
                      <a:srgbClr val="000000"/>
                    </a:solidFill>
                    <a:latin typeface="Times New Roman" panose="02020603050405020304" pitchFamily="18" charset="0"/>
                    <a:cs typeface="Times New Roman" panose="02020603050405020304" pitchFamily="18" charset="0"/>
                  </a:rPr>
                  <a:t>y</a:t>
                </a:r>
              </a:p>
            </p:txBody>
          </p:sp>
        </p:grpSp>
        <p:graphicFrame>
          <p:nvGraphicFramePr>
            <p:cNvPr id="44052" name="Object 20"/>
            <p:cNvGraphicFramePr>
              <a:graphicFrameLocks noChangeAspect="1"/>
            </p:cNvGraphicFramePr>
            <p:nvPr/>
          </p:nvGraphicFramePr>
          <p:xfrm>
            <a:off x="1441" y="2868"/>
            <a:ext cx="240" cy="240"/>
          </p:xfrm>
          <a:graphic>
            <a:graphicData uri="http://schemas.openxmlformats.org/presentationml/2006/ole">
              <mc:AlternateContent xmlns:mc="http://schemas.openxmlformats.org/markup-compatibility/2006">
                <mc:Choice xmlns:v="urn:schemas-microsoft-com:vml" Requires="v">
                  <p:oleObj spid="_x0000_s2210" name="Equation" r:id="rId3" imgW="164880" imgH="164880" progId="Equation.DSMT4">
                    <p:embed/>
                  </p:oleObj>
                </mc:Choice>
                <mc:Fallback>
                  <p:oleObj name="Equation" r:id="rId3" imgW="164880" imgH="16488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1" y="2868"/>
                          <a:ext cx="240"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53" name="Line 21"/>
            <p:cNvSpPr>
              <a:spLocks noChangeShapeType="1"/>
            </p:cNvSpPr>
            <p:nvPr/>
          </p:nvSpPr>
          <p:spPr bwMode="auto">
            <a:xfrm flipV="1">
              <a:off x="1297" y="1842"/>
              <a:ext cx="0" cy="2064"/>
            </a:xfrm>
            <a:prstGeom prst="line">
              <a:avLst/>
            </a:prstGeom>
            <a:noFill/>
            <a:ln w="38100">
              <a:solidFill>
                <a:srgbClr val="FF00FF"/>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4054" name="Group 22"/>
            <p:cNvGrpSpPr>
              <a:grpSpLocks/>
            </p:cNvGrpSpPr>
            <p:nvPr/>
          </p:nvGrpSpPr>
          <p:grpSpPr bwMode="auto">
            <a:xfrm>
              <a:off x="1345" y="1842"/>
              <a:ext cx="848" cy="715"/>
              <a:chOff x="1536" y="336"/>
              <a:chExt cx="848" cy="715"/>
            </a:xfrm>
          </p:grpSpPr>
          <p:sp>
            <p:nvSpPr>
              <p:cNvPr id="44055" name="Line 23"/>
              <p:cNvSpPr>
                <a:spLocks noChangeShapeType="1"/>
              </p:cNvSpPr>
              <p:nvPr/>
            </p:nvSpPr>
            <p:spPr bwMode="black">
              <a:xfrm>
                <a:off x="1776" y="624"/>
                <a:ext cx="0" cy="42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4056" name="Object 24"/>
              <p:cNvGraphicFramePr>
                <a:graphicFrameLocks noChangeAspect="1"/>
              </p:cNvGraphicFramePr>
              <p:nvPr/>
            </p:nvGraphicFramePr>
            <p:xfrm>
              <a:off x="1536" y="336"/>
              <a:ext cx="848" cy="326"/>
            </p:xfrm>
            <a:graphic>
              <a:graphicData uri="http://schemas.openxmlformats.org/presentationml/2006/ole">
                <mc:AlternateContent xmlns:mc="http://schemas.openxmlformats.org/markup-compatibility/2006">
                  <mc:Choice xmlns:v="urn:schemas-microsoft-com:vml" Requires="v">
                    <p:oleObj spid="_x0000_s2211" name="Equation" r:id="rId5" imgW="647640" imgH="215640" progId="Equation.DSMT4">
                      <p:embed/>
                    </p:oleObj>
                  </mc:Choice>
                  <mc:Fallback>
                    <p:oleObj name="Equation" r:id="rId5" imgW="647640" imgH="21564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black">
                          <a:xfrm>
                            <a:off x="1536" y="336"/>
                            <a:ext cx="848" cy="3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4057" name="Group 25"/>
            <p:cNvGrpSpPr>
              <a:grpSpLocks/>
            </p:cNvGrpSpPr>
            <p:nvPr/>
          </p:nvGrpSpPr>
          <p:grpSpPr bwMode="auto">
            <a:xfrm>
              <a:off x="1729" y="2724"/>
              <a:ext cx="1200" cy="558"/>
              <a:chOff x="1920" y="1218"/>
              <a:chExt cx="1200" cy="558"/>
            </a:xfrm>
          </p:grpSpPr>
          <p:graphicFrame>
            <p:nvGraphicFramePr>
              <p:cNvPr id="44058" name="Object 26"/>
              <p:cNvGraphicFramePr>
                <a:graphicFrameLocks noChangeAspect="1"/>
              </p:cNvGraphicFramePr>
              <p:nvPr/>
            </p:nvGraphicFramePr>
            <p:xfrm>
              <a:off x="2304" y="1218"/>
              <a:ext cx="816" cy="315"/>
            </p:xfrm>
            <a:graphic>
              <a:graphicData uri="http://schemas.openxmlformats.org/presentationml/2006/ole">
                <mc:AlternateContent xmlns:mc="http://schemas.openxmlformats.org/markup-compatibility/2006">
                  <mc:Choice xmlns:v="urn:schemas-microsoft-com:vml" Requires="v">
                    <p:oleObj spid="_x0000_s2212" name="Equation" r:id="rId7" imgW="647640" imgH="215640" progId="Equation.DSMT4">
                      <p:embed/>
                    </p:oleObj>
                  </mc:Choice>
                  <mc:Fallback>
                    <p:oleObj name="Equation" r:id="rId7" imgW="647640" imgH="21564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black">
                          <a:xfrm>
                            <a:off x="2304" y="1218"/>
                            <a:ext cx="816" cy="3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59" name="Line 27"/>
              <p:cNvSpPr>
                <a:spLocks noChangeShapeType="1"/>
              </p:cNvSpPr>
              <p:nvPr/>
            </p:nvSpPr>
            <p:spPr bwMode="black">
              <a:xfrm flipH="1">
                <a:off x="1920" y="1440"/>
                <a:ext cx="432"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44060" name="Group 28"/>
          <p:cNvGrpSpPr>
            <a:grpSpLocks noChangeAspect="1"/>
          </p:cNvGrpSpPr>
          <p:nvPr/>
        </p:nvGrpSpPr>
        <p:grpSpPr bwMode="auto">
          <a:xfrm>
            <a:off x="6311901" y="2927351"/>
            <a:ext cx="4051817" cy="3381375"/>
            <a:chOff x="410" y="1344"/>
            <a:chExt cx="2902" cy="2421"/>
          </a:xfrm>
        </p:grpSpPr>
        <p:sp>
          <p:nvSpPr>
            <p:cNvPr id="44061" name="Freeform 29" descr="深色横线"/>
            <p:cNvSpPr>
              <a:spLocks noChangeAspect="1"/>
            </p:cNvSpPr>
            <p:nvPr/>
          </p:nvSpPr>
          <p:spPr bwMode="black">
            <a:xfrm>
              <a:off x="1191" y="1842"/>
              <a:ext cx="1099" cy="1279"/>
            </a:xfrm>
            <a:custGeom>
              <a:avLst/>
              <a:gdLst>
                <a:gd name="T0" fmla="*/ 552 w 1156"/>
                <a:gd name="T1" fmla="*/ 46 h 1279"/>
                <a:gd name="T2" fmla="*/ 824 w 1156"/>
                <a:gd name="T3" fmla="*/ 46 h 1279"/>
                <a:gd name="T4" fmla="*/ 1051 w 1156"/>
                <a:gd name="T5" fmla="*/ 273 h 1279"/>
                <a:gd name="T6" fmla="*/ 1141 w 1156"/>
                <a:gd name="T7" fmla="*/ 545 h 1279"/>
                <a:gd name="T8" fmla="*/ 1141 w 1156"/>
                <a:gd name="T9" fmla="*/ 817 h 1279"/>
                <a:gd name="T10" fmla="*/ 1096 w 1156"/>
                <a:gd name="T11" fmla="*/ 1044 h 1279"/>
                <a:gd name="T12" fmla="*/ 960 w 1156"/>
                <a:gd name="T13" fmla="*/ 1225 h 1279"/>
                <a:gd name="T14" fmla="*/ 778 w 1156"/>
                <a:gd name="T15" fmla="*/ 1271 h 1279"/>
                <a:gd name="T16" fmla="*/ 552 w 1156"/>
                <a:gd name="T17" fmla="*/ 1271 h 1279"/>
                <a:gd name="T18" fmla="*/ 325 w 1156"/>
                <a:gd name="T19" fmla="*/ 1271 h 1279"/>
                <a:gd name="T20" fmla="*/ 234 w 1156"/>
                <a:gd name="T21" fmla="*/ 1225 h 1279"/>
                <a:gd name="T22" fmla="*/ 98 w 1156"/>
                <a:gd name="T23" fmla="*/ 1044 h 1279"/>
                <a:gd name="T24" fmla="*/ 7 w 1156"/>
                <a:gd name="T25" fmla="*/ 590 h 1279"/>
                <a:gd name="T26" fmla="*/ 143 w 1156"/>
                <a:gd name="T27" fmla="*/ 91 h 1279"/>
                <a:gd name="T28" fmla="*/ 234 w 1156"/>
                <a:gd name="T29" fmla="*/ 46 h 1279"/>
                <a:gd name="T30" fmla="*/ 506 w 1156"/>
                <a:gd name="T31" fmla="*/ 46 h 1279"/>
                <a:gd name="T32" fmla="*/ 688 w 1156"/>
                <a:gd name="T33" fmla="*/ 46 h 1279"/>
                <a:gd name="T34" fmla="*/ 688 w 1156"/>
                <a:gd name="T35" fmla="*/ 0 h 1279"/>
                <a:gd name="T36" fmla="*/ 733 w 1156"/>
                <a:gd name="T37" fmla="*/ 46 h 1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56" h="1279">
                  <a:moveTo>
                    <a:pt x="552" y="46"/>
                  </a:moveTo>
                  <a:cubicBezTo>
                    <a:pt x="646" y="27"/>
                    <a:pt x="741" y="8"/>
                    <a:pt x="824" y="46"/>
                  </a:cubicBezTo>
                  <a:cubicBezTo>
                    <a:pt x="907" y="84"/>
                    <a:pt x="998" y="190"/>
                    <a:pt x="1051" y="273"/>
                  </a:cubicBezTo>
                  <a:cubicBezTo>
                    <a:pt x="1104" y="356"/>
                    <a:pt x="1126" y="454"/>
                    <a:pt x="1141" y="545"/>
                  </a:cubicBezTo>
                  <a:cubicBezTo>
                    <a:pt x="1156" y="636"/>
                    <a:pt x="1148" y="734"/>
                    <a:pt x="1141" y="817"/>
                  </a:cubicBezTo>
                  <a:cubicBezTo>
                    <a:pt x="1134" y="900"/>
                    <a:pt x="1126" y="976"/>
                    <a:pt x="1096" y="1044"/>
                  </a:cubicBezTo>
                  <a:cubicBezTo>
                    <a:pt x="1066" y="1112"/>
                    <a:pt x="1013" y="1187"/>
                    <a:pt x="960" y="1225"/>
                  </a:cubicBezTo>
                  <a:cubicBezTo>
                    <a:pt x="907" y="1263"/>
                    <a:pt x="846" y="1263"/>
                    <a:pt x="778" y="1271"/>
                  </a:cubicBezTo>
                  <a:cubicBezTo>
                    <a:pt x="710" y="1279"/>
                    <a:pt x="627" y="1271"/>
                    <a:pt x="552" y="1271"/>
                  </a:cubicBezTo>
                  <a:cubicBezTo>
                    <a:pt x="477" y="1271"/>
                    <a:pt x="378" y="1279"/>
                    <a:pt x="325" y="1271"/>
                  </a:cubicBezTo>
                  <a:cubicBezTo>
                    <a:pt x="272" y="1263"/>
                    <a:pt x="272" y="1263"/>
                    <a:pt x="234" y="1225"/>
                  </a:cubicBezTo>
                  <a:cubicBezTo>
                    <a:pt x="196" y="1187"/>
                    <a:pt x="136" y="1150"/>
                    <a:pt x="98" y="1044"/>
                  </a:cubicBezTo>
                  <a:cubicBezTo>
                    <a:pt x="60" y="938"/>
                    <a:pt x="0" y="749"/>
                    <a:pt x="7" y="590"/>
                  </a:cubicBezTo>
                  <a:cubicBezTo>
                    <a:pt x="14" y="431"/>
                    <a:pt x="105" y="182"/>
                    <a:pt x="143" y="91"/>
                  </a:cubicBezTo>
                  <a:cubicBezTo>
                    <a:pt x="181" y="0"/>
                    <a:pt x="173" y="54"/>
                    <a:pt x="234" y="46"/>
                  </a:cubicBezTo>
                  <a:cubicBezTo>
                    <a:pt x="295" y="38"/>
                    <a:pt x="430" y="46"/>
                    <a:pt x="506" y="46"/>
                  </a:cubicBezTo>
                  <a:cubicBezTo>
                    <a:pt x="582" y="46"/>
                    <a:pt x="658" y="54"/>
                    <a:pt x="688" y="46"/>
                  </a:cubicBezTo>
                  <a:cubicBezTo>
                    <a:pt x="718" y="38"/>
                    <a:pt x="681" y="0"/>
                    <a:pt x="688" y="0"/>
                  </a:cubicBezTo>
                  <a:cubicBezTo>
                    <a:pt x="695" y="0"/>
                    <a:pt x="714" y="23"/>
                    <a:pt x="733" y="46"/>
                  </a:cubicBezTo>
                </a:path>
              </a:pathLst>
            </a:custGeom>
            <a:pattFill prst="dkHorz">
              <a:fgClr>
                <a:srgbClr val="00CC99"/>
              </a:fgClr>
              <a:bgClr>
                <a:srgbClr val="FFFFFF"/>
              </a:bgClr>
            </a:patt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4062" name="Group 30"/>
            <p:cNvGrpSpPr>
              <a:grpSpLocks noChangeAspect="1"/>
            </p:cNvGrpSpPr>
            <p:nvPr/>
          </p:nvGrpSpPr>
          <p:grpSpPr bwMode="auto">
            <a:xfrm>
              <a:off x="1199" y="1872"/>
              <a:ext cx="1105" cy="1248"/>
              <a:chOff x="1199" y="2112"/>
              <a:chExt cx="1105" cy="1248"/>
            </a:xfrm>
          </p:grpSpPr>
          <p:sp>
            <p:nvSpPr>
              <p:cNvPr id="44063" name="Line 31"/>
              <p:cNvSpPr>
                <a:spLocks noChangeAspect="1" noChangeShapeType="1"/>
              </p:cNvSpPr>
              <p:nvPr/>
            </p:nvSpPr>
            <p:spPr bwMode="black">
              <a:xfrm>
                <a:off x="1429" y="2112"/>
                <a:ext cx="490" cy="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64" name="Line 32"/>
              <p:cNvSpPr>
                <a:spLocks noChangeAspect="1" noChangeShapeType="1"/>
              </p:cNvSpPr>
              <p:nvPr/>
            </p:nvSpPr>
            <p:spPr bwMode="black">
              <a:xfrm>
                <a:off x="1488" y="3360"/>
                <a:ext cx="431" cy="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65" name="Arc 33"/>
              <p:cNvSpPr>
                <a:spLocks noChangeAspect="1"/>
              </p:cNvSpPr>
              <p:nvPr/>
            </p:nvSpPr>
            <p:spPr bwMode="black">
              <a:xfrm>
                <a:off x="1919" y="2112"/>
                <a:ext cx="385" cy="78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3810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66" name="Arc 34"/>
              <p:cNvSpPr>
                <a:spLocks noChangeAspect="1"/>
              </p:cNvSpPr>
              <p:nvPr/>
            </p:nvSpPr>
            <p:spPr bwMode="black">
              <a:xfrm flipV="1">
                <a:off x="1919" y="2788"/>
                <a:ext cx="385" cy="57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3810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67" name="Arc 35"/>
              <p:cNvSpPr>
                <a:spLocks noChangeAspect="1"/>
              </p:cNvSpPr>
              <p:nvPr/>
            </p:nvSpPr>
            <p:spPr bwMode="black">
              <a:xfrm flipH="1">
                <a:off x="1199" y="2112"/>
                <a:ext cx="240" cy="62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3810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68" name="Arc 36"/>
              <p:cNvSpPr>
                <a:spLocks noChangeAspect="1"/>
              </p:cNvSpPr>
              <p:nvPr/>
            </p:nvSpPr>
            <p:spPr bwMode="black">
              <a:xfrm flipH="1" flipV="1">
                <a:off x="1199" y="2736"/>
                <a:ext cx="289" cy="62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3810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4069" name="Line 37"/>
            <p:cNvSpPr>
              <a:spLocks noChangeAspect="1" noChangeShapeType="1"/>
            </p:cNvSpPr>
            <p:nvPr/>
          </p:nvSpPr>
          <p:spPr bwMode="black">
            <a:xfrm flipH="1">
              <a:off x="816" y="3120"/>
              <a:ext cx="672" cy="0"/>
            </a:xfrm>
            <a:prstGeom prst="line">
              <a:avLst/>
            </a:prstGeom>
            <a:noFill/>
            <a:ln w="381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70" name="Line 38"/>
            <p:cNvSpPr>
              <a:spLocks noChangeAspect="1" noChangeShapeType="1"/>
            </p:cNvSpPr>
            <p:nvPr/>
          </p:nvSpPr>
          <p:spPr bwMode="black">
            <a:xfrm flipH="1">
              <a:off x="816" y="1872"/>
              <a:ext cx="623" cy="0"/>
            </a:xfrm>
            <a:prstGeom prst="line">
              <a:avLst/>
            </a:prstGeom>
            <a:noFill/>
            <a:ln w="381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71" name="Rectangle 39"/>
            <p:cNvSpPr>
              <a:spLocks noChangeAspect="1" noChangeArrowheads="1"/>
            </p:cNvSpPr>
            <p:nvPr/>
          </p:nvSpPr>
          <p:spPr bwMode="black">
            <a:xfrm>
              <a:off x="1565" y="2328"/>
              <a:ext cx="318" cy="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800" b="1" i="1" dirty="0">
                  <a:solidFill>
                    <a:srgbClr val="000000"/>
                  </a:solidFill>
                  <a:latin typeface="Times New Roman" panose="02020603050405020304" pitchFamily="18" charset="0"/>
                  <a:cs typeface="Times New Roman" panose="02020603050405020304" pitchFamily="18" charset="0"/>
                </a:rPr>
                <a:t>D</a:t>
              </a:r>
            </a:p>
          </p:txBody>
        </p:sp>
        <p:grpSp>
          <p:nvGrpSpPr>
            <p:cNvPr id="44072" name="Group 40"/>
            <p:cNvGrpSpPr>
              <a:grpSpLocks noChangeAspect="1"/>
            </p:cNvGrpSpPr>
            <p:nvPr/>
          </p:nvGrpSpPr>
          <p:grpSpPr bwMode="auto">
            <a:xfrm>
              <a:off x="522" y="1344"/>
              <a:ext cx="2176" cy="2421"/>
              <a:chOff x="522" y="1584"/>
              <a:chExt cx="2176" cy="2421"/>
            </a:xfrm>
          </p:grpSpPr>
          <p:sp>
            <p:nvSpPr>
              <p:cNvPr id="44073" name="Line 41"/>
              <p:cNvSpPr>
                <a:spLocks noChangeAspect="1" noChangeShapeType="1"/>
              </p:cNvSpPr>
              <p:nvPr/>
            </p:nvSpPr>
            <p:spPr bwMode="black">
              <a:xfrm>
                <a:off x="799" y="3646"/>
                <a:ext cx="1867" cy="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74" name="Rectangle 42"/>
              <p:cNvSpPr>
                <a:spLocks noChangeAspect="1" noChangeArrowheads="1"/>
              </p:cNvSpPr>
              <p:nvPr/>
            </p:nvSpPr>
            <p:spPr bwMode="black">
              <a:xfrm>
                <a:off x="522" y="1584"/>
                <a:ext cx="253" cy="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800" b="1" i="1" dirty="0">
                    <a:solidFill>
                      <a:srgbClr val="000000"/>
                    </a:solidFill>
                    <a:latin typeface="Times New Roman" panose="02020603050405020304" pitchFamily="18" charset="0"/>
                    <a:cs typeface="Times New Roman" panose="02020603050405020304" pitchFamily="18" charset="0"/>
                  </a:rPr>
                  <a:t>y</a:t>
                </a:r>
              </a:p>
            </p:txBody>
          </p:sp>
          <p:sp>
            <p:nvSpPr>
              <p:cNvPr id="44075" name="Rectangle 43"/>
              <p:cNvSpPr>
                <a:spLocks noChangeAspect="1" noChangeArrowheads="1"/>
              </p:cNvSpPr>
              <p:nvPr/>
            </p:nvSpPr>
            <p:spPr bwMode="black">
              <a:xfrm>
                <a:off x="522" y="3609"/>
                <a:ext cx="399" cy="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CN" sz="2800" b="1" i="1" dirty="0">
                    <a:solidFill>
                      <a:srgbClr val="000000"/>
                    </a:solidFill>
                    <a:latin typeface="Times New Roman" panose="02020603050405020304" pitchFamily="18" charset="0"/>
                    <a:cs typeface="Times New Roman" panose="02020603050405020304" pitchFamily="18" charset="0"/>
                  </a:rPr>
                  <a:t>o</a:t>
                </a:r>
              </a:p>
            </p:txBody>
          </p:sp>
          <p:sp>
            <p:nvSpPr>
              <p:cNvPr id="44076" name="Rectangle 44"/>
              <p:cNvSpPr>
                <a:spLocks noChangeAspect="1" noChangeArrowheads="1"/>
              </p:cNvSpPr>
              <p:nvPr/>
            </p:nvSpPr>
            <p:spPr bwMode="black">
              <a:xfrm>
                <a:off x="2439" y="3633"/>
                <a:ext cx="259" cy="3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800" b="1" i="1" dirty="0">
                    <a:solidFill>
                      <a:srgbClr val="000000"/>
                    </a:solidFill>
                    <a:latin typeface="Times New Roman" panose="02020603050405020304" pitchFamily="18" charset="0"/>
                    <a:cs typeface="Times New Roman" panose="02020603050405020304" pitchFamily="18" charset="0"/>
                  </a:rPr>
                  <a:t>x</a:t>
                </a:r>
              </a:p>
            </p:txBody>
          </p:sp>
          <p:sp>
            <p:nvSpPr>
              <p:cNvPr id="44077" name="Line 45"/>
              <p:cNvSpPr>
                <a:spLocks noChangeAspect="1" noChangeShapeType="1"/>
              </p:cNvSpPr>
              <p:nvPr/>
            </p:nvSpPr>
            <p:spPr bwMode="auto">
              <a:xfrm flipV="1">
                <a:off x="794" y="1680"/>
                <a:ext cx="0" cy="196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78" name="Text Box 46"/>
              <p:cNvSpPr txBox="1">
                <a:spLocks noChangeAspect="1" noChangeArrowheads="1"/>
              </p:cNvSpPr>
              <p:nvPr/>
            </p:nvSpPr>
            <p:spPr bwMode="black">
              <a:xfrm>
                <a:off x="576" y="1968"/>
                <a:ext cx="238" cy="1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800" b="1" i="1" dirty="0">
                    <a:solidFill>
                      <a:srgbClr val="000000"/>
                    </a:solidFill>
                    <a:latin typeface="Times New Roman" panose="02020603050405020304" pitchFamily="18" charset="0"/>
                    <a:cs typeface="Times New Roman" panose="02020603050405020304" pitchFamily="18" charset="0"/>
                  </a:rPr>
                  <a:t>d</a:t>
                </a:r>
              </a:p>
              <a:p>
                <a:pPr algn="ctr">
                  <a:spcBef>
                    <a:spcPct val="50000"/>
                  </a:spcBef>
                </a:pPr>
                <a:endParaRPr lang="en-US" altLang="zh-CN" sz="2800" b="1" i="1" dirty="0">
                  <a:solidFill>
                    <a:srgbClr val="000000"/>
                  </a:solidFill>
                  <a:latin typeface="Times New Roman" panose="02020603050405020304" pitchFamily="18" charset="0"/>
                  <a:cs typeface="Times New Roman" panose="02020603050405020304" pitchFamily="18" charset="0"/>
                </a:endParaRPr>
              </a:p>
              <a:p>
                <a:pPr algn="ctr">
                  <a:spcBef>
                    <a:spcPct val="50000"/>
                  </a:spcBef>
                </a:pPr>
                <a:endParaRPr lang="en-US" altLang="zh-CN" sz="2800" b="1" i="1" dirty="0">
                  <a:solidFill>
                    <a:srgbClr val="000000"/>
                  </a:solidFill>
                  <a:latin typeface="Times New Roman" panose="02020603050405020304" pitchFamily="18" charset="0"/>
                  <a:cs typeface="Times New Roman" panose="02020603050405020304" pitchFamily="18" charset="0"/>
                </a:endParaRPr>
              </a:p>
              <a:p>
                <a:pPr algn="ctr">
                  <a:spcBef>
                    <a:spcPct val="50000"/>
                  </a:spcBef>
                </a:pPr>
                <a:r>
                  <a:rPr lang="en-US" altLang="zh-CN" sz="2800" b="1" i="1" dirty="0">
                    <a:solidFill>
                      <a:srgbClr val="000000"/>
                    </a:solidFill>
                    <a:latin typeface="Times New Roman" panose="02020603050405020304" pitchFamily="18" charset="0"/>
                    <a:cs typeface="Times New Roman" panose="02020603050405020304" pitchFamily="18" charset="0"/>
                  </a:rPr>
                  <a:t>c</a:t>
                </a:r>
              </a:p>
            </p:txBody>
          </p:sp>
        </p:grpSp>
        <p:grpSp>
          <p:nvGrpSpPr>
            <p:cNvPr id="44079" name="Group 47"/>
            <p:cNvGrpSpPr>
              <a:grpSpLocks noChangeAspect="1"/>
            </p:cNvGrpSpPr>
            <p:nvPr/>
          </p:nvGrpSpPr>
          <p:grpSpPr bwMode="auto">
            <a:xfrm>
              <a:off x="1017" y="1383"/>
              <a:ext cx="999" cy="633"/>
              <a:chOff x="1017" y="1623"/>
              <a:chExt cx="999" cy="633"/>
            </a:xfrm>
          </p:grpSpPr>
          <p:graphicFrame>
            <p:nvGraphicFramePr>
              <p:cNvPr id="44080" name="Object 48"/>
              <p:cNvGraphicFramePr>
                <a:graphicFrameLocks noChangeAspect="1"/>
              </p:cNvGraphicFramePr>
              <p:nvPr>
                <p:extLst>
                  <p:ext uri="{D42A27DB-BD31-4B8C-83A1-F6EECF244321}">
                    <p14:modId xmlns:p14="http://schemas.microsoft.com/office/powerpoint/2010/main" val="3466006268"/>
                  </p:ext>
                </p:extLst>
              </p:nvPr>
            </p:nvGraphicFramePr>
            <p:xfrm>
              <a:off x="1017" y="1623"/>
              <a:ext cx="999" cy="352"/>
            </p:xfrm>
            <a:graphic>
              <a:graphicData uri="http://schemas.openxmlformats.org/presentationml/2006/ole">
                <mc:AlternateContent xmlns:mc="http://schemas.openxmlformats.org/markup-compatibility/2006">
                  <mc:Choice xmlns:v="urn:schemas-microsoft-com:vml" Requires="v">
                    <p:oleObj spid="_x0000_s2213" name="Equation" r:id="rId9" imgW="647640" imgH="228600" progId="Equation.DSMT4">
                      <p:embed/>
                    </p:oleObj>
                  </mc:Choice>
                  <mc:Fallback>
                    <p:oleObj name="Equation" r:id="rId9" imgW="647640" imgH="228600" progId="Equation.DSMT4">
                      <p:embed/>
                      <p:pic>
                        <p:nvPicPr>
                          <p:cNvPr id="0" name=""/>
                          <p:cNvPicPr>
                            <a:picLocks noChangeAspect="1" noChangeArrowheads="1"/>
                          </p:cNvPicPr>
                          <p:nvPr/>
                        </p:nvPicPr>
                        <p:blipFill>
                          <a:blip r:embed="rId10"/>
                          <a:srcRect/>
                          <a:stretch>
                            <a:fillRect/>
                          </a:stretch>
                        </p:blipFill>
                        <p:spPr bwMode="black">
                          <a:xfrm>
                            <a:off x="1017" y="1623"/>
                            <a:ext cx="999" cy="3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81" name="Line 49"/>
              <p:cNvSpPr>
                <a:spLocks noChangeAspect="1" noChangeShapeType="1"/>
              </p:cNvSpPr>
              <p:nvPr/>
            </p:nvSpPr>
            <p:spPr bwMode="auto">
              <a:xfrm>
                <a:off x="1248" y="1872"/>
                <a:ext cx="48" cy="384"/>
              </a:xfrm>
              <a:prstGeom prst="line">
                <a:avLst/>
              </a:prstGeom>
              <a:noFill/>
              <a:ln w="952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4082" name="Line 50"/>
            <p:cNvSpPr>
              <a:spLocks noChangeAspect="1" noChangeShapeType="1"/>
            </p:cNvSpPr>
            <p:nvPr/>
          </p:nvSpPr>
          <p:spPr bwMode="auto">
            <a:xfrm>
              <a:off x="410" y="2640"/>
              <a:ext cx="2256" cy="0"/>
            </a:xfrm>
            <a:prstGeom prst="line">
              <a:avLst/>
            </a:prstGeom>
            <a:noFill/>
            <a:ln w="38100">
              <a:solidFill>
                <a:srgbClr val="FF00FF"/>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4083" name="Group 51"/>
            <p:cNvGrpSpPr>
              <a:grpSpLocks noChangeAspect="1"/>
            </p:cNvGrpSpPr>
            <p:nvPr/>
          </p:nvGrpSpPr>
          <p:grpSpPr bwMode="auto">
            <a:xfrm>
              <a:off x="2304" y="2727"/>
              <a:ext cx="1008" cy="352"/>
              <a:chOff x="2304" y="2967"/>
              <a:chExt cx="1008" cy="352"/>
            </a:xfrm>
          </p:grpSpPr>
          <p:graphicFrame>
            <p:nvGraphicFramePr>
              <p:cNvPr id="44084" name="Object 52"/>
              <p:cNvGraphicFramePr>
                <a:graphicFrameLocks noChangeAspect="1"/>
              </p:cNvGraphicFramePr>
              <p:nvPr>
                <p:extLst>
                  <p:ext uri="{D42A27DB-BD31-4B8C-83A1-F6EECF244321}">
                    <p14:modId xmlns:p14="http://schemas.microsoft.com/office/powerpoint/2010/main" val="3167923318"/>
                  </p:ext>
                </p:extLst>
              </p:nvPr>
            </p:nvGraphicFramePr>
            <p:xfrm>
              <a:off x="2314" y="2967"/>
              <a:ext cx="998" cy="352"/>
            </p:xfrm>
            <a:graphic>
              <a:graphicData uri="http://schemas.openxmlformats.org/presentationml/2006/ole">
                <mc:AlternateContent xmlns:mc="http://schemas.openxmlformats.org/markup-compatibility/2006">
                  <mc:Choice xmlns:v="urn:schemas-microsoft-com:vml" Requires="v">
                    <p:oleObj spid="_x0000_s2214" name="Equation" r:id="rId11" imgW="647640" imgH="228600" progId="Equation.DSMT4">
                      <p:embed/>
                    </p:oleObj>
                  </mc:Choice>
                  <mc:Fallback>
                    <p:oleObj name="Equation" r:id="rId11" imgW="647640" imgH="228600" progId="Equation.DSMT4">
                      <p:embed/>
                      <p:pic>
                        <p:nvPicPr>
                          <p:cNvPr id="0" name=""/>
                          <p:cNvPicPr>
                            <a:picLocks noChangeAspect="1" noChangeArrowheads="1"/>
                          </p:cNvPicPr>
                          <p:nvPr/>
                        </p:nvPicPr>
                        <p:blipFill>
                          <a:blip r:embed="rId12"/>
                          <a:srcRect/>
                          <a:stretch>
                            <a:fillRect/>
                          </a:stretch>
                        </p:blipFill>
                        <p:spPr bwMode="black">
                          <a:xfrm>
                            <a:off x="2314" y="2967"/>
                            <a:ext cx="998" cy="3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85" name="Line 53"/>
              <p:cNvSpPr>
                <a:spLocks noChangeAspect="1" noChangeShapeType="1"/>
              </p:cNvSpPr>
              <p:nvPr/>
            </p:nvSpPr>
            <p:spPr bwMode="black">
              <a:xfrm>
                <a:off x="2304" y="2976"/>
                <a:ext cx="96" cy="96"/>
              </a:xfrm>
              <a:prstGeom prst="line">
                <a:avLst/>
              </a:prstGeom>
              <a:noFill/>
              <a:ln w="952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Tree>
    <p:extLst>
      <p:ext uri="{BB962C8B-B14F-4D97-AF65-F5344CB8AC3E}">
        <p14:creationId xmlns:p14="http://schemas.microsoft.com/office/powerpoint/2010/main" val="3212848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4034"/>
                                        </p:tgtEl>
                                        <p:attrNameLst>
                                          <p:attrName>style.visibility</p:attrName>
                                        </p:attrNameLst>
                                      </p:cBhvr>
                                      <p:to>
                                        <p:strVal val="visible"/>
                                      </p:to>
                                    </p:set>
                                    <p:animEffect transition="in" filter="wipe(left)">
                                      <p:cBhvr>
                                        <p:cTn id="7" dur="500"/>
                                        <p:tgtEl>
                                          <p:spTgt spid="4403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4035"/>
                                        </p:tgtEl>
                                        <p:attrNameLst>
                                          <p:attrName>style.visibility</p:attrName>
                                        </p:attrNameLst>
                                      </p:cBhvr>
                                      <p:to>
                                        <p:strVal val="visible"/>
                                      </p:to>
                                    </p:set>
                                    <p:animEffect transition="in" filter="wipe(left)">
                                      <p:cBhvr>
                                        <p:cTn id="12" dur="500"/>
                                        <p:tgtEl>
                                          <p:spTgt spid="4403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4036"/>
                                        </p:tgtEl>
                                        <p:attrNameLst>
                                          <p:attrName>style.visibility</p:attrName>
                                        </p:attrNameLst>
                                      </p:cBhvr>
                                      <p:to>
                                        <p:strVal val="visible"/>
                                      </p:to>
                                    </p:set>
                                    <p:animEffect transition="in" filter="wipe(left)">
                                      <p:cBhvr>
                                        <p:cTn id="17" dur="500"/>
                                        <p:tgtEl>
                                          <p:spTgt spid="4403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4037"/>
                                        </p:tgtEl>
                                        <p:attrNameLst>
                                          <p:attrName>style.visibility</p:attrName>
                                        </p:attrNameLst>
                                      </p:cBhvr>
                                      <p:to>
                                        <p:strVal val="visible"/>
                                      </p:to>
                                    </p:set>
                                    <p:animEffect transition="in" filter="wipe(left)">
                                      <p:cBhvr>
                                        <p:cTn id="22" dur="500"/>
                                        <p:tgtEl>
                                          <p:spTgt spid="4403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44038"/>
                                        </p:tgtEl>
                                        <p:attrNameLst>
                                          <p:attrName>style.visibility</p:attrName>
                                        </p:attrNameLst>
                                      </p:cBhvr>
                                      <p:to>
                                        <p:strVal val="visible"/>
                                      </p:to>
                                    </p:set>
                                    <p:animEffect transition="in" filter="wipe(left)">
                                      <p:cBhvr>
                                        <p:cTn id="27" dur="500"/>
                                        <p:tgtEl>
                                          <p:spTgt spid="4403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44060"/>
                                        </p:tgtEl>
                                        <p:attrNameLst>
                                          <p:attrName>style.visibility</p:attrName>
                                        </p:attrNameLst>
                                      </p:cBhvr>
                                      <p:to>
                                        <p:strVal val="visible"/>
                                      </p:to>
                                    </p:set>
                                    <p:animEffect transition="in" filter="wipe(left)">
                                      <p:cBhvr>
                                        <p:cTn id="32" dur="500"/>
                                        <p:tgtEl>
                                          <p:spTgt spid="440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4" grpId="0" autoUpdateAnimBg="0"/>
      <p:bldP spid="44035" grpId="0" autoUpdateAnimBg="0"/>
      <p:bldP spid="44036" grpId="0" autoUpdateAnimBg="0"/>
      <p:bldP spid="44037"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p:cNvSpPr>
            <a:spLocks noGrp="1"/>
          </p:cNvSpPr>
          <p:nvPr>
            <p:ph type="sldNum" sz="quarter" idx="12"/>
          </p:nvPr>
        </p:nvSpPr>
        <p:spPr/>
        <p:txBody>
          <a:bodyPr/>
          <a:lstStyle/>
          <a:p>
            <a:fld id="{19B43C19-DC9F-4E04-A9FD-8D9184C60430}" type="slidenum">
              <a:rPr lang="en-US" altLang="zh-CN"/>
              <a:pPr/>
              <a:t>3</a:t>
            </a:fld>
            <a:endParaRPr lang="en-US" altLang="zh-CN"/>
          </a:p>
        </p:txBody>
      </p:sp>
      <p:sp>
        <p:nvSpPr>
          <p:cNvPr id="43010" name="Rectangle 2"/>
          <p:cNvSpPr>
            <a:spLocks noChangeArrowheads="1"/>
          </p:cNvSpPr>
          <p:nvPr/>
        </p:nvSpPr>
        <p:spPr bwMode="auto">
          <a:xfrm>
            <a:off x="2209800" y="485775"/>
            <a:ext cx="75438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800" b="1" dirty="0">
                <a:solidFill>
                  <a:srgbClr val="000000"/>
                </a:solidFill>
              </a:rPr>
              <a:t>     </a:t>
            </a:r>
            <a:r>
              <a:rPr lang="zh-CN" altLang="en-US" sz="2800" b="1" dirty="0">
                <a:solidFill>
                  <a:srgbClr val="000000"/>
                </a:solidFill>
              </a:rPr>
              <a:t>积分区域的不等式表示的是二重积分化为二次积分确定积分限的基本依据。 </a:t>
            </a:r>
          </a:p>
        </p:txBody>
      </p:sp>
      <p:sp>
        <p:nvSpPr>
          <p:cNvPr id="43011" name="Rectangle 3"/>
          <p:cNvSpPr>
            <a:spLocks noChangeArrowheads="1"/>
          </p:cNvSpPr>
          <p:nvPr/>
        </p:nvSpPr>
        <p:spPr bwMode="auto">
          <a:xfrm>
            <a:off x="2209800" y="1552576"/>
            <a:ext cx="4876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800" b="1" dirty="0">
                <a:solidFill>
                  <a:srgbClr val="000000"/>
                </a:solidFill>
                <a:latin typeface="Times New Roman" panose="02020603050405020304" pitchFamily="18" charset="0"/>
                <a:cs typeface="Times New Roman" panose="02020603050405020304" pitchFamily="18" charset="0"/>
              </a:rPr>
              <a:t>(2) </a:t>
            </a:r>
            <a:r>
              <a:rPr lang="zh-CN" altLang="en-US" sz="2800" b="1" dirty="0">
                <a:solidFill>
                  <a:srgbClr val="000000"/>
                </a:solidFill>
              </a:rPr>
              <a:t>积分顺序的确定 </a:t>
            </a:r>
          </a:p>
        </p:txBody>
      </p:sp>
      <p:sp>
        <p:nvSpPr>
          <p:cNvPr id="43012" name="Rectangle 4"/>
          <p:cNvSpPr>
            <a:spLocks noChangeArrowheads="1"/>
          </p:cNvSpPr>
          <p:nvPr/>
        </p:nvSpPr>
        <p:spPr bwMode="auto">
          <a:xfrm>
            <a:off x="2209800" y="2162175"/>
            <a:ext cx="79248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800" b="1" dirty="0">
                <a:solidFill>
                  <a:srgbClr val="000000"/>
                </a:solidFill>
              </a:rPr>
              <a:t>      </a:t>
            </a:r>
            <a:r>
              <a:rPr lang="zh-CN" altLang="en-US" sz="2800" b="1" dirty="0">
                <a:solidFill>
                  <a:srgbClr val="000000"/>
                </a:solidFill>
              </a:rPr>
              <a:t>先</a:t>
            </a:r>
            <a:r>
              <a:rPr lang="zh-CN" altLang="en-US" sz="2800" b="1" dirty="0" smtClean="0">
                <a:solidFill>
                  <a:srgbClr val="000000"/>
                </a:solidFill>
              </a:rPr>
              <a:t>积 </a:t>
            </a:r>
            <a:r>
              <a:rPr lang="en-US" altLang="zh-CN" sz="2800" b="1" i="1" dirty="0" smtClean="0">
                <a:solidFill>
                  <a:srgbClr val="000000"/>
                </a:solidFill>
                <a:latin typeface="Times New Roman" panose="02020603050405020304" pitchFamily="18" charset="0"/>
                <a:cs typeface="Times New Roman" panose="02020603050405020304" pitchFamily="18" charset="0"/>
              </a:rPr>
              <a:t>y </a:t>
            </a:r>
            <a:r>
              <a:rPr lang="zh-CN" altLang="en-US" sz="2800" b="1" dirty="0" smtClean="0">
                <a:solidFill>
                  <a:srgbClr val="000000"/>
                </a:solidFill>
              </a:rPr>
              <a:t>还是</a:t>
            </a:r>
            <a:r>
              <a:rPr lang="zh-CN" altLang="en-US" sz="2800" b="1" dirty="0">
                <a:solidFill>
                  <a:srgbClr val="000000"/>
                </a:solidFill>
              </a:rPr>
              <a:t>先</a:t>
            </a:r>
            <a:r>
              <a:rPr lang="zh-CN" altLang="en-US" sz="2800" b="1" dirty="0" smtClean="0">
                <a:solidFill>
                  <a:srgbClr val="000000"/>
                </a:solidFill>
              </a:rPr>
              <a:t>积 </a:t>
            </a:r>
            <a:r>
              <a:rPr lang="en-US" altLang="zh-CN" sz="2800" b="1" i="1" dirty="0" smtClean="0">
                <a:solidFill>
                  <a:srgbClr val="000000"/>
                </a:solidFill>
                <a:latin typeface="Times New Roman" panose="02020603050405020304" pitchFamily="18" charset="0"/>
                <a:cs typeface="Times New Roman" panose="02020603050405020304" pitchFamily="18" charset="0"/>
              </a:rPr>
              <a:t>x</a:t>
            </a:r>
            <a:r>
              <a:rPr lang="zh-CN" altLang="en-US" sz="2800" b="1" dirty="0">
                <a:solidFill>
                  <a:srgbClr val="000000"/>
                </a:solidFill>
              </a:rPr>
              <a:t>，要结合</a:t>
            </a:r>
            <a:r>
              <a:rPr lang="zh-CN" altLang="en-US" sz="2800" b="1" dirty="0" smtClean="0">
                <a:solidFill>
                  <a:srgbClr val="000000"/>
                </a:solidFill>
              </a:rPr>
              <a:t>被积函数 </a:t>
            </a:r>
            <a:r>
              <a:rPr lang="en-US" altLang="zh-CN" sz="2800" b="1" i="1" dirty="0" smtClean="0">
                <a:solidFill>
                  <a:srgbClr val="000000"/>
                </a:solidFill>
                <a:latin typeface="Times New Roman" panose="02020603050405020304" pitchFamily="18" charset="0"/>
                <a:cs typeface="Times New Roman" panose="02020603050405020304" pitchFamily="18" charset="0"/>
              </a:rPr>
              <a:t>f </a:t>
            </a:r>
            <a:r>
              <a:rPr lang="en-US" altLang="zh-CN" sz="2800" b="1"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x</a:t>
            </a:r>
            <a:r>
              <a:rPr lang="en-US" altLang="zh-CN" sz="2800" b="1" dirty="0" smtClean="0">
                <a:solidFill>
                  <a:srgbClr val="000000"/>
                </a:solidFill>
                <a:latin typeface="Times New Roman" panose="02020603050405020304" pitchFamily="18" charset="0"/>
                <a:cs typeface="Times New Roman" panose="02020603050405020304" pitchFamily="18" charset="0"/>
              </a:rPr>
              <a:t>, </a:t>
            </a:r>
            <a:r>
              <a:rPr lang="en-US" altLang="zh-CN" sz="2800" b="1" i="1" dirty="0" smtClean="0">
                <a:solidFill>
                  <a:srgbClr val="000000"/>
                </a:solidFill>
                <a:latin typeface="Times New Roman" panose="02020603050405020304" pitchFamily="18" charset="0"/>
                <a:cs typeface="Times New Roman" panose="02020603050405020304" pitchFamily="18" charset="0"/>
              </a:rPr>
              <a:t>y</a:t>
            </a:r>
            <a:r>
              <a:rPr lang="en-US" altLang="zh-CN" sz="2800" b="1" dirty="0" smtClean="0">
                <a:solidFill>
                  <a:srgbClr val="000000"/>
                </a:solidFill>
                <a:latin typeface="Times New Roman" panose="02020603050405020304" pitchFamily="18" charset="0"/>
                <a:cs typeface="Times New Roman" panose="02020603050405020304" pitchFamily="18" charset="0"/>
              </a:rPr>
              <a:t>) </a:t>
            </a:r>
            <a:r>
              <a:rPr lang="zh-CN" altLang="en-US" sz="2800" b="1" dirty="0" smtClean="0">
                <a:solidFill>
                  <a:srgbClr val="000000"/>
                </a:solidFill>
              </a:rPr>
              <a:t>及</a:t>
            </a:r>
            <a:r>
              <a:rPr lang="zh-CN" altLang="en-US" sz="2800" b="1" dirty="0">
                <a:solidFill>
                  <a:srgbClr val="000000"/>
                </a:solidFill>
              </a:rPr>
              <a:t>积分区域两个方面的特点加以考虑。</a:t>
            </a:r>
          </a:p>
        </p:txBody>
      </p:sp>
      <p:sp>
        <p:nvSpPr>
          <p:cNvPr id="43013" name="Rectangle 5"/>
          <p:cNvSpPr>
            <a:spLocks noChangeArrowheads="1"/>
          </p:cNvSpPr>
          <p:nvPr/>
        </p:nvSpPr>
        <p:spPr bwMode="auto">
          <a:xfrm>
            <a:off x="2209800" y="3838575"/>
            <a:ext cx="79248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800" b="1" dirty="0">
                <a:solidFill>
                  <a:srgbClr val="000000"/>
                </a:solidFill>
              </a:rPr>
              <a:t>    </a:t>
            </a:r>
            <a:r>
              <a:rPr lang="zh-CN" altLang="en-US" sz="2800" b="1" dirty="0">
                <a:solidFill>
                  <a:srgbClr val="000000"/>
                </a:solidFill>
              </a:rPr>
              <a:t>如仅从积分区域的特点看，</a:t>
            </a:r>
            <a:r>
              <a:rPr lang="en-US" altLang="zh-CN" sz="2800" b="1" i="1" dirty="0">
                <a:solidFill>
                  <a:srgbClr val="000000"/>
                </a:solidFill>
                <a:latin typeface="Times New Roman" panose="02020603050405020304" pitchFamily="18" charset="0"/>
                <a:cs typeface="Times New Roman" panose="02020603050405020304" pitchFamily="18" charset="0"/>
              </a:rPr>
              <a:t>D</a:t>
            </a:r>
            <a:r>
              <a:rPr lang="zh-CN" altLang="en-US" sz="2800" b="1" dirty="0">
                <a:solidFill>
                  <a:srgbClr val="000000"/>
                </a:solidFill>
              </a:rPr>
              <a:t>是</a:t>
            </a:r>
            <a:r>
              <a:rPr lang="en-US" altLang="zh-CN" sz="2800" b="1" i="1" dirty="0">
                <a:solidFill>
                  <a:srgbClr val="000000"/>
                </a:solidFill>
                <a:latin typeface="Times New Roman" panose="02020603050405020304" pitchFamily="18" charset="0"/>
                <a:cs typeface="Times New Roman" panose="02020603050405020304" pitchFamily="18" charset="0"/>
              </a:rPr>
              <a:t>X</a:t>
            </a:r>
            <a:r>
              <a:rPr lang="en-US" altLang="zh-CN" sz="2800" b="1" i="1" dirty="0">
                <a:solidFill>
                  <a:srgbClr val="000000"/>
                </a:solidFill>
              </a:rPr>
              <a:t> </a:t>
            </a:r>
            <a:r>
              <a:rPr lang="en-US" altLang="zh-CN" sz="2800" b="1" dirty="0">
                <a:solidFill>
                  <a:srgbClr val="000000"/>
                </a:solidFill>
              </a:rPr>
              <a:t>—</a:t>
            </a:r>
            <a:r>
              <a:rPr lang="zh-CN" altLang="en-US" sz="2800" b="1" dirty="0">
                <a:solidFill>
                  <a:srgbClr val="000000"/>
                </a:solidFill>
              </a:rPr>
              <a:t>型区域时先</a:t>
            </a:r>
            <a:r>
              <a:rPr lang="zh-CN" altLang="en-US" sz="2800" b="1" dirty="0" smtClean="0">
                <a:solidFill>
                  <a:srgbClr val="000000"/>
                </a:solidFill>
              </a:rPr>
              <a:t>积 </a:t>
            </a:r>
            <a:r>
              <a:rPr lang="en-US" altLang="zh-CN" sz="2800" b="1" i="1" dirty="0" smtClean="0">
                <a:solidFill>
                  <a:srgbClr val="000000"/>
                </a:solidFill>
                <a:latin typeface="Times New Roman" panose="02020603050405020304" pitchFamily="18" charset="0"/>
                <a:cs typeface="Times New Roman" panose="02020603050405020304" pitchFamily="18" charset="0"/>
              </a:rPr>
              <a:t>y</a:t>
            </a:r>
            <a:r>
              <a:rPr lang="zh-CN" altLang="en-US" sz="2800" b="1" dirty="0">
                <a:solidFill>
                  <a:srgbClr val="000000"/>
                </a:solidFill>
              </a:rPr>
              <a:t>；</a:t>
            </a:r>
            <a:r>
              <a:rPr lang="en-US" altLang="zh-CN" sz="2800" b="1" i="1" dirty="0">
                <a:solidFill>
                  <a:srgbClr val="000000"/>
                </a:solidFill>
                <a:latin typeface="Times New Roman" panose="02020603050405020304" pitchFamily="18" charset="0"/>
                <a:cs typeface="Times New Roman" panose="02020603050405020304" pitchFamily="18" charset="0"/>
              </a:rPr>
              <a:t>D</a:t>
            </a:r>
            <a:r>
              <a:rPr lang="zh-CN" altLang="en-US" sz="2800" b="1" dirty="0">
                <a:solidFill>
                  <a:srgbClr val="000000"/>
                </a:solidFill>
              </a:rPr>
              <a:t>是</a:t>
            </a:r>
            <a:r>
              <a:rPr lang="en-US" altLang="zh-CN" sz="2800" b="1" i="1" dirty="0">
                <a:solidFill>
                  <a:srgbClr val="000000"/>
                </a:solidFill>
                <a:latin typeface="Times New Roman" panose="02020603050405020304" pitchFamily="18" charset="0"/>
                <a:cs typeface="Times New Roman" panose="02020603050405020304" pitchFamily="18" charset="0"/>
              </a:rPr>
              <a:t>Y</a:t>
            </a:r>
            <a:r>
              <a:rPr lang="en-US" altLang="zh-CN" sz="2800" b="1" i="1" dirty="0">
                <a:solidFill>
                  <a:srgbClr val="000000"/>
                </a:solidFill>
              </a:rPr>
              <a:t> </a:t>
            </a:r>
            <a:r>
              <a:rPr lang="en-US" altLang="zh-CN" sz="2800" b="1" dirty="0">
                <a:solidFill>
                  <a:srgbClr val="000000"/>
                </a:solidFill>
              </a:rPr>
              <a:t>—</a:t>
            </a:r>
            <a:r>
              <a:rPr lang="zh-CN" altLang="en-US" sz="2800" b="1" dirty="0">
                <a:solidFill>
                  <a:srgbClr val="000000"/>
                </a:solidFill>
              </a:rPr>
              <a:t>型区域先</a:t>
            </a:r>
            <a:r>
              <a:rPr lang="zh-CN" altLang="en-US" sz="2800" b="1" dirty="0" smtClean="0">
                <a:solidFill>
                  <a:srgbClr val="000000"/>
                </a:solidFill>
              </a:rPr>
              <a:t>积 </a:t>
            </a:r>
            <a:r>
              <a:rPr lang="en-US" altLang="zh-CN" sz="2800" b="1" i="1" dirty="0" smtClean="0">
                <a:solidFill>
                  <a:srgbClr val="000000"/>
                </a:solidFill>
                <a:latin typeface="Times New Roman" panose="02020603050405020304" pitchFamily="18" charset="0"/>
                <a:cs typeface="Times New Roman" panose="02020603050405020304" pitchFamily="18" charset="0"/>
              </a:rPr>
              <a:t>x</a:t>
            </a:r>
            <a:r>
              <a:rPr lang="zh-CN" altLang="en-US" sz="2800" b="1" dirty="0">
                <a:solidFill>
                  <a:srgbClr val="000000"/>
                </a:solidFill>
              </a:rPr>
              <a:t>。</a:t>
            </a:r>
          </a:p>
        </p:txBody>
      </p:sp>
      <p:sp>
        <p:nvSpPr>
          <p:cNvPr id="43014" name="Rectangle 6"/>
          <p:cNvSpPr>
            <a:spLocks noChangeArrowheads="1"/>
          </p:cNvSpPr>
          <p:nvPr/>
        </p:nvSpPr>
        <p:spPr bwMode="auto">
          <a:xfrm>
            <a:off x="2209800" y="3228976"/>
            <a:ext cx="7924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800" b="1">
                <a:solidFill>
                  <a:srgbClr val="000000"/>
                </a:solidFill>
              </a:rPr>
              <a:t>   </a:t>
            </a:r>
            <a:r>
              <a:rPr lang="zh-CN" altLang="en-US" sz="2800" b="1">
                <a:solidFill>
                  <a:srgbClr val="000000"/>
                </a:solidFill>
              </a:rPr>
              <a:t>首先是“能积出”，其次是“易积出”。</a:t>
            </a:r>
          </a:p>
        </p:txBody>
      </p:sp>
      <p:sp>
        <p:nvSpPr>
          <p:cNvPr id="43015" name="Rectangle 7"/>
          <p:cNvSpPr>
            <a:spLocks noChangeArrowheads="1"/>
          </p:cNvSpPr>
          <p:nvPr/>
        </p:nvSpPr>
        <p:spPr bwMode="auto">
          <a:xfrm>
            <a:off x="2209800" y="4953000"/>
            <a:ext cx="79248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800" b="1" i="1" dirty="0">
                <a:solidFill>
                  <a:srgbClr val="000000"/>
                </a:solidFill>
              </a:rPr>
              <a:t>      </a:t>
            </a:r>
            <a:r>
              <a:rPr lang="en-US" altLang="zh-CN" sz="2800" b="1" i="1" dirty="0" smtClean="0">
                <a:solidFill>
                  <a:srgbClr val="000000"/>
                </a:solidFill>
                <a:latin typeface="Times New Roman" panose="02020603050405020304" pitchFamily="18" charset="0"/>
                <a:cs typeface="Times New Roman" panose="02020603050405020304" pitchFamily="18" charset="0"/>
              </a:rPr>
              <a:t>D </a:t>
            </a:r>
            <a:r>
              <a:rPr lang="zh-CN" altLang="en-US" sz="2800" b="1" dirty="0" smtClean="0">
                <a:solidFill>
                  <a:srgbClr val="000000"/>
                </a:solidFill>
              </a:rPr>
              <a:t>既是 </a:t>
            </a:r>
            <a:r>
              <a:rPr lang="en-US" altLang="zh-CN" sz="2800" b="1" i="1" dirty="0" smtClean="0">
                <a:solidFill>
                  <a:srgbClr val="000000"/>
                </a:solidFill>
                <a:latin typeface="Times New Roman" panose="02020603050405020304" pitchFamily="18" charset="0"/>
                <a:cs typeface="Times New Roman" panose="02020603050405020304" pitchFamily="18" charset="0"/>
              </a:rPr>
              <a:t>X</a:t>
            </a:r>
            <a:r>
              <a:rPr lang="en-US" altLang="zh-CN" sz="2800" b="1" i="1" dirty="0" smtClean="0">
                <a:solidFill>
                  <a:srgbClr val="000000"/>
                </a:solidFill>
              </a:rPr>
              <a:t> </a:t>
            </a:r>
            <a:r>
              <a:rPr lang="en-US" altLang="zh-CN" sz="2800" b="1" dirty="0">
                <a:solidFill>
                  <a:srgbClr val="000000"/>
                </a:solidFill>
              </a:rPr>
              <a:t>—</a:t>
            </a:r>
            <a:r>
              <a:rPr lang="zh-CN" altLang="en-US" sz="2800" b="1" dirty="0">
                <a:solidFill>
                  <a:srgbClr val="000000"/>
                </a:solidFill>
              </a:rPr>
              <a:t>型区域</a:t>
            </a:r>
            <a:r>
              <a:rPr lang="zh-CN" altLang="en-US" sz="2800" b="1" dirty="0" smtClean="0">
                <a:solidFill>
                  <a:srgbClr val="000000"/>
                </a:solidFill>
              </a:rPr>
              <a:t>又是 </a:t>
            </a:r>
            <a:r>
              <a:rPr lang="en-US" altLang="zh-CN" sz="2800" b="1" i="1" dirty="0" smtClean="0">
                <a:solidFill>
                  <a:srgbClr val="000000"/>
                </a:solidFill>
                <a:latin typeface="Times New Roman" panose="02020603050405020304" pitchFamily="18" charset="0"/>
                <a:cs typeface="Times New Roman" panose="02020603050405020304" pitchFamily="18" charset="0"/>
              </a:rPr>
              <a:t>Y</a:t>
            </a:r>
            <a:r>
              <a:rPr lang="en-US" altLang="zh-CN" sz="2800" b="1" i="1" dirty="0" smtClean="0">
                <a:solidFill>
                  <a:srgbClr val="000000"/>
                </a:solidFill>
              </a:rPr>
              <a:t> </a:t>
            </a:r>
            <a:r>
              <a:rPr lang="en-US" altLang="zh-CN" sz="2800" b="1" dirty="0">
                <a:solidFill>
                  <a:srgbClr val="000000"/>
                </a:solidFill>
              </a:rPr>
              <a:t>—</a:t>
            </a:r>
            <a:r>
              <a:rPr lang="zh-CN" altLang="en-US" sz="2800" b="1" dirty="0">
                <a:solidFill>
                  <a:srgbClr val="000000"/>
                </a:solidFill>
              </a:rPr>
              <a:t>型区域时</a:t>
            </a:r>
            <a:r>
              <a:rPr lang="en-US" altLang="zh-CN" sz="2800" b="1" dirty="0">
                <a:solidFill>
                  <a:srgbClr val="000000"/>
                </a:solidFill>
              </a:rPr>
              <a:t>,</a:t>
            </a:r>
            <a:r>
              <a:rPr lang="zh-CN" altLang="en-US" sz="2800" b="1" dirty="0">
                <a:solidFill>
                  <a:srgbClr val="000000"/>
                </a:solidFill>
              </a:rPr>
              <a:t>选定限时不需分块或分块较少的积分顺序。 </a:t>
            </a:r>
          </a:p>
        </p:txBody>
      </p:sp>
    </p:spTree>
    <p:extLst>
      <p:ext uri="{BB962C8B-B14F-4D97-AF65-F5344CB8AC3E}">
        <p14:creationId xmlns:p14="http://schemas.microsoft.com/office/powerpoint/2010/main" val="2083115359"/>
      </p:ext>
    </p:ext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3010"/>
                                        </p:tgtEl>
                                        <p:attrNameLst>
                                          <p:attrName>style.visibility</p:attrName>
                                        </p:attrNameLst>
                                      </p:cBhvr>
                                      <p:to>
                                        <p:strVal val="visible"/>
                                      </p:to>
                                    </p:set>
                                    <p:animEffect transition="in" filter="wipe(left)">
                                      <p:cBhvr>
                                        <p:cTn id="7" dur="500"/>
                                        <p:tgtEl>
                                          <p:spTgt spid="430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3011"/>
                                        </p:tgtEl>
                                        <p:attrNameLst>
                                          <p:attrName>style.visibility</p:attrName>
                                        </p:attrNameLst>
                                      </p:cBhvr>
                                      <p:to>
                                        <p:strVal val="visible"/>
                                      </p:to>
                                    </p:set>
                                    <p:animEffect transition="in" filter="wipe(left)">
                                      <p:cBhvr>
                                        <p:cTn id="12" dur="500"/>
                                        <p:tgtEl>
                                          <p:spTgt spid="4301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3012"/>
                                        </p:tgtEl>
                                        <p:attrNameLst>
                                          <p:attrName>style.visibility</p:attrName>
                                        </p:attrNameLst>
                                      </p:cBhvr>
                                      <p:to>
                                        <p:strVal val="visible"/>
                                      </p:to>
                                    </p:set>
                                    <p:animEffect transition="in" filter="wipe(left)">
                                      <p:cBhvr>
                                        <p:cTn id="17" dur="500"/>
                                        <p:tgtEl>
                                          <p:spTgt spid="4301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3014"/>
                                        </p:tgtEl>
                                        <p:attrNameLst>
                                          <p:attrName>style.visibility</p:attrName>
                                        </p:attrNameLst>
                                      </p:cBhvr>
                                      <p:to>
                                        <p:strVal val="visible"/>
                                      </p:to>
                                    </p:set>
                                    <p:animEffect transition="in" filter="wipe(left)">
                                      <p:cBhvr>
                                        <p:cTn id="22" dur="500"/>
                                        <p:tgtEl>
                                          <p:spTgt spid="4301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3013"/>
                                        </p:tgtEl>
                                        <p:attrNameLst>
                                          <p:attrName>style.visibility</p:attrName>
                                        </p:attrNameLst>
                                      </p:cBhvr>
                                      <p:to>
                                        <p:strVal val="visible"/>
                                      </p:to>
                                    </p:set>
                                    <p:animEffect transition="in" filter="wipe(left)">
                                      <p:cBhvr>
                                        <p:cTn id="27" dur="500"/>
                                        <p:tgtEl>
                                          <p:spTgt spid="4301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3015"/>
                                        </p:tgtEl>
                                        <p:attrNameLst>
                                          <p:attrName>style.visibility</p:attrName>
                                        </p:attrNameLst>
                                      </p:cBhvr>
                                      <p:to>
                                        <p:strVal val="visible"/>
                                      </p:to>
                                    </p:set>
                                    <p:animEffect transition="in" filter="wipe(left)">
                                      <p:cBhvr>
                                        <p:cTn id="32" dur="500"/>
                                        <p:tgtEl>
                                          <p:spTgt spid="430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0" grpId="0" autoUpdateAnimBg="0"/>
      <p:bldP spid="43011" grpId="0" autoUpdateAnimBg="0"/>
      <p:bldP spid="43012" grpId="0" autoUpdateAnimBg="0"/>
      <p:bldP spid="43013" grpId="0" autoUpdateAnimBg="0"/>
      <p:bldP spid="43014" grpId="0" autoUpdateAnimBg="0"/>
      <p:bldP spid="43015"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灯片编号占位符 3"/>
          <p:cNvSpPr>
            <a:spLocks noGrp="1"/>
          </p:cNvSpPr>
          <p:nvPr>
            <p:ph type="sldNum" sz="quarter" idx="12"/>
          </p:nvPr>
        </p:nvSpPr>
        <p:spPr/>
        <p:txBody>
          <a:bodyPr/>
          <a:lstStyle/>
          <a:p>
            <a:fld id="{63AB947F-FDF7-408E-86FF-DDDAC88A706E}" type="slidenum">
              <a:rPr lang="en-US" altLang="zh-CN"/>
              <a:pPr/>
              <a:t>4</a:t>
            </a:fld>
            <a:endParaRPr lang="en-US" altLang="zh-CN"/>
          </a:p>
        </p:txBody>
      </p:sp>
      <p:graphicFrame>
        <p:nvGraphicFramePr>
          <p:cNvPr id="41986" name="Object 2"/>
          <p:cNvGraphicFramePr>
            <a:graphicFrameLocks noChangeAspect="1"/>
          </p:cNvGraphicFramePr>
          <p:nvPr/>
        </p:nvGraphicFramePr>
        <p:xfrm>
          <a:off x="2027239" y="519114"/>
          <a:ext cx="4448175" cy="1157287"/>
        </p:xfrm>
        <a:graphic>
          <a:graphicData uri="http://schemas.openxmlformats.org/presentationml/2006/ole">
            <mc:AlternateContent xmlns:mc="http://schemas.openxmlformats.org/markup-compatibility/2006">
              <mc:Choice xmlns:v="urn:schemas-microsoft-com:vml" Requires="v">
                <p:oleObj spid="_x0000_s3371" name="Equation" r:id="rId3" imgW="1854000" imgH="482400" progId="Equation.DSMT4">
                  <p:embed/>
                </p:oleObj>
              </mc:Choice>
              <mc:Fallback>
                <p:oleObj name="Equation" r:id="rId3" imgW="1854000" imgH="4824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black">
                      <a:xfrm>
                        <a:off x="2027239" y="519114"/>
                        <a:ext cx="4448175" cy="1157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987" name="Object 3"/>
          <p:cNvGraphicFramePr>
            <a:graphicFrameLocks noChangeAspect="1"/>
          </p:cNvGraphicFramePr>
          <p:nvPr/>
        </p:nvGraphicFramePr>
        <p:xfrm>
          <a:off x="1876426" y="1981201"/>
          <a:ext cx="5484813" cy="974725"/>
        </p:xfrm>
        <a:graphic>
          <a:graphicData uri="http://schemas.openxmlformats.org/presentationml/2006/ole">
            <mc:AlternateContent xmlns:mc="http://schemas.openxmlformats.org/markup-compatibility/2006">
              <mc:Choice xmlns:v="urn:schemas-microsoft-com:vml" Requires="v">
                <p:oleObj spid="_x0000_s3372" name="Equation" r:id="rId5" imgW="2286000" imgH="406080" progId="Equation.DSMT4">
                  <p:embed/>
                </p:oleObj>
              </mc:Choice>
              <mc:Fallback>
                <p:oleObj name="Equation" r:id="rId5" imgW="2286000" imgH="40608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black">
                      <a:xfrm>
                        <a:off x="1876426" y="1981201"/>
                        <a:ext cx="5484813" cy="974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988" name="Object 4"/>
          <p:cNvGraphicFramePr>
            <a:graphicFrameLocks noChangeAspect="1"/>
          </p:cNvGraphicFramePr>
          <p:nvPr/>
        </p:nvGraphicFramePr>
        <p:xfrm>
          <a:off x="2027239" y="3567114"/>
          <a:ext cx="4478337" cy="1157287"/>
        </p:xfrm>
        <a:graphic>
          <a:graphicData uri="http://schemas.openxmlformats.org/presentationml/2006/ole">
            <mc:AlternateContent xmlns:mc="http://schemas.openxmlformats.org/markup-compatibility/2006">
              <mc:Choice xmlns:v="urn:schemas-microsoft-com:vml" Requires="v">
                <p:oleObj spid="_x0000_s3373" name="Equation" r:id="rId7" imgW="1866600" imgH="482400" progId="Equation.DSMT4">
                  <p:embed/>
                </p:oleObj>
              </mc:Choice>
              <mc:Fallback>
                <p:oleObj name="Equation" r:id="rId7" imgW="1866600" imgH="48240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black">
                      <a:xfrm>
                        <a:off x="2027239" y="3567114"/>
                        <a:ext cx="4478337" cy="1157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989" name="Object 5"/>
          <p:cNvGraphicFramePr>
            <a:graphicFrameLocks noChangeAspect="1"/>
          </p:cNvGraphicFramePr>
          <p:nvPr/>
        </p:nvGraphicFramePr>
        <p:xfrm>
          <a:off x="1876426" y="5105401"/>
          <a:ext cx="5514975" cy="974725"/>
        </p:xfrm>
        <a:graphic>
          <a:graphicData uri="http://schemas.openxmlformats.org/presentationml/2006/ole">
            <mc:AlternateContent xmlns:mc="http://schemas.openxmlformats.org/markup-compatibility/2006">
              <mc:Choice xmlns:v="urn:schemas-microsoft-com:vml" Requires="v">
                <p:oleObj spid="_x0000_s3374" name="Equation" r:id="rId9" imgW="2298600" imgH="406080" progId="Equation.DSMT4">
                  <p:embed/>
                </p:oleObj>
              </mc:Choice>
              <mc:Fallback>
                <p:oleObj name="Equation" r:id="rId9" imgW="2298600" imgH="40608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black">
                      <a:xfrm>
                        <a:off x="1876426" y="5105401"/>
                        <a:ext cx="5514975" cy="974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1990" name="Group 6"/>
          <p:cNvGrpSpPr>
            <a:grpSpLocks noChangeAspect="1"/>
          </p:cNvGrpSpPr>
          <p:nvPr/>
        </p:nvGrpSpPr>
        <p:grpSpPr bwMode="auto">
          <a:xfrm>
            <a:off x="7104063" y="449264"/>
            <a:ext cx="3230562" cy="2763837"/>
            <a:chOff x="385" y="1842"/>
            <a:chExt cx="2544" cy="2177"/>
          </a:xfrm>
        </p:grpSpPr>
        <p:sp>
          <p:nvSpPr>
            <p:cNvPr id="41991" name="Freeform 7" descr="深色竖线"/>
            <p:cNvSpPr>
              <a:spLocks noChangeAspect="1"/>
            </p:cNvSpPr>
            <p:nvPr/>
          </p:nvSpPr>
          <p:spPr bwMode="black">
            <a:xfrm>
              <a:off x="901" y="2421"/>
              <a:ext cx="1103" cy="1009"/>
            </a:xfrm>
            <a:custGeom>
              <a:avLst/>
              <a:gdLst>
                <a:gd name="T0" fmla="*/ 30 w 1103"/>
                <a:gd name="T1" fmla="*/ 295 h 1029"/>
                <a:gd name="T2" fmla="*/ 211 w 1103"/>
                <a:gd name="T3" fmla="*/ 159 h 1029"/>
                <a:gd name="T4" fmla="*/ 392 w 1103"/>
                <a:gd name="T5" fmla="*/ 69 h 1029"/>
                <a:gd name="T6" fmla="*/ 438 w 1103"/>
                <a:gd name="T7" fmla="*/ 114 h 1029"/>
                <a:gd name="T8" fmla="*/ 529 w 1103"/>
                <a:gd name="T9" fmla="*/ 159 h 1029"/>
                <a:gd name="T10" fmla="*/ 755 w 1103"/>
                <a:gd name="T11" fmla="*/ 159 h 1029"/>
                <a:gd name="T12" fmla="*/ 891 w 1103"/>
                <a:gd name="T13" fmla="*/ 69 h 1029"/>
                <a:gd name="T14" fmla="*/ 1073 w 1103"/>
                <a:gd name="T15" fmla="*/ 23 h 1029"/>
                <a:gd name="T16" fmla="*/ 1073 w 1103"/>
                <a:gd name="T17" fmla="*/ 205 h 1029"/>
                <a:gd name="T18" fmla="*/ 1073 w 1103"/>
                <a:gd name="T19" fmla="*/ 477 h 1029"/>
                <a:gd name="T20" fmla="*/ 1073 w 1103"/>
                <a:gd name="T21" fmla="*/ 885 h 1029"/>
                <a:gd name="T22" fmla="*/ 1073 w 1103"/>
                <a:gd name="T23" fmla="*/ 840 h 1029"/>
                <a:gd name="T24" fmla="*/ 1073 w 1103"/>
                <a:gd name="T25" fmla="*/ 794 h 1029"/>
                <a:gd name="T26" fmla="*/ 1073 w 1103"/>
                <a:gd name="T27" fmla="*/ 840 h 1029"/>
                <a:gd name="T28" fmla="*/ 937 w 1103"/>
                <a:gd name="T29" fmla="*/ 885 h 1029"/>
                <a:gd name="T30" fmla="*/ 846 w 1103"/>
                <a:gd name="T31" fmla="*/ 885 h 1029"/>
                <a:gd name="T32" fmla="*/ 710 w 1103"/>
                <a:gd name="T33" fmla="*/ 930 h 1029"/>
                <a:gd name="T34" fmla="*/ 574 w 1103"/>
                <a:gd name="T35" fmla="*/ 976 h 1029"/>
                <a:gd name="T36" fmla="*/ 529 w 1103"/>
                <a:gd name="T37" fmla="*/ 1021 h 1029"/>
                <a:gd name="T38" fmla="*/ 392 w 1103"/>
                <a:gd name="T39" fmla="*/ 930 h 1029"/>
                <a:gd name="T40" fmla="*/ 302 w 1103"/>
                <a:gd name="T41" fmla="*/ 885 h 1029"/>
                <a:gd name="T42" fmla="*/ 166 w 1103"/>
                <a:gd name="T43" fmla="*/ 840 h 1029"/>
                <a:gd name="T44" fmla="*/ 30 w 1103"/>
                <a:gd name="T45" fmla="*/ 840 h 1029"/>
                <a:gd name="T46" fmla="*/ 30 w 1103"/>
                <a:gd name="T47" fmla="*/ 749 h 1029"/>
                <a:gd name="T48" fmla="*/ 30 w 1103"/>
                <a:gd name="T49" fmla="*/ 613 h 1029"/>
                <a:gd name="T50" fmla="*/ 30 w 1103"/>
                <a:gd name="T51" fmla="*/ 568 h 1029"/>
                <a:gd name="T52" fmla="*/ 30 w 1103"/>
                <a:gd name="T53" fmla="*/ 295 h 10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03" h="1029">
                  <a:moveTo>
                    <a:pt x="30" y="295"/>
                  </a:moveTo>
                  <a:cubicBezTo>
                    <a:pt x="60" y="227"/>
                    <a:pt x="151" y="197"/>
                    <a:pt x="211" y="159"/>
                  </a:cubicBezTo>
                  <a:cubicBezTo>
                    <a:pt x="271" y="121"/>
                    <a:pt x="354" y="76"/>
                    <a:pt x="392" y="69"/>
                  </a:cubicBezTo>
                  <a:cubicBezTo>
                    <a:pt x="430" y="62"/>
                    <a:pt x="415" y="99"/>
                    <a:pt x="438" y="114"/>
                  </a:cubicBezTo>
                  <a:cubicBezTo>
                    <a:pt x="461" y="129"/>
                    <a:pt x="476" y="152"/>
                    <a:pt x="529" y="159"/>
                  </a:cubicBezTo>
                  <a:cubicBezTo>
                    <a:pt x="582" y="166"/>
                    <a:pt x="695" y="174"/>
                    <a:pt x="755" y="159"/>
                  </a:cubicBezTo>
                  <a:cubicBezTo>
                    <a:pt x="815" y="144"/>
                    <a:pt x="838" y="92"/>
                    <a:pt x="891" y="69"/>
                  </a:cubicBezTo>
                  <a:cubicBezTo>
                    <a:pt x="944" y="46"/>
                    <a:pt x="1043" y="0"/>
                    <a:pt x="1073" y="23"/>
                  </a:cubicBezTo>
                  <a:cubicBezTo>
                    <a:pt x="1103" y="46"/>
                    <a:pt x="1073" y="129"/>
                    <a:pt x="1073" y="205"/>
                  </a:cubicBezTo>
                  <a:cubicBezTo>
                    <a:pt x="1073" y="281"/>
                    <a:pt x="1073" y="364"/>
                    <a:pt x="1073" y="477"/>
                  </a:cubicBezTo>
                  <a:cubicBezTo>
                    <a:pt x="1073" y="590"/>
                    <a:pt x="1073" y="825"/>
                    <a:pt x="1073" y="885"/>
                  </a:cubicBezTo>
                  <a:cubicBezTo>
                    <a:pt x="1073" y="945"/>
                    <a:pt x="1073" y="855"/>
                    <a:pt x="1073" y="840"/>
                  </a:cubicBezTo>
                  <a:cubicBezTo>
                    <a:pt x="1073" y="825"/>
                    <a:pt x="1073" y="794"/>
                    <a:pt x="1073" y="794"/>
                  </a:cubicBezTo>
                  <a:cubicBezTo>
                    <a:pt x="1073" y="794"/>
                    <a:pt x="1096" y="825"/>
                    <a:pt x="1073" y="840"/>
                  </a:cubicBezTo>
                  <a:cubicBezTo>
                    <a:pt x="1050" y="855"/>
                    <a:pt x="975" y="878"/>
                    <a:pt x="937" y="885"/>
                  </a:cubicBezTo>
                  <a:cubicBezTo>
                    <a:pt x="899" y="892"/>
                    <a:pt x="884" y="878"/>
                    <a:pt x="846" y="885"/>
                  </a:cubicBezTo>
                  <a:cubicBezTo>
                    <a:pt x="808" y="892"/>
                    <a:pt x="755" y="915"/>
                    <a:pt x="710" y="930"/>
                  </a:cubicBezTo>
                  <a:cubicBezTo>
                    <a:pt x="665" y="945"/>
                    <a:pt x="604" y="961"/>
                    <a:pt x="574" y="976"/>
                  </a:cubicBezTo>
                  <a:cubicBezTo>
                    <a:pt x="544" y="991"/>
                    <a:pt x="559" y="1029"/>
                    <a:pt x="529" y="1021"/>
                  </a:cubicBezTo>
                  <a:cubicBezTo>
                    <a:pt x="499" y="1013"/>
                    <a:pt x="430" y="953"/>
                    <a:pt x="392" y="930"/>
                  </a:cubicBezTo>
                  <a:cubicBezTo>
                    <a:pt x="354" y="907"/>
                    <a:pt x="340" y="900"/>
                    <a:pt x="302" y="885"/>
                  </a:cubicBezTo>
                  <a:cubicBezTo>
                    <a:pt x="264" y="870"/>
                    <a:pt x="211" y="847"/>
                    <a:pt x="166" y="840"/>
                  </a:cubicBezTo>
                  <a:cubicBezTo>
                    <a:pt x="121" y="833"/>
                    <a:pt x="53" y="855"/>
                    <a:pt x="30" y="840"/>
                  </a:cubicBezTo>
                  <a:cubicBezTo>
                    <a:pt x="7" y="825"/>
                    <a:pt x="30" y="787"/>
                    <a:pt x="30" y="749"/>
                  </a:cubicBezTo>
                  <a:cubicBezTo>
                    <a:pt x="30" y="711"/>
                    <a:pt x="30" y="643"/>
                    <a:pt x="30" y="613"/>
                  </a:cubicBezTo>
                  <a:cubicBezTo>
                    <a:pt x="30" y="583"/>
                    <a:pt x="30" y="621"/>
                    <a:pt x="30" y="568"/>
                  </a:cubicBezTo>
                  <a:cubicBezTo>
                    <a:pt x="30" y="515"/>
                    <a:pt x="0" y="363"/>
                    <a:pt x="30" y="295"/>
                  </a:cubicBezTo>
                  <a:close/>
                </a:path>
              </a:pathLst>
            </a:custGeom>
            <a:pattFill prst="dkVert">
              <a:fgClr>
                <a:srgbClr val="00CC99"/>
              </a:fgClr>
              <a:bgClr>
                <a:srgbClr val="FFFFFF"/>
              </a:bgClr>
            </a:patt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1992" name="Group 8"/>
            <p:cNvGrpSpPr>
              <a:grpSpLocks noChangeAspect="1"/>
            </p:cNvGrpSpPr>
            <p:nvPr/>
          </p:nvGrpSpPr>
          <p:grpSpPr bwMode="auto">
            <a:xfrm>
              <a:off x="935" y="2417"/>
              <a:ext cx="1038" cy="993"/>
              <a:chOff x="1126" y="911"/>
              <a:chExt cx="1038" cy="993"/>
            </a:xfrm>
          </p:grpSpPr>
          <p:sp>
            <p:nvSpPr>
              <p:cNvPr id="41993" name="Freeform 9"/>
              <p:cNvSpPr>
                <a:spLocks noChangeAspect="1"/>
              </p:cNvSpPr>
              <p:nvPr/>
            </p:nvSpPr>
            <p:spPr bwMode="black">
              <a:xfrm>
                <a:off x="1126" y="1726"/>
                <a:ext cx="1038" cy="178"/>
              </a:xfrm>
              <a:custGeom>
                <a:avLst/>
                <a:gdLst>
                  <a:gd name="T0" fmla="*/ 0 w 816"/>
                  <a:gd name="T1" fmla="*/ 16 h 120"/>
                  <a:gd name="T2" fmla="*/ 144 w 816"/>
                  <a:gd name="T3" fmla="*/ 16 h 120"/>
                  <a:gd name="T4" fmla="*/ 384 w 816"/>
                  <a:gd name="T5" fmla="*/ 112 h 120"/>
                  <a:gd name="T6" fmla="*/ 576 w 816"/>
                  <a:gd name="T7" fmla="*/ 64 h 120"/>
                  <a:gd name="T8" fmla="*/ 816 w 816"/>
                  <a:gd name="T9" fmla="*/ 16 h 120"/>
                </a:gdLst>
                <a:ahLst/>
                <a:cxnLst>
                  <a:cxn ang="0">
                    <a:pos x="T0" y="T1"/>
                  </a:cxn>
                  <a:cxn ang="0">
                    <a:pos x="T2" y="T3"/>
                  </a:cxn>
                  <a:cxn ang="0">
                    <a:pos x="T4" y="T5"/>
                  </a:cxn>
                  <a:cxn ang="0">
                    <a:pos x="T6" y="T7"/>
                  </a:cxn>
                  <a:cxn ang="0">
                    <a:pos x="T8" y="T9"/>
                  </a:cxn>
                </a:cxnLst>
                <a:rect l="0" t="0" r="r" b="b"/>
                <a:pathLst>
                  <a:path w="816" h="120">
                    <a:moveTo>
                      <a:pt x="0" y="16"/>
                    </a:moveTo>
                    <a:cubicBezTo>
                      <a:pt x="40" y="8"/>
                      <a:pt x="80" y="0"/>
                      <a:pt x="144" y="16"/>
                    </a:cubicBezTo>
                    <a:cubicBezTo>
                      <a:pt x="208" y="32"/>
                      <a:pt x="312" y="104"/>
                      <a:pt x="384" y="112"/>
                    </a:cubicBezTo>
                    <a:cubicBezTo>
                      <a:pt x="456" y="120"/>
                      <a:pt x="504" y="80"/>
                      <a:pt x="576" y="64"/>
                    </a:cubicBezTo>
                    <a:cubicBezTo>
                      <a:pt x="648" y="48"/>
                      <a:pt x="732" y="32"/>
                      <a:pt x="816" y="16"/>
                    </a:cubicBezTo>
                  </a:path>
                </a:pathLst>
              </a:custGeom>
              <a:noFill/>
              <a:ln w="38100" cap="flat" cmpd="sng">
                <a:solidFill>
                  <a:srgbClr val="FF0066"/>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994" name="Freeform 10"/>
              <p:cNvSpPr>
                <a:spLocks noChangeAspect="1"/>
              </p:cNvSpPr>
              <p:nvPr/>
            </p:nvSpPr>
            <p:spPr bwMode="black">
              <a:xfrm>
                <a:off x="1126" y="911"/>
                <a:ext cx="1038" cy="284"/>
              </a:xfrm>
              <a:custGeom>
                <a:avLst/>
                <a:gdLst>
                  <a:gd name="T0" fmla="*/ 0 w 768"/>
                  <a:gd name="T1" fmla="*/ 192 h 192"/>
                  <a:gd name="T2" fmla="*/ 144 w 768"/>
                  <a:gd name="T3" fmla="*/ 96 h 192"/>
                  <a:gd name="T4" fmla="*/ 288 w 768"/>
                  <a:gd name="T5" fmla="*/ 48 h 192"/>
                  <a:gd name="T6" fmla="*/ 384 w 768"/>
                  <a:gd name="T7" fmla="*/ 96 h 192"/>
                  <a:gd name="T8" fmla="*/ 528 w 768"/>
                  <a:gd name="T9" fmla="*/ 96 h 192"/>
                  <a:gd name="T10" fmla="*/ 624 w 768"/>
                  <a:gd name="T11" fmla="*/ 48 h 192"/>
                  <a:gd name="T12" fmla="*/ 768 w 768"/>
                  <a:gd name="T13" fmla="*/ 0 h 192"/>
                </a:gdLst>
                <a:ahLst/>
                <a:cxnLst>
                  <a:cxn ang="0">
                    <a:pos x="T0" y="T1"/>
                  </a:cxn>
                  <a:cxn ang="0">
                    <a:pos x="T2" y="T3"/>
                  </a:cxn>
                  <a:cxn ang="0">
                    <a:pos x="T4" y="T5"/>
                  </a:cxn>
                  <a:cxn ang="0">
                    <a:pos x="T6" y="T7"/>
                  </a:cxn>
                  <a:cxn ang="0">
                    <a:pos x="T8" y="T9"/>
                  </a:cxn>
                  <a:cxn ang="0">
                    <a:pos x="T10" y="T11"/>
                  </a:cxn>
                  <a:cxn ang="0">
                    <a:pos x="T12" y="T13"/>
                  </a:cxn>
                </a:cxnLst>
                <a:rect l="0" t="0" r="r" b="b"/>
                <a:pathLst>
                  <a:path w="768" h="192">
                    <a:moveTo>
                      <a:pt x="0" y="192"/>
                    </a:moveTo>
                    <a:cubicBezTo>
                      <a:pt x="48" y="156"/>
                      <a:pt x="96" y="120"/>
                      <a:pt x="144" y="96"/>
                    </a:cubicBezTo>
                    <a:cubicBezTo>
                      <a:pt x="192" y="72"/>
                      <a:pt x="248" y="48"/>
                      <a:pt x="288" y="48"/>
                    </a:cubicBezTo>
                    <a:cubicBezTo>
                      <a:pt x="328" y="48"/>
                      <a:pt x="344" y="88"/>
                      <a:pt x="384" y="96"/>
                    </a:cubicBezTo>
                    <a:cubicBezTo>
                      <a:pt x="424" y="104"/>
                      <a:pt x="488" y="104"/>
                      <a:pt x="528" y="96"/>
                    </a:cubicBezTo>
                    <a:cubicBezTo>
                      <a:pt x="568" y="88"/>
                      <a:pt x="584" y="64"/>
                      <a:pt x="624" y="48"/>
                    </a:cubicBezTo>
                    <a:cubicBezTo>
                      <a:pt x="664" y="32"/>
                      <a:pt x="716" y="16"/>
                      <a:pt x="768" y="0"/>
                    </a:cubicBezTo>
                  </a:path>
                </a:pathLst>
              </a:custGeom>
              <a:noFill/>
              <a:ln w="38100" cap="flat" cmpd="sng">
                <a:solidFill>
                  <a:srgbClr val="FF0066"/>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995" name="Line 11"/>
              <p:cNvSpPr>
                <a:spLocks noChangeAspect="1" noChangeShapeType="1"/>
              </p:cNvSpPr>
              <p:nvPr/>
            </p:nvSpPr>
            <p:spPr bwMode="black">
              <a:xfrm>
                <a:off x="1126" y="1195"/>
                <a:ext cx="0" cy="567"/>
              </a:xfrm>
              <a:prstGeom prst="line">
                <a:avLst/>
              </a:prstGeom>
              <a:noFill/>
              <a:ln w="38100">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996" name="Line 12"/>
              <p:cNvSpPr>
                <a:spLocks noChangeAspect="1" noChangeShapeType="1"/>
              </p:cNvSpPr>
              <p:nvPr/>
            </p:nvSpPr>
            <p:spPr bwMode="black">
              <a:xfrm>
                <a:off x="2164" y="911"/>
                <a:ext cx="0" cy="851"/>
              </a:xfrm>
              <a:prstGeom prst="line">
                <a:avLst/>
              </a:prstGeom>
              <a:noFill/>
              <a:ln w="38100">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1997" name="Line 13"/>
            <p:cNvSpPr>
              <a:spLocks noChangeAspect="1" noChangeShapeType="1"/>
            </p:cNvSpPr>
            <p:nvPr/>
          </p:nvSpPr>
          <p:spPr bwMode="black">
            <a:xfrm>
              <a:off x="935" y="3268"/>
              <a:ext cx="0" cy="354"/>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998" name="Line 14"/>
            <p:cNvSpPr>
              <a:spLocks noChangeAspect="1" noChangeShapeType="1"/>
            </p:cNvSpPr>
            <p:nvPr/>
          </p:nvSpPr>
          <p:spPr bwMode="black">
            <a:xfrm>
              <a:off x="1973" y="3268"/>
              <a:ext cx="0" cy="354"/>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1999" name="Group 15"/>
            <p:cNvGrpSpPr>
              <a:grpSpLocks noChangeAspect="1"/>
            </p:cNvGrpSpPr>
            <p:nvPr/>
          </p:nvGrpSpPr>
          <p:grpSpPr bwMode="auto">
            <a:xfrm>
              <a:off x="385" y="2148"/>
              <a:ext cx="2403" cy="1871"/>
              <a:chOff x="576" y="642"/>
              <a:chExt cx="2403" cy="1871"/>
            </a:xfrm>
          </p:grpSpPr>
          <p:sp>
            <p:nvSpPr>
              <p:cNvPr id="42000" name="Text Box 16"/>
              <p:cNvSpPr txBox="1">
                <a:spLocks noChangeAspect="1" noChangeArrowheads="1"/>
              </p:cNvSpPr>
              <p:nvPr/>
            </p:nvSpPr>
            <p:spPr bwMode="black">
              <a:xfrm>
                <a:off x="720" y="2176"/>
                <a:ext cx="2259" cy="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200" b="1" i="1" dirty="0">
                    <a:latin typeface="Times New Roman" panose="02020603050405020304" pitchFamily="18" charset="0"/>
                    <a:cs typeface="Times New Roman" panose="02020603050405020304" pitchFamily="18" charset="0"/>
                  </a:rPr>
                  <a:t>o   a                 b      x</a:t>
                </a:r>
              </a:p>
            </p:txBody>
          </p:sp>
          <p:sp>
            <p:nvSpPr>
              <p:cNvPr id="42001" name="Line 17"/>
              <p:cNvSpPr>
                <a:spLocks noChangeAspect="1" noChangeShapeType="1"/>
              </p:cNvSpPr>
              <p:nvPr/>
            </p:nvSpPr>
            <p:spPr bwMode="black">
              <a:xfrm>
                <a:off x="881" y="2116"/>
                <a:ext cx="1709"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02" name="Line 18"/>
              <p:cNvSpPr>
                <a:spLocks noChangeAspect="1" noChangeShapeType="1"/>
              </p:cNvSpPr>
              <p:nvPr/>
            </p:nvSpPr>
            <p:spPr bwMode="black">
              <a:xfrm flipV="1">
                <a:off x="881" y="699"/>
                <a:ext cx="0" cy="1417"/>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03" name="Text Box 19"/>
              <p:cNvSpPr txBox="1">
                <a:spLocks noChangeAspect="1" noChangeArrowheads="1"/>
              </p:cNvSpPr>
              <p:nvPr/>
            </p:nvSpPr>
            <p:spPr bwMode="black">
              <a:xfrm>
                <a:off x="576" y="642"/>
                <a:ext cx="286" cy="3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200" b="1" i="1" dirty="0">
                    <a:latin typeface="Times New Roman" panose="02020603050405020304" pitchFamily="18" charset="0"/>
                    <a:cs typeface="Times New Roman" panose="02020603050405020304" pitchFamily="18" charset="0"/>
                  </a:rPr>
                  <a:t>y</a:t>
                </a:r>
              </a:p>
            </p:txBody>
          </p:sp>
        </p:grpSp>
        <p:graphicFrame>
          <p:nvGraphicFramePr>
            <p:cNvPr id="42004" name="Object 20"/>
            <p:cNvGraphicFramePr>
              <a:graphicFrameLocks noChangeAspect="1"/>
            </p:cNvGraphicFramePr>
            <p:nvPr/>
          </p:nvGraphicFramePr>
          <p:xfrm>
            <a:off x="1441" y="2868"/>
            <a:ext cx="240" cy="240"/>
          </p:xfrm>
          <a:graphic>
            <a:graphicData uri="http://schemas.openxmlformats.org/presentationml/2006/ole">
              <mc:AlternateContent xmlns:mc="http://schemas.openxmlformats.org/markup-compatibility/2006">
                <mc:Choice xmlns:v="urn:schemas-microsoft-com:vml" Requires="v">
                  <p:oleObj spid="_x0000_s3375" name="Equation" r:id="rId11" imgW="164880" imgH="164880" progId="Equation.DSMT4">
                    <p:embed/>
                  </p:oleObj>
                </mc:Choice>
                <mc:Fallback>
                  <p:oleObj name="Equation" r:id="rId11" imgW="164880" imgH="164880" progId="Equation.DSMT4">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441" y="2868"/>
                          <a:ext cx="240"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2005" name="Line 21"/>
            <p:cNvSpPr>
              <a:spLocks noChangeAspect="1" noChangeShapeType="1"/>
            </p:cNvSpPr>
            <p:nvPr/>
          </p:nvSpPr>
          <p:spPr bwMode="auto">
            <a:xfrm flipV="1">
              <a:off x="1297" y="1842"/>
              <a:ext cx="0" cy="2064"/>
            </a:xfrm>
            <a:prstGeom prst="line">
              <a:avLst/>
            </a:prstGeom>
            <a:noFill/>
            <a:ln w="38100">
              <a:solidFill>
                <a:srgbClr val="FF00FF"/>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2006" name="Group 22"/>
            <p:cNvGrpSpPr>
              <a:grpSpLocks noChangeAspect="1"/>
            </p:cNvGrpSpPr>
            <p:nvPr/>
          </p:nvGrpSpPr>
          <p:grpSpPr bwMode="auto">
            <a:xfrm>
              <a:off x="1345" y="1842"/>
              <a:ext cx="848" cy="715"/>
              <a:chOff x="1536" y="336"/>
              <a:chExt cx="848" cy="715"/>
            </a:xfrm>
          </p:grpSpPr>
          <p:sp>
            <p:nvSpPr>
              <p:cNvPr id="42007" name="Line 23"/>
              <p:cNvSpPr>
                <a:spLocks noChangeAspect="1" noChangeShapeType="1"/>
              </p:cNvSpPr>
              <p:nvPr/>
            </p:nvSpPr>
            <p:spPr bwMode="black">
              <a:xfrm>
                <a:off x="1776" y="624"/>
                <a:ext cx="0" cy="42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2008" name="Object 24"/>
              <p:cNvGraphicFramePr>
                <a:graphicFrameLocks noChangeAspect="1"/>
              </p:cNvGraphicFramePr>
              <p:nvPr/>
            </p:nvGraphicFramePr>
            <p:xfrm>
              <a:off x="1536" y="336"/>
              <a:ext cx="848" cy="326"/>
            </p:xfrm>
            <a:graphic>
              <a:graphicData uri="http://schemas.openxmlformats.org/presentationml/2006/ole">
                <mc:AlternateContent xmlns:mc="http://schemas.openxmlformats.org/markup-compatibility/2006">
                  <mc:Choice xmlns:v="urn:schemas-microsoft-com:vml" Requires="v">
                    <p:oleObj spid="_x0000_s3376" name="Equation" r:id="rId13" imgW="647640" imgH="215640" progId="Equation.DSMT4">
                      <p:embed/>
                    </p:oleObj>
                  </mc:Choice>
                  <mc:Fallback>
                    <p:oleObj name="Equation" r:id="rId13" imgW="647640" imgH="215640" progId="Equation.DSMT4">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black">
                          <a:xfrm>
                            <a:off x="1536" y="336"/>
                            <a:ext cx="848" cy="3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2009" name="Group 25"/>
            <p:cNvGrpSpPr>
              <a:grpSpLocks noChangeAspect="1"/>
            </p:cNvGrpSpPr>
            <p:nvPr/>
          </p:nvGrpSpPr>
          <p:grpSpPr bwMode="auto">
            <a:xfrm>
              <a:off x="1729" y="2724"/>
              <a:ext cx="1200" cy="558"/>
              <a:chOff x="1920" y="1218"/>
              <a:chExt cx="1200" cy="558"/>
            </a:xfrm>
          </p:grpSpPr>
          <p:graphicFrame>
            <p:nvGraphicFramePr>
              <p:cNvPr id="42010" name="Object 26"/>
              <p:cNvGraphicFramePr>
                <a:graphicFrameLocks noChangeAspect="1"/>
              </p:cNvGraphicFramePr>
              <p:nvPr/>
            </p:nvGraphicFramePr>
            <p:xfrm>
              <a:off x="2304" y="1218"/>
              <a:ext cx="816" cy="315"/>
            </p:xfrm>
            <a:graphic>
              <a:graphicData uri="http://schemas.openxmlformats.org/presentationml/2006/ole">
                <mc:AlternateContent xmlns:mc="http://schemas.openxmlformats.org/markup-compatibility/2006">
                  <mc:Choice xmlns:v="urn:schemas-microsoft-com:vml" Requires="v">
                    <p:oleObj spid="_x0000_s3377" name="Equation" r:id="rId15" imgW="647640" imgH="215640" progId="Equation.DSMT4">
                      <p:embed/>
                    </p:oleObj>
                  </mc:Choice>
                  <mc:Fallback>
                    <p:oleObj name="Equation" r:id="rId15" imgW="647640" imgH="215640" progId="Equation.DSMT4">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black">
                          <a:xfrm>
                            <a:off x="2304" y="1218"/>
                            <a:ext cx="816" cy="3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2011" name="Line 27"/>
              <p:cNvSpPr>
                <a:spLocks noChangeAspect="1" noChangeShapeType="1"/>
              </p:cNvSpPr>
              <p:nvPr/>
            </p:nvSpPr>
            <p:spPr bwMode="black">
              <a:xfrm flipH="1">
                <a:off x="1920" y="1440"/>
                <a:ext cx="432"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42012" name="Group 28"/>
          <p:cNvGrpSpPr>
            <a:grpSpLocks noChangeAspect="1"/>
          </p:cNvGrpSpPr>
          <p:nvPr/>
        </p:nvGrpSpPr>
        <p:grpSpPr bwMode="auto">
          <a:xfrm>
            <a:off x="7089776" y="3500439"/>
            <a:ext cx="3254375" cy="2740201"/>
            <a:chOff x="410" y="1392"/>
            <a:chExt cx="2913" cy="2453"/>
          </a:xfrm>
        </p:grpSpPr>
        <p:sp>
          <p:nvSpPr>
            <p:cNvPr id="42013" name="Freeform 29" descr="深色横线"/>
            <p:cNvSpPr>
              <a:spLocks noChangeAspect="1"/>
            </p:cNvSpPr>
            <p:nvPr/>
          </p:nvSpPr>
          <p:spPr bwMode="black">
            <a:xfrm>
              <a:off x="1191" y="1842"/>
              <a:ext cx="1099" cy="1279"/>
            </a:xfrm>
            <a:custGeom>
              <a:avLst/>
              <a:gdLst>
                <a:gd name="T0" fmla="*/ 552 w 1156"/>
                <a:gd name="T1" fmla="*/ 46 h 1279"/>
                <a:gd name="T2" fmla="*/ 824 w 1156"/>
                <a:gd name="T3" fmla="*/ 46 h 1279"/>
                <a:gd name="T4" fmla="*/ 1051 w 1156"/>
                <a:gd name="T5" fmla="*/ 273 h 1279"/>
                <a:gd name="T6" fmla="*/ 1141 w 1156"/>
                <a:gd name="T7" fmla="*/ 545 h 1279"/>
                <a:gd name="T8" fmla="*/ 1141 w 1156"/>
                <a:gd name="T9" fmla="*/ 817 h 1279"/>
                <a:gd name="T10" fmla="*/ 1096 w 1156"/>
                <a:gd name="T11" fmla="*/ 1044 h 1279"/>
                <a:gd name="T12" fmla="*/ 960 w 1156"/>
                <a:gd name="T13" fmla="*/ 1225 h 1279"/>
                <a:gd name="T14" fmla="*/ 778 w 1156"/>
                <a:gd name="T15" fmla="*/ 1271 h 1279"/>
                <a:gd name="T16" fmla="*/ 552 w 1156"/>
                <a:gd name="T17" fmla="*/ 1271 h 1279"/>
                <a:gd name="T18" fmla="*/ 325 w 1156"/>
                <a:gd name="T19" fmla="*/ 1271 h 1279"/>
                <a:gd name="T20" fmla="*/ 234 w 1156"/>
                <a:gd name="T21" fmla="*/ 1225 h 1279"/>
                <a:gd name="T22" fmla="*/ 98 w 1156"/>
                <a:gd name="T23" fmla="*/ 1044 h 1279"/>
                <a:gd name="T24" fmla="*/ 7 w 1156"/>
                <a:gd name="T25" fmla="*/ 590 h 1279"/>
                <a:gd name="T26" fmla="*/ 143 w 1156"/>
                <a:gd name="T27" fmla="*/ 91 h 1279"/>
                <a:gd name="T28" fmla="*/ 234 w 1156"/>
                <a:gd name="T29" fmla="*/ 46 h 1279"/>
                <a:gd name="T30" fmla="*/ 506 w 1156"/>
                <a:gd name="T31" fmla="*/ 46 h 1279"/>
                <a:gd name="T32" fmla="*/ 688 w 1156"/>
                <a:gd name="T33" fmla="*/ 46 h 1279"/>
                <a:gd name="T34" fmla="*/ 688 w 1156"/>
                <a:gd name="T35" fmla="*/ 0 h 1279"/>
                <a:gd name="T36" fmla="*/ 733 w 1156"/>
                <a:gd name="T37" fmla="*/ 46 h 1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56" h="1279">
                  <a:moveTo>
                    <a:pt x="552" y="46"/>
                  </a:moveTo>
                  <a:cubicBezTo>
                    <a:pt x="646" y="27"/>
                    <a:pt x="741" y="8"/>
                    <a:pt x="824" y="46"/>
                  </a:cubicBezTo>
                  <a:cubicBezTo>
                    <a:pt x="907" y="84"/>
                    <a:pt x="998" y="190"/>
                    <a:pt x="1051" y="273"/>
                  </a:cubicBezTo>
                  <a:cubicBezTo>
                    <a:pt x="1104" y="356"/>
                    <a:pt x="1126" y="454"/>
                    <a:pt x="1141" y="545"/>
                  </a:cubicBezTo>
                  <a:cubicBezTo>
                    <a:pt x="1156" y="636"/>
                    <a:pt x="1148" y="734"/>
                    <a:pt x="1141" y="817"/>
                  </a:cubicBezTo>
                  <a:cubicBezTo>
                    <a:pt x="1134" y="900"/>
                    <a:pt x="1126" y="976"/>
                    <a:pt x="1096" y="1044"/>
                  </a:cubicBezTo>
                  <a:cubicBezTo>
                    <a:pt x="1066" y="1112"/>
                    <a:pt x="1013" y="1187"/>
                    <a:pt x="960" y="1225"/>
                  </a:cubicBezTo>
                  <a:cubicBezTo>
                    <a:pt x="907" y="1263"/>
                    <a:pt x="846" y="1263"/>
                    <a:pt x="778" y="1271"/>
                  </a:cubicBezTo>
                  <a:cubicBezTo>
                    <a:pt x="710" y="1279"/>
                    <a:pt x="627" y="1271"/>
                    <a:pt x="552" y="1271"/>
                  </a:cubicBezTo>
                  <a:cubicBezTo>
                    <a:pt x="477" y="1271"/>
                    <a:pt x="378" y="1279"/>
                    <a:pt x="325" y="1271"/>
                  </a:cubicBezTo>
                  <a:cubicBezTo>
                    <a:pt x="272" y="1263"/>
                    <a:pt x="272" y="1263"/>
                    <a:pt x="234" y="1225"/>
                  </a:cubicBezTo>
                  <a:cubicBezTo>
                    <a:pt x="196" y="1187"/>
                    <a:pt x="136" y="1150"/>
                    <a:pt x="98" y="1044"/>
                  </a:cubicBezTo>
                  <a:cubicBezTo>
                    <a:pt x="60" y="938"/>
                    <a:pt x="0" y="749"/>
                    <a:pt x="7" y="590"/>
                  </a:cubicBezTo>
                  <a:cubicBezTo>
                    <a:pt x="14" y="431"/>
                    <a:pt x="105" y="182"/>
                    <a:pt x="143" y="91"/>
                  </a:cubicBezTo>
                  <a:cubicBezTo>
                    <a:pt x="181" y="0"/>
                    <a:pt x="173" y="54"/>
                    <a:pt x="234" y="46"/>
                  </a:cubicBezTo>
                  <a:cubicBezTo>
                    <a:pt x="295" y="38"/>
                    <a:pt x="430" y="46"/>
                    <a:pt x="506" y="46"/>
                  </a:cubicBezTo>
                  <a:cubicBezTo>
                    <a:pt x="582" y="46"/>
                    <a:pt x="658" y="54"/>
                    <a:pt x="688" y="46"/>
                  </a:cubicBezTo>
                  <a:cubicBezTo>
                    <a:pt x="718" y="38"/>
                    <a:pt x="681" y="0"/>
                    <a:pt x="688" y="0"/>
                  </a:cubicBezTo>
                  <a:cubicBezTo>
                    <a:pt x="695" y="0"/>
                    <a:pt x="714" y="23"/>
                    <a:pt x="733" y="46"/>
                  </a:cubicBezTo>
                </a:path>
              </a:pathLst>
            </a:custGeom>
            <a:pattFill prst="dkHorz">
              <a:fgClr>
                <a:srgbClr val="00CC99"/>
              </a:fgClr>
              <a:bgClr>
                <a:srgbClr val="FFFFFF"/>
              </a:bgClr>
            </a:patt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2014" name="Group 30"/>
            <p:cNvGrpSpPr>
              <a:grpSpLocks noChangeAspect="1"/>
            </p:cNvGrpSpPr>
            <p:nvPr/>
          </p:nvGrpSpPr>
          <p:grpSpPr bwMode="auto">
            <a:xfrm>
              <a:off x="1199" y="1872"/>
              <a:ext cx="1105" cy="1248"/>
              <a:chOff x="1199" y="2112"/>
              <a:chExt cx="1105" cy="1248"/>
            </a:xfrm>
          </p:grpSpPr>
          <p:sp>
            <p:nvSpPr>
              <p:cNvPr id="42015" name="Line 31"/>
              <p:cNvSpPr>
                <a:spLocks noChangeAspect="1" noChangeShapeType="1"/>
              </p:cNvSpPr>
              <p:nvPr/>
            </p:nvSpPr>
            <p:spPr bwMode="black">
              <a:xfrm>
                <a:off x="1429" y="2112"/>
                <a:ext cx="490" cy="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16" name="Line 32"/>
              <p:cNvSpPr>
                <a:spLocks noChangeAspect="1" noChangeShapeType="1"/>
              </p:cNvSpPr>
              <p:nvPr/>
            </p:nvSpPr>
            <p:spPr bwMode="black">
              <a:xfrm>
                <a:off x="1488" y="3360"/>
                <a:ext cx="431" cy="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17" name="Arc 33"/>
              <p:cNvSpPr>
                <a:spLocks noChangeAspect="1"/>
              </p:cNvSpPr>
              <p:nvPr/>
            </p:nvSpPr>
            <p:spPr bwMode="black">
              <a:xfrm>
                <a:off x="1919" y="2112"/>
                <a:ext cx="385" cy="78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3810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18" name="Arc 34"/>
              <p:cNvSpPr>
                <a:spLocks noChangeAspect="1"/>
              </p:cNvSpPr>
              <p:nvPr/>
            </p:nvSpPr>
            <p:spPr bwMode="black">
              <a:xfrm flipV="1">
                <a:off x="1919" y="2788"/>
                <a:ext cx="385" cy="57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3810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19" name="Arc 35"/>
              <p:cNvSpPr>
                <a:spLocks noChangeAspect="1"/>
              </p:cNvSpPr>
              <p:nvPr/>
            </p:nvSpPr>
            <p:spPr bwMode="black">
              <a:xfrm flipH="1">
                <a:off x="1199" y="2112"/>
                <a:ext cx="240" cy="62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3810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20" name="Arc 36"/>
              <p:cNvSpPr>
                <a:spLocks noChangeAspect="1"/>
              </p:cNvSpPr>
              <p:nvPr/>
            </p:nvSpPr>
            <p:spPr bwMode="black">
              <a:xfrm flipH="1" flipV="1">
                <a:off x="1199" y="2736"/>
                <a:ext cx="289" cy="62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3810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2021" name="Line 37"/>
            <p:cNvSpPr>
              <a:spLocks noChangeAspect="1" noChangeShapeType="1"/>
            </p:cNvSpPr>
            <p:nvPr/>
          </p:nvSpPr>
          <p:spPr bwMode="black">
            <a:xfrm flipH="1">
              <a:off x="816" y="3120"/>
              <a:ext cx="672" cy="0"/>
            </a:xfrm>
            <a:prstGeom prst="line">
              <a:avLst/>
            </a:prstGeom>
            <a:noFill/>
            <a:ln w="381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22" name="Line 38"/>
            <p:cNvSpPr>
              <a:spLocks noChangeAspect="1" noChangeShapeType="1"/>
            </p:cNvSpPr>
            <p:nvPr/>
          </p:nvSpPr>
          <p:spPr bwMode="black">
            <a:xfrm flipH="1">
              <a:off x="816" y="1872"/>
              <a:ext cx="623" cy="0"/>
            </a:xfrm>
            <a:prstGeom prst="line">
              <a:avLst/>
            </a:prstGeom>
            <a:noFill/>
            <a:ln w="381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23" name="Rectangle 39"/>
            <p:cNvSpPr>
              <a:spLocks noChangeAspect="1" noChangeArrowheads="1"/>
            </p:cNvSpPr>
            <p:nvPr/>
          </p:nvSpPr>
          <p:spPr bwMode="black">
            <a:xfrm>
              <a:off x="1561" y="2395"/>
              <a:ext cx="325" cy="3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200" b="1" i="1"/>
                <a:t>D</a:t>
              </a:r>
            </a:p>
          </p:txBody>
        </p:sp>
        <p:grpSp>
          <p:nvGrpSpPr>
            <p:cNvPr id="42024" name="Group 40"/>
            <p:cNvGrpSpPr>
              <a:grpSpLocks noChangeAspect="1"/>
            </p:cNvGrpSpPr>
            <p:nvPr/>
          </p:nvGrpSpPr>
          <p:grpSpPr bwMode="auto">
            <a:xfrm>
              <a:off x="506" y="1411"/>
              <a:ext cx="2208" cy="2434"/>
              <a:chOff x="506" y="1651"/>
              <a:chExt cx="2208" cy="2434"/>
            </a:xfrm>
          </p:grpSpPr>
          <p:sp>
            <p:nvSpPr>
              <p:cNvPr id="42025" name="Line 41"/>
              <p:cNvSpPr>
                <a:spLocks noChangeAspect="1" noChangeShapeType="1"/>
              </p:cNvSpPr>
              <p:nvPr/>
            </p:nvSpPr>
            <p:spPr bwMode="black">
              <a:xfrm>
                <a:off x="799" y="3646"/>
                <a:ext cx="1867" cy="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26" name="Rectangle 42"/>
              <p:cNvSpPr>
                <a:spLocks noChangeAspect="1" noChangeArrowheads="1"/>
              </p:cNvSpPr>
              <p:nvPr/>
            </p:nvSpPr>
            <p:spPr bwMode="black">
              <a:xfrm>
                <a:off x="506" y="1651"/>
                <a:ext cx="284" cy="3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200" b="1" i="1" dirty="0">
                    <a:latin typeface="Times New Roman" panose="02020603050405020304" pitchFamily="18" charset="0"/>
                    <a:cs typeface="Times New Roman" panose="02020603050405020304" pitchFamily="18" charset="0"/>
                  </a:rPr>
                  <a:t>y</a:t>
                </a:r>
              </a:p>
            </p:txBody>
          </p:sp>
          <p:sp>
            <p:nvSpPr>
              <p:cNvPr id="42027" name="Rectangle 43"/>
              <p:cNvSpPr>
                <a:spLocks noChangeAspect="1" noChangeArrowheads="1"/>
              </p:cNvSpPr>
              <p:nvPr/>
            </p:nvSpPr>
            <p:spPr bwMode="black">
              <a:xfrm>
                <a:off x="666" y="3699"/>
                <a:ext cx="299" cy="3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200" b="1" i="1" dirty="0">
                    <a:latin typeface="Times New Roman" panose="02020603050405020304" pitchFamily="18" charset="0"/>
                    <a:cs typeface="Times New Roman" panose="02020603050405020304" pitchFamily="18" charset="0"/>
                  </a:rPr>
                  <a:t>o</a:t>
                </a:r>
              </a:p>
            </p:txBody>
          </p:sp>
          <p:sp>
            <p:nvSpPr>
              <p:cNvPr id="42028" name="Rectangle 44"/>
              <p:cNvSpPr>
                <a:spLocks noChangeAspect="1" noChangeArrowheads="1"/>
              </p:cNvSpPr>
              <p:nvPr/>
            </p:nvSpPr>
            <p:spPr bwMode="black">
              <a:xfrm>
                <a:off x="2424" y="3699"/>
                <a:ext cx="290" cy="3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200" b="1" i="1" dirty="0">
                    <a:latin typeface="Times New Roman" panose="02020603050405020304" pitchFamily="18" charset="0"/>
                    <a:cs typeface="Times New Roman" panose="02020603050405020304" pitchFamily="18" charset="0"/>
                  </a:rPr>
                  <a:t>x</a:t>
                </a:r>
              </a:p>
            </p:txBody>
          </p:sp>
          <p:sp>
            <p:nvSpPr>
              <p:cNvPr id="42029" name="Line 45"/>
              <p:cNvSpPr>
                <a:spLocks noChangeAspect="1" noChangeShapeType="1"/>
              </p:cNvSpPr>
              <p:nvPr/>
            </p:nvSpPr>
            <p:spPr bwMode="auto">
              <a:xfrm flipV="1">
                <a:off x="794" y="1680"/>
                <a:ext cx="0" cy="196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030" name="Text Box 46"/>
              <p:cNvSpPr txBox="1">
                <a:spLocks noChangeAspect="1" noChangeArrowheads="1"/>
              </p:cNvSpPr>
              <p:nvPr/>
            </p:nvSpPr>
            <p:spPr bwMode="black">
              <a:xfrm>
                <a:off x="577" y="1968"/>
                <a:ext cx="239" cy="1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200" b="1" i="1" dirty="0">
                    <a:latin typeface="Times New Roman" panose="02020603050405020304" pitchFamily="18" charset="0"/>
                    <a:cs typeface="Times New Roman" panose="02020603050405020304" pitchFamily="18" charset="0"/>
                  </a:rPr>
                  <a:t>d</a:t>
                </a:r>
              </a:p>
              <a:p>
                <a:pPr algn="ctr">
                  <a:spcBef>
                    <a:spcPct val="50000"/>
                  </a:spcBef>
                </a:pPr>
                <a:endParaRPr lang="en-US" altLang="zh-CN" sz="2200" b="1" i="1" dirty="0">
                  <a:latin typeface="Times New Roman" panose="02020603050405020304" pitchFamily="18" charset="0"/>
                  <a:cs typeface="Times New Roman" panose="02020603050405020304" pitchFamily="18" charset="0"/>
                </a:endParaRPr>
              </a:p>
              <a:p>
                <a:pPr algn="ctr">
                  <a:spcBef>
                    <a:spcPct val="50000"/>
                  </a:spcBef>
                </a:pPr>
                <a:endParaRPr lang="en-US" altLang="zh-CN" sz="2200" b="1" i="1" dirty="0">
                  <a:latin typeface="Times New Roman" panose="02020603050405020304" pitchFamily="18" charset="0"/>
                  <a:cs typeface="Times New Roman" panose="02020603050405020304" pitchFamily="18" charset="0"/>
                </a:endParaRPr>
              </a:p>
              <a:p>
                <a:pPr algn="ctr">
                  <a:spcBef>
                    <a:spcPct val="50000"/>
                  </a:spcBef>
                </a:pPr>
                <a:r>
                  <a:rPr lang="en-US" altLang="zh-CN" sz="2200" b="1" i="1" dirty="0">
                    <a:latin typeface="Times New Roman" panose="02020603050405020304" pitchFamily="18" charset="0"/>
                    <a:cs typeface="Times New Roman" panose="02020603050405020304" pitchFamily="18" charset="0"/>
                  </a:rPr>
                  <a:t>c</a:t>
                </a:r>
              </a:p>
            </p:txBody>
          </p:sp>
        </p:grpSp>
        <p:grpSp>
          <p:nvGrpSpPr>
            <p:cNvPr id="42031" name="Group 47"/>
            <p:cNvGrpSpPr>
              <a:grpSpLocks noChangeAspect="1"/>
            </p:cNvGrpSpPr>
            <p:nvPr/>
          </p:nvGrpSpPr>
          <p:grpSpPr bwMode="auto">
            <a:xfrm>
              <a:off x="1008" y="1392"/>
              <a:ext cx="1019" cy="624"/>
              <a:chOff x="1008" y="1632"/>
              <a:chExt cx="1019" cy="624"/>
            </a:xfrm>
          </p:grpSpPr>
          <p:graphicFrame>
            <p:nvGraphicFramePr>
              <p:cNvPr id="42032" name="Object 48"/>
              <p:cNvGraphicFramePr>
                <a:graphicFrameLocks noChangeAspect="1"/>
              </p:cNvGraphicFramePr>
              <p:nvPr/>
            </p:nvGraphicFramePr>
            <p:xfrm>
              <a:off x="1008" y="1632"/>
              <a:ext cx="1019" cy="333"/>
            </p:xfrm>
            <a:graphic>
              <a:graphicData uri="http://schemas.openxmlformats.org/presentationml/2006/ole">
                <mc:AlternateContent xmlns:mc="http://schemas.openxmlformats.org/markup-compatibility/2006">
                  <mc:Choice xmlns:v="urn:schemas-microsoft-com:vml" Requires="v">
                    <p:oleObj spid="_x0000_s3378" name="Equation" r:id="rId17" imgW="660240" imgH="215640" progId="Equation.DSMT4">
                      <p:embed/>
                    </p:oleObj>
                  </mc:Choice>
                  <mc:Fallback>
                    <p:oleObj name="Equation" r:id="rId17" imgW="660240" imgH="215640" progId="Equation.DSMT4">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black">
                          <a:xfrm>
                            <a:off x="1008" y="1632"/>
                            <a:ext cx="1019" cy="3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2033" name="Line 49"/>
              <p:cNvSpPr>
                <a:spLocks noChangeAspect="1" noChangeShapeType="1"/>
              </p:cNvSpPr>
              <p:nvPr/>
            </p:nvSpPr>
            <p:spPr bwMode="auto">
              <a:xfrm>
                <a:off x="1248" y="1872"/>
                <a:ext cx="48" cy="384"/>
              </a:xfrm>
              <a:prstGeom prst="line">
                <a:avLst/>
              </a:prstGeom>
              <a:noFill/>
              <a:ln w="952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2034" name="Line 50"/>
            <p:cNvSpPr>
              <a:spLocks noChangeAspect="1" noChangeShapeType="1"/>
            </p:cNvSpPr>
            <p:nvPr/>
          </p:nvSpPr>
          <p:spPr bwMode="auto">
            <a:xfrm>
              <a:off x="410" y="2640"/>
              <a:ext cx="2256" cy="0"/>
            </a:xfrm>
            <a:prstGeom prst="line">
              <a:avLst/>
            </a:prstGeom>
            <a:noFill/>
            <a:ln w="38100">
              <a:solidFill>
                <a:srgbClr val="FF00FF"/>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2035" name="Group 51"/>
            <p:cNvGrpSpPr>
              <a:grpSpLocks noChangeAspect="1"/>
            </p:cNvGrpSpPr>
            <p:nvPr/>
          </p:nvGrpSpPr>
          <p:grpSpPr bwMode="auto">
            <a:xfrm>
              <a:off x="2304" y="2736"/>
              <a:ext cx="1019" cy="333"/>
              <a:chOff x="2304" y="2976"/>
              <a:chExt cx="1019" cy="333"/>
            </a:xfrm>
          </p:grpSpPr>
          <p:graphicFrame>
            <p:nvGraphicFramePr>
              <p:cNvPr id="42036" name="Object 52"/>
              <p:cNvGraphicFramePr>
                <a:graphicFrameLocks noChangeAspect="1"/>
              </p:cNvGraphicFramePr>
              <p:nvPr/>
            </p:nvGraphicFramePr>
            <p:xfrm>
              <a:off x="2304" y="2976"/>
              <a:ext cx="1019" cy="333"/>
            </p:xfrm>
            <a:graphic>
              <a:graphicData uri="http://schemas.openxmlformats.org/presentationml/2006/ole">
                <mc:AlternateContent xmlns:mc="http://schemas.openxmlformats.org/markup-compatibility/2006">
                  <mc:Choice xmlns:v="urn:schemas-microsoft-com:vml" Requires="v">
                    <p:oleObj spid="_x0000_s3379" name="Equation" r:id="rId19" imgW="660240" imgH="215640" progId="Equation.DSMT4">
                      <p:embed/>
                    </p:oleObj>
                  </mc:Choice>
                  <mc:Fallback>
                    <p:oleObj name="Equation" r:id="rId19" imgW="660240" imgH="215640" progId="Equation.DSMT4">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black">
                          <a:xfrm>
                            <a:off x="2304" y="2976"/>
                            <a:ext cx="1019" cy="3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2037" name="Line 53"/>
              <p:cNvSpPr>
                <a:spLocks noChangeAspect="1" noChangeShapeType="1"/>
              </p:cNvSpPr>
              <p:nvPr/>
            </p:nvSpPr>
            <p:spPr bwMode="black">
              <a:xfrm>
                <a:off x="2304" y="2976"/>
                <a:ext cx="96" cy="96"/>
              </a:xfrm>
              <a:prstGeom prst="line">
                <a:avLst/>
              </a:prstGeom>
              <a:noFill/>
              <a:ln w="952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Tree>
    <p:extLst>
      <p:ext uri="{BB962C8B-B14F-4D97-AF65-F5344CB8AC3E}">
        <p14:creationId xmlns:p14="http://schemas.microsoft.com/office/powerpoint/2010/main" val="34725883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41986"/>
                                        </p:tgtEl>
                                        <p:attrNameLst>
                                          <p:attrName>style.visibility</p:attrName>
                                        </p:attrNameLst>
                                      </p:cBhvr>
                                      <p:to>
                                        <p:strVal val="visible"/>
                                      </p:to>
                                    </p:set>
                                    <p:animEffect transition="in" filter="wipe(left)">
                                      <p:cBhvr>
                                        <p:cTn id="7" dur="500"/>
                                        <p:tgtEl>
                                          <p:spTgt spid="419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1990"/>
                                        </p:tgtEl>
                                        <p:attrNameLst>
                                          <p:attrName>style.visibility</p:attrName>
                                        </p:attrNameLst>
                                      </p:cBhvr>
                                      <p:to>
                                        <p:strVal val="visible"/>
                                      </p:to>
                                    </p:set>
                                    <p:animEffect transition="in" filter="wipe(left)">
                                      <p:cBhvr>
                                        <p:cTn id="12" dur="500"/>
                                        <p:tgtEl>
                                          <p:spTgt spid="4199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1987"/>
                                        </p:tgtEl>
                                        <p:attrNameLst>
                                          <p:attrName>style.visibility</p:attrName>
                                        </p:attrNameLst>
                                      </p:cBhvr>
                                      <p:to>
                                        <p:strVal val="visible"/>
                                      </p:to>
                                    </p:set>
                                    <p:animEffect transition="in" filter="wipe(left)">
                                      <p:cBhvr>
                                        <p:cTn id="17" dur="500"/>
                                        <p:tgtEl>
                                          <p:spTgt spid="4198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41988"/>
                                        </p:tgtEl>
                                        <p:attrNameLst>
                                          <p:attrName>style.visibility</p:attrName>
                                        </p:attrNameLst>
                                      </p:cBhvr>
                                      <p:to>
                                        <p:strVal val="visible"/>
                                      </p:to>
                                    </p:set>
                                    <p:animEffect transition="in" filter="wipe(left)">
                                      <p:cBhvr>
                                        <p:cTn id="22" dur="500"/>
                                        <p:tgtEl>
                                          <p:spTgt spid="4198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42012"/>
                                        </p:tgtEl>
                                        <p:attrNameLst>
                                          <p:attrName>style.visibility</p:attrName>
                                        </p:attrNameLst>
                                      </p:cBhvr>
                                      <p:to>
                                        <p:strVal val="visible"/>
                                      </p:to>
                                    </p:set>
                                    <p:animEffect transition="in" filter="wipe(left)">
                                      <p:cBhvr>
                                        <p:cTn id="27" dur="500"/>
                                        <p:tgtEl>
                                          <p:spTgt spid="4201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41989"/>
                                        </p:tgtEl>
                                        <p:attrNameLst>
                                          <p:attrName>style.visibility</p:attrName>
                                        </p:attrNameLst>
                                      </p:cBhvr>
                                      <p:to>
                                        <p:strVal val="visible"/>
                                      </p:to>
                                    </p:set>
                                    <p:animEffect transition="in" filter="wipe(left)">
                                      <p:cBhvr>
                                        <p:cTn id="32" dur="500"/>
                                        <p:tgtEl>
                                          <p:spTgt spid="419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fld id="{6D6E66DF-653B-4259-BE11-C869DBBE4740}" type="slidenum">
              <a:rPr lang="en-US" altLang="zh-CN"/>
              <a:pPr/>
              <a:t>5</a:t>
            </a:fld>
            <a:endParaRPr lang="en-US" altLang="zh-CN"/>
          </a:p>
        </p:txBody>
      </p:sp>
      <p:sp>
        <p:nvSpPr>
          <p:cNvPr id="40962" name="Rectangle 2"/>
          <p:cNvSpPr>
            <a:spLocks noChangeArrowheads="1"/>
          </p:cNvSpPr>
          <p:nvPr/>
        </p:nvSpPr>
        <p:spPr bwMode="black">
          <a:xfrm>
            <a:off x="2362200" y="457201"/>
            <a:ext cx="3733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CN" sz="2800" b="1" dirty="0">
                <a:solidFill>
                  <a:srgbClr val="000000"/>
                </a:solidFill>
              </a:rPr>
              <a:t> </a:t>
            </a:r>
            <a:r>
              <a:rPr lang="en-US" altLang="zh-CN" sz="2800" b="1" dirty="0">
                <a:solidFill>
                  <a:srgbClr val="000000"/>
                </a:solidFill>
                <a:latin typeface="Times New Roman" panose="02020603050405020304" pitchFamily="18" charset="0"/>
                <a:cs typeface="Times New Roman" panose="02020603050405020304" pitchFamily="18" charset="0"/>
              </a:rPr>
              <a:t>(3)  </a:t>
            </a:r>
            <a:r>
              <a:rPr lang="zh-CN" altLang="en-US" sz="2800" b="1" dirty="0">
                <a:solidFill>
                  <a:srgbClr val="000000"/>
                </a:solidFill>
              </a:rPr>
              <a:t>交换积分顺序</a:t>
            </a:r>
          </a:p>
        </p:txBody>
      </p:sp>
      <p:sp>
        <p:nvSpPr>
          <p:cNvPr id="40964" name="Rectangle 4"/>
          <p:cNvSpPr>
            <a:spLocks noChangeArrowheads="1"/>
          </p:cNvSpPr>
          <p:nvPr/>
        </p:nvSpPr>
        <p:spPr bwMode="black">
          <a:xfrm>
            <a:off x="2362200" y="1143000"/>
            <a:ext cx="75438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CN" sz="2800" b="1" dirty="0">
                <a:solidFill>
                  <a:srgbClr val="000000"/>
                </a:solidFill>
              </a:rPr>
              <a:t>     </a:t>
            </a:r>
            <a:r>
              <a:rPr lang="zh-CN" altLang="en-US" sz="2800" b="1" dirty="0">
                <a:solidFill>
                  <a:srgbClr val="000000"/>
                </a:solidFill>
              </a:rPr>
              <a:t>由所给的二次积分的顺序及积分限，确定积分区域 </a:t>
            </a:r>
            <a:r>
              <a:rPr lang="en-US" altLang="zh-CN" sz="2800" b="1" i="1" dirty="0">
                <a:solidFill>
                  <a:srgbClr val="000000"/>
                </a:solidFill>
                <a:latin typeface="Times New Roman" panose="02020603050405020304" pitchFamily="18" charset="0"/>
                <a:cs typeface="Times New Roman" panose="02020603050405020304" pitchFamily="18" charset="0"/>
              </a:rPr>
              <a:t>D</a:t>
            </a:r>
            <a:r>
              <a:rPr lang="zh-CN" altLang="en-US" sz="2800" b="1" dirty="0">
                <a:solidFill>
                  <a:srgbClr val="000000"/>
                </a:solidFill>
              </a:rPr>
              <a:t>（画出图形），再按新的积分顺序将</a:t>
            </a:r>
            <a:r>
              <a:rPr lang="en-US" altLang="zh-CN" sz="2800" b="1" i="1" dirty="0" smtClean="0">
                <a:solidFill>
                  <a:srgbClr val="000000"/>
                </a:solidFill>
                <a:latin typeface="Times New Roman" panose="02020603050405020304" pitchFamily="18" charset="0"/>
                <a:cs typeface="Times New Roman" panose="02020603050405020304" pitchFamily="18" charset="0"/>
              </a:rPr>
              <a:t>D </a:t>
            </a:r>
            <a:r>
              <a:rPr lang="zh-CN" altLang="en-US" sz="2800" b="1" dirty="0" smtClean="0">
                <a:solidFill>
                  <a:srgbClr val="000000"/>
                </a:solidFill>
              </a:rPr>
              <a:t>用</a:t>
            </a:r>
            <a:r>
              <a:rPr lang="zh-CN" altLang="en-US" sz="2800" b="1" dirty="0">
                <a:solidFill>
                  <a:srgbClr val="000000"/>
                </a:solidFill>
              </a:rPr>
              <a:t>新的不等式表出，即定出新的积分限。 </a:t>
            </a:r>
          </a:p>
        </p:txBody>
      </p:sp>
    </p:spTree>
    <p:extLst>
      <p:ext uri="{BB962C8B-B14F-4D97-AF65-F5344CB8AC3E}">
        <p14:creationId xmlns:p14="http://schemas.microsoft.com/office/powerpoint/2010/main" val="7617159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0962"/>
                                        </p:tgtEl>
                                        <p:attrNameLst>
                                          <p:attrName>style.visibility</p:attrName>
                                        </p:attrNameLst>
                                      </p:cBhvr>
                                      <p:to>
                                        <p:strVal val="visible"/>
                                      </p:to>
                                    </p:set>
                                    <p:animEffect transition="in" filter="wipe(left)">
                                      <p:cBhvr>
                                        <p:cTn id="7" dur="500"/>
                                        <p:tgtEl>
                                          <p:spTgt spid="4096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0964"/>
                                        </p:tgtEl>
                                        <p:attrNameLst>
                                          <p:attrName>style.visibility</p:attrName>
                                        </p:attrNameLst>
                                      </p:cBhvr>
                                      <p:to>
                                        <p:strVal val="visible"/>
                                      </p:to>
                                    </p:set>
                                    <p:animEffect transition="in" filter="wipe(left)">
                                      <p:cBhvr>
                                        <p:cTn id="12" dur="500"/>
                                        <p:tgtEl>
                                          <p:spTgt spid="409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2" grpId="0" autoUpdateAnimBg="0"/>
      <p:bldP spid="40964"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p:cNvSpPr>
            <a:spLocks noGrp="1"/>
          </p:cNvSpPr>
          <p:nvPr>
            <p:ph type="sldNum" sz="quarter" idx="12"/>
          </p:nvPr>
        </p:nvSpPr>
        <p:spPr/>
        <p:txBody>
          <a:bodyPr/>
          <a:lstStyle/>
          <a:p>
            <a:fld id="{2AD13110-F4CF-42F0-8D72-08180FCD0E2B}" type="slidenum">
              <a:rPr lang="en-US" altLang="zh-CN"/>
              <a:pPr/>
              <a:t>6</a:t>
            </a:fld>
            <a:endParaRPr lang="en-US" altLang="zh-CN"/>
          </a:p>
        </p:txBody>
      </p:sp>
      <p:sp>
        <p:nvSpPr>
          <p:cNvPr id="37890" name="Rectangle 2"/>
          <p:cNvSpPr>
            <a:spLocks noChangeArrowheads="1"/>
          </p:cNvSpPr>
          <p:nvPr/>
        </p:nvSpPr>
        <p:spPr bwMode="black">
          <a:xfrm>
            <a:off x="2057400" y="457201"/>
            <a:ext cx="7086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zh-CN" altLang="en-US" sz="2800" b="1">
                <a:solidFill>
                  <a:srgbClr val="000000"/>
                </a:solidFill>
              </a:rPr>
              <a:t>（三）有关二重积分的对称性的应用</a:t>
            </a:r>
          </a:p>
        </p:txBody>
      </p:sp>
      <p:graphicFrame>
        <p:nvGraphicFramePr>
          <p:cNvPr id="37891" name="Object 3"/>
          <p:cNvGraphicFramePr>
            <a:graphicFrameLocks noChangeAspect="1"/>
          </p:cNvGraphicFramePr>
          <p:nvPr/>
        </p:nvGraphicFramePr>
        <p:xfrm>
          <a:off x="2647951" y="2509838"/>
          <a:ext cx="2157413" cy="952500"/>
        </p:xfrm>
        <a:graphic>
          <a:graphicData uri="http://schemas.openxmlformats.org/presentationml/2006/ole">
            <mc:AlternateContent xmlns:mc="http://schemas.openxmlformats.org/markup-compatibility/2006">
              <mc:Choice xmlns:v="urn:schemas-microsoft-com:vml" Requires="v">
                <p:oleObj spid="_x0000_s6216" name="Equation" r:id="rId3" imgW="863280" imgH="380880" progId="Equation.DSMT4">
                  <p:embed/>
                </p:oleObj>
              </mc:Choice>
              <mc:Fallback>
                <p:oleObj name="Equation" r:id="rId3" imgW="863280" imgH="38088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black">
                      <a:xfrm>
                        <a:off x="2647951" y="2509838"/>
                        <a:ext cx="2157413" cy="952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892" name="Rectangle 4"/>
          <p:cNvSpPr>
            <a:spLocks noChangeArrowheads="1"/>
          </p:cNvSpPr>
          <p:nvPr/>
        </p:nvSpPr>
        <p:spPr bwMode="black">
          <a:xfrm>
            <a:off x="2209800" y="1219201"/>
            <a:ext cx="7543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zh-CN" sz="2800" b="1" dirty="0">
                <a:solidFill>
                  <a:srgbClr val="000000"/>
                </a:solidFill>
              </a:rPr>
              <a:t>1</a:t>
            </a:r>
            <a:r>
              <a:rPr lang="zh-CN" altLang="en-US" sz="2800" b="1" dirty="0">
                <a:solidFill>
                  <a:srgbClr val="000000"/>
                </a:solidFill>
              </a:rPr>
              <a:t>、若</a:t>
            </a:r>
            <a:r>
              <a:rPr lang="en-US" altLang="zh-CN" sz="2800" b="1" i="1" dirty="0">
                <a:solidFill>
                  <a:srgbClr val="000000"/>
                </a:solidFill>
                <a:latin typeface="Times New Roman" panose="02020603050405020304" pitchFamily="18" charset="0"/>
                <a:cs typeface="Times New Roman" panose="02020603050405020304" pitchFamily="18" charset="0"/>
              </a:rPr>
              <a:t>D</a:t>
            </a:r>
            <a:r>
              <a:rPr lang="zh-CN" altLang="en-US" sz="2800" b="1" dirty="0" smtClean="0">
                <a:solidFill>
                  <a:srgbClr val="000000"/>
                </a:solidFill>
              </a:rPr>
              <a:t>关于 </a:t>
            </a:r>
            <a:r>
              <a:rPr lang="en-US" altLang="zh-CN" sz="2800" b="1" i="1" dirty="0" smtClean="0">
                <a:solidFill>
                  <a:srgbClr val="000000"/>
                </a:solidFill>
                <a:latin typeface="Times New Roman" panose="02020603050405020304" pitchFamily="18" charset="0"/>
                <a:cs typeface="Times New Roman" panose="02020603050405020304" pitchFamily="18" charset="0"/>
              </a:rPr>
              <a:t>y </a:t>
            </a:r>
            <a:r>
              <a:rPr lang="zh-CN" altLang="en-US" sz="2800" b="1" dirty="0" smtClean="0">
                <a:solidFill>
                  <a:srgbClr val="000000"/>
                </a:solidFill>
              </a:rPr>
              <a:t>轴对称</a:t>
            </a:r>
            <a:endParaRPr lang="zh-CN" altLang="en-US" sz="2800" b="1" dirty="0">
              <a:solidFill>
                <a:srgbClr val="000000"/>
              </a:solidFill>
            </a:endParaRPr>
          </a:p>
        </p:txBody>
      </p:sp>
      <p:sp>
        <p:nvSpPr>
          <p:cNvPr id="37893" name="Rectangle 5"/>
          <p:cNvSpPr>
            <a:spLocks noChangeArrowheads="1"/>
          </p:cNvSpPr>
          <p:nvPr/>
        </p:nvSpPr>
        <p:spPr bwMode="black">
          <a:xfrm>
            <a:off x="2495550" y="5253038"/>
            <a:ext cx="5334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b="1" dirty="0">
                <a:solidFill>
                  <a:srgbClr val="000000"/>
                </a:solidFill>
              </a:rPr>
              <a:t>其中</a:t>
            </a:r>
            <a:r>
              <a:rPr lang="en-US" altLang="zh-CN" sz="2800" b="1" i="1" dirty="0">
                <a:solidFill>
                  <a:srgbClr val="000000"/>
                </a:solidFill>
                <a:latin typeface="Times New Roman" panose="02020603050405020304" pitchFamily="18" charset="0"/>
                <a:cs typeface="Times New Roman" panose="02020603050405020304" pitchFamily="18" charset="0"/>
              </a:rPr>
              <a:t>D</a:t>
            </a:r>
            <a:r>
              <a:rPr lang="en-US" altLang="zh-CN" sz="2800" b="1" baseline="-30000" dirty="0">
                <a:solidFill>
                  <a:srgbClr val="000000"/>
                </a:solidFill>
                <a:latin typeface="Times New Roman" panose="02020603050405020304" pitchFamily="18" charset="0"/>
                <a:cs typeface="Times New Roman" panose="02020603050405020304" pitchFamily="18" charset="0"/>
              </a:rPr>
              <a:t>1</a:t>
            </a:r>
            <a:r>
              <a:rPr lang="zh-CN" altLang="en-US" sz="2800" b="1" dirty="0" smtClean="0">
                <a:solidFill>
                  <a:srgbClr val="000000"/>
                </a:solidFill>
              </a:rPr>
              <a:t>是 </a:t>
            </a:r>
            <a:r>
              <a:rPr lang="en-US" altLang="zh-CN" sz="2800" b="1" i="1" dirty="0" smtClean="0">
                <a:solidFill>
                  <a:srgbClr val="000000"/>
                </a:solidFill>
                <a:latin typeface="Times New Roman" panose="02020603050405020304" pitchFamily="18" charset="0"/>
                <a:cs typeface="Times New Roman" panose="02020603050405020304" pitchFamily="18" charset="0"/>
              </a:rPr>
              <a:t>D</a:t>
            </a:r>
            <a:r>
              <a:rPr lang="zh-CN" altLang="en-US" sz="2800" b="1" dirty="0">
                <a:solidFill>
                  <a:srgbClr val="000000"/>
                </a:solidFill>
              </a:rPr>
              <a:t>的右半区域 </a:t>
            </a:r>
          </a:p>
        </p:txBody>
      </p:sp>
      <p:sp>
        <p:nvSpPr>
          <p:cNvPr id="37894" name="Rectangle 6"/>
          <p:cNvSpPr>
            <a:spLocks noChangeArrowheads="1"/>
          </p:cNvSpPr>
          <p:nvPr/>
        </p:nvSpPr>
        <p:spPr bwMode="black">
          <a:xfrm>
            <a:off x="2286000" y="1828801"/>
            <a:ext cx="6978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zh-CN" sz="2800" b="1" dirty="0">
                <a:solidFill>
                  <a:srgbClr val="000000"/>
                </a:solidFill>
              </a:rPr>
              <a:t>  </a:t>
            </a:r>
            <a:r>
              <a:rPr lang="zh-CN" altLang="en-US" sz="2800" b="1" dirty="0">
                <a:solidFill>
                  <a:srgbClr val="000000"/>
                </a:solidFill>
              </a:rPr>
              <a:t>即当</a:t>
            </a:r>
            <a:r>
              <a:rPr lang="en-US" altLang="zh-CN" sz="2800" b="1"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x</a:t>
            </a:r>
            <a:r>
              <a:rPr lang="en-US" altLang="zh-CN" sz="2800" b="1" dirty="0" smtClean="0">
                <a:solidFill>
                  <a:srgbClr val="000000"/>
                </a:solidFill>
                <a:latin typeface="Times New Roman" panose="02020603050405020304" pitchFamily="18" charset="0"/>
                <a:cs typeface="Times New Roman" panose="02020603050405020304" pitchFamily="18" charset="0"/>
              </a:rPr>
              <a:t>, </a:t>
            </a:r>
            <a:r>
              <a:rPr lang="en-US" altLang="zh-CN" sz="2800" b="1" i="1" dirty="0" smtClean="0">
                <a:solidFill>
                  <a:srgbClr val="000000"/>
                </a:solidFill>
                <a:latin typeface="Times New Roman" panose="02020603050405020304" pitchFamily="18" charset="0"/>
                <a:cs typeface="Times New Roman" panose="02020603050405020304" pitchFamily="18" charset="0"/>
              </a:rPr>
              <a:t>y</a:t>
            </a:r>
            <a:r>
              <a:rPr lang="en-US" altLang="zh-CN" sz="2800" b="1"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D</a:t>
            </a:r>
            <a:r>
              <a:rPr lang="zh-CN" altLang="en-US" sz="2800" b="1" dirty="0">
                <a:solidFill>
                  <a:srgbClr val="000000"/>
                </a:solidFill>
              </a:rPr>
              <a:t>时，必</a:t>
            </a:r>
            <a:r>
              <a:rPr lang="zh-CN" altLang="en-US" sz="2800" b="1" dirty="0" smtClean="0">
                <a:solidFill>
                  <a:srgbClr val="000000"/>
                </a:solidFill>
              </a:rPr>
              <a:t>有 </a:t>
            </a:r>
            <a:r>
              <a:rPr lang="en-US" altLang="zh-CN" sz="2800" b="1" dirty="0" smtClean="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b="1" i="1" dirty="0">
                <a:solidFill>
                  <a:srgbClr val="000000"/>
                </a:solidFill>
                <a:latin typeface="Times New Roman" panose="02020603050405020304" pitchFamily="18" charset="0"/>
                <a:cs typeface="Times New Roman" panose="02020603050405020304" pitchFamily="18" charset="0"/>
              </a:rPr>
              <a:t>x</a:t>
            </a:r>
            <a:r>
              <a:rPr lang="en-US" altLang="zh-CN" sz="2800" b="1" dirty="0" smtClean="0">
                <a:solidFill>
                  <a:srgbClr val="000000"/>
                </a:solidFill>
                <a:latin typeface="Times New Roman" panose="02020603050405020304" pitchFamily="18" charset="0"/>
                <a:cs typeface="Times New Roman" panose="02020603050405020304" pitchFamily="18" charset="0"/>
              </a:rPr>
              <a:t>, </a:t>
            </a:r>
            <a:r>
              <a:rPr lang="en-US" altLang="zh-CN" sz="2800" b="1" i="1" dirty="0" smtClean="0">
                <a:solidFill>
                  <a:srgbClr val="000000"/>
                </a:solidFill>
                <a:latin typeface="Times New Roman" panose="02020603050405020304" pitchFamily="18" charset="0"/>
                <a:cs typeface="Times New Roman" panose="02020603050405020304" pitchFamily="18" charset="0"/>
              </a:rPr>
              <a:t>y</a:t>
            </a:r>
            <a:r>
              <a:rPr lang="en-US" altLang="zh-CN" sz="2800" b="1" dirty="0">
                <a:solidFill>
                  <a:srgbClr val="000000"/>
                </a:solidFill>
                <a:latin typeface="Times New Roman" panose="02020603050405020304" pitchFamily="18" charset="0"/>
                <a:cs typeface="Times New Roman" panose="02020603050405020304" pitchFamily="18" charset="0"/>
              </a:rPr>
              <a:t>) ∈</a:t>
            </a:r>
            <a:r>
              <a:rPr lang="en-US" altLang="zh-CN" sz="2800" b="1" i="1" dirty="0">
                <a:solidFill>
                  <a:srgbClr val="000000"/>
                </a:solidFill>
                <a:latin typeface="Times New Roman" panose="02020603050405020304" pitchFamily="18" charset="0"/>
                <a:cs typeface="Times New Roman" panose="02020603050405020304" pitchFamily="18" charset="0"/>
              </a:rPr>
              <a:t>D</a:t>
            </a:r>
            <a:r>
              <a:rPr lang="zh-CN" altLang="en-US" sz="2800" b="1" dirty="0">
                <a:solidFill>
                  <a:srgbClr val="000000"/>
                </a:solidFill>
              </a:rPr>
              <a:t>，则</a:t>
            </a:r>
          </a:p>
        </p:txBody>
      </p:sp>
      <p:graphicFrame>
        <p:nvGraphicFramePr>
          <p:cNvPr id="37895" name="Object 7"/>
          <p:cNvGraphicFramePr>
            <a:graphicFrameLocks noChangeAspect="1"/>
          </p:cNvGraphicFramePr>
          <p:nvPr>
            <p:extLst>
              <p:ext uri="{D42A27DB-BD31-4B8C-83A1-F6EECF244321}">
                <p14:modId xmlns:p14="http://schemas.microsoft.com/office/powerpoint/2010/main" val="1220689364"/>
              </p:ext>
            </p:extLst>
          </p:nvPr>
        </p:nvGraphicFramePr>
        <p:xfrm>
          <a:off x="2711451" y="3357564"/>
          <a:ext cx="7312025" cy="1652587"/>
        </p:xfrm>
        <a:graphic>
          <a:graphicData uri="http://schemas.openxmlformats.org/presentationml/2006/ole">
            <mc:AlternateContent xmlns:mc="http://schemas.openxmlformats.org/markup-compatibility/2006">
              <mc:Choice xmlns:v="urn:schemas-microsoft-com:vml" Requires="v">
                <p:oleObj spid="_x0000_s6217" name="Equation" r:id="rId5" imgW="2920680" imgH="660240" progId="Equation.DSMT4">
                  <p:embed/>
                </p:oleObj>
              </mc:Choice>
              <mc:Fallback>
                <p:oleObj name="Equation" r:id="rId5" imgW="2920680" imgH="660240" progId="Equation.DSMT4">
                  <p:embed/>
                  <p:pic>
                    <p:nvPicPr>
                      <p:cNvPr id="0" name=""/>
                      <p:cNvPicPr>
                        <a:picLocks noChangeAspect="1" noChangeArrowheads="1"/>
                      </p:cNvPicPr>
                      <p:nvPr/>
                    </p:nvPicPr>
                    <p:blipFill>
                      <a:blip r:embed="rId6"/>
                      <a:srcRect/>
                      <a:stretch>
                        <a:fillRect/>
                      </a:stretch>
                    </p:blipFill>
                    <p:spPr bwMode="black">
                      <a:xfrm>
                        <a:off x="2711451" y="3357564"/>
                        <a:ext cx="7312025" cy="1652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0620864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7890"/>
                                        </p:tgtEl>
                                        <p:attrNameLst>
                                          <p:attrName>style.visibility</p:attrName>
                                        </p:attrNameLst>
                                      </p:cBhvr>
                                      <p:to>
                                        <p:strVal val="visible"/>
                                      </p:to>
                                    </p:set>
                                    <p:animEffect transition="in" filter="wipe(left)">
                                      <p:cBhvr>
                                        <p:cTn id="7" dur="500"/>
                                        <p:tgtEl>
                                          <p:spTgt spid="3789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7892"/>
                                        </p:tgtEl>
                                        <p:attrNameLst>
                                          <p:attrName>style.visibility</p:attrName>
                                        </p:attrNameLst>
                                      </p:cBhvr>
                                      <p:to>
                                        <p:strVal val="visible"/>
                                      </p:to>
                                    </p:set>
                                    <p:animEffect transition="in" filter="wipe(left)">
                                      <p:cBhvr>
                                        <p:cTn id="12" dur="500"/>
                                        <p:tgtEl>
                                          <p:spTgt spid="3789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7894"/>
                                        </p:tgtEl>
                                        <p:attrNameLst>
                                          <p:attrName>style.visibility</p:attrName>
                                        </p:attrNameLst>
                                      </p:cBhvr>
                                      <p:to>
                                        <p:strVal val="visible"/>
                                      </p:to>
                                    </p:set>
                                    <p:animEffect transition="in" filter="wipe(left)">
                                      <p:cBhvr>
                                        <p:cTn id="17" dur="500"/>
                                        <p:tgtEl>
                                          <p:spTgt spid="3789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7891"/>
                                        </p:tgtEl>
                                        <p:attrNameLst>
                                          <p:attrName>style.visibility</p:attrName>
                                        </p:attrNameLst>
                                      </p:cBhvr>
                                      <p:to>
                                        <p:strVal val="visible"/>
                                      </p:to>
                                    </p:set>
                                    <p:animEffect transition="in" filter="wipe(left)">
                                      <p:cBhvr>
                                        <p:cTn id="22" dur="500"/>
                                        <p:tgtEl>
                                          <p:spTgt spid="3789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37895"/>
                                        </p:tgtEl>
                                        <p:attrNameLst>
                                          <p:attrName>style.visibility</p:attrName>
                                        </p:attrNameLst>
                                      </p:cBhvr>
                                      <p:to>
                                        <p:strVal val="visible"/>
                                      </p:to>
                                    </p:set>
                                    <p:animEffect transition="in" filter="wipe(left)">
                                      <p:cBhvr>
                                        <p:cTn id="27" dur="500"/>
                                        <p:tgtEl>
                                          <p:spTgt spid="3789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7893"/>
                                        </p:tgtEl>
                                        <p:attrNameLst>
                                          <p:attrName>style.visibility</p:attrName>
                                        </p:attrNameLst>
                                      </p:cBhvr>
                                      <p:to>
                                        <p:strVal val="visible"/>
                                      </p:to>
                                    </p:set>
                                    <p:animEffect transition="in" filter="wipe(left)">
                                      <p:cBhvr>
                                        <p:cTn id="32" dur="500"/>
                                        <p:tgtEl>
                                          <p:spTgt spid="378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0" grpId="0" autoUpdateAnimBg="0"/>
      <p:bldP spid="37892" grpId="0" autoUpdateAnimBg="0"/>
      <p:bldP spid="37893" grpId="0" autoUpdateAnimBg="0"/>
      <p:bldP spid="37894"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fld id="{8EE26495-DA0F-4CF9-8D10-3661ED565109}" type="slidenum">
              <a:rPr lang="en-US" altLang="zh-CN"/>
              <a:pPr/>
              <a:t>7</a:t>
            </a:fld>
            <a:endParaRPr lang="en-US" altLang="zh-CN"/>
          </a:p>
        </p:txBody>
      </p:sp>
      <p:sp>
        <p:nvSpPr>
          <p:cNvPr id="36866" name="Rectangle 2"/>
          <p:cNvSpPr>
            <a:spLocks noChangeArrowheads="1"/>
          </p:cNvSpPr>
          <p:nvPr/>
        </p:nvSpPr>
        <p:spPr bwMode="black">
          <a:xfrm>
            <a:off x="2438400" y="457201"/>
            <a:ext cx="3962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CN" sz="2800" b="1" dirty="0">
                <a:solidFill>
                  <a:srgbClr val="000000"/>
                </a:solidFill>
                <a:latin typeface="Times New Roman" panose="02020603050405020304" pitchFamily="18" charset="0"/>
                <a:cs typeface="Times New Roman" panose="02020603050405020304" pitchFamily="18" charset="0"/>
              </a:rPr>
              <a:t>2</a:t>
            </a:r>
            <a:r>
              <a:rPr lang="zh-CN" altLang="en-US" sz="2800" b="1" dirty="0">
                <a:solidFill>
                  <a:srgbClr val="000000"/>
                </a:solidFill>
                <a:latin typeface="Times New Roman" panose="02020603050405020304" pitchFamily="18" charset="0"/>
                <a:cs typeface="Times New Roman" panose="02020603050405020304" pitchFamily="18" charset="0"/>
              </a:rPr>
              <a:t>、</a:t>
            </a:r>
            <a:r>
              <a:rPr lang="zh-CN" altLang="en-US" sz="2800" b="1" dirty="0">
                <a:solidFill>
                  <a:srgbClr val="000000"/>
                </a:solidFill>
              </a:rPr>
              <a:t>若</a:t>
            </a:r>
            <a:r>
              <a:rPr lang="en-US" altLang="zh-CN" sz="2800" b="1" i="1" dirty="0">
                <a:solidFill>
                  <a:srgbClr val="000000"/>
                </a:solidFill>
                <a:latin typeface="Times New Roman" panose="02020603050405020304" pitchFamily="18" charset="0"/>
                <a:cs typeface="Times New Roman" panose="02020603050405020304" pitchFamily="18" charset="0"/>
              </a:rPr>
              <a:t>D</a:t>
            </a:r>
            <a:r>
              <a:rPr lang="zh-CN" altLang="en-US" sz="2800" b="1" dirty="0">
                <a:solidFill>
                  <a:srgbClr val="000000"/>
                </a:solidFill>
              </a:rPr>
              <a:t>关于</a:t>
            </a:r>
            <a:r>
              <a:rPr lang="en-US" altLang="zh-CN" sz="2800" b="1" i="1" dirty="0">
                <a:solidFill>
                  <a:srgbClr val="000000"/>
                </a:solidFill>
                <a:latin typeface="Times New Roman" panose="02020603050405020304" pitchFamily="18" charset="0"/>
                <a:cs typeface="Times New Roman" panose="02020603050405020304" pitchFamily="18" charset="0"/>
              </a:rPr>
              <a:t>x</a:t>
            </a:r>
            <a:r>
              <a:rPr lang="zh-CN" altLang="en-US" sz="2800" b="1" dirty="0">
                <a:solidFill>
                  <a:srgbClr val="000000"/>
                </a:solidFill>
              </a:rPr>
              <a:t>轴对称</a:t>
            </a:r>
          </a:p>
        </p:txBody>
      </p:sp>
      <p:graphicFrame>
        <p:nvGraphicFramePr>
          <p:cNvPr id="36867" name="Object 3"/>
          <p:cNvGraphicFramePr>
            <a:graphicFrameLocks noChangeAspect="1"/>
          </p:cNvGraphicFramePr>
          <p:nvPr>
            <p:extLst>
              <p:ext uri="{D42A27DB-BD31-4B8C-83A1-F6EECF244321}">
                <p14:modId xmlns:p14="http://schemas.microsoft.com/office/powerpoint/2010/main" val="763256391"/>
              </p:ext>
            </p:extLst>
          </p:nvPr>
        </p:nvGraphicFramePr>
        <p:xfrm>
          <a:off x="2754314" y="2997201"/>
          <a:ext cx="6461125" cy="1535113"/>
        </p:xfrm>
        <a:graphic>
          <a:graphicData uri="http://schemas.openxmlformats.org/presentationml/2006/ole">
            <mc:AlternateContent xmlns:mc="http://schemas.openxmlformats.org/markup-compatibility/2006">
              <mc:Choice xmlns:v="urn:schemas-microsoft-com:vml" Requires="v">
                <p:oleObj spid="_x0000_s7242" name="Equation" r:id="rId3" imgW="2781000" imgH="660240" progId="Equation.DSMT4">
                  <p:embed/>
                </p:oleObj>
              </mc:Choice>
              <mc:Fallback>
                <p:oleObj name="Equation" r:id="rId3" imgW="2781000" imgH="660240" progId="Equation.DSMT4">
                  <p:embed/>
                  <p:pic>
                    <p:nvPicPr>
                      <p:cNvPr id="0" name=""/>
                      <p:cNvPicPr>
                        <a:picLocks noChangeAspect="1" noChangeArrowheads="1"/>
                      </p:cNvPicPr>
                      <p:nvPr/>
                    </p:nvPicPr>
                    <p:blipFill>
                      <a:blip r:embed="rId4"/>
                      <a:srcRect/>
                      <a:stretch>
                        <a:fillRect/>
                      </a:stretch>
                    </p:blipFill>
                    <p:spPr bwMode="black">
                      <a:xfrm>
                        <a:off x="2754314" y="2997201"/>
                        <a:ext cx="6461125" cy="1535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868" name="Rectangle 4"/>
          <p:cNvSpPr>
            <a:spLocks noChangeArrowheads="1"/>
          </p:cNvSpPr>
          <p:nvPr/>
        </p:nvSpPr>
        <p:spPr bwMode="black">
          <a:xfrm>
            <a:off x="2935288" y="4749801"/>
            <a:ext cx="6324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800" b="1" i="1" dirty="0">
                <a:solidFill>
                  <a:srgbClr val="000000"/>
                </a:solidFill>
                <a:latin typeface="Times New Roman" panose="02020603050405020304" pitchFamily="18" charset="0"/>
                <a:cs typeface="Times New Roman" panose="02020603050405020304" pitchFamily="18" charset="0"/>
              </a:rPr>
              <a:t>D</a:t>
            </a:r>
            <a:r>
              <a:rPr lang="en-US" altLang="zh-CN" sz="2800" b="1" baseline="-30000" dirty="0">
                <a:solidFill>
                  <a:srgbClr val="000000"/>
                </a:solidFill>
                <a:latin typeface="Times New Roman" panose="02020603050405020304" pitchFamily="18" charset="0"/>
                <a:cs typeface="Times New Roman" panose="02020603050405020304" pitchFamily="18" charset="0"/>
              </a:rPr>
              <a:t>1</a:t>
            </a:r>
            <a:r>
              <a:rPr lang="zh-CN" altLang="en-US" sz="2800" b="1" dirty="0">
                <a:solidFill>
                  <a:srgbClr val="000000"/>
                </a:solidFill>
              </a:rPr>
              <a:t>是</a:t>
            </a:r>
            <a:r>
              <a:rPr lang="en-US" altLang="zh-CN" sz="2800" b="1" i="1" dirty="0">
                <a:solidFill>
                  <a:srgbClr val="000000"/>
                </a:solidFill>
                <a:latin typeface="Times New Roman" panose="02020603050405020304" pitchFamily="18" charset="0"/>
                <a:cs typeface="Times New Roman" panose="02020603050405020304" pitchFamily="18" charset="0"/>
              </a:rPr>
              <a:t>D</a:t>
            </a:r>
            <a:r>
              <a:rPr lang="zh-CN" altLang="en-US" sz="2800" b="1" dirty="0">
                <a:solidFill>
                  <a:srgbClr val="000000"/>
                </a:solidFill>
              </a:rPr>
              <a:t>的上半部分区域 </a:t>
            </a:r>
          </a:p>
        </p:txBody>
      </p:sp>
      <p:sp>
        <p:nvSpPr>
          <p:cNvPr id="36869" name="Rectangle 5"/>
          <p:cNvSpPr>
            <a:spLocks noChangeArrowheads="1"/>
          </p:cNvSpPr>
          <p:nvPr/>
        </p:nvSpPr>
        <p:spPr bwMode="black">
          <a:xfrm>
            <a:off x="2362200" y="1219201"/>
            <a:ext cx="62547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zh-CN" altLang="en-US" sz="2800" b="1" dirty="0">
                <a:solidFill>
                  <a:srgbClr val="000000"/>
                </a:solidFill>
              </a:rPr>
              <a:t>即当</a:t>
            </a:r>
            <a:r>
              <a:rPr lang="en-US" altLang="zh-CN" sz="2800" b="1" dirty="0">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x</a:t>
            </a:r>
            <a:r>
              <a:rPr lang="en-US" altLang="zh-CN" sz="2800" b="1"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y</a:t>
            </a:r>
            <a:r>
              <a:rPr lang="en-US" altLang="zh-CN" sz="2800" b="1"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D</a:t>
            </a:r>
            <a:r>
              <a:rPr lang="zh-CN" altLang="en-US" sz="2800" b="1" dirty="0">
                <a:solidFill>
                  <a:srgbClr val="000000"/>
                </a:solidFill>
              </a:rPr>
              <a:t>时，必有</a:t>
            </a:r>
            <a:r>
              <a:rPr lang="en-US" altLang="zh-CN" sz="2800" b="1"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x</a:t>
            </a:r>
            <a:r>
              <a:rPr lang="en-US" altLang="zh-CN" sz="2800" b="1"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b="1" dirty="0">
                <a:solidFill>
                  <a:srgbClr val="000000"/>
                </a:solidFill>
                <a:latin typeface="Times New Roman" panose="02020603050405020304" pitchFamily="18" charset="0"/>
                <a:cs typeface="Times New Roman" panose="02020603050405020304" pitchFamily="18" charset="0"/>
              </a:rPr>
              <a:t> </a:t>
            </a:r>
            <a:r>
              <a:rPr lang="en-US" altLang="zh-CN" sz="2800" b="1" i="1" dirty="0">
                <a:solidFill>
                  <a:srgbClr val="000000"/>
                </a:solidFill>
                <a:latin typeface="Times New Roman" panose="02020603050405020304" pitchFamily="18" charset="0"/>
                <a:cs typeface="Times New Roman" panose="02020603050405020304" pitchFamily="18" charset="0"/>
              </a:rPr>
              <a:t>y</a:t>
            </a:r>
            <a:r>
              <a:rPr lang="en-US" altLang="zh-CN" sz="2800" b="1" dirty="0">
                <a:solidFill>
                  <a:srgbClr val="000000"/>
                </a:solidFill>
                <a:latin typeface="Times New Roman" panose="02020603050405020304" pitchFamily="18" charset="0"/>
                <a:cs typeface="Times New Roman" panose="02020603050405020304" pitchFamily="18" charset="0"/>
              </a:rPr>
              <a:t>) ∈</a:t>
            </a:r>
            <a:r>
              <a:rPr lang="en-US" altLang="zh-CN" sz="2800" b="1" i="1" dirty="0">
                <a:solidFill>
                  <a:srgbClr val="000000"/>
                </a:solidFill>
                <a:latin typeface="Times New Roman" panose="02020603050405020304" pitchFamily="18" charset="0"/>
                <a:cs typeface="Times New Roman" panose="02020603050405020304" pitchFamily="18" charset="0"/>
              </a:rPr>
              <a:t>D</a:t>
            </a:r>
            <a:r>
              <a:rPr lang="zh-CN" altLang="en-US" sz="2800" b="1" dirty="0">
                <a:solidFill>
                  <a:srgbClr val="000000"/>
                </a:solidFill>
              </a:rPr>
              <a:t>，则</a:t>
            </a:r>
          </a:p>
        </p:txBody>
      </p:sp>
      <p:graphicFrame>
        <p:nvGraphicFramePr>
          <p:cNvPr id="36870" name="Object 6"/>
          <p:cNvGraphicFramePr>
            <a:graphicFrameLocks noChangeAspect="1"/>
          </p:cNvGraphicFramePr>
          <p:nvPr/>
        </p:nvGraphicFramePr>
        <p:xfrm>
          <a:off x="2935288" y="1854200"/>
          <a:ext cx="2157412" cy="952500"/>
        </p:xfrm>
        <a:graphic>
          <a:graphicData uri="http://schemas.openxmlformats.org/presentationml/2006/ole">
            <mc:AlternateContent xmlns:mc="http://schemas.openxmlformats.org/markup-compatibility/2006">
              <mc:Choice xmlns:v="urn:schemas-microsoft-com:vml" Requires="v">
                <p:oleObj spid="_x0000_s7243" name="Equation" r:id="rId5" imgW="863280" imgH="380880" progId="Equation.DSMT4">
                  <p:embed/>
                </p:oleObj>
              </mc:Choice>
              <mc:Fallback>
                <p:oleObj name="Equation" r:id="rId5" imgW="863280" imgH="38088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black">
                      <a:xfrm>
                        <a:off x="2935288" y="1854200"/>
                        <a:ext cx="2157412" cy="952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003207531"/>
      </p:ext>
    </p:ext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6866"/>
                                        </p:tgtEl>
                                        <p:attrNameLst>
                                          <p:attrName>style.visibility</p:attrName>
                                        </p:attrNameLst>
                                      </p:cBhvr>
                                      <p:to>
                                        <p:strVal val="visible"/>
                                      </p:to>
                                    </p:set>
                                    <p:animEffect transition="in" filter="wipe(left)">
                                      <p:cBhvr>
                                        <p:cTn id="7" dur="500"/>
                                        <p:tgtEl>
                                          <p:spTgt spid="3686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6869"/>
                                        </p:tgtEl>
                                        <p:attrNameLst>
                                          <p:attrName>style.visibility</p:attrName>
                                        </p:attrNameLst>
                                      </p:cBhvr>
                                      <p:to>
                                        <p:strVal val="visible"/>
                                      </p:to>
                                    </p:set>
                                    <p:animEffect transition="in" filter="wipe(left)">
                                      <p:cBhvr>
                                        <p:cTn id="12" dur="500"/>
                                        <p:tgtEl>
                                          <p:spTgt spid="3686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6870"/>
                                        </p:tgtEl>
                                        <p:attrNameLst>
                                          <p:attrName>style.visibility</p:attrName>
                                        </p:attrNameLst>
                                      </p:cBhvr>
                                      <p:to>
                                        <p:strVal val="visible"/>
                                      </p:to>
                                    </p:set>
                                    <p:animEffect transition="in" filter="wipe(left)">
                                      <p:cBhvr>
                                        <p:cTn id="17" dur="500"/>
                                        <p:tgtEl>
                                          <p:spTgt spid="3687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6867"/>
                                        </p:tgtEl>
                                        <p:attrNameLst>
                                          <p:attrName>style.visibility</p:attrName>
                                        </p:attrNameLst>
                                      </p:cBhvr>
                                      <p:to>
                                        <p:strVal val="visible"/>
                                      </p:to>
                                    </p:set>
                                    <p:animEffect transition="in" filter="wipe(left)">
                                      <p:cBhvr>
                                        <p:cTn id="22" dur="500"/>
                                        <p:tgtEl>
                                          <p:spTgt spid="3686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6868"/>
                                        </p:tgtEl>
                                        <p:attrNameLst>
                                          <p:attrName>style.visibility</p:attrName>
                                        </p:attrNameLst>
                                      </p:cBhvr>
                                      <p:to>
                                        <p:strVal val="visible"/>
                                      </p:to>
                                    </p:set>
                                    <p:animEffect transition="in" filter="wipe(left)">
                                      <p:cBhvr>
                                        <p:cTn id="27" dur="500"/>
                                        <p:tgtEl>
                                          <p:spTgt spid="368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6" grpId="0" autoUpdateAnimBg="0"/>
      <p:bldP spid="36868" grpId="0" autoUpdateAnimBg="0"/>
      <p:bldP spid="36869"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fld id="{8CF82492-03D1-4E37-9C53-663CE6E6E439}" type="slidenum">
              <a:rPr lang="en-US" altLang="zh-CN"/>
              <a:pPr/>
              <a:t>8</a:t>
            </a:fld>
            <a:endParaRPr lang="en-US" altLang="zh-CN"/>
          </a:p>
        </p:txBody>
      </p:sp>
      <p:graphicFrame>
        <p:nvGraphicFramePr>
          <p:cNvPr id="35842" name="Object 2"/>
          <p:cNvGraphicFramePr>
            <a:graphicFrameLocks noChangeAspect="1"/>
          </p:cNvGraphicFramePr>
          <p:nvPr>
            <p:extLst>
              <p:ext uri="{D42A27DB-BD31-4B8C-83A1-F6EECF244321}">
                <p14:modId xmlns:p14="http://schemas.microsoft.com/office/powerpoint/2010/main" val="2953005285"/>
              </p:ext>
            </p:extLst>
          </p:nvPr>
        </p:nvGraphicFramePr>
        <p:xfrm>
          <a:off x="2551113" y="3141664"/>
          <a:ext cx="7391400" cy="1647825"/>
        </p:xfrm>
        <a:graphic>
          <a:graphicData uri="http://schemas.openxmlformats.org/presentationml/2006/ole">
            <mc:AlternateContent xmlns:mc="http://schemas.openxmlformats.org/markup-compatibility/2006">
              <mc:Choice xmlns:v="urn:schemas-microsoft-com:vml" Requires="v">
                <p:oleObj spid="_x0000_s8266" name="Equation" r:id="rId3" imgW="2958840" imgH="660240" progId="Equation.DSMT4">
                  <p:embed/>
                </p:oleObj>
              </mc:Choice>
              <mc:Fallback>
                <p:oleObj name="Equation" r:id="rId3" imgW="2958840" imgH="660240" progId="Equation.DSMT4">
                  <p:embed/>
                  <p:pic>
                    <p:nvPicPr>
                      <p:cNvPr id="0" name=""/>
                      <p:cNvPicPr>
                        <a:picLocks noChangeAspect="1" noChangeArrowheads="1"/>
                      </p:cNvPicPr>
                      <p:nvPr/>
                    </p:nvPicPr>
                    <p:blipFill>
                      <a:blip r:embed="rId4"/>
                      <a:srcRect/>
                      <a:stretch>
                        <a:fillRect/>
                      </a:stretch>
                    </p:blipFill>
                    <p:spPr bwMode="black">
                      <a:xfrm>
                        <a:off x="2551113" y="3141664"/>
                        <a:ext cx="7391400" cy="1647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843" name="Rectangle 3"/>
          <p:cNvSpPr>
            <a:spLocks noChangeArrowheads="1"/>
          </p:cNvSpPr>
          <p:nvPr/>
        </p:nvSpPr>
        <p:spPr bwMode="black">
          <a:xfrm>
            <a:off x="2209800" y="457201"/>
            <a:ext cx="7543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CN" sz="2800" b="1" dirty="0">
                <a:solidFill>
                  <a:srgbClr val="000000"/>
                </a:solidFill>
                <a:latin typeface="Times New Roman" panose="02020603050405020304" pitchFamily="18" charset="0"/>
                <a:cs typeface="Times New Roman" panose="02020603050405020304" pitchFamily="18" charset="0"/>
              </a:rPr>
              <a:t>3</a:t>
            </a:r>
            <a:r>
              <a:rPr lang="zh-CN" altLang="en-US" sz="2800" b="1" dirty="0">
                <a:solidFill>
                  <a:srgbClr val="000000"/>
                </a:solidFill>
                <a:latin typeface="Times New Roman" panose="02020603050405020304" pitchFamily="18" charset="0"/>
                <a:cs typeface="Times New Roman" panose="02020603050405020304" pitchFamily="18" charset="0"/>
              </a:rPr>
              <a:t>、</a:t>
            </a:r>
            <a:r>
              <a:rPr lang="zh-CN" altLang="en-US" sz="2800" b="1" dirty="0" smtClean="0">
                <a:solidFill>
                  <a:srgbClr val="000000"/>
                </a:solidFill>
              </a:rPr>
              <a:t>若 </a:t>
            </a:r>
            <a:r>
              <a:rPr lang="en-US" altLang="zh-CN" sz="2800" b="1" i="1" dirty="0" smtClean="0">
                <a:solidFill>
                  <a:srgbClr val="000000"/>
                </a:solidFill>
                <a:latin typeface="Times New Roman" panose="02020603050405020304" pitchFamily="18" charset="0"/>
                <a:cs typeface="Times New Roman" panose="02020603050405020304" pitchFamily="18" charset="0"/>
              </a:rPr>
              <a:t>D </a:t>
            </a:r>
            <a:r>
              <a:rPr lang="zh-CN" altLang="en-US" sz="2800" b="1" dirty="0" smtClean="0">
                <a:solidFill>
                  <a:srgbClr val="000000"/>
                </a:solidFill>
              </a:rPr>
              <a:t>关于</a:t>
            </a:r>
            <a:r>
              <a:rPr lang="zh-CN" altLang="en-US" sz="2800" b="1" dirty="0">
                <a:solidFill>
                  <a:srgbClr val="000000"/>
                </a:solidFill>
              </a:rPr>
              <a:t>原点对称，</a:t>
            </a:r>
          </a:p>
        </p:txBody>
      </p:sp>
      <p:sp>
        <p:nvSpPr>
          <p:cNvPr id="35844" name="Rectangle 4"/>
          <p:cNvSpPr>
            <a:spLocks noChangeArrowheads="1"/>
          </p:cNvSpPr>
          <p:nvPr/>
        </p:nvSpPr>
        <p:spPr bwMode="black">
          <a:xfrm>
            <a:off x="2286001" y="1219201"/>
            <a:ext cx="66897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zh-CN" altLang="en-US" sz="2800" b="1" dirty="0">
                <a:solidFill>
                  <a:srgbClr val="000000"/>
                </a:solidFill>
              </a:rPr>
              <a:t>即</a:t>
            </a:r>
            <a:r>
              <a:rPr lang="zh-CN" altLang="en-US" sz="2800" b="1" dirty="0" smtClean="0">
                <a:solidFill>
                  <a:srgbClr val="000000"/>
                </a:solidFill>
              </a:rPr>
              <a:t>当 </a:t>
            </a:r>
            <a:r>
              <a:rPr lang="en-US" altLang="zh-CN" sz="2800" b="1" dirty="0" smtClean="0">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x</a:t>
            </a:r>
            <a:r>
              <a:rPr lang="en-US" altLang="zh-CN" sz="2800" b="1"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y</a:t>
            </a:r>
            <a:r>
              <a:rPr lang="en-US" altLang="zh-CN" sz="2800" b="1"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b="1" i="1" dirty="0" smtClean="0">
                <a:solidFill>
                  <a:srgbClr val="000000"/>
                </a:solidFill>
                <a:latin typeface="Times New Roman" panose="02020603050405020304" pitchFamily="18" charset="0"/>
                <a:cs typeface="Times New Roman" panose="02020603050405020304" pitchFamily="18" charset="0"/>
              </a:rPr>
              <a:t>D </a:t>
            </a:r>
            <a:r>
              <a:rPr lang="zh-CN" altLang="en-US" sz="2800" b="1" dirty="0" smtClean="0">
                <a:solidFill>
                  <a:srgbClr val="000000"/>
                </a:solidFill>
              </a:rPr>
              <a:t>时</a:t>
            </a:r>
            <a:r>
              <a:rPr lang="zh-CN" altLang="en-US" sz="2800" b="1" dirty="0">
                <a:solidFill>
                  <a:srgbClr val="000000"/>
                </a:solidFill>
              </a:rPr>
              <a:t>，必有</a:t>
            </a:r>
            <a:r>
              <a:rPr lang="en-US" altLang="zh-CN" sz="2800" b="1"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solidFill>
                  <a:srgbClr val="000000"/>
                </a:solidFill>
                <a:latin typeface="Times New Roman" panose="02020603050405020304" pitchFamily="18" charset="0"/>
                <a:cs typeface="Times New Roman" panose="02020603050405020304" pitchFamily="18" charset="0"/>
              </a:rPr>
              <a:t> </a:t>
            </a:r>
            <a:r>
              <a:rPr lang="en-US" altLang="zh-CN" sz="2800" b="1" i="1" dirty="0" err="1">
                <a:solidFill>
                  <a:srgbClr val="000000"/>
                </a:solidFill>
                <a:latin typeface="Times New Roman" panose="02020603050405020304" pitchFamily="18" charset="0"/>
                <a:cs typeface="Times New Roman" panose="02020603050405020304" pitchFamily="18" charset="0"/>
              </a:rPr>
              <a:t>x</a:t>
            </a:r>
            <a:r>
              <a:rPr lang="en-US" altLang="zh-CN" sz="2800" b="1"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b="1" i="1" dirty="0" err="1">
                <a:solidFill>
                  <a:srgbClr val="000000"/>
                </a:solidFill>
                <a:latin typeface="Times New Roman" panose="02020603050405020304" pitchFamily="18" charset="0"/>
                <a:cs typeface="Times New Roman" panose="02020603050405020304" pitchFamily="18" charset="0"/>
              </a:rPr>
              <a:t>y</a:t>
            </a:r>
            <a:r>
              <a:rPr lang="en-US" altLang="zh-CN" sz="2800" b="1"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b="1" dirty="0">
                <a:latin typeface="Times New Roman" panose="02020603050405020304" pitchFamily="18" charset="0"/>
                <a:cs typeface="Times New Roman" panose="02020603050405020304" pitchFamily="18" charset="0"/>
              </a:rPr>
              <a:t> </a:t>
            </a:r>
            <a:r>
              <a:rPr lang="en-US" altLang="zh-CN" sz="2800" b="1" i="1" dirty="0">
                <a:solidFill>
                  <a:srgbClr val="000000"/>
                </a:solidFill>
                <a:latin typeface="Times New Roman" panose="02020603050405020304" pitchFamily="18" charset="0"/>
                <a:cs typeface="Times New Roman" panose="02020603050405020304" pitchFamily="18" charset="0"/>
              </a:rPr>
              <a:t>D</a:t>
            </a:r>
            <a:r>
              <a:rPr lang="zh-CN" altLang="en-US" sz="2800" b="1" dirty="0">
                <a:solidFill>
                  <a:srgbClr val="000000"/>
                </a:solidFill>
              </a:rPr>
              <a:t>，则</a:t>
            </a:r>
          </a:p>
        </p:txBody>
      </p:sp>
      <p:graphicFrame>
        <p:nvGraphicFramePr>
          <p:cNvPr id="35845" name="Object 5"/>
          <p:cNvGraphicFramePr>
            <a:graphicFrameLocks noChangeAspect="1"/>
          </p:cNvGraphicFramePr>
          <p:nvPr/>
        </p:nvGraphicFramePr>
        <p:xfrm>
          <a:off x="2640013" y="1989138"/>
          <a:ext cx="2159000" cy="952500"/>
        </p:xfrm>
        <a:graphic>
          <a:graphicData uri="http://schemas.openxmlformats.org/presentationml/2006/ole">
            <mc:AlternateContent xmlns:mc="http://schemas.openxmlformats.org/markup-compatibility/2006">
              <mc:Choice xmlns:v="urn:schemas-microsoft-com:vml" Requires="v">
                <p:oleObj spid="_x0000_s8267" name="Equation" r:id="rId5" imgW="863280" imgH="380880" progId="Equation.DSMT4">
                  <p:embed/>
                </p:oleObj>
              </mc:Choice>
              <mc:Fallback>
                <p:oleObj name="Equation" r:id="rId5" imgW="863280" imgH="38088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black">
                      <a:xfrm>
                        <a:off x="2640013" y="1989138"/>
                        <a:ext cx="2159000" cy="952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846" name="Text Box 6"/>
          <p:cNvSpPr txBox="1">
            <a:spLocks noChangeArrowheads="1"/>
          </p:cNvSpPr>
          <p:nvPr/>
        </p:nvSpPr>
        <p:spPr bwMode="auto">
          <a:xfrm>
            <a:off x="2566989" y="4797426"/>
            <a:ext cx="748794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dirty="0">
                <a:solidFill>
                  <a:srgbClr val="000000"/>
                </a:solidFill>
              </a:rPr>
              <a:t>其中</a:t>
            </a:r>
            <a:r>
              <a:rPr lang="en-US" altLang="zh-CN" sz="2800" b="1" i="1" dirty="0">
                <a:solidFill>
                  <a:srgbClr val="000000"/>
                </a:solidFill>
                <a:latin typeface="Times New Roman" panose="02020603050405020304" pitchFamily="18" charset="0"/>
                <a:cs typeface="Times New Roman" panose="02020603050405020304" pitchFamily="18" charset="0"/>
              </a:rPr>
              <a:t>D</a:t>
            </a:r>
            <a:r>
              <a:rPr lang="en-US" altLang="zh-CN" sz="2800" b="1" baseline="-30000" dirty="0">
                <a:solidFill>
                  <a:srgbClr val="000000"/>
                </a:solidFill>
                <a:latin typeface="Times New Roman" panose="02020603050405020304" pitchFamily="18" charset="0"/>
                <a:cs typeface="Times New Roman" panose="02020603050405020304" pitchFamily="18" charset="0"/>
              </a:rPr>
              <a:t>1</a:t>
            </a:r>
            <a:r>
              <a:rPr lang="zh-CN" altLang="en-US" sz="2800" b="1" dirty="0" smtClean="0">
                <a:solidFill>
                  <a:srgbClr val="000000"/>
                </a:solidFill>
              </a:rPr>
              <a:t>是 </a:t>
            </a:r>
            <a:r>
              <a:rPr lang="en-US" altLang="zh-CN" sz="2800" b="1" i="1" dirty="0" smtClean="0">
                <a:solidFill>
                  <a:srgbClr val="000000"/>
                </a:solidFill>
                <a:latin typeface="Times New Roman" panose="02020603050405020304" pitchFamily="18" charset="0"/>
                <a:cs typeface="Times New Roman" panose="02020603050405020304" pitchFamily="18" charset="0"/>
              </a:rPr>
              <a:t>D </a:t>
            </a:r>
            <a:r>
              <a:rPr lang="zh-CN" altLang="en-US" sz="2800" b="1" dirty="0" smtClean="0">
                <a:solidFill>
                  <a:srgbClr val="000000"/>
                </a:solidFill>
              </a:rPr>
              <a:t>的</a:t>
            </a:r>
            <a:r>
              <a:rPr lang="zh-CN" altLang="en-US" sz="2800" b="1" dirty="0">
                <a:solidFill>
                  <a:srgbClr val="000000"/>
                </a:solidFill>
              </a:rPr>
              <a:t>上半部分（或右半部分）区域。</a:t>
            </a:r>
          </a:p>
        </p:txBody>
      </p:sp>
    </p:spTree>
    <p:extLst>
      <p:ext uri="{BB962C8B-B14F-4D97-AF65-F5344CB8AC3E}">
        <p14:creationId xmlns:p14="http://schemas.microsoft.com/office/powerpoint/2010/main" val="116295902"/>
      </p:ext>
    </p:ext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5843"/>
                                        </p:tgtEl>
                                        <p:attrNameLst>
                                          <p:attrName>style.visibility</p:attrName>
                                        </p:attrNameLst>
                                      </p:cBhvr>
                                      <p:to>
                                        <p:strVal val="visible"/>
                                      </p:to>
                                    </p:set>
                                    <p:animEffect transition="in" filter="wipe(left)">
                                      <p:cBhvr>
                                        <p:cTn id="7" dur="500"/>
                                        <p:tgtEl>
                                          <p:spTgt spid="3584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5844"/>
                                        </p:tgtEl>
                                        <p:attrNameLst>
                                          <p:attrName>style.visibility</p:attrName>
                                        </p:attrNameLst>
                                      </p:cBhvr>
                                      <p:to>
                                        <p:strVal val="visible"/>
                                      </p:to>
                                    </p:set>
                                    <p:animEffect transition="in" filter="wipe(left)">
                                      <p:cBhvr>
                                        <p:cTn id="12" dur="500"/>
                                        <p:tgtEl>
                                          <p:spTgt spid="3584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5845"/>
                                        </p:tgtEl>
                                        <p:attrNameLst>
                                          <p:attrName>style.visibility</p:attrName>
                                        </p:attrNameLst>
                                      </p:cBhvr>
                                      <p:to>
                                        <p:strVal val="visible"/>
                                      </p:to>
                                    </p:set>
                                    <p:animEffect transition="in" filter="wipe(left)">
                                      <p:cBhvr>
                                        <p:cTn id="17" dur="500"/>
                                        <p:tgtEl>
                                          <p:spTgt spid="3584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5842"/>
                                        </p:tgtEl>
                                        <p:attrNameLst>
                                          <p:attrName>style.visibility</p:attrName>
                                        </p:attrNameLst>
                                      </p:cBhvr>
                                      <p:to>
                                        <p:strVal val="visible"/>
                                      </p:to>
                                    </p:set>
                                    <p:animEffect transition="in" filter="wipe(left)">
                                      <p:cBhvr>
                                        <p:cTn id="22" dur="500"/>
                                        <p:tgtEl>
                                          <p:spTgt spid="3584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5846"/>
                                        </p:tgtEl>
                                        <p:attrNameLst>
                                          <p:attrName>style.visibility</p:attrName>
                                        </p:attrNameLst>
                                      </p:cBhvr>
                                      <p:to>
                                        <p:strVal val="visible"/>
                                      </p:to>
                                    </p:set>
                                    <p:animEffect transition="in" filter="wipe(left)">
                                      <p:cBhvr>
                                        <p:cTn id="27" dur="500"/>
                                        <p:tgtEl>
                                          <p:spTgt spid="358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autoUpdateAnimBg="0"/>
      <p:bldP spid="35844" grpId="0" autoUpdateAnimBg="0"/>
      <p:bldP spid="35846"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3"/>
          <p:cNvSpPr>
            <a:spLocks noGrp="1"/>
          </p:cNvSpPr>
          <p:nvPr>
            <p:ph type="sldNum" sz="quarter" idx="12"/>
          </p:nvPr>
        </p:nvSpPr>
        <p:spPr/>
        <p:txBody>
          <a:bodyPr/>
          <a:lstStyle/>
          <a:p>
            <a:fld id="{A83A547C-1139-4936-898A-6A7E41F1FBDE}" type="slidenum">
              <a:rPr lang="en-US" altLang="zh-CN"/>
              <a:pPr/>
              <a:t>9</a:t>
            </a:fld>
            <a:endParaRPr lang="en-US" altLang="zh-CN"/>
          </a:p>
        </p:txBody>
      </p:sp>
      <p:graphicFrame>
        <p:nvGraphicFramePr>
          <p:cNvPr id="34818" name="Object 2"/>
          <p:cNvGraphicFramePr>
            <a:graphicFrameLocks noChangeAspect="1"/>
          </p:cNvGraphicFramePr>
          <p:nvPr/>
        </p:nvGraphicFramePr>
        <p:xfrm>
          <a:off x="2554288" y="1865314"/>
          <a:ext cx="2082800" cy="923925"/>
        </p:xfrm>
        <a:graphic>
          <a:graphicData uri="http://schemas.openxmlformats.org/presentationml/2006/ole">
            <mc:AlternateContent xmlns:mc="http://schemas.openxmlformats.org/markup-compatibility/2006">
              <mc:Choice xmlns:v="urn:schemas-microsoft-com:vml" Requires="v">
                <p:oleObj spid="_x0000_s9320" name="Equation" r:id="rId3" imgW="863280" imgH="380880" progId="Equation.DSMT4">
                  <p:embed/>
                </p:oleObj>
              </mc:Choice>
              <mc:Fallback>
                <p:oleObj name="Equation" r:id="rId3" imgW="863280" imgH="38088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black">
                      <a:xfrm>
                        <a:off x="2554288" y="1865314"/>
                        <a:ext cx="2082800" cy="923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4819" name="Rectangle 3"/>
          <p:cNvSpPr>
            <a:spLocks noChangeArrowheads="1"/>
          </p:cNvSpPr>
          <p:nvPr/>
        </p:nvSpPr>
        <p:spPr bwMode="black">
          <a:xfrm>
            <a:off x="2198688" y="3810001"/>
            <a:ext cx="7620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zh-CN" altLang="en-US" sz="2800" b="1">
                <a:solidFill>
                  <a:srgbClr val="000000"/>
                </a:solidFill>
              </a:rPr>
              <a:t>（四）有关二重积分的一些证明题</a:t>
            </a:r>
          </a:p>
        </p:txBody>
      </p:sp>
      <p:sp>
        <p:nvSpPr>
          <p:cNvPr id="34820" name="Rectangle 4"/>
          <p:cNvSpPr>
            <a:spLocks noChangeArrowheads="1"/>
          </p:cNvSpPr>
          <p:nvPr/>
        </p:nvSpPr>
        <p:spPr bwMode="black">
          <a:xfrm>
            <a:off x="2286000" y="457201"/>
            <a:ext cx="4876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CN" sz="2800" b="1" dirty="0">
                <a:solidFill>
                  <a:srgbClr val="000000"/>
                </a:solidFill>
                <a:latin typeface="Times New Roman" panose="02020603050405020304" pitchFamily="18" charset="0"/>
                <a:cs typeface="Times New Roman" panose="02020603050405020304" pitchFamily="18" charset="0"/>
              </a:rPr>
              <a:t>4</a:t>
            </a:r>
            <a:r>
              <a:rPr lang="zh-CN" altLang="en-US" sz="2800" b="1" dirty="0">
                <a:solidFill>
                  <a:srgbClr val="000000"/>
                </a:solidFill>
                <a:latin typeface="Times New Roman" panose="02020603050405020304" pitchFamily="18" charset="0"/>
                <a:cs typeface="Times New Roman" panose="02020603050405020304" pitchFamily="18" charset="0"/>
              </a:rPr>
              <a:t>、</a:t>
            </a:r>
            <a:r>
              <a:rPr lang="zh-CN" altLang="en-US" sz="2800" b="1" dirty="0">
                <a:solidFill>
                  <a:srgbClr val="000000"/>
                </a:solidFill>
              </a:rPr>
              <a:t>若</a:t>
            </a:r>
            <a:r>
              <a:rPr lang="en-US" altLang="zh-CN" sz="2800" b="1" i="1" dirty="0">
                <a:solidFill>
                  <a:srgbClr val="000000"/>
                </a:solidFill>
                <a:latin typeface="Times New Roman" panose="02020603050405020304" pitchFamily="18" charset="0"/>
                <a:cs typeface="Times New Roman" panose="02020603050405020304" pitchFamily="18" charset="0"/>
              </a:rPr>
              <a:t>D</a:t>
            </a:r>
            <a:r>
              <a:rPr lang="zh-CN" altLang="en-US" sz="2800" b="1" dirty="0">
                <a:solidFill>
                  <a:srgbClr val="000000"/>
                </a:solidFill>
              </a:rPr>
              <a:t>关于直线 </a:t>
            </a:r>
            <a:r>
              <a:rPr lang="en-US" altLang="zh-CN" sz="2800" b="1" i="1" dirty="0">
                <a:solidFill>
                  <a:srgbClr val="000000"/>
                </a:solidFill>
                <a:latin typeface="Times New Roman" panose="02020603050405020304" pitchFamily="18" charset="0"/>
                <a:cs typeface="Times New Roman" panose="02020603050405020304" pitchFamily="18" charset="0"/>
              </a:rPr>
              <a:t>y </a:t>
            </a:r>
            <a:r>
              <a:rPr lang="en-US" altLang="zh-CN" sz="2800" b="1"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x</a:t>
            </a:r>
            <a:r>
              <a:rPr lang="zh-CN" altLang="en-US" sz="2800" b="1" dirty="0">
                <a:solidFill>
                  <a:srgbClr val="000000"/>
                </a:solidFill>
              </a:rPr>
              <a:t>对称，</a:t>
            </a:r>
          </a:p>
        </p:txBody>
      </p:sp>
      <p:sp>
        <p:nvSpPr>
          <p:cNvPr id="34821" name="Rectangle 5"/>
          <p:cNvSpPr>
            <a:spLocks noChangeArrowheads="1"/>
          </p:cNvSpPr>
          <p:nvPr/>
        </p:nvSpPr>
        <p:spPr bwMode="black">
          <a:xfrm>
            <a:off x="2362200" y="1143001"/>
            <a:ext cx="65420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zh-CN" altLang="en-US" sz="2800" b="1" dirty="0">
                <a:solidFill>
                  <a:srgbClr val="000000"/>
                </a:solidFill>
              </a:rPr>
              <a:t>即当</a:t>
            </a:r>
            <a:r>
              <a:rPr lang="en-US" altLang="zh-CN" sz="2800" b="1"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x</a:t>
            </a:r>
            <a:r>
              <a:rPr lang="en-US" altLang="zh-CN" sz="2800" b="1" dirty="0" smtClean="0">
                <a:solidFill>
                  <a:srgbClr val="000000"/>
                </a:solidFill>
                <a:latin typeface="Times New Roman" panose="02020603050405020304" pitchFamily="18" charset="0"/>
                <a:cs typeface="Times New Roman" panose="02020603050405020304" pitchFamily="18" charset="0"/>
              </a:rPr>
              <a:t>, </a:t>
            </a:r>
            <a:r>
              <a:rPr lang="en-US" altLang="zh-CN" sz="2800" b="1" i="1" dirty="0" smtClean="0">
                <a:solidFill>
                  <a:srgbClr val="000000"/>
                </a:solidFill>
                <a:latin typeface="Times New Roman" panose="02020603050405020304" pitchFamily="18" charset="0"/>
                <a:cs typeface="Times New Roman" panose="02020603050405020304" pitchFamily="18" charset="0"/>
              </a:rPr>
              <a:t>y</a:t>
            </a:r>
            <a:r>
              <a:rPr lang="en-US" altLang="zh-CN" sz="2800" b="1"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D</a:t>
            </a:r>
            <a:r>
              <a:rPr lang="zh-CN" altLang="en-US" sz="2800" b="1" dirty="0">
                <a:solidFill>
                  <a:srgbClr val="000000"/>
                </a:solidFill>
              </a:rPr>
              <a:t>时，必有</a:t>
            </a:r>
            <a:r>
              <a:rPr lang="en-US" altLang="zh-CN" sz="2800" b="1"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y</a:t>
            </a:r>
            <a:r>
              <a:rPr lang="en-US" altLang="zh-CN" sz="2800" b="1" dirty="0" smtClean="0">
                <a:solidFill>
                  <a:srgbClr val="000000"/>
                </a:solidFill>
                <a:latin typeface="Times New Roman" panose="02020603050405020304" pitchFamily="18" charset="0"/>
                <a:cs typeface="Times New Roman" panose="02020603050405020304" pitchFamily="18" charset="0"/>
              </a:rPr>
              <a:t>, </a:t>
            </a:r>
            <a:r>
              <a:rPr lang="en-US" altLang="zh-CN" sz="2800" b="1" i="1" dirty="0" smtClean="0">
                <a:solidFill>
                  <a:srgbClr val="000000"/>
                </a:solidFill>
                <a:latin typeface="Times New Roman" panose="02020603050405020304" pitchFamily="18" charset="0"/>
                <a:cs typeface="Times New Roman" panose="02020603050405020304" pitchFamily="18" charset="0"/>
              </a:rPr>
              <a:t>x</a:t>
            </a:r>
            <a:r>
              <a:rPr lang="en-US" altLang="zh-CN" sz="2800" b="1"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D</a:t>
            </a:r>
            <a:r>
              <a:rPr lang="zh-CN" altLang="en-US" sz="2800" b="1" dirty="0">
                <a:solidFill>
                  <a:srgbClr val="000000"/>
                </a:solidFill>
              </a:rPr>
              <a:t>，则</a:t>
            </a:r>
          </a:p>
        </p:txBody>
      </p:sp>
      <p:graphicFrame>
        <p:nvGraphicFramePr>
          <p:cNvPr id="34822" name="Object 6"/>
          <p:cNvGraphicFramePr>
            <a:graphicFrameLocks noChangeAspect="1"/>
          </p:cNvGraphicFramePr>
          <p:nvPr/>
        </p:nvGraphicFramePr>
        <p:xfrm>
          <a:off x="4687888" y="1865314"/>
          <a:ext cx="2392362" cy="923925"/>
        </p:xfrm>
        <a:graphic>
          <a:graphicData uri="http://schemas.openxmlformats.org/presentationml/2006/ole">
            <mc:AlternateContent xmlns:mc="http://schemas.openxmlformats.org/markup-compatibility/2006">
              <mc:Choice xmlns:v="urn:schemas-microsoft-com:vml" Requires="v">
                <p:oleObj spid="_x0000_s9321" name="Equation" r:id="rId5" imgW="990360" imgH="380880" progId="Equation.DSMT4">
                  <p:embed/>
                </p:oleObj>
              </mc:Choice>
              <mc:Fallback>
                <p:oleObj name="Equation" r:id="rId5" imgW="990360" imgH="38088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black">
                      <a:xfrm>
                        <a:off x="4687888" y="1865314"/>
                        <a:ext cx="2392362" cy="923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823" name="Object 7"/>
          <p:cNvGraphicFramePr>
            <a:graphicFrameLocks noChangeAspect="1"/>
          </p:cNvGraphicFramePr>
          <p:nvPr>
            <p:extLst>
              <p:ext uri="{D42A27DB-BD31-4B8C-83A1-F6EECF244321}">
                <p14:modId xmlns:p14="http://schemas.microsoft.com/office/powerpoint/2010/main" val="2978774131"/>
              </p:ext>
            </p:extLst>
          </p:nvPr>
        </p:nvGraphicFramePr>
        <p:xfrm>
          <a:off x="2782888" y="2622550"/>
          <a:ext cx="4357687" cy="1071563"/>
        </p:xfrm>
        <a:graphic>
          <a:graphicData uri="http://schemas.openxmlformats.org/presentationml/2006/ole">
            <mc:AlternateContent xmlns:mc="http://schemas.openxmlformats.org/markup-compatibility/2006">
              <mc:Choice xmlns:v="urn:schemas-microsoft-com:vml" Requires="v">
                <p:oleObj spid="_x0000_s9322" name="Equation" r:id="rId7" imgW="1803240" imgH="444240" progId="Equation.DSMT4">
                  <p:embed/>
                </p:oleObj>
              </mc:Choice>
              <mc:Fallback>
                <p:oleObj name="Equation" r:id="rId7" imgW="1803240" imgH="444240" progId="Equation.DSMT4">
                  <p:embed/>
                  <p:pic>
                    <p:nvPicPr>
                      <p:cNvPr id="0" name=""/>
                      <p:cNvPicPr>
                        <a:picLocks noChangeAspect="1" noChangeArrowheads="1"/>
                      </p:cNvPicPr>
                      <p:nvPr/>
                    </p:nvPicPr>
                    <p:blipFill>
                      <a:blip r:embed="rId8"/>
                      <a:srcRect/>
                      <a:stretch>
                        <a:fillRect/>
                      </a:stretch>
                    </p:blipFill>
                    <p:spPr bwMode="black">
                      <a:xfrm>
                        <a:off x="2782888" y="2622550"/>
                        <a:ext cx="4357687" cy="1071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4824" name="Rectangle 8"/>
          <p:cNvSpPr>
            <a:spLocks noChangeArrowheads="1"/>
          </p:cNvSpPr>
          <p:nvPr/>
        </p:nvSpPr>
        <p:spPr bwMode="black">
          <a:xfrm>
            <a:off x="2351088" y="4724401"/>
            <a:ext cx="7620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CN" sz="2800" b="1" dirty="0">
                <a:solidFill>
                  <a:srgbClr val="000000"/>
                </a:solidFill>
              </a:rPr>
              <a:t>     </a:t>
            </a:r>
            <a:r>
              <a:rPr lang="zh-CN" altLang="en-US" sz="2800" b="1" dirty="0">
                <a:solidFill>
                  <a:srgbClr val="000000"/>
                </a:solidFill>
              </a:rPr>
              <a:t>中值定理、变上限积分、换元等 </a:t>
            </a:r>
          </a:p>
        </p:txBody>
      </p:sp>
    </p:spTree>
    <p:extLst>
      <p:ext uri="{BB962C8B-B14F-4D97-AF65-F5344CB8AC3E}">
        <p14:creationId xmlns:p14="http://schemas.microsoft.com/office/powerpoint/2010/main" val="2661765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4820"/>
                                        </p:tgtEl>
                                        <p:attrNameLst>
                                          <p:attrName>style.visibility</p:attrName>
                                        </p:attrNameLst>
                                      </p:cBhvr>
                                      <p:to>
                                        <p:strVal val="visible"/>
                                      </p:to>
                                    </p:set>
                                    <p:animEffect transition="in" filter="wipe(left)">
                                      <p:cBhvr>
                                        <p:cTn id="7" dur="500"/>
                                        <p:tgtEl>
                                          <p:spTgt spid="3482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4821"/>
                                        </p:tgtEl>
                                        <p:attrNameLst>
                                          <p:attrName>style.visibility</p:attrName>
                                        </p:attrNameLst>
                                      </p:cBhvr>
                                      <p:to>
                                        <p:strVal val="visible"/>
                                      </p:to>
                                    </p:set>
                                    <p:animEffect transition="in" filter="wipe(left)">
                                      <p:cBhvr>
                                        <p:cTn id="12" dur="500"/>
                                        <p:tgtEl>
                                          <p:spTgt spid="3482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4818"/>
                                        </p:tgtEl>
                                        <p:attrNameLst>
                                          <p:attrName>style.visibility</p:attrName>
                                        </p:attrNameLst>
                                      </p:cBhvr>
                                      <p:to>
                                        <p:strVal val="visible"/>
                                      </p:to>
                                    </p:set>
                                    <p:animEffect transition="in" filter="wipe(left)">
                                      <p:cBhvr>
                                        <p:cTn id="17" dur="500"/>
                                        <p:tgtEl>
                                          <p:spTgt spid="3481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4822"/>
                                        </p:tgtEl>
                                        <p:attrNameLst>
                                          <p:attrName>style.visibility</p:attrName>
                                        </p:attrNameLst>
                                      </p:cBhvr>
                                      <p:to>
                                        <p:strVal val="visible"/>
                                      </p:to>
                                    </p:set>
                                    <p:animEffect transition="in" filter="wipe(left)">
                                      <p:cBhvr>
                                        <p:cTn id="22" dur="500"/>
                                        <p:tgtEl>
                                          <p:spTgt spid="3482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34823"/>
                                        </p:tgtEl>
                                        <p:attrNameLst>
                                          <p:attrName>style.visibility</p:attrName>
                                        </p:attrNameLst>
                                      </p:cBhvr>
                                      <p:to>
                                        <p:strVal val="visible"/>
                                      </p:to>
                                    </p:set>
                                    <p:animEffect transition="in" filter="wipe(left)">
                                      <p:cBhvr>
                                        <p:cTn id="27" dur="500"/>
                                        <p:tgtEl>
                                          <p:spTgt spid="3482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4819"/>
                                        </p:tgtEl>
                                        <p:attrNameLst>
                                          <p:attrName>style.visibility</p:attrName>
                                        </p:attrNameLst>
                                      </p:cBhvr>
                                      <p:to>
                                        <p:strVal val="visible"/>
                                      </p:to>
                                    </p:set>
                                    <p:animEffect transition="in" filter="wipe(left)">
                                      <p:cBhvr>
                                        <p:cTn id="32" dur="500"/>
                                        <p:tgtEl>
                                          <p:spTgt spid="3481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4824"/>
                                        </p:tgtEl>
                                        <p:attrNameLst>
                                          <p:attrName>style.visibility</p:attrName>
                                        </p:attrNameLst>
                                      </p:cBhvr>
                                      <p:to>
                                        <p:strVal val="visible"/>
                                      </p:to>
                                    </p:set>
                                    <p:animEffect transition="in" filter="wipe(left)">
                                      <p:cBhvr>
                                        <p:cTn id="37" dur="500"/>
                                        <p:tgtEl>
                                          <p:spTgt spid="348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autoUpdateAnimBg="0"/>
      <p:bldP spid="34820" grpId="0" autoUpdateAnimBg="0"/>
      <p:bldP spid="34821" grpId="0" autoUpdateAnimBg="0"/>
      <p:bldP spid="34824"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灯片编号占位符 3"/>
          <p:cNvSpPr>
            <a:spLocks noGrp="1"/>
          </p:cNvSpPr>
          <p:nvPr>
            <p:ph type="sldNum" sz="quarter" idx="12"/>
          </p:nvPr>
        </p:nvSpPr>
        <p:spPr/>
        <p:txBody>
          <a:bodyPr/>
          <a:lstStyle/>
          <a:p>
            <a:fld id="{0DDDC3DB-FC4C-459E-B3A3-4C970E10888F}" type="slidenum">
              <a:rPr lang="en-US" altLang="zh-CN"/>
              <a:pPr/>
              <a:t>10</a:t>
            </a:fld>
            <a:endParaRPr lang="en-US" altLang="zh-CN"/>
          </a:p>
        </p:txBody>
      </p:sp>
      <p:graphicFrame>
        <p:nvGraphicFramePr>
          <p:cNvPr id="33795" name="Object 3"/>
          <p:cNvGraphicFramePr>
            <a:graphicFrameLocks noChangeAspect="1"/>
          </p:cNvGraphicFramePr>
          <p:nvPr/>
        </p:nvGraphicFramePr>
        <p:xfrm>
          <a:off x="2668588" y="1557338"/>
          <a:ext cx="4660900" cy="609600"/>
        </p:xfrm>
        <a:graphic>
          <a:graphicData uri="http://schemas.openxmlformats.org/presentationml/2006/ole">
            <mc:AlternateContent xmlns:mc="http://schemas.openxmlformats.org/markup-compatibility/2006">
              <mc:Choice xmlns:v="urn:schemas-microsoft-com:vml" Requires="v">
                <p:oleObj spid="_x0000_s10591" name="Equation" r:id="rId3" imgW="1942920" imgH="253800" progId="Equation.DSMT4">
                  <p:embed/>
                </p:oleObj>
              </mc:Choice>
              <mc:Fallback>
                <p:oleObj name="Equation" r:id="rId3" imgW="1942920" imgH="2538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black">
                      <a:xfrm>
                        <a:off x="2668588" y="1557338"/>
                        <a:ext cx="4660900"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796" name="Object 4"/>
          <p:cNvGraphicFramePr>
            <a:graphicFrameLocks noChangeAspect="1"/>
          </p:cNvGraphicFramePr>
          <p:nvPr>
            <p:extLst>
              <p:ext uri="{D42A27DB-BD31-4B8C-83A1-F6EECF244321}">
                <p14:modId xmlns:p14="http://schemas.microsoft.com/office/powerpoint/2010/main" val="3987217490"/>
              </p:ext>
            </p:extLst>
          </p:nvPr>
        </p:nvGraphicFramePr>
        <p:xfrm>
          <a:off x="2606676" y="2170114"/>
          <a:ext cx="4784725" cy="1006475"/>
        </p:xfrm>
        <a:graphic>
          <a:graphicData uri="http://schemas.openxmlformats.org/presentationml/2006/ole">
            <mc:AlternateContent xmlns:mc="http://schemas.openxmlformats.org/markup-compatibility/2006">
              <mc:Choice xmlns:v="urn:schemas-microsoft-com:vml" Requires="v">
                <p:oleObj spid="_x0000_s10592" name="Equation" r:id="rId5" imgW="1930320" imgH="406080" progId="Equation.DSMT4">
                  <p:embed/>
                </p:oleObj>
              </mc:Choice>
              <mc:Fallback>
                <p:oleObj name="Equation" r:id="rId5" imgW="1930320" imgH="406080" progId="Equation.DSMT4">
                  <p:embed/>
                  <p:pic>
                    <p:nvPicPr>
                      <p:cNvPr id="0" name=""/>
                      <p:cNvPicPr>
                        <a:picLocks noChangeAspect="1" noChangeArrowheads="1"/>
                      </p:cNvPicPr>
                      <p:nvPr/>
                    </p:nvPicPr>
                    <p:blipFill>
                      <a:blip r:embed="rId6"/>
                      <a:srcRect/>
                      <a:stretch>
                        <a:fillRect/>
                      </a:stretch>
                    </p:blipFill>
                    <p:spPr bwMode="black">
                      <a:xfrm>
                        <a:off x="2606676" y="2170114"/>
                        <a:ext cx="4784725" cy="1006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797" name="Object 5"/>
          <p:cNvGraphicFramePr>
            <a:graphicFrameLocks noChangeAspect="1"/>
          </p:cNvGraphicFramePr>
          <p:nvPr>
            <p:extLst>
              <p:ext uri="{D42A27DB-BD31-4B8C-83A1-F6EECF244321}">
                <p14:modId xmlns:p14="http://schemas.microsoft.com/office/powerpoint/2010/main" val="3965276028"/>
              </p:ext>
            </p:extLst>
          </p:nvPr>
        </p:nvGraphicFramePr>
        <p:xfrm>
          <a:off x="2573338" y="3168650"/>
          <a:ext cx="3594100" cy="547688"/>
        </p:xfrm>
        <a:graphic>
          <a:graphicData uri="http://schemas.openxmlformats.org/presentationml/2006/ole">
            <mc:AlternateContent xmlns:mc="http://schemas.openxmlformats.org/markup-compatibility/2006">
              <mc:Choice xmlns:v="urn:schemas-microsoft-com:vml" Requires="v">
                <p:oleObj spid="_x0000_s10593" name="Equation" r:id="rId7" imgW="1498320" imgH="228600" progId="Equation.DSMT4">
                  <p:embed/>
                </p:oleObj>
              </mc:Choice>
              <mc:Fallback>
                <p:oleObj name="Equation" r:id="rId7" imgW="1498320" imgH="228600" progId="Equation.DSMT4">
                  <p:embed/>
                  <p:pic>
                    <p:nvPicPr>
                      <p:cNvPr id="0" name=""/>
                      <p:cNvPicPr>
                        <a:picLocks noChangeAspect="1" noChangeArrowheads="1"/>
                      </p:cNvPicPr>
                      <p:nvPr/>
                    </p:nvPicPr>
                    <p:blipFill>
                      <a:blip r:embed="rId8"/>
                      <a:srcRect/>
                      <a:stretch>
                        <a:fillRect/>
                      </a:stretch>
                    </p:blipFill>
                    <p:spPr bwMode="black">
                      <a:xfrm>
                        <a:off x="2573338" y="3168650"/>
                        <a:ext cx="3594100" cy="547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798" name="Object 6"/>
          <p:cNvGraphicFramePr>
            <a:graphicFrameLocks noChangeAspect="1"/>
          </p:cNvGraphicFramePr>
          <p:nvPr>
            <p:extLst>
              <p:ext uri="{D42A27DB-BD31-4B8C-83A1-F6EECF244321}">
                <p14:modId xmlns:p14="http://schemas.microsoft.com/office/powerpoint/2010/main" val="2390175080"/>
              </p:ext>
            </p:extLst>
          </p:nvPr>
        </p:nvGraphicFramePr>
        <p:xfrm>
          <a:off x="1993900" y="534988"/>
          <a:ext cx="7813675" cy="1096962"/>
        </p:xfrm>
        <a:graphic>
          <a:graphicData uri="http://schemas.openxmlformats.org/presentationml/2006/ole">
            <mc:AlternateContent xmlns:mc="http://schemas.openxmlformats.org/markup-compatibility/2006">
              <mc:Choice xmlns:v="urn:schemas-microsoft-com:vml" Requires="v">
                <p:oleObj spid="_x0000_s10594" name="Equation" r:id="rId9" imgW="3035160" imgH="457200" progId="Equation.DSMT4">
                  <p:embed/>
                </p:oleObj>
              </mc:Choice>
              <mc:Fallback>
                <p:oleObj name="Equation" r:id="rId9" imgW="3035160" imgH="457200" progId="Equation.DSMT4">
                  <p:embed/>
                  <p:pic>
                    <p:nvPicPr>
                      <p:cNvPr id="0" name=""/>
                      <p:cNvPicPr>
                        <a:picLocks noChangeAspect="1" noChangeArrowheads="1"/>
                      </p:cNvPicPr>
                      <p:nvPr/>
                    </p:nvPicPr>
                    <p:blipFill>
                      <a:blip r:embed="rId10"/>
                      <a:srcRect/>
                      <a:stretch>
                        <a:fillRect/>
                      </a:stretch>
                    </p:blipFill>
                    <p:spPr bwMode="black">
                      <a:xfrm>
                        <a:off x="1993900" y="534988"/>
                        <a:ext cx="7813675" cy="1096962"/>
                      </a:xfrm>
                      <a:prstGeom prst="rect">
                        <a:avLst/>
                      </a:prstGeom>
                      <a:noFill/>
                      <a:extLst/>
                    </p:spPr>
                  </p:pic>
                </p:oleObj>
              </mc:Fallback>
            </mc:AlternateContent>
          </a:graphicData>
        </a:graphic>
      </p:graphicFrame>
      <p:sp>
        <p:nvSpPr>
          <p:cNvPr id="33799" name="Oval 7" descr="大棋盘"/>
          <p:cNvSpPr>
            <a:spLocks noChangeAspect="1" noChangeArrowheads="1"/>
          </p:cNvSpPr>
          <p:nvPr/>
        </p:nvSpPr>
        <p:spPr bwMode="invGray">
          <a:xfrm>
            <a:off x="7493000" y="1939926"/>
            <a:ext cx="2133600" cy="2009775"/>
          </a:xfrm>
          <a:prstGeom prst="ellipse">
            <a:avLst/>
          </a:prstGeom>
          <a:pattFill prst="lgCheck">
            <a:fgClr>
              <a:srgbClr val="FFFFCC"/>
            </a:fgClr>
            <a:bgClr>
              <a:srgbClr val="FF33CC"/>
            </a:bgClr>
          </a:pattFill>
          <a:ln w="38100">
            <a:solidFill>
              <a:srgbClr val="FF006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00" name="Rectangle 8" descr="深色上对角线"/>
          <p:cNvSpPr>
            <a:spLocks noChangeAspect="1" noChangeArrowheads="1"/>
          </p:cNvSpPr>
          <p:nvPr/>
        </p:nvSpPr>
        <p:spPr bwMode="auto">
          <a:xfrm>
            <a:off x="7797800" y="2243138"/>
            <a:ext cx="1462088" cy="1401762"/>
          </a:xfrm>
          <a:prstGeom prst="rect">
            <a:avLst/>
          </a:prstGeom>
          <a:pattFill prst="dkUpDiag">
            <a:fgClr>
              <a:srgbClr val="00CC99"/>
            </a:fgClr>
            <a:bgClr>
              <a:srgbClr val="FFFFFF"/>
            </a:bgClr>
          </a:pattFill>
          <a:ln w="38100">
            <a:solidFill>
              <a:srgbClr val="00CC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01" name="Oval 9" descr="深色上对角线"/>
          <p:cNvSpPr>
            <a:spLocks noChangeAspect="1" noChangeArrowheads="1"/>
          </p:cNvSpPr>
          <p:nvPr/>
        </p:nvSpPr>
        <p:spPr bwMode="invGray">
          <a:xfrm>
            <a:off x="7797800" y="2265364"/>
            <a:ext cx="1462088" cy="1379537"/>
          </a:xfrm>
          <a:prstGeom prst="ellipse">
            <a:avLst/>
          </a:prstGeom>
          <a:pattFill prst="dkUpDiag">
            <a:fgClr>
              <a:srgbClr val="0000FF"/>
            </a:fgClr>
            <a:bgClr>
              <a:srgbClr val="FFFFFF"/>
            </a:bgClr>
          </a:pattFill>
          <a:ln w="381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3802" name="Group 10"/>
          <p:cNvGrpSpPr>
            <a:grpSpLocks/>
          </p:cNvGrpSpPr>
          <p:nvPr/>
        </p:nvGrpSpPr>
        <p:grpSpPr bwMode="auto">
          <a:xfrm>
            <a:off x="7248525" y="1268414"/>
            <a:ext cx="3092450" cy="2905125"/>
            <a:chOff x="3812" y="1200"/>
            <a:chExt cx="1948" cy="1830"/>
          </a:xfrm>
        </p:grpSpPr>
        <p:sp>
          <p:nvSpPr>
            <p:cNvPr id="33803" name="Rectangle 11"/>
            <p:cNvSpPr>
              <a:spLocks noChangeAspect="1" noChangeArrowheads="1"/>
            </p:cNvSpPr>
            <p:nvPr/>
          </p:nvSpPr>
          <p:spPr bwMode="invGray">
            <a:xfrm>
              <a:off x="4426" y="1200"/>
              <a:ext cx="215"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600" b="1" i="1" dirty="0">
                  <a:latin typeface="Times New Roman" panose="02020603050405020304" pitchFamily="18" charset="0"/>
                  <a:cs typeface="Times New Roman" panose="02020603050405020304" pitchFamily="18" charset="0"/>
                </a:rPr>
                <a:t>y</a:t>
              </a:r>
            </a:p>
          </p:txBody>
        </p:sp>
        <p:grpSp>
          <p:nvGrpSpPr>
            <p:cNvPr id="33804" name="Group 12"/>
            <p:cNvGrpSpPr>
              <a:grpSpLocks noChangeAspect="1"/>
            </p:cNvGrpSpPr>
            <p:nvPr/>
          </p:nvGrpSpPr>
          <p:grpSpPr bwMode="auto">
            <a:xfrm>
              <a:off x="3812" y="1373"/>
              <a:ext cx="1948" cy="1657"/>
              <a:chOff x="3264" y="216"/>
              <a:chExt cx="2435" cy="2072"/>
            </a:xfrm>
          </p:grpSpPr>
          <p:sp>
            <p:nvSpPr>
              <p:cNvPr id="33805" name="Line 13"/>
              <p:cNvSpPr>
                <a:spLocks noChangeAspect="1" noChangeShapeType="1"/>
              </p:cNvSpPr>
              <p:nvPr/>
            </p:nvSpPr>
            <p:spPr bwMode="invGray">
              <a:xfrm>
                <a:off x="3264" y="1886"/>
                <a:ext cx="2251"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06" name="Line 14"/>
              <p:cNvSpPr>
                <a:spLocks noChangeAspect="1" noChangeShapeType="1"/>
              </p:cNvSpPr>
              <p:nvPr/>
            </p:nvSpPr>
            <p:spPr bwMode="invGray">
              <a:xfrm flipV="1">
                <a:off x="4287" y="216"/>
                <a:ext cx="0" cy="207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07" name="Rectangle 15"/>
              <p:cNvSpPr>
                <a:spLocks noChangeAspect="1" noChangeArrowheads="1"/>
              </p:cNvSpPr>
              <p:nvPr/>
            </p:nvSpPr>
            <p:spPr bwMode="invGray">
              <a:xfrm>
                <a:off x="4303" y="1123"/>
                <a:ext cx="278" cy="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600" b="1"/>
                  <a:t>1</a:t>
                </a:r>
              </a:p>
            </p:txBody>
          </p:sp>
          <p:sp>
            <p:nvSpPr>
              <p:cNvPr id="33808" name="Line 16"/>
              <p:cNvSpPr>
                <a:spLocks noChangeAspect="1" noChangeShapeType="1"/>
              </p:cNvSpPr>
              <p:nvPr/>
            </p:nvSpPr>
            <p:spPr bwMode="invGray">
              <a:xfrm>
                <a:off x="4287" y="1370"/>
                <a:ext cx="7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09" name="Rectangle 17"/>
              <p:cNvSpPr>
                <a:spLocks noChangeAspect="1" noChangeArrowheads="1"/>
              </p:cNvSpPr>
              <p:nvPr/>
            </p:nvSpPr>
            <p:spPr bwMode="invGray">
              <a:xfrm>
                <a:off x="4080" y="539"/>
                <a:ext cx="278" cy="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600" b="1"/>
                  <a:t>2</a:t>
                </a:r>
              </a:p>
            </p:txBody>
          </p:sp>
          <p:sp>
            <p:nvSpPr>
              <p:cNvPr id="33810" name="Rectangle 18"/>
              <p:cNvSpPr>
                <a:spLocks noChangeAspect="1" noChangeArrowheads="1"/>
              </p:cNvSpPr>
              <p:nvPr/>
            </p:nvSpPr>
            <p:spPr bwMode="invGray">
              <a:xfrm>
                <a:off x="5424" y="1854"/>
                <a:ext cx="275" cy="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600" b="1" i="1" dirty="0">
                    <a:latin typeface="Times New Roman" panose="02020603050405020304" pitchFamily="18" charset="0"/>
                    <a:cs typeface="Times New Roman" panose="02020603050405020304" pitchFamily="18" charset="0"/>
                  </a:rPr>
                  <a:t>x</a:t>
                </a:r>
              </a:p>
            </p:txBody>
          </p:sp>
          <p:sp>
            <p:nvSpPr>
              <p:cNvPr id="33811" name="Rectangle 19"/>
              <p:cNvSpPr>
                <a:spLocks noChangeAspect="1" noChangeArrowheads="1"/>
              </p:cNvSpPr>
              <p:nvPr/>
            </p:nvSpPr>
            <p:spPr bwMode="invGray">
              <a:xfrm>
                <a:off x="4032" y="1815"/>
                <a:ext cx="284" cy="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600" b="1" i="1" dirty="0">
                    <a:latin typeface="Times New Roman" panose="02020603050405020304" pitchFamily="18" charset="0"/>
                    <a:cs typeface="Times New Roman" panose="02020603050405020304" pitchFamily="18" charset="0"/>
                  </a:rPr>
                  <a:t>o</a:t>
                </a:r>
              </a:p>
            </p:txBody>
          </p:sp>
        </p:grpSp>
      </p:grpSp>
      <p:graphicFrame>
        <p:nvGraphicFramePr>
          <p:cNvPr id="33817" name="Object 25"/>
          <p:cNvGraphicFramePr>
            <a:graphicFrameLocks noChangeAspect="1"/>
          </p:cNvGraphicFramePr>
          <p:nvPr/>
        </p:nvGraphicFramePr>
        <p:xfrm>
          <a:off x="8904288" y="2060575"/>
          <a:ext cx="487362" cy="547688"/>
        </p:xfrm>
        <a:graphic>
          <a:graphicData uri="http://schemas.openxmlformats.org/presentationml/2006/ole">
            <mc:AlternateContent xmlns:mc="http://schemas.openxmlformats.org/markup-compatibility/2006">
              <mc:Choice xmlns:v="urn:schemas-microsoft-com:vml" Requires="v">
                <p:oleObj spid="_x0000_s10595" name="Equation" r:id="rId11" imgW="203040" imgH="228600" progId="Equation.DSMT4">
                  <p:embed/>
                </p:oleObj>
              </mc:Choice>
              <mc:Fallback>
                <p:oleObj name="Equation" r:id="rId11" imgW="203040" imgH="228600" progId="Equation.DSMT4">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black">
                      <a:xfrm>
                        <a:off x="8904288" y="2060575"/>
                        <a:ext cx="487362" cy="547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818" name="Object 26"/>
          <p:cNvGraphicFramePr>
            <a:graphicFrameLocks noChangeAspect="1"/>
          </p:cNvGraphicFramePr>
          <p:nvPr/>
        </p:nvGraphicFramePr>
        <p:xfrm>
          <a:off x="8040688" y="2708275"/>
          <a:ext cx="487362" cy="547688"/>
        </p:xfrm>
        <a:graphic>
          <a:graphicData uri="http://schemas.openxmlformats.org/presentationml/2006/ole">
            <mc:AlternateContent xmlns:mc="http://schemas.openxmlformats.org/markup-compatibility/2006">
              <mc:Choice xmlns:v="urn:schemas-microsoft-com:vml" Requires="v">
                <p:oleObj spid="_x0000_s10596" name="Equation" r:id="rId13" imgW="203040" imgH="228600" progId="Equation.DSMT4">
                  <p:embed/>
                </p:oleObj>
              </mc:Choice>
              <mc:Fallback>
                <p:oleObj name="Equation" r:id="rId13" imgW="203040" imgH="228600" progId="Equation.DSMT4">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black">
                      <a:xfrm>
                        <a:off x="8040688" y="2708275"/>
                        <a:ext cx="487362" cy="547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819" name="Object 27"/>
          <p:cNvGraphicFramePr>
            <a:graphicFrameLocks noChangeAspect="1"/>
          </p:cNvGraphicFramePr>
          <p:nvPr/>
        </p:nvGraphicFramePr>
        <p:xfrm>
          <a:off x="9336088" y="2708275"/>
          <a:ext cx="487362" cy="547688"/>
        </p:xfrm>
        <a:graphic>
          <a:graphicData uri="http://schemas.openxmlformats.org/presentationml/2006/ole">
            <mc:AlternateContent xmlns:mc="http://schemas.openxmlformats.org/markup-compatibility/2006">
              <mc:Choice xmlns:v="urn:schemas-microsoft-com:vml" Requires="v">
                <p:oleObj spid="_x0000_s10597" name="Equation" r:id="rId15" imgW="203040" imgH="228600" progId="Equation.DSMT4">
                  <p:embed/>
                </p:oleObj>
              </mc:Choice>
              <mc:Fallback>
                <p:oleObj name="Equation" r:id="rId15" imgW="203040" imgH="228600" progId="Equation.DSMT4">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black">
                      <a:xfrm>
                        <a:off x="9336088" y="2708275"/>
                        <a:ext cx="487362" cy="547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5268530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3798"/>
                                        </p:tgtEl>
                                        <p:attrNameLst>
                                          <p:attrName>style.visibility</p:attrName>
                                        </p:attrNameLst>
                                      </p:cBhvr>
                                      <p:to>
                                        <p:strVal val="visible"/>
                                      </p:to>
                                    </p:set>
                                    <p:animEffect transition="in" filter="wipe(left)">
                                      <p:cBhvr>
                                        <p:cTn id="7" dur="500"/>
                                        <p:tgtEl>
                                          <p:spTgt spid="3379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3795"/>
                                        </p:tgtEl>
                                        <p:attrNameLst>
                                          <p:attrName>style.visibility</p:attrName>
                                        </p:attrNameLst>
                                      </p:cBhvr>
                                      <p:to>
                                        <p:strVal val="visible"/>
                                      </p:to>
                                    </p:set>
                                    <p:animEffect transition="in" filter="wipe(left)">
                                      <p:cBhvr>
                                        <p:cTn id="12" dur="500"/>
                                        <p:tgtEl>
                                          <p:spTgt spid="3379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3796"/>
                                        </p:tgtEl>
                                        <p:attrNameLst>
                                          <p:attrName>style.visibility</p:attrName>
                                        </p:attrNameLst>
                                      </p:cBhvr>
                                      <p:to>
                                        <p:strVal val="visible"/>
                                      </p:to>
                                    </p:set>
                                    <p:animEffect transition="in" filter="wipe(left)">
                                      <p:cBhvr>
                                        <p:cTn id="17" dur="500"/>
                                        <p:tgtEl>
                                          <p:spTgt spid="3379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3797"/>
                                        </p:tgtEl>
                                        <p:attrNameLst>
                                          <p:attrName>style.visibility</p:attrName>
                                        </p:attrNameLst>
                                      </p:cBhvr>
                                      <p:to>
                                        <p:strVal val="visible"/>
                                      </p:to>
                                    </p:set>
                                    <p:animEffect transition="in" filter="wipe(left)">
                                      <p:cBhvr>
                                        <p:cTn id="22" dur="500"/>
                                        <p:tgtEl>
                                          <p:spTgt spid="3379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33802"/>
                                        </p:tgtEl>
                                        <p:attrNameLst>
                                          <p:attrName>style.visibility</p:attrName>
                                        </p:attrNameLst>
                                      </p:cBhvr>
                                      <p:to>
                                        <p:strVal val="visible"/>
                                      </p:to>
                                    </p:set>
                                    <p:animEffect transition="in" filter="wipe(left)">
                                      <p:cBhvr>
                                        <p:cTn id="27" dur="500"/>
                                        <p:tgtEl>
                                          <p:spTgt spid="3380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3800"/>
                                        </p:tgtEl>
                                        <p:attrNameLst>
                                          <p:attrName>style.visibility</p:attrName>
                                        </p:attrNameLst>
                                      </p:cBhvr>
                                      <p:to>
                                        <p:strVal val="visible"/>
                                      </p:to>
                                    </p:set>
                                    <p:animEffect transition="in" filter="wipe(left)">
                                      <p:cBhvr>
                                        <p:cTn id="32" dur="500"/>
                                        <p:tgtEl>
                                          <p:spTgt spid="3380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33817"/>
                                        </p:tgtEl>
                                        <p:attrNameLst>
                                          <p:attrName>style.visibility</p:attrName>
                                        </p:attrNameLst>
                                      </p:cBhvr>
                                      <p:to>
                                        <p:strVal val="visible"/>
                                      </p:to>
                                    </p:set>
                                    <p:animEffect transition="in" filter="wipe(left)">
                                      <p:cBhvr>
                                        <p:cTn id="37" dur="500"/>
                                        <p:tgtEl>
                                          <p:spTgt spid="3381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3801"/>
                                        </p:tgtEl>
                                        <p:attrNameLst>
                                          <p:attrName>style.visibility</p:attrName>
                                        </p:attrNameLst>
                                      </p:cBhvr>
                                      <p:to>
                                        <p:strVal val="visible"/>
                                      </p:to>
                                    </p:set>
                                    <p:animEffect transition="in" filter="wipe(left)">
                                      <p:cBhvr>
                                        <p:cTn id="42" dur="500"/>
                                        <p:tgtEl>
                                          <p:spTgt spid="3380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33818"/>
                                        </p:tgtEl>
                                        <p:attrNameLst>
                                          <p:attrName>style.visibility</p:attrName>
                                        </p:attrNameLst>
                                      </p:cBhvr>
                                      <p:to>
                                        <p:strVal val="visible"/>
                                      </p:to>
                                    </p:set>
                                    <p:animEffect transition="in" filter="wipe(left)">
                                      <p:cBhvr>
                                        <p:cTn id="47" dur="500"/>
                                        <p:tgtEl>
                                          <p:spTgt spid="33818"/>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33799"/>
                                        </p:tgtEl>
                                        <p:attrNameLst>
                                          <p:attrName>style.visibility</p:attrName>
                                        </p:attrNameLst>
                                      </p:cBhvr>
                                      <p:to>
                                        <p:strVal val="visible"/>
                                      </p:to>
                                    </p:set>
                                    <p:animEffect transition="in" filter="wipe(left)">
                                      <p:cBhvr>
                                        <p:cTn id="52" dur="500"/>
                                        <p:tgtEl>
                                          <p:spTgt spid="33799"/>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33819"/>
                                        </p:tgtEl>
                                        <p:attrNameLst>
                                          <p:attrName>style.visibility</p:attrName>
                                        </p:attrNameLst>
                                      </p:cBhvr>
                                      <p:to>
                                        <p:strVal val="visible"/>
                                      </p:to>
                                    </p:set>
                                    <p:animEffect transition="in" filter="wipe(left)">
                                      <p:cBhvr>
                                        <p:cTn id="57" dur="500"/>
                                        <p:tgtEl>
                                          <p:spTgt spid="338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9" grpId="0" animBg="1"/>
      <p:bldP spid="33800" grpId="0" animBg="1"/>
      <p:bldP spid="3380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166748598"/>
              </p:ext>
            </p:extLst>
          </p:nvPr>
        </p:nvGraphicFramePr>
        <p:xfrm>
          <a:off x="4810125" y="735095"/>
          <a:ext cx="1212850" cy="461962"/>
        </p:xfrm>
        <a:graphic>
          <a:graphicData uri="http://schemas.openxmlformats.org/presentationml/2006/ole">
            <mc:AlternateContent xmlns:mc="http://schemas.openxmlformats.org/markup-compatibility/2006">
              <mc:Choice xmlns:v="urn:schemas-microsoft-com:vml" Requires="v">
                <p:oleObj spid="_x0000_s46514" name="Equation" r:id="rId3" imgW="520560" imgH="203040" progId="Equation.DSMT4">
                  <p:embed/>
                </p:oleObj>
              </mc:Choice>
              <mc:Fallback>
                <p:oleObj name="Equation" r:id="rId3" imgW="520560" imgH="203040" progId="Equation.DSMT4">
                  <p:embed/>
                  <p:pic>
                    <p:nvPicPr>
                      <p:cNvPr id="0" name="对象 268"/>
                      <p:cNvPicPr>
                        <a:picLocks noChangeAspect="1" noChangeArrowheads="1"/>
                      </p:cNvPicPr>
                      <p:nvPr/>
                    </p:nvPicPr>
                    <p:blipFill>
                      <a:blip r:embed="rId4"/>
                      <a:srcRect/>
                      <a:stretch>
                        <a:fillRect/>
                      </a:stretch>
                    </p:blipFill>
                    <p:spPr bwMode="auto">
                      <a:xfrm>
                        <a:off x="4810125" y="735095"/>
                        <a:ext cx="1212850" cy="461962"/>
                      </a:xfrm>
                      <a:prstGeom prst="rect">
                        <a:avLst/>
                      </a:prstGeom>
                      <a:noFill/>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3678164578"/>
              </p:ext>
            </p:extLst>
          </p:nvPr>
        </p:nvGraphicFramePr>
        <p:xfrm>
          <a:off x="8150632" y="744983"/>
          <a:ext cx="397165" cy="397165"/>
        </p:xfrm>
        <a:graphic>
          <a:graphicData uri="http://schemas.openxmlformats.org/presentationml/2006/ole">
            <mc:AlternateContent xmlns:mc="http://schemas.openxmlformats.org/markup-compatibility/2006">
              <mc:Choice xmlns:v="urn:schemas-microsoft-com:vml" Requires="v">
                <p:oleObj spid="_x0000_s46515" name="Equation" r:id="rId5" imgW="164880" imgH="164880" progId="Equation.DSMT4">
                  <p:embed/>
                </p:oleObj>
              </mc:Choice>
              <mc:Fallback>
                <p:oleObj name="Equation" r:id="rId5" imgW="164880" imgH="164880" progId="Equation.DSMT4">
                  <p:embed/>
                  <p:pic>
                    <p:nvPicPr>
                      <p:cNvPr id="0" name="对象 269"/>
                      <p:cNvPicPr>
                        <a:picLocks noChangeAspect="1" noChangeArrowheads="1"/>
                      </p:cNvPicPr>
                      <p:nvPr/>
                    </p:nvPicPr>
                    <p:blipFill>
                      <a:blip r:embed="rId6"/>
                      <a:srcRect/>
                      <a:stretch>
                        <a:fillRect/>
                      </a:stretch>
                    </p:blipFill>
                    <p:spPr bwMode="auto">
                      <a:xfrm>
                        <a:off x="8150632" y="744983"/>
                        <a:ext cx="397165" cy="397165"/>
                      </a:xfrm>
                      <a:prstGeom prst="rect">
                        <a:avLst/>
                      </a:prstGeom>
                      <a:noFill/>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492708252"/>
              </p:ext>
            </p:extLst>
          </p:nvPr>
        </p:nvGraphicFramePr>
        <p:xfrm>
          <a:off x="1401762" y="1350963"/>
          <a:ext cx="2652643" cy="810346"/>
        </p:xfrm>
        <a:graphic>
          <a:graphicData uri="http://schemas.openxmlformats.org/presentationml/2006/ole">
            <mc:AlternateContent xmlns:mc="http://schemas.openxmlformats.org/markup-compatibility/2006">
              <mc:Choice xmlns:v="urn:schemas-microsoft-com:vml" Requires="v">
                <p:oleObj spid="_x0000_s46516" name="Equation" r:id="rId7" imgW="1257120" imgH="380880" progId="Equation.DSMT4">
                  <p:embed/>
                </p:oleObj>
              </mc:Choice>
              <mc:Fallback>
                <p:oleObj name="Equation" r:id="rId7" imgW="1257120" imgH="380880" progId="Equation.DSMT4">
                  <p:embed/>
                  <p:pic>
                    <p:nvPicPr>
                      <p:cNvPr id="0" name="对象 270"/>
                      <p:cNvPicPr>
                        <a:picLocks noChangeAspect="1" noChangeArrowheads="1"/>
                      </p:cNvPicPr>
                      <p:nvPr/>
                    </p:nvPicPr>
                    <p:blipFill>
                      <a:blip r:embed="rId8"/>
                      <a:srcRect/>
                      <a:stretch>
                        <a:fillRect/>
                      </a:stretch>
                    </p:blipFill>
                    <p:spPr bwMode="auto">
                      <a:xfrm>
                        <a:off x="1401762" y="1350963"/>
                        <a:ext cx="2652643" cy="810346"/>
                      </a:xfrm>
                      <a:prstGeom prst="rect">
                        <a:avLst/>
                      </a:prstGeom>
                      <a:noFill/>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3409536396"/>
              </p:ext>
            </p:extLst>
          </p:nvPr>
        </p:nvGraphicFramePr>
        <p:xfrm>
          <a:off x="4810125" y="1411288"/>
          <a:ext cx="3675063" cy="476250"/>
        </p:xfrm>
        <a:graphic>
          <a:graphicData uri="http://schemas.openxmlformats.org/presentationml/2006/ole">
            <mc:AlternateContent xmlns:mc="http://schemas.openxmlformats.org/markup-compatibility/2006">
              <mc:Choice xmlns:v="urn:schemas-microsoft-com:vml" Requires="v">
                <p:oleObj spid="_x0000_s46517" name="Equation" r:id="rId9" imgW="1523880" imgH="203040" progId="Equation.DSMT4">
                  <p:embed/>
                </p:oleObj>
              </mc:Choice>
              <mc:Fallback>
                <p:oleObj name="Equation" r:id="rId9" imgW="1523880" imgH="203040" progId="Equation.DSMT4">
                  <p:embed/>
                  <p:pic>
                    <p:nvPicPr>
                      <p:cNvPr id="0" name="对象 271"/>
                      <p:cNvPicPr>
                        <a:picLocks noChangeAspect="1" noChangeArrowheads="1"/>
                      </p:cNvPicPr>
                      <p:nvPr/>
                    </p:nvPicPr>
                    <p:blipFill>
                      <a:blip r:embed="rId10"/>
                      <a:srcRect/>
                      <a:stretch>
                        <a:fillRect/>
                      </a:stretch>
                    </p:blipFill>
                    <p:spPr bwMode="auto">
                      <a:xfrm>
                        <a:off x="4810125" y="1411288"/>
                        <a:ext cx="3675063" cy="476250"/>
                      </a:xfrm>
                      <a:prstGeom prst="rect">
                        <a:avLst/>
                      </a:prstGeom>
                      <a:noFill/>
                    </p:spPr>
                  </p:pic>
                </p:oleObj>
              </mc:Fallback>
            </mc:AlternateContent>
          </a:graphicData>
        </a:graphic>
      </p:graphicFrame>
      <p:sp>
        <p:nvSpPr>
          <p:cNvPr id="6" name="Rectangle 5"/>
          <p:cNvSpPr>
            <a:spLocks noChangeArrowheads="1"/>
          </p:cNvSpPr>
          <p:nvPr/>
        </p:nvSpPr>
        <p:spPr bwMode="auto">
          <a:xfrm>
            <a:off x="1481859" y="673837"/>
            <a:ext cx="393469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800" b="1"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设有界非负连续函数</a:t>
            </a:r>
            <a:endParaRPr kumimoji="0" lang="zh-CN" altLang="en-US" sz="2800" b="1" i="0" u="none" strike="noStrike" cap="none" normalizeH="0" baseline="0" dirty="0" smtClean="0">
              <a:ln>
                <a:noFill/>
              </a:ln>
              <a:solidFill>
                <a:schemeClr val="tx1"/>
              </a:solidFill>
              <a:effectLst/>
              <a:latin typeface="Arial" panose="020B0604020202020204" pitchFamily="34" charset="0"/>
            </a:endParaRPr>
          </a:p>
        </p:txBody>
      </p:sp>
      <p:sp>
        <p:nvSpPr>
          <p:cNvPr id="7" name="Rectangle 6"/>
          <p:cNvSpPr>
            <a:spLocks noChangeArrowheads="1"/>
          </p:cNvSpPr>
          <p:nvPr/>
        </p:nvSpPr>
        <p:spPr bwMode="auto">
          <a:xfrm>
            <a:off x="5843588" y="681956"/>
            <a:ext cx="26416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800" b="1"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在有界闭区域</a:t>
            </a:r>
            <a:endParaRPr kumimoji="0" lang="zh-CN" altLang="en-US" sz="2800" b="1" i="0" u="none" strike="noStrike" cap="none" normalizeH="0" baseline="0" dirty="0" smtClean="0">
              <a:ln>
                <a:noFill/>
              </a:ln>
              <a:solidFill>
                <a:schemeClr val="tx1"/>
              </a:solidFill>
              <a:effectLst/>
              <a:latin typeface="Arial" panose="020B0604020202020204" pitchFamily="34" charset="0"/>
            </a:endParaRPr>
          </a:p>
        </p:txBody>
      </p:sp>
      <p:sp>
        <p:nvSpPr>
          <p:cNvPr id="8" name="Rectangle 7"/>
          <p:cNvSpPr>
            <a:spLocks noChangeArrowheads="1"/>
          </p:cNvSpPr>
          <p:nvPr/>
        </p:nvSpPr>
        <p:spPr bwMode="auto">
          <a:xfrm>
            <a:off x="8452716" y="681956"/>
            <a:ext cx="351994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800" b="1"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上可积</a:t>
            </a:r>
            <a:r>
              <a:rPr kumimoji="0" lang="en-US" altLang="zh-CN" sz="2800" b="1"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r>
              <a:rPr kumimoji="0" lang="zh-CN" altLang="en-US" sz="2800" b="1"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证明：若</a:t>
            </a:r>
            <a:endParaRPr kumimoji="0" lang="zh-CN" altLang="en-US" sz="2800" b="1" i="0" u="none" strike="noStrike" cap="none" normalizeH="0" baseline="0" dirty="0" smtClean="0">
              <a:ln>
                <a:noFill/>
              </a:ln>
              <a:solidFill>
                <a:schemeClr val="tx1"/>
              </a:solidFill>
              <a:effectLst/>
              <a:latin typeface="Arial" panose="020B0604020202020204" pitchFamily="34" charset="0"/>
            </a:endParaRPr>
          </a:p>
        </p:txBody>
      </p:sp>
      <p:sp>
        <p:nvSpPr>
          <p:cNvPr id="9" name="Rectangle 8"/>
          <p:cNvSpPr>
            <a:spLocks noChangeArrowheads="1"/>
          </p:cNvSpPr>
          <p:nvPr/>
        </p:nvSpPr>
        <p:spPr bwMode="auto">
          <a:xfrm>
            <a:off x="4165599" y="1356771"/>
            <a:ext cx="79432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800" b="1"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则</a:t>
            </a:r>
            <a:endParaRPr kumimoji="0" lang="zh-CN" altLang="en-US" sz="2800" b="1" i="0" u="none" strike="noStrike" cap="none" normalizeH="0" baseline="0" dirty="0" smtClean="0">
              <a:ln>
                <a:noFill/>
              </a:ln>
              <a:solidFill>
                <a:schemeClr val="tx1"/>
              </a:solidFill>
              <a:effectLst/>
              <a:latin typeface="Arial" panose="020B0604020202020204" pitchFamily="34" charset="0"/>
            </a:endParaRPr>
          </a:p>
        </p:txBody>
      </p:sp>
      <p:sp>
        <p:nvSpPr>
          <p:cNvPr id="11" name="文本框 10"/>
          <p:cNvSpPr txBox="1"/>
          <p:nvPr/>
        </p:nvSpPr>
        <p:spPr>
          <a:xfrm>
            <a:off x="841526" y="704466"/>
            <a:ext cx="728084" cy="523220"/>
          </a:xfrm>
          <a:prstGeom prst="rect">
            <a:avLst/>
          </a:prstGeom>
          <a:noFill/>
        </p:spPr>
        <p:txBody>
          <a:bodyPr wrap="none" rtlCol="0">
            <a:spAutoFit/>
          </a:bodyPr>
          <a:lstStyle/>
          <a:p>
            <a:r>
              <a:rPr lang="zh-CN" altLang="en-US" sz="2800" b="1" dirty="0" smtClean="0">
                <a:solidFill>
                  <a:srgbClr val="FF0000"/>
                </a:solidFill>
              </a:rPr>
              <a:t>例</a:t>
            </a:r>
            <a:r>
              <a:rPr lang="en-US" altLang="zh-CN" sz="2800" b="1" dirty="0" smtClean="0">
                <a:solidFill>
                  <a:srgbClr val="FF0000"/>
                </a:solidFill>
              </a:rPr>
              <a:t>2</a:t>
            </a:r>
            <a:endParaRPr lang="zh-CN" altLang="en-US" sz="2800" b="1" dirty="0">
              <a:solidFill>
                <a:srgbClr val="FF0000"/>
              </a:solidFill>
            </a:endParaRPr>
          </a:p>
        </p:txBody>
      </p:sp>
    </p:spTree>
    <p:extLst>
      <p:ext uri="{BB962C8B-B14F-4D97-AF65-F5344CB8AC3E}">
        <p14:creationId xmlns:p14="http://schemas.microsoft.com/office/powerpoint/2010/main" val="14472614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灯片编号占位符 3"/>
          <p:cNvSpPr>
            <a:spLocks noGrp="1"/>
          </p:cNvSpPr>
          <p:nvPr>
            <p:ph type="sldNum" sz="quarter" idx="12"/>
          </p:nvPr>
        </p:nvSpPr>
        <p:spPr/>
        <p:txBody>
          <a:bodyPr/>
          <a:lstStyle/>
          <a:p>
            <a:fld id="{EFA3DA19-43EE-4995-B15E-CA70C4B675A0}" type="slidenum">
              <a:rPr lang="en-US" altLang="zh-CN"/>
              <a:pPr/>
              <a:t>12</a:t>
            </a:fld>
            <a:endParaRPr lang="en-US" altLang="zh-CN"/>
          </a:p>
        </p:txBody>
      </p:sp>
      <p:graphicFrame>
        <p:nvGraphicFramePr>
          <p:cNvPr id="29698" name="Object 2"/>
          <p:cNvGraphicFramePr>
            <a:graphicFrameLocks noChangeAspect="1"/>
          </p:cNvGraphicFramePr>
          <p:nvPr/>
        </p:nvGraphicFramePr>
        <p:xfrm>
          <a:off x="2193925" y="1676400"/>
          <a:ext cx="6884988" cy="1157288"/>
        </p:xfrm>
        <a:graphic>
          <a:graphicData uri="http://schemas.openxmlformats.org/presentationml/2006/ole">
            <mc:AlternateContent xmlns:mc="http://schemas.openxmlformats.org/markup-compatibility/2006">
              <mc:Choice xmlns:v="urn:schemas-microsoft-com:vml" Requires="v">
                <p:oleObj spid="_x0000_s14720" name="Equation" r:id="rId3" imgW="2869920" imgH="482400" progId="Equation.DSMT4">
                  <p:embed/>
                </p:oleObj>
              </mc:Choice>
              <mc:Fallback>
                <p:oleObj name="Equation" r:id="rId3" imgW="2869920" imgH="4824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black">
                      <a:xfrm>
                        <a:off x="2193925" y="1676400"/>
                        <a:ext cx="6884988" cy="1157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699" name="Rectangle 3"/>
          <p:cNvSpPr>
            <a:spLocks noChangeArrowheads="1"/>
          </p:cNvSpPr>
          <p:nvPr/>
        </p:nvSpPr>
        <p:spPr bwMode="black">
          <a:xfrm>
            <a:off x="2133600" y="392113"/>
            <a:ext cx="63246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zh-CN" altLang="en-US" sz="2800" b="1" dirty="0" smtClean="0">
                <a:solidFill>
                  <a:srgbClr val="0000FF"/>
                </a:solidFill>
              </a:rPr>
              <a:t>例</a:t>
            </a:r>
            <a:r>
              <a:rPr lang="en-US" altLang="zh-CN" sz="2800" b="1" dirty="0" smtClean="0">
                <a:solidFill>
                  <a:srgbClr val="0000FF"/>
                </a:solidFill>
                <a:latin typeface="Times New Roman" panose="02020603050405020304" pitchFamily="18" charset="0"/>
                <a:cs typeface="Times New Roman" panose="02020603050405020304" pitchFamily="18" charset="0"/>
              </a:rPr>
              <a:t>3</a:t>
            </a:r>
            <a:r>
              <a:rPr lang="en-US" altLang="zh-CN" sz="2800" b="1" dirty="0" smtClean="0">
                <a:solidFill>
                  <a:srgbClr val="0000FF"/>
                </a:solidFill>
              </a:rPr>
              <a:t> </a:t>
            </a:r>
            <a:r>
              <a:rPr lang="zh-CN" altLang="en-US" sz="2800" b="1" dirty="0">
                <a:solidFill>
                  <a:srgbClr val="000000"/>
                </a:solidFill>
              </a:rPr>
              <a:t>计算下列二重积分</a:t>
            </a:r>
          </a:p>
        </p:txBody>
      </p:sp>
      <p:graphicFrame>
        <p:nvGraphicFramePr>
          <p:cNvPr id="29700" name="Object 4"/>
          <p:cNvGraphicFramePr>
            <a:graphicFrameLocks noChangeAspect="1"/>
          </p:cNvGraphicFramePr>
          <p:nvPr/>
        </p:nvGraphicFramePr>
        <p:xfrm>
          <a:off x="2193926" y="1001713"/>
          <a:ext cx="7129463" cy="914400"/>
        </p:xfrm>
        <a:graphic>
          <a:graphicData uri="http://schemas.openxmlformats.org/presentationml/2006/ole">
            <mc:AlternateContent xmlns:mc="http://schemas.openxmlformats.org/markup-compatibility/2006">
              <mc:Choice xmlns:v="urn:schemas-microsoft-com:vml" Requires="v">
                <p:oleObj spid="_x0000_s14721" name="Equation" r:id="rId5" imgW="2971800" imgH="380880" progId="Equation.DSMT4">
                  <p:embed/>
                </p:oleObj>
              </mc:Choice>
              <mc:Fallback>
                <p:oleObj name="Equation" r:id="rId5" imgW="2971800" imgH="38088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black">
                      <a:xfrm>
                        <a:off x="2193926" y="1001713"/>
                        <a:ext cx="7129463"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5332127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699"/>
                                        </p:tgtEl>
                                        <p:attrNameLst>
                                          <p:attrName>style.visibility</p:attrName>
                                        </p:attrNameLst>
                                      </p:cBhvr>
                                      <p:to>
                                        <p:strVal val="visible"/>
                                      </p:to>
                                    </p:set>
                                    <p:animEffect transition="in" filter="wipe(left)">
                                      <p:cBhvr>
                                        <p:cTn id="7" dur="500"/>
                                        <p:tgtEl>
                                          <p:spTgt spid="2969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9700"/>
                                        </p:tgtEl>
                                        <p:attrNameLst>
                                          <p:attrName>style.visibility</p:attrName>
                                        </p:attrNameLst>
                                      </p:cBhvr>
                                      <p:to>
                                        <p:strVal val="visible"/>
                                      </p:to>
                                    </p:set>
                                    <p:animEffect transition="in" filter="wipe(left)">
                                      <p:cBhvr>
                                        <p:cTn id="12" dur="500"/>
                                        <p:tgtEl>
                                          <p:spTgt spid="2970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9698"/>
                                        </p:tgtEl>
                                        <p:attrNameLst>
                                          <p:attrName>style.visibility</p:attrName>
                                        </p:attrNameLst>
                                      </p:cBhvr>
                                      <p:to>
                                        <p:strVal val="visible"/>
                                      </p:to>
                                    </p:set>
                                    <p:animEffect transition="in" filter="wipe(left)">
                                      <p:cBhvr>
                                        <p:cTn id="17" dur="500"/>
                                        <p:tgtEl>
                                          <p:spTgt spid="296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594" name="Rectangle 2"/>
          <p:cNvSpPr>
            <a:spLocks noChangeArrowheads="1"/>
          </p:cNvSpPr>
          <p:nvPr/>
        </p:nvSpPr>
        <p:spPr bwMode="auto">
          <a:xfrm>
            <a:off x="1524001" y="3163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66595" name="Rectangle 3"/>
          <p:cNvSpPr>
            <a:spLocks noChangeArrowheads="1"/>
          </p:cNvSpPr>
          <p:nvPr/>
        </p:nvSpPr>
        <p:spPr bwMode="auto">
          <a:xfrm>
            <a:off x="1524001" y="31728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66596" name="Rectangle 4"/>
          <p:cNvSpPr>
            <a:spLocks noChangeArrowheads="1"/>
          </p:cNvSpPr>
          <p:nvPr/>
        </p:nvSpPr>
        <p:spPr bwMode="auto">
          <a:xfrm>
            <a:off x="1524001" y="30776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66597" name="Rectangle 5"/>
          <p:cNvSpPr>
            <a:spLocks noChangeArrowheads="1"/>
          </p:cNvSpPr>
          <p:nvPr/>
        </p:nvSpPr>
        <p:spPr bwMode="auto">
          <a:xfrm>
            <a:off x="1524001" y="30395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66598" name="Rectangle 6"/>
          <p:cNvSpPr>
            <a:spLocks noChangeArrowheads="1"/>
          </p:cNvSpPr>
          <p:nvPr/>
        </p:nvSpPr>
        <p:spPr bwMode="auto">
          <a:xfrm>
            <a:off x="1524001" y="30776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nvGrpSpPr>
          <p:cNvPr id="366599" name="Group 7"/>
          <p:cNvGrpSpPr>
            <a:grpSpLocks/>
          </p:cNvGrpSpPr>
          <p:nvPr/>
        </p:nvGrpSpPr>
        <p:grpSpPr bwMode="auto">
          <a:xfrm>
            <a:off x="1919288" y="398467"/>
            <a:ext cx="4275136" cy="860426"/>
            <a:chOff x="249" y="2109"/>
            <a:chExt cx="2693" cy="542"/>
          </a:xfrm>
        </p:grpSpPr>
        <p:sp>
          <p:nvSpPr>
            <p:cNvPr id="366600" name="Rectangle 8"/>
            <p:cNvSpPr>
              <a:spLocks noChangeArrowheads="1"/>
            </p:cNvSpPr>
            <p:nvPr/>
          </p:nvSpPr>
          <p:spPr bwMode="auto">
            <a:xfrm>
              <a:off x="249" y="2231"/>
              <a:ext cx="1112"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sz="2800" b="1" dirty="0" smtClean="0">
                  <a:solidFill>
                    <a:srgbClr val="FF0000"/>
                  </a:solidFill>
                  <a:latin typeface="Arial" panose="020B0604020202020204" pitchFamily="34" charset="0"/>
                </a:rPr>
                <a:t>例</a:t>
              </a:r>
              <a:r>
                <a:rPr lang="en-US" altLang="zh-CN" sz="2800" b="1" dirty="0" smtClean="0">
                  <a:solidFill>
                    <a:srgbClr val="FF0000"/>
                  </a:solidFill>
                  <a:latin typeface="Arial" panose="020B0604020202020204" pitchFamily="34" charset="0"/>
                </a:rPr>
                <a:t>4</a:t>
              </a:r>
              <a:r>
                <a:rPr lang="zh-CN" altLang="en-US" sz="2800" b="1" dirty="0" smtClean="0">
                  <a:solidFill>
                    <a:srgbClr val="FF0000"/>
                  </a:solidFill>
                  <a:latin typeface="Arial" panose="020B0604020202020204" pitchFamily="34" charset="0"/>
                </a:rPr>
                <a:t>  </a:t>
              </a:r>
              <a:r>
                <a:rPr lang="zh-CN" altLang="en-US" sz="2800" b="1" dirty="0" smtClean="0">
                  <a:latin typeface="Arial" panose="020B0604020202020204" pitchFamily="34" charset="0"/>
                </a:rPr>
                <a:t>计算 </a:t>
              </a:r>
              <a:endParaRPr lang="zh-CN" altLang="en-US" sz="2800" b="1" dirty="0">
                <a:latin typeface="Arial" panose="020B0604020202020204" pitchFamily="34" charset="0"/>
              </a:endParaRPr>
            </a:p>
          </p:txBody>
        </p:sp>
        <p:graphicFrame>
          <p:nvGraphicFramePr>
            <p:cNvPr id="366601" name="Object 9"/>
            <p:cNvGraphicFramePr>
              <a:graphicFrameLocks noChangeAspect="1"/>
            </p:cNvGraphicFramePr>
            <p:nvPr>
              <p:extLst>
                <p:ext uri="{D42A27DB-BD31-4B8C-83A1-F6EECF244321}">
                  <p14:modId xmlns:p14="http://schemas.microsoft.com/office/powerpoint/2010/main" val="2215490336"/>
                </p:ext>
              </p:extLst>
            </p:nvPr>
          </p:nvGraphicFramePr>
          <p:xfrm>
            <a:off x="1189" y="2109"/>
            <a:ext cx="1753" cy="542"/>
          </p:xfrm>
          <a:graphic>
            <a:graphicData uri="http://schemas.openxmlformats.org/presentationml/2006/ole">
              <mc:AlternateContent xmlns:mc="http://schemas.openxmlformats.org/markup-compatibility/2006">
                <mc:Choice xmlns:v="urn:schemas-microsoft-com:vml" Requires="v">
                  <p:oleObj spid="_x0000_s53403" name="公式" r:id="rId3" imgW="1079500" imgH="330200" progId="Equation.3">
                    <p:embed/>
                  </p:oleObj>
                </mc:Choice>
                <mc:Fallback>
                  <p:oleObj name="公式" r:id="rId3" imgW="1079500" imgH="3302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9" y="2109"/>
                          <a:ext cx="1753" cy="542"/>
                        </a:xfrm>
                        <a:prstGeom prst="rect">
                          <a:avLst/>
                        </a:prstGeom>
                        <a:noFill/>
                      </p:spPr>
                    </p:pic>
                  </p:oleObj>
                </mc:Fallback>
              </mc:AlternateContent>
            </a:graphicData>
          </a:graphic>
        </p:graphicFrame>
      </p:grpSp>
      <p:sp>
        <p:nvSpPr>
          <p:cNvPr id="366602" name="Rectangle 10"/>
          <p:cNvSpPr>
            <a:spLocks noChangeArrowheads="1"/>
          </p:cNvSpPr>
          <p:nvPr/>
        </p:nvSpPr>
        <p:spPr bwMode="auto">
          <a:xfrm>
            <a:off x="1524001" y="31300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66603" name="Rectangle 11"/>
          <p:cNvSpPr>
            <a:spLocks noChangeArrowheads="1"/>
          </p:cNvSpPr>
          <p:nvPr/>
        </p:nvSpPr>
        <p:spPr bwMode="auto">
          <a:xfrm>
            <a:off x="1524001" y="3163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66608" name="Rectangle 16"/>
          <p:cNvSpPr>
            <a:spLocks noChangeArrowheads="1"/>
          </p:cNvSpPr>
          <p:nvPr/>
        </p:nvSpPr>
        <p:spPr bwMode="auto">
          <a:xfrm>
            <a:off x="1524001" y="30966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nvGrpSpPr>
          <p:cNvPr id="366617" name="Group 25"/>
          <p:cNvGrpSpPr>
            <a:grpSpLocks/>
          </p:cNvGrpSpPr>
          <p:nvPr/>
        </p:nvGrpSpPr>
        <p:grpSpPr bwMode="auto">
          <a:xfrm>
            <a:off x="1616076" y="1106836"/>
            <a:ext cx="6668000" cy="954088"/>
            <a:chOff x="476" y="519"/>
            <a:chExt cx="3901" cy="601"/>
          </a:xfrm>
        </p:grpSpPr>
        <p:sp>
          <p:nvSpPr>
            <p:cNvPr id="366618" name="Rectangle 26"/>
            <p:cNvSpPr>
              <a:spLocks noChangeArrowheads="1"/>
            </p:cNvSpPr>
            <p:nvPr/>
          </p:nvSpPr>
          <p:spPr bwMode="auto">
            <a:xfrm>
              <a:off x="476" y="519"/>
              <a:ext cx="3901" cy="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zh-CN" altLang="en-US" sz="2800" b="1" dirty="0">
                  <a:latin typeface="Arial" panose="020B0604020202020204" pitchFamily="34" charset="0"/>
                </a:rPr>
                <a:t>解：由于    可以表示成     </a:t>
              </a:r>
              <a:r>
                <a:rPr lang="zh-CN" altLang="en-US" sz="2800" b="1" dirty="0" smtClean="0">
                  <a:latin typeface="Arial" panose="020B0604020202020204" pitchFamily="34" charset="0"/>
                </a:rPr>
                <a:t>  型</a:t>
              </a:r>
              <a:r>
                <a:rPr lang="zh-CN" altLang="en-US" sz="2800" b="1" dirty="0">
                  <a:latin typeface="Arial" panose="020B0604020202020204" pitchFamily="34" charset="0"/>
                </a:rPr>
                <a:t>区域</a:t>
              </a:r>
              <a:r>
                <a:rPr lang="en-US" altLang="zh-CN" sz="2800" b="1" dirty="0">
                  <a:latin typeface="Arial" panose="020B0604020202020204" pitchFamily="34" charset="0"/>
                </a:rPr>
                <a:t>(</a:t>
              </a:r>
              <a:r>
                <a:rPr lang="zh-CN" altLang="en-US" sz="2800" b="1" dirty="0">
                  <a:latin typeface="Arial" panose="020B0604020202020204" pitchFamily="34" charset="0"/>
                </a:rPr>
                <a:t>如图</a:t>
              </a:r>
              <a:r>
                <a:rPr lang="en-US" altLang="zh-CN" sz="2800" b="1" dirty="0">
                  <a:latin typeface="Arial" panose="020B0604020202020204" pitchFamily="34" charset="0"/>
                </a:rPr>
                <a:t>)</a:t>
              </a:r>
            </a:p>
          </p:txBody>
        </p:sp>
        <p:graphicFrame>
          <p:nvGraphicFramePr>
            <p:cNvPr id="366619" name="Object 27"/>
            <p:cNvGraphicFramePr>
              <a:graphicFrameLocks noChangeAspect="1"/>
            </p:cNvGraphicFramePr>
            <p:nvPr>
              <p:extLst>
                <p:ext uri="{D42A27DB-BD31-4B8C-83A1-F6EECF244321}">
                  <p14:modId xmlns:p14="http://schemas.microsoft.com/office/powerpoint/2010/main" val="65801024"/>
                </p:ext>
              </p:extLst>
            </p:nvPr>
          </p:nvGraphicFramePr>
          <p:xfrm>
            <a:off x="1342" y="670"/>
            <a:ext cx="278" cy="278"/>
          </p:xfrm>
          <a:graphic>
            <a:graphicData uri="http://schemas.openxmlformats.org/presentationml/2006/ole">
              <mc:AlternateContent xmlns:mc="http://schemas.openxmlformats.org/markup-compatibility/2006">
                <mc:Choice xmlns:v="urn:schemas-microsoft-com:vml" Requires="v">
                  <p:oleObj spid="_x0000_s53404" name="公式" r:id="rId5" imgW="164885" imgH="164885" progId="Equation.3">
                    <p:embed/>
                  </p:oleObj>
                </mc:Choice>
                <mc:Fallback>
                  <p:oleObj name="公式" r:id="rId5" imgW="164885" imgH="164885"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42" y="670"/>
                          <a:ext cx="278" cy="278"/>
                        </a:xfrm>
                        <a:prstGeom prst="rect">
                          <a:avLst/>
                        </a:prstGeom>
                        <a:noFill/>
                      </p:spPr>
                    </p:pic>
                  </p:oleObj>
                </mc:Fallback>
              </mc:AlternateContent>
            </a:graphicData>
          </a:graphic>
        </p:graphicFrame>
        <p:graphicFrame>
          <p:nvGraphicFramePr>
            <p:cNvPr id="366620" name="Object 28"/>
            <p:cNvGraphicFramePr>
              <a:graphicFrameLocks noChangeAspect="1"/>
            </p:cNvGraphicFramePr>
            <p:nvPr>
              <p:extLst>
                <p:ext uri="{D42A27DB-BD31-4B8C-83A1-F6EECF244321}">
                  <p14:modId xmlns:p14="http://schemas.microsoft.com/office/powerpoint/2010/main" val="275537073"/>
                </p:ext>
              </p:extLst>
            </p:nvPr>
          </p:nvGraphicFramePr>
          <p:xfrm>
            <a:off x="2639" y="691"/>
            <a:ext cx="447" cy="271"/>
          </p:xfrm>
          <a:graphic>
            <a:graphicData uri="http://schemas.openxmlformats.org/presentationml/2006/ole">
              <mc:AlternateContent xmlns:mc="http://schemas.openxmlformats.org/markup-compatibility/2006">
                <mc:Choice xmlns:v="urn:schemas-microsoft-com:vml" Requires="v">
                  <p:oleObj spid="_x0000_s53405" name="公式" r:id="rId7" imgW="266353" imgH="164885" progId="Equation.3">
                    <p:embed/>
                  </p:oleObj>
                </mc:Choice>
                <mc:Fallback>
                  <p:oleObj name="公式" r:id="rId7" imgW="266353" imgH="164885"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39" y="691"/>
                          <a:ext cx="447" cy="271"/>
                        </a:xfrm>
                        <a:prstGeom prst="rect">
                          <a:avLst/>
                        </a:prstGeom>
                        <a:noFill/>
                      </p:spPr>
                    </p:pic>
                  </p:oleObj>
                </mc:Fallback>
              </mc:AlternateContent>
            </a:graphicData>
          </a:graphic>
        </p:graphicFrame>
      </p:grpSp>
      <p:graphicFrame>
        <p:nvGraphicFramePr>
          <p:cNvPr id="366621" name="Object 29"/>
          <p:cNvGraphicFramePr>
            <a:graphicFrameLocks noChangeAspect="1"/>
          </p:cNvGraphicFramePr>
          <p:nvPr>
            <p:extLst>
              <p:ext uri="{D42A27DB-BD31-4B8C-83A1-F6EECF244321}">
                <p14:modId xmlns:p14="http://schemas.microsoft.com/office/powerpoint/2010/main" val="696345594"/>
              </p:ext>
            </p:extLst>
          </p:nvPr>
        </p:nvGraphicFramePr>
        <p:xfrm>
          <a:off x="2529349" y="1954478"/>
          <a:ext cx="4440278" cy="541924"/>
        </p:xfrm>
        <a:graphic>
          <a:graphicData uri="http://schemas.openxmlformats.org/presentationml/2006/ole">
            <mc:AlternateContent xmlns:mc="http://schemas.openxmlformats.org/markup-compatibility/2006">
              <mc:Choice xmlns:v="urn:schemas-microsoft-com:vml" Requires="v">
                <p:oleObj spid="_x0000_s53406" name="公式" r:id="rId9" imgW="1638000" imgH="203040" progId="Equation.3">
                  <p:embed/>
                </p:oleObj>
              </mc:Choice>
              <mc:Fallback>
                <p:oleObj name="公式" r:id="rId9" imgW="1638000" imgH="20304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29349" y="1954478"/>
                        <a:ext cx="4440278" cy="541924"/>
                      </a:xfrm>
                      <a:prstGeom prst="rect">
                        <a:avLst/>
                      </a:prstGeom>
                      <a:noFill/>
                    </p:spPr>
                  </p:pic>
                </p:oleObj>
              </mc:Fallback>
            </mc:AlternateContent>
          </a:graphicData>
        </a:graphic>
      </p:graphicFrame>
      <p:sp>
        <p:nvSpPr>
          <p:cNvPr id="366622" name="Rectangle 30"/>
          <p:cNvSpPr>
            <a:spLocks noChangeArrowheads="1"/>
          </p:cNvSpPr>
          <p:nvPr/>
        </p:nvSpPr>
        <p:spPr bwMode="auto">
          <a:xfrm>
            <a:off x="1617416" y="2413014"/>
            <a:ext cx="100540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sz="2800" b="1" dirty="0">
                <a:latin typeface="Arial" panose="020B0604020202020204" pitchFamily="34" charset="0"/>
              </a:rPr>
              <a:t>所以 </a:t>
            </a:r>
          </a:p>
        </p:txBody>
      </p:sp>
      <p:graphicFrame>
        <p:nvGraphicFramePr>
          <p:cNvPr id="366623" name="Object 31"/>
          <p:cNvGraphicFramePr>
            <a:graphicFrameLocks noChangeAspect="1"/>
          </p:cNvGraphicFramePr>
          <p:nvPr>
            <p:extLst>
              <p:ext uri="{D42A27DB-BD31-4B8C-83A1-F6EECF244321}">
                <p14:modId xmlns:p14="http://schemas.microsoft.com/office/powerpoint/2010/main" val="1281884190"/>
              </p:ext>
            </p:extLst>
          </p:nvPr>
        </p:nvGraphicFramePr>
        <p:xfrm>
          <a:off x="2272437" y="2869737"/>
          <a:ext cx="5673271" cy="825869"/>
        </p:xfrm>
        <a:graphic>
          <a:graphicData uri="http://schemas.openxmlformats.org/presentationml/2006/ole">
            <mc:AlternateContent xmlns:mc="http://schemas.openxmlformats.org/markup-compatibility/2006">
              <mc:Choice xmlns:v="urn:schemas-microsoft-com:vml" Requires="v">
                <p:oleObj spid="_x0000_s53407" name="公式" r:id="rId11" imgW="2298700" imgH="330200" progId="Equation.3">
                  <p:embed/>
                </p:oleObj>
              </mc:Choice>
              <mc:Fallback>
                <p:oleObj name="公式" r:id="rId11" imgW="2298700" imgH="3302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72437" y="2869737"/>
                        <a:ext cx="5673271" cy="825869"/>
                      </a:xfrm>
                      <a:prstGeom prst="rect">
                        <a:avLst/>
                      </a:prstGeom>
                      <a:noFill/>
                    </p:spPr>
                  </p:pic>
                </p:oleObj>
              </mc:Fallback>
            </mc:AlternateContent>
          </a:graphicData>
        </a:graphic>
      </p:graphicFrame>
      <p:grpSp>
        <p:nvGrpSpPr>
          <p:cNvPr id="366624" name="Group 32"/>
          <p:cNvGrpSpPr>
            <a:grpSpLocks/>
          </p:cNvGrpSpPr>
          <p:nvPr/>
        </p:nvGrpSpPr>
        <p:grpSpPr bwMode="auto">
          <a:xfrm>
            <a:off x="8868276" y="544377"/>
            <a:ext cx="2808287" cy="2305050"/>
            <a:chOff x="3787" y="2341"/>
            <a:chExt cx="1769" cy="1452"/>
          </a:xfrm>
        </p:grpSpPr>
        <p:sp>
          <p:nvSpPr>
            <p:cNvPr id="366625" name="Line 33"/>
            <p:cNvSpPr>
              <a:spLocks noChangeShapeType="1"/>
            </p:cNvSpPr>
            <p:nvPr/>
          </p:nvSpPr>
          <p:spPr bwMode="auto">
            <a:xfrm>
              <a:off x="3787" y="3564"/>
              <a:ext cx="1636" cy="0"/>
            </a:xfrm>
            <a:prstGeom prst="line">
              <a:avLst/>
            </a:prstGeom>
            <a:noFill/>
            <a:ln w="222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6626" name="Line 34"/>
            <p:cNvSpPr>
              <a:spLocks noChangeShapeType="1"/>
            </p:cNvSpPr>
            <p:nvPr/>
          </p:nvSpPr>
          <p:spPr bwMode="auto">
            <a:xfrm flipV="1">
              <a:off x="4066" y="2421"/>
              <a:ext cx="0" cy="1326"/>
            </a:xfrm>
            <a:prstGeom prst="line">
              <a:avLst/>
            </a:prstGeom>
            <a:noFill/>
            <a:ln w="222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366627" name="Object 35"/>
            <p:cNvGraphicFramePr>
              <a:graphicFrameLocks noChangeAspect="1"/>
            </p:cNvGraphicFramePr>
            <p:nvPr/>
          </p:nvGraphicFramePr>
          <p:xfrm>
            <a:off x="5367" y="3612"/>
            <a:ext cx="189" cy="181"/>
          </p:xfrm>
          <a:graphic>
            <a:graphicData uri="http://schemas.openxmlformats.org/presentationml/2006/ole">
              <mc:AlternateContent xmlns:mc="http://schemas.openxmlformats.org/markup-compatibility/2006">
                <mc:Choice xmlns:v="urn:schemas-microsoft-com:vml" Requires="v">
                  <p:oleObj spid="_x0000_s53408" name="公式" r:id="rId13" imgW="139680" imgH="139680" progId="Equation.3">
                    <p:embed/>
                  </p:oleObj>
                </mc:Choice>
                <mc:Fallback>
                  <p:oleObj name="公式" r:id="rId13" imgW="139680" imgH="13968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367" y="3612"/>
                          <a:ext cx="189" cy="1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6628" name="Object 36"/>
            <p:cNvGraphicFramePr>
              <a:graphicFrameLocks noChangeAspect="1"/>
            </p:cNvGraphicFramePr>
            <p:nvPr/>
          </p:nvGraphicFramePr>
          <p:xfrm>
            <a:off x="4112" y="2341"/>
            <a:ext cx="174" cy="198"/>
          </p:xfrm>
          <a:graphic>
            <a:graphicData uri="http://schemas.openxmlformats.org/presentationml/2006/ole">
              <mc:AlternateContent xmlns:mc="http://schemas.openxmlformats.org/markup-compatibility/2006">
                <mc:Choice xmlns:v="urn:schemas-microsoft-com:vml" Requires="v">
                  <p:oleObj spid="_x0000_s53409" name="公式" r:id="rId15" imgW="139680" imgH="164880" progId="Equation.3">
                    <p:embed/>
                  </p:oleObj>
                </mc:Choice>
                <mc:Fallback>
                  <p:oleObj name="公式" r:id="rId15" imgW="139680" imgH="164880"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112" y="2341"/>
                          <a:ext cx="174" cy="1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6629" name="Object 37"/>
            <p:cNvGraphicFramePr>
              <a:graphicFrameLocks noChangeAspect="1"/>
            </p:cNvGraphicFramePr>
            <p:nvPr/>
          </p:nvGraphicFramePr>
          <p:xfrm>
            <a:off x="4283" y="2846"/>
            <a:ext cx="185" cy="177"/>
          </p:xfrm>
          <a:graphic>
            <a:graphicData uri="http://schemas.openxmlformats.org/presentationml/2006/ole">
              <mc:AlternateContent xmlns:mc="http://schemas.openxmlformats.org/markup-compatibility/2006">
                <mc:Choice xmlns:v="urn:schemas-microsoft-com:vml" Requires="v">
                  <p:oleObj spid="_x0000_s53410" name="公式" r:id="rId17" imgW="164880" imgH="164880" progId="Equation.3">
                    <p:embed/>
                  </p:oleObj>
                </mc:Choice>
                <mc:Fallback>
                  <p:oleObj name="公式" r:id="rId17" imgW="164880" imgH="164880"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283" y="2846"/>
                          <a:ext cx="185" cy="17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6630" name="Object 38"/>
            <p:cNvGraphicFramePr>
              <a:graphicFrameLocks noChangeAspect="1"/>
            </p:cNvGraphicFramePr>
            <p:nvPr/>
          </p:nvGraphicFramePr>
          <p:xfrm>
            <a:off x="5071" y="3587"/>
            <a:ext cx="142" cy="157"/>
          </p:xfrm>
          <a:graphic>
            <a:graphicData uri="http://schemas.openxmlformats.org/presentationml/2006/ole">
              <mc:AlternateContent xmlns:mc="http://schemas.openxmlformats.org/markup-compatibility/2006">
                <mc:Choice xmlns:v="urn:schemas-microsoft-com:vml" Requires="v">
                  <p:oleObj spid="_x0000_s53411" name="公式" r:id="rId19" imgW="114120" imgH="164880" progId="Equation.3">
                    <p:embed/>
                  </p:oleObj>
                </mc:Choice>
                <mc:Fallback>
                  <p:oleObj name="公式" r:id="rId19" imgW="114120" imgH="164880"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071" y="3587"/>
                          <a:ext cx="142" cy="1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6631" name="Object 39"/>
            <p:cNvGraphicFramePr>
              <a:graphicFrameLocks noChangeAspect="1"/>
            </p:cNvGraphicFramePr>
            <p:nvPr/>
          </p:nvGraphicFramePr>
          <p:xfrm>
            <a:off x="3892" y="3567"/>
            <a:ext cx="134" cy="180"/>
          </p:xfrm>
          <a:graphic>
            <a:graphicData uri="http://schemas.openxmlformats.org/presentationml/2006/ole">
              <mc:AlternateContent xmlns:mc="http://schemas.openxmlformats.org/markup-compatibility/2006">
                <mc:Choice xmlns:v="urn:schemas-microsoft-com:vml" Requires="v">
                  <p:oleObj spid="_x0000_s53412" name="公式" r:id="rId21" imgW="126720" imgH="177480" progId="Equation.3">
                    <p:embed/>
                  </p:oleObj>
                </mc:Choice>
                <mc:Fallback>
                  <p:oleObj name="公式" r:id="rId21" imgW="126720" imgH="177480" progId="Equation.3">
                    <p:embed/>
                    <p:pic>
                      <p:nvPicPr>
                        <p:cNvPr id="0" name=""/>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892" y="3567"/>
                          <a:ext cx="134" cy="1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6632" name="Line 40"/>
            <p:cNvSpPr>
              <a:spLocks noChangeShapeType="1"/>
            </p:cNvSpPr>
            <p:nvPr/>
          </p:nvSpPr>
          <p:spPr bwMode="auto">
            <a:xfrm>
              <a:off x="4064" y="2646"/>
              <a:ext cx="1049" cy="0"/>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6633" name="Line 41"/>
            <p:cNvSpPr>
              <a:spLocks noChangeShapeType="1"/>
            </p:cNvSpPr>
            <p:nvPr/>
          </p:nvSpPr>
          <p:spPr bwMode="auto">
            <a:xfrm flipH="1">
              <a:off x="4064" y="2646"/>
              <a:ext cx="1049" cy="924"/>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366634" name="Object 42"/>
            <p:cNvGraphicFramePr>
              <a:graphicFrameLocks noChangeAspect="1"/>
            </p:cNvGraphicFramePr>
            <p:nvPr/>
          </p:nvGraphicFramePr>
          <p:xfrm>
            <a:off x="3938" y="2585"/>
            <a:ext cx="142" cy="157"/>
          </p:xfrm>
          <a:graphic>
            <a:graphicData uri="http://schemas.openxmlformats.org/presentationml/2006/ole">
              <mc:AlternateContent xmlns:mc="http://schemas.openxmlformats.org/markup-compatibility/2006">
                <mc:Choice xmlns:v="urn:schemas-microsoft-com:vml" Requires="v">
                  <p:oleObj spid="_x0000_s53413" name="公式" r:id="rId23" imgW="114120" imgH="164880" progId="Equation.3">
                    <p:embed/>
                  </p:oleObj>
                </mc:Choice>
                <mc:Fallback>
                  <p:oleObj name="公式" r:id="rId23" imgW="114120" imgH="164880"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938" y="2585"/>
                          <a:ext cx="142" cy="1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6635" name="Object 43"/>
            <p:cNvGraphicFramePr>
              <a:graphicFrameLocks noChangeAspect="1"/>
            </p:cNvGraphicFramePr>
            <p:nvPr/>
          </p:nvGraphicFramePr>
          <p:xfrm>
            <a:off x="4694" y="3021"/>
            <a:ext cx="499" cy="209"/>
          </p:xfrm>
          <a:graphic>
            <a:graphicData uri="http://schemas.openxmlformats.org/presentationml/2006/ole">
              <mc:AlternateContent xmlns:mc="http://schemas.openxmlformats.org/markup-compatibility/2006">
                <mc:Choice xmlns:v="urn:schemas-microsoft-com:vml" Requires="v">
                  <p:oleObj spid="_x0000_s53414" name="公式" r:id="rId24" imgW="393480" imgH="164880" progId="Equation.3">
                    <p:embed/>
                  </p:oleObj>
                </mc:Choice>
                <mc:Fallback>
                  <p:oleObj name="公式" r:id="rId24" imgW="393480" imgH="164880" progId="Equation.3">
                    <p:embed/>
                    <p:pic>
                      <p:nvPicPr>
                        <p:cNvPr id="0" name=""/>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694" y="3021"/>
                          <a:ext cx="499" cy="2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6636" name="Text Box 44"/>
            <p:cNvSpPr txBox="1">
              <a:spLocks noChangeArrowheads="1"/>
            </p:cNvSpPr>
            <p:nvPr/>
          </p:nvSpPr>
          <p:spPr bwMode="auto">
            <a:xfrm>
              <a:off x="3981" y="3351"/>
              <a:ext cx="16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solidFill>
                    <a:srgbClr val="FFFF00"/>
                  </a:solidFill>
                  <a:latin typeface="Arial" panose="020B0604020202020204" pitchFamily="34" charset="0"/>
                </a:rPr>
                <a:t>.</a:t>
              </a:r>
            </a:p>
          </p:txBody>
        </p:sp>
      </p:grpSp>
      <p:graphicFrame>
        <p:nvGraphicFramePr>
          <p:cNvPr id="45" name="Object 2"/>
          <p:cNvGraphicFramePr>
            <a:graphicFrameLocks noChangeAspect="1"/>
          </p:cNvGraphicFramePr>
          <p:nvPr>
            <p:extLst>
              <p:ext uri="{D42A27DB-BD31-4B8C-83A1-F6EECF244321}">
                <p14:modId xmlns:p14="http://schemas.microsoft.com/office/powerpoint/2010/main" val="3402488765"/>
              </p:ext>
            </p:extLst>
          </p:nvPr>
        </p:nvGraphicFramePr>
        <p:xfrm>
          <a:off x="2120117" y="3776481"/>
          <a:ext cx="2307845" cy="1048068"/>
        </p:xfrm>
        <a:graphic>
          <a:graphicData uri="http://schemas.openxmlformats.org/presentationml/2006/ole">
            <mc:AlternateContent xmlns:mc="http://schemas.openxmlformats.org/markup-compatibility/2006">
              <mc:Choice xmlns:v="urn:schemas-microsoft-com:vml" Requires="v">
                <p:oleObj spid="_x0000_s53415" name="公式" r:id="rId26" imgW="927100" imgH="419100" progId="Equation.3">
                  <p:embed/>
                </p:oleObj>
              </mc:Choice>
              <mc:Fallback>
                <p:oleObj name="公式" r:id="rId26" imgW="927100" imgH="419100" progId="Equation.3">
                  <p:embed/>
                  <p:pic>
                    <p:nvPicPr>
                      <p:cNvPr id="0" name=""/>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2120117" y="3776481"/>
                        <a:ext cx="2307845" cy="1048068"/>
                      </a:xfrm>
                      <a:prstGeom prst="rect">
                        <a:avLst/>
                      </a:prstGeom>
                      <a:noFill/>
                    </p:spPr>
                  </p:pic>
                </p:oleObj>
              </mc:Fallback>
            </mc:AlternateContent>
          </a:graphicData>
        </a:graphic>
      </p:graphicFrame>
      <p:graphicFrame>
        <p:nvGraphicFramePr>
          <p:cNvPr id="46" name="Object 3"/>
          <p:cNvGraphicFramePr>
            <a:graphicFrameLocks noChangeAspect="1"/>
          </p:cNvGraphicFramePr>
          <p:nvPr>
            <p:extLst>
              <p:ext uri="{D42A27DB-BD31-4B8C-83A1-F6EECF244321}">
                <p14:modId xmlns:p14="http://schemas.microsoft.com/office/powerpoint/2010/main" val="3397117123"/>
              </p:ext>
            </p:extLst>
          </p:nvPr>
        </p:nvGraphicFramePr>
        <p:xfrm>
          <a:off x="4425516" y="3841815"/>
          <a:ext cx="2927556" cy="982734"/>
        </p:xfrm>
        <a:graphic>
          <a:graphicData uri="http://schemas.openxmlformats.org/presentationml/2006/ole">
            <mc:AlternateContent xmlns:mc="http://schemas.openxmlformats.org/markup-compatibility/2006">
              <mc:Choice xmlns:v="urn:schemas-microsoft-com:vml" Requires="v">
                <p:oleObj spid="_x0000_s53416" name="公式" r:id="rId28" imgW="1218671" imgH="406224" progId="Equation.3">
                  <p:embed/>
                </p:oleObj>
              </mc:Choice>
              <mc:Fallback>
                <p:oleObj name="公式" r:id="rId28" imgW="1218671" imgH="406224" progId="Equation.3">
                  <p:embed/>
                  <p:pic>
                    <p:nvPicPr>
                      <p:cNvPr id="0" name=""/>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4425516" y="3841815"/>
                        <a:ext cx="2927556" cy="982734"/>
                      </a:xfrm>
                      <a:prstGeom prst="rect">
                        <a:avLst/>
                      </a:prstGeom>
                      <a:noFill/>
                    </p:spPr>
                  </p:pic>
                </p:oleObj>
              </mc:Fallback>
            </mc:AlternateContent>
          </a:graphicData>
        </a:graphic>
      </p:graphicFrame>
      <p:grpSp>
        <p:nvGrpSpPr>
          <p:cNvPr id="47" name="Group 4"/>
          <p:cNvGrpSpPr>
            <a:grpSpLocks/>
          </p:cNvGrpSpPr>
          <p:nvPr/>
        </p:nvGrpSpPr>
        <p:grpSpPr bwMode="auto">
          <a:xfrm>
            <a:off x="7350626" y="4040853"/>
            <a:ext cx="2033587" cy="542924"/>
            <a:chOff x="3640" y="2259"/>
            <a:chExt cx="1281" cy="342"/>
          </a:xfrm>
        </p:grpSpPr>
        <p:sp>
          <p:nvSpPr>
            <p:cNvPr id="48" name="Rectangle 5"/>
            <p:cNvSpPr>
              <a:spLocks noChangeArrowheads="1"/>
            </p:cNvSpPr>
            <p:nvPr/>
          </p:nvSpPr>
          <p:spPr bwMode="auto">
            <a:xfrm>
              <a:off x="3640" y="2259"/>
              <a:ext cx="1281"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zh-CN" altLang="en-US" sz="2800" b="1" dirty="0">
                  <a:latin typeface="Times New Roman" panose="02020603050405020304" pitchFamily="18" charset="0"/>
                  <a:cs typeface="Times New Roman" panose="02020603050405020304" pitchFamily="18" charset="0"/>
                </a:rPr>
                <a:t>（</a:t>
              </a:r>
              <a:r>
                <a:rPr lang="zh-CN" altLang="en-US" sz="2800" b="1" dirty="0">
                  <a:latin typeface="Arial" panose="020B0604020202020204" pitchFamily="34" charset="0"/>
                </a:rPr>
                <a:t>令           </a:t>
              </a:r>
              <a:r>
                <a:rPr lang="en-US" altLang="zh-CN" sz="2800" b="1" dirty="0">
                  <a:latin typeface="Times New Roman" panose="02020603050405020304" pitchFamily="18" charset="0"/>
                  <a:cs typeface="Times New Roman" panose="02020603050405020304" pitchFamily="18" charset="0"/>
                </a:rPr>
                <a:t>)</a:t>
              </a:r>
              <a:r>
                <a:rPr lang="en-US" altLang="zh-CN" sz="2800" b="1" dirty="0">
                  <a:latin typeface="Arial" panose="020B0604020202020204" pitchFamily="34" charset="0"/>
                </a:rPr>
                <a:t> </a:t>
              </a:r>
            </a:p>
          </p:txBody>
        </p:sp>
        <p:graphicFrame>
          <p:nvGraphicFramePr>
            <p:cNvPr id="49" name="Object 6"/>
            <p:cNvGraphicFramePr>
              <a:graphicFrameLocks noChangeAspect="1"/>
            </p:cNvGraphicFramePr>
            <p:nvPr>
              <p:extLst>
                <p:ext uri="{D42A27DB-BD31-4B8C-83A1-F6EECF244321}">
                  <p14:modId xmlns:p14="http://schemas.microsoft.com/office/powerpoint/2010/main" val="2631148272"/>
                </p:ext>
              </p:extLst>
            </p:nvPr>
          </p:nvGraphicFramePr>
          <p:xfrm>
            <a:off x="4128" y="2263"/>
            <a:ext cx="690" cy="338"/>
          </p:xfrm>
          <a:graphic>
            <a:graphicData uri="http://schemas.openxmlformats.org/presentationml/2006/ole">
              <mc:AlternateContent xmlns:mc="http://schemas.openxmlformats.org/markup-compatibility/2006">
                <mc:Choice xmlns:v="urn:schemas-microsoft-com:vml" Requires="v">
                  <p:oleObj spid="_x0000_s53417" name="公式" r:id="rId30" imgW="469900" imgH="228600" progId="Equation.3">
                    <p:embed/>
                  </p:oleObj>
                </mc:Choice>
                <mc:Fallback>
                  <p:oleObj name="公式" r:id="rId30" imgW="469900" imgH="228600" progId="Equation.3">
                    <p:embed/>
                    <p:pic>
                      <p:nvPicPr>
                        <p:cNvPr id="0" name=""/>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4128" y="2263"/>
                          <a:ext cx="690" cy="338"/>
                        </a:xfrm>
                        <a:prstGeom prst="rect">
                          <a:avLst/>
                        </a:prstGeom>
                        <a:noFill/>
                      </p:spPr>
                    </p:pic>
                  </p:oleObj>
                </mc:Fallback>
              </mc:AlternateContent>
            </a:graphicData>
          </a:graphic>
        </p:graphicFrame>
      </p:grpSp>
      <p:graphicFrame>
        <p:nvGraphicFramePr>
          <p:cNvPr id="50" name="Object 7"/>
          <p:cNvGraphicFramePr>
            <a:graphicFrameLocks noChangeAspect="1"/>
          </p:cNvGraphicFramePr>
          <p:nvPr>
            <p:extLst>
              <p:ext uri="{D42A27DB-BD31-4B8C-83A1-F6EECF244321}">
                <p14:modId xmlns:p14="http://schemas.microsoft.com/office/powerpoint/2010/main" val="2436540124"/>
              </p:ext>
            </p:extLst>
          </p:nvPr>
        </p:nvGraphicFramePr>
        <p:xfrm>
          <a:off x="2120116" y="4677811"/>
          <a:ext cx="1921265" cy="872951"/>
        </p:xfrm>
        <a:graphic>
          <a:graphicData uri="http://schemas.openxmlformats.org/presentationml/2006/ole">
            <mc:AlternateContent xmlns:mc="http://schemas.openxmlformats.org/markup-compatibility/2006">
              <mc:Choice xmlns:v="urn:schemas-microsoft-com:vml" Requires="v">
                <p:oleObj spid="_x0000_s53418" name="公式" r:id="rId32" imgW="901309" imgH="406224" progId="Equation.3">
                  <p:embed/>
                </p:oleObj>
              </mc:Choice>
              <mc:Fallback>
                <p:oleObj name="公式" r:id="rId32" imgW="901309" imgH="406224" progId="Equation.3">
                  <p:embed/>
                  <p:pic>
                    <p:nvPicPr>
                      <p:cNvPr id="0" name=""/>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2120116" y="4677811"/>
                        <a:ext cx="1921265" cy="872951"/>
                      </a:xfrm>
                      <a:prstGeom prst="rect">
                        <a:avLst/>
                      </a:prstGeom>
                      <a:noFill/>
                    </p:spPr>
                  </p:pic>
                </p:oleObj>
              </mc:Fallback>
            </mc:AlternateContent>
          </a:graphicData>
        </a:graphic>
      </p:graphicFrame>
      <p:graphicFrame>
        <p:nvGraphicFramePr>
          <p:cNvPr id="51" name="Object 8"/>
          <p:cNvGraphicFramePr>
            <a:graphicFrameLocks noChangeAspect="1"/>
          </p:cNvGraphicFramePr>
          <p:nvPr>
            <p:extLst>
              <p:ext uri="{D42A27DB-BD31-4B8C-83A1-F6EECF244321}">
                <p14:modId xmlns:p14="http://schemas.microsoft.com/office/powerpoint/2010/main" val="461963391"/>
              </p:ext>
            </p:extLst>
          </p:nvPr>
        </p:nvGraphicFramePr>
        <p:xfrm>
          <a:off x="2135188" y="5551488"/>
          <a:ext cx="5053012" cy="946150"/>
        </p:xfrm>
        <a:graphic>
          <a:graphicData uri="http://schemas.openxmlformats.org/presentationml/2006/ole">
            <mc:AlternateContent xmlns:mc="http://schemas.openxmlformats.org/markup-compatibility/2006">
              <mc:Choice xmlns:v="urn:schemas-microsoft-com:vml" Requires="v">
                <p:oleObj spid="_x0000_s53419" name="Equation" r:id="rId34" imgW="2184120" imgH="406080" progId="Equation.DSMT4">
                  <p:embed/>
                </p:oleObj>
              </mc:Choice>
              <mc:Fallback>
                <p:oleObj name="Equation" r:id="rId34" imgW="2184120" imgH="406080" progId="Equation.DSMT4">
                  <p:embed/>
                  <p:pic>
                    <p:nvPicPr>
                      <p:cNvPr id="0" name=""/>
                      <p:cNvPicPr>
                        <a:picLocks noChangeAspect="1" noChangeArrowheads="1"/>
                      </p:cNvPicPr>
                      <p:nvPr/>
                    </p:nvPicPr>
                    <p:blipFill>
                      <a:blip r:embed="rId35"/>
                      <a:srcRect/>
                      <a:stretch>
                        <a:fillRect/>
                      </a:stretch>
                    </p:blipFill>
                    <p:spPr bwMode="auto">
                      <a:xfrm>
                        <a:off x="2135188" y="5551488"/>
                        <a:ext cx="5053012" cy="946150"/>
                      </a:xfrm>
                      <a:prstGeom prst="rect">
                        <a:avLst/>
                      </a:prstGeom>
                      <a:noFill/>
                    </p:spPr>
                  </p:pic>
                </p:oleObj>
              </mc:Fallback>
            </mc:AlternateContent>
          </a:graphicData>
        </a:graphic>
      </p:graphicFrame>
    </p:spTree>
    <p:extLst>
      <p:ext uri="{BB962C8B-B14F-4D97-AF65-F5344CB8AC3E}">
        <p14:creationId xmlns:p14="http://schemas.microsoft.com/office/powerpoint/2010/main" val="33083084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nodeType="clickEffect">
                                  <p:stCondLst>
                                    <p:cond delay="0"/>
                                  </p:stCondLst>
                                  <p:childTnLst>
                                    <p:set>
                                      <p:cBhvr>
                                        <p:cTn id="6" dur="1" fill="hold">
                                          <p:stCondLst>
                                            <p:cond delay="0"/>
                                          </p:stCondLst>
                                        </p:cTn>
                                        <p:tgtEl>
                                          <p:spTgt spid="366599"/>
                                        </p:tgtEl>
                                        <p:attrNameLst>
                                          <p:attrName>style.visibility</p:attrName>
                                        </p:attrNameLst>
                                      </p:cBhvr>
                                      <p:to>
                                        <p:strVal val="visible"/>
                                      </p:to>
                                    </p:set>
                                    <p:animEffect transition="in" filter="diamond(in)">
                                      <p:cBhvr>
                                        <p:cTn id="7" dur="1000"/>
                                        <p:tgtEl>
                                          <p:spTgt spid="36659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366617"/>
                                        </p:tgtEl>
                                        <p:attrNameLst>
                                          <p:attrName>style.visibility</p:attrName>
                                        </p:attrNameLst>
                                      </p:cBhvr>
                                      <p:to>
                                        <p:strVal val="visible"/>
                                      </p:to>
                                    </p:set>
                                    <p:animEffect transition="in" filter="dissolve">
                                      <p:cBhvr>
                                        <p:cTn id="12" dur="1000"/>
                                        <p:tgtEl>
                                          <p:spTgt spid="366617"/>
                                        </p:tgtEl>
                                      </p:cBhvr>
                                    </p:animEffect>
                                  </p:childTnLst>
                                </p:cTn>
                              </p:par>
                            </p:childTnLst>
                          </p:cTn>
                        </p:par>
                        <p:par>
                          <p:cTn id="13" fill="hold" nodeType="afterGroup">
                            <p:stCondLst>
                              <p:cond delay="1000"/>
                            </p:stCondLst>
                            <p:childTnLst>
                              <p:par>
                                <p:cTn id="14" presetID="9" presetClass="entr" presetSubtype="0" fill="hold" nodeType="afterEffect">
                                  <p:stCondLst>
                                    <p:cond delay="0"/>
                                  </p:stCondLst>
                                  <p:childTnLst>
                                    <p:set>
                                      <p:cBhvr>
                                        <p:cTn id="15" dur="1" fill="hold">
                                          <p:stCondLst>
                                            <p:cond delay="0"/>
                                          </p:stCondLst>
                                        </p:cTn>
                                        <p:tgtEl>
                                          <p:spTgt spid="366624"/>
                                        </p:tgtEl>
                                        <p:attrNameLst>
                                          <p:attrName>style.visibility</p:attrName>
                                        </p:attrNameLst>
                                      </p:cBhvr>
                                      <p:to>
                                        <p:strVal val="visible"/>
                                      </p:to>
                                    </p:set>
                                    <p:animEffect transition="in" filter="dissolve">
                                      <p:cBhvr>
                                        <p:cTn id="16" dur="1000"/>
                                        <p:tgtEl>
                                          <p:spTgt spid="36662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9" presetClass="entr" presetSubtype="0" fill="hold" nodeType="clickEffect">
                                  <p:stCondLst>
                                    <p:cond delay="0"/>
                                  </p:stCondLst>
                                  <p:childTnLst>
                                    <p:set>
                                      <p:cBhvr>
                                        <p:cTn id="20" dur="1" fill="hold">
                                          <p:stCondLst>
                                            <p:cond delay="0"/>
                                          </p:stCondLst>
                                        </p:cTn>
                                        <p:tgtEl>
                                          <p:spTgt spid="366621"/>
                                        </p:tgtEl>
                                        <p:attrNameLst>
                                          <p:attrName>style.visibility</p:attrName>
                                        </p:attrNameLst>
                                      </p:cBhvr>
                                      <p:to>
                                        <p:strVal val="visible"/>
                                      </p:to>
                                    </p:set>
                                    <p:animEffect transition="in" filter="dissolve">
                                      <p:cBhvr>
                                        <p:cTn id="21" dur="1000"/>
                                        <p:tgtEl>
                                          <p:spTgt spid="366621"/>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366622"/>
                                        </p:tgtEl>
                                        <p:attrNameLst>
                                          <p:attrName>style.visibility</p:attrName>
                                        </p:attrNameLst>
                                      </p:cBhvr>
                                      <p:to>
                                        <p:strVal val="visible"/>
                                      </p:to>
                                    </p:set>
                                    <p:animEffect transition="in" filter="dissolve">
                                      <p:cBhvr>
                                        <p:cTn id="26" dur="1000"/>
                                        <p:tgtEl>
                                          <p:spTgt spid="366622"/>
                                        </p:tgtEl>
                                      </p:cBhvr>
                                    </p:animEffect>
                                  </p:childTnLst>
                                </p:cTn>
                              </p:par>
                            </p:childTnLst>
                          </p:cTn>
                        </p:par>
                        <p:par>
                          <p:cTn id="27" fill="hold" nodeType="afterGroup">
                            <p:stCondLst>
                              <p:cond delay="1000"/>
                            </p:stCondLst>
                            <p:childTnLst>
                              <p:par>
                                <p:cTn id="28" presetID="9" presetClass="entr" presetSubtype="0" fill="hold" nodeType="afterEffect">
                                  <p:stCondLst>
                                    <p:cond delay="0"/>
                                  </p:stCondLst>
                                  <p:childTnLst>
                                    <p:set>
                                      <p:cBhvr>
                                        <p:cTn id="29" dur="1" fill="hold">
                                          <p:stCondLst>
                                            <p:cond delay="0"/>
                                          </p:stCondLst>
                                        </p:cTn>
                                        <p:tgtEl>
                                          <p:spTgt spid="366623"/>
                                        </p:tgtEl>
                                        <p:attrNameLst>
                                          <p:attrName>style.visibility</p:attrName>
                                        </p:attrNameLst>
                                      </p:cBhvr>
                                      <p:to>
                                        <p:strVal val="visible"/>
                                      </p:to>
                                    </p:set>
                                    <p:animEffect transition="in" filter="dissolve">
                                      <p:cBhvr>
                                        <p:cTn id="30" dur="1000"/>
                                        <p:tgtEl>
                                          <p:spTgt spid="366623"/>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45"/>
                                        </p:tgtEl>
                                        <p:attrNameLst>
                                          <p:attrName>style.visibility</p:attrName>
                                        </p:attrNameLst>
                                      </p:cBhvr>
                                      <p:to>
                                        <p:strVal val="visible"/>
                                      </p:to>
                                    </p:set>
                                    <p:animEffect transition="in" filter="dissolve">
                                      <p:cBhvr>
                                        <p:cTn id="35" dur="1000"/>
                                        <p:tgtEl>
                                          <p:spTgt spid="45"/>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46"/>
                                        </p:tgtEl>
                                        <p:attrNameLst>
                                          <p:attrName>style.visibility</p:attrName>
                                        </p:attrNameLst>
                                      </p:cBhvr>
                                      <p:to>
                                        <p:strVal val="visible"/>
                                      </p:to>
                                    </p:set>
                                    <p:animEffect transition="in" filter="dissolve">
                                      <p:cBhvr>
                                        <p:cTn id="40" dur="1000"/>
                                        <p:tgtEl>
                                          <p:spTgt spid="46"/>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nodeType="clickEffect">
                                  <p:stCondLst>
                                    <p:cond delay="0"/>
                                  </p:stCondLst>
                                  <p:childTnLst>
                                    <p:set>
                                      <p:cBhvr>
                                        <p:cTn id="44" dur="1" fill="hold">
                                          <p:stCondLst>
                                            <p:cond delay="0"/>
                                          </p:stCondLst>
                                        </p:cTn>
                                        <p:tgtEl>
                                          <p:spTgt spid="47"/>
                                        </p:tgtEl>
                                        <p:attrNameLst>
                                          <p:attrName>style.visibility</p:attrName>
                                        </p:attrNameLst>
                                      </p:cBhvr>
                                      <p:to>
                                        <p:strVal val="visible"/>
                                      </p:to>
                                    </p:set>
                                    <p:animEffect transition="in" filter="dissolve">
                                      <p:cBhvr>
                                        <p:cTn id="45" dur="1000"/>
                                        <p:tgtEl>
                                          <p:spTgt spid="47"/>
                                        </p:tgtEl>
                                      </p:cBhvr>
                                    </p:animEffec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nodeType="clickEffect">
                                  <p:stCondLst>
                                    <p:cond delay="0"/>
                                  </p:stCondLst>
                                  <p:childTnLst>
                                    <p:set>
                                      <p:cBhvr>
                                        <p:cTn id="49" dur="1" fill="hold">
                                          <p:stCondLst>
                                            <p:cond delay="0"/>
                                          </p:stCondLst>
                                        </p:cTn>
                                        <p:tgtEl>
                                          <p:spTgt spid="50"/>
                                        </p:tgtEl>
                                        <p:attrNameLst>
                                          <p:attrName>style.visibility</p:attrName>
                                        </p:attrNameLst>
                                      </p:cBhvr>
                                      <p:to>
                                        <p:strVal val="visible"/>
                                      </p:to>
                                    </p:set>
                                    <p:animEffect transition="in" filter="dissolve">
                                      <p:cBhvr>
                                        <p:cTn id="50" dur="1000"/>
                                        <p:tgtEl>
                                          <p:spTgt spid="50"/>
                                        </p:tgtEl>
                                      </p:cBhvr>
                                    </p:animEffect>
                                  </p:childTnLst>
                                </p:cTn>
                              </p:par>
                            </p:childTnLst>
                          </p:cTn>
                        </p:par>
                      </p:childTnLst>
                    </p:cTn>
                  </p:par>
                  <p:par>
                    <p:cTn id="51" fill="hold">
                      <p:stCondLst>
                        <p:cond delay="indefinite"/>
                      </p:stCondLst>
                      <p:childTnLst>
                        <p:par>
                          <p:cTn id="52" fill="hold">
                            <p:stCondLst>
                              <p:cond delay="0"/>
                            </p:stCondLst>
                            <p:childTnLst>
                              <p:par>
                                <p:cTn id="53" presetID="9" presetClass="entr" presetSubtype="0" fill="hold" nodeType="clickEffect">
                                  <p:stCondLst>
                                    <p:cond delay="0"/>
                                  </p:stCondLst>
                                  <p:childTnLst>
                                    <p:set>
                                      <p:cBhvr>
                                        <p:cTn id="54" dur="1" fill="hold">
                                          <p:stCondLst>
                                            <p:cond delay="0"/>
                                          </p:stCondLst>
                                        </p:cTn>
                                        <p:tgtEl>
                                          <p:spTgt spid="51"/>
                                        </p:tgtEl>
                                        <p:attrNameLst>
                                          <p:attrName>style.visibility</p:attrName>
                                        </p:attrNameLst>
                                      </p:cBhvr>
                                      <p:to>
                                        <p:strVal val="visible"/>
                                      </p:to>
                                    </p:set>
                                    <p:animEffect transition="in" filter="dissolve">
                                      <p:cBhvr>
                                        <p:cTn id="55" dur="10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662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灯片编号占位符 1"/>
          <p:cNvSpPr>
            <a:spLocks noGrp="1"/>
          </p:cNvSpPr>
          <p:nvPr>
            <p:ph type="sldNum" sz="quarter" idx="10"/>
          </p:nvPr>
        </p:nvSpPr>
        <p:spPr/>
        <p:txBody>
          <a:bodyPr/>
          <a:lstStyle/>
          <a:p>
            <a:fld id="{E7ECB830-E580-4B2B-BC66-7BC04DA4546D}" type="slidenum">
              <a:rPr lang="en-US" altLang="zh-CN"/>
              <a:pPr/>
              <a:t>14</a:t>
            </a:fld>
            <a:endParaRPr lang="en-US" altLang="zh-CN"/>
          </a:p>
        </p:txBody>
      </p:sp>
      <p:graphicFrame>
        <p:nvGraphicFramePr>
          <p:cNvPr id="811011" name="Object 1027"/>
          <p:cNvGraphicFramePr>
            <a:graphicFrameLocks noChangeAspect="1"/>
          </p:cNvGraphicFramePr>
          <p:nvPr>
            <p:extLst>
              <p:ext uri="{D42A27DB-BD31-4B8C-83A1-F6EECF244321}">
                <p14:modId xmlns:p14="http://schemas.microsoft.com/office/powerpoint/2010/main" val="311627253"/>
              </p:ext>
            </p:extLst>
          </p:nvPr>
        </p:nvGraphicFramePr>
        <p:xfrm>
          <a:off x="3910014" y="661121"/>
          <a:ext cx="3079750" cy="1046163"/>
        </p:xfrm>
        <a:graphic>
          <a:graphicData uri="http://schemas.openxmlformats.org/presentationml/2006/ole">
            <mc:AlternateContent xmlns:mc="http://schemas.openxmlformats.org/markup-compatibility/2006">
              <mc:Choice xmlns:v="urn:schemas-microsoft-com:vml" Requires="v">
                <p:oleObj spid="_x0000_s52527" name="Equation" r:id="rId3" imgW="2806560" imgH="952200" progId="Equation.3">
                  <p:embed/>
                </p:oleObj>
              </mc:Choice>
              <mc:Fallback>
                <p:oleObj name="Equation" r:id="rId3" imgW="2806560" imgH="9522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10014" y="661121"/>
                        <a:ext cx="3079750" cy="1046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1013" name="Text Box 1029"/>
          <p:cNvSpPr txBox="1">
            <a:spLocks noChangeArrowheads="1"/>
          </p:cNvSpPr>
          <p:nvPr/>
        </p:nvSpPr>
        <p:spPr bwMode="auto">
          <a:xfrm>
            <a:off x="1552286" y="924647"/>
            <a:ext cx="762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zh-CN" altLang="en-US" sz="2800" dirty="0" smtClean="0">
                <a:solidFill>
                  <a:srgbClr val="FF0000"/>
                </a:solidFill>
                <a:ea typeface="黑体" panose="02010609060101010101" pitchFamily="49" charset="-122"/>
              </a:rPr>
              <a:t>例</a:t>
            </a:r>
            <a:r>
              <a:rPr lang="en-US" altLang="zh-CN" sz="2800" dirty="0" smtClean="0">
                <a:solidFill>
                  <a:srgbClr val="FF0000"/>
                </a:solidFill>
                <a:ea typeface="黑体" panose="02010609060101010101" pitchFamily="49" charset="-122"/>
              </a:rPr>
              <a:t>5</a:t>
            </a:r>
            <a:endParaRPr lang="zh-CN" altLang="en-US" sz="2800" dirty="0">
              <a:solidFill>
                <a:srgbClr val="FF0000"/>
              </a:solidFill>
              <a:ea typeface="黑体" panose="02010609060101010101" pitchFamily="49" charset="-122"/>
            </a:endParaRPr>
          </a:p>
        </p:txBody>
      </p:sp>
      <p:sp>
        <p:nvSpPr>
          <p:cNvPr id="811014" name="Text Box 1030"/>
          <p:cNvSpPr txBox="1">
            <a:spLocks noChangeArrowheads="1"/>
          </p:cNvSpPr>
          <p:nvPr/>
        </p:nvSpPr>
        <p:spPr bwMode="auto">
          <a:xfrm>
            <a:off x="2038351" y="842964"/>
            <a:ext cx="3505200" cy="6002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rgbClr val="FF0000"/>
                </a:solidFill>
                <a:miter lim="800000"/>
                <a:headEnd/>
                <a:tailEnd/>
              </a14:hiddenLine>
            </a:ext>
          </a:extLst>
        </p:spPr>
        <p:txBody>
          <a:bodyPr>
            <a:spAutoFit/>
          </a:bodyPr>
          <a:lstStyle/>
          <a:p>
            <a:pPr algn="l">
              <a:lnSpc>
                <a:spcPct val="130000"/>
              </a:lnSpc>
              <a:spcBef>
                <a:spcPct val="50000"/>
              </a:spcBef>
            </a:pPr>
            <a:r>
              <a:rPr lang="en-US" altLang="zh-CN" sz="2800" dirty="0"/>
              <a:t> </a:t>
            </a:r>
            <a:r>
              <a:rPr lang="zh-CN" altLang="en-US" sz="2800" b="1" dirty="0"/>
              <a:t>计算积分</a:t>
            </a:r>
          </a:p>
        </p:txBody>
      </p:sp>
    </p:spTree>
    <p:extLst>
      <p:ext uri="{BB962C8B-B14F-4D97-AF65-F5344CB8AC3E}">
        <p14:creationId xmlns:p14="http://schemas.microsoft.com/office/powerpoint/2010/main" val="35004106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11013"/>
                                        </p:tgtEl>
                                        <p:attrNameLst>
                                          <p:attrName>style.visibility</p:attrName>
                                        </p:attrNameLst>
                                      </p:cBhvr>
                                      <p:to>
                                        <p:strVal val="visible"/>
                                      </p:to>
                                    </p:set>
                                    <p:animEffect transition="in" filter="wipe(left)">
                                      <p:cBhvr>
                                        <p:cTn id="7" dur="500"/>
                                        <p:tgtEl>
                                          <p:spTgt spid="81101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11014"/>
                                        </p:tgtEl>
                                        <p:attrNameLst>
                                          <p:attrName>style.visibility</p:attrName>
                                        </p:attrNameLst>
                                      </p:cBhvr>
                                      <p:to>
                                        <p:strVal val="visible"/>
                                      </p:to>
                                    </p:set>
                                    <p:animEffect transition="in" filter="wipe(left)">
                                      <p:cBhvr>
                                        <p:cTn id="12" dur="500"/>
                                        <p:tgtEl>
                                          <p:spTgt spid="811014"/>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811011"/>
                                        </p:tgtEl>
                                        <p:attrNameLst>
                                          <p:attrName>style.visibility</p:attrName>
                                        </p:attrNameLst>
                                      </p:cBhvr>
                                      <p:to>
                                        <p:strVal val="visible"/>
                                      </p:to>
                                    </p:set>
                                    <p:animEffect transition="in" filter="wipe(left)">
                                      <p:cBhvr>
                                        <p:cTn id="16" dur="500"/>
                                        <p:tgtEl>
                                          <p:spTgt spid="8110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1013" grpId="0" autoUpdateAnimBg="0"/>
      <p:bldP spid="811014"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灯片编号占位符 3"/>
          <p:cNvSpPr>
            <a:spLocks noGrp="1"/>
          </p:cNvSpPr>
          <p:nvPr>
            <p:ph type="sldNum" sz="quarter" idx="12"/>
          </p:nvPr>
        </p:nvSpPr>
        <p:spPr/>
        <p:txBody>
          <a:bodyPr/>
          <a:lstStyle/>
          <a:p>
            <a:fld id="{7EFFCFFF-63E5-4FDE-A431-17BB639D8EE8}" type="slidenum">
              <a:rPr lang="en-US" altLang="zh-CN"/>
              <a:pPr/>
              <a:t>15</a:t>
            </a:fld>
            <a:endParaRPr lang="en-US" altLang="zh-CN"/>
          </a:p>
        </p:txBody>
      </p:sp>
      <p:graphicFrame>
        <p:nvGraphicFramePr>
          <p:cNvPr id="25602" name="Object 2"/>
          <p:cNvGraphicFramePr>
            <a:graphicFrameLocks noChangeAspect="1"/>
          </p:cNvGraphicFramePr>
          <p:nvPr>
            <p:extLst>
              <p:ext uri="{D42A27DB-BD31-4B8C-83A1-F6EECF244321}">
                <p14:modId xmlns:p14="http://schemas.microsoft.com/office/powerpoint/2010/main" val="1457277677"/>
              </p:ext>
            </p:extLst>
          </p:nvPr>
        </p:nvGraphicFramePr>
        <p:xfrm>
          <a:off x="1972834" y="414217"/>
          <a:ext cx="7280275" cy="2497137"/>
        </p:xfrm>
        <a:graphic>
          <a:graphicData uri="http://schemas.openxmlformats.org/presentationml/2006/ole">
            <mc:AlternateContent xmlns:mc="http://schemas.openxmlformats.org/markup-compatibility/2006">
              <mc:Choice xmlns:v="urn:schemas-microsoft-com:vml" Requires="v">
                <p:oleObj spid="_x0000_s18715" name="Equation" r:id="rId3" imgW="3035160" imgH="1041120" progId="Equation.DSMT4">
                  <p:embed/>
                </p:oleObj>
              </mc:Choice>
              <mc:Fallback>
                <p:oleObj name="Equation" r:id="rId3" imgW="3035160" imgH="1041120" progId="Equation.DSMT4">
                  <p:embed/>
                  <p:pic>
                    <p:nvPicPr>
                      <p:cNvPr id="0" name=""/>
                      <p:cNvPicPr>
                        <a:picLocks noChangeAspect="1" noChangeArrowheads="1"/>
                      </p:cNvPicPr>
                      <p:nvPr/>
                    </p:nvPicPr>
                    <p:blipFill>
                      <a:blip r:embed="rId4"/>
                      <a:srcRect/>
                      <a:stretch>
                        <a:fillRect/>
                      </a:stretch>
                    </p:blipFill>
                    <p:spPr bwMode="black">
                      <a:xfrm>
                        <a:off x="1972834" y="414217"/>
                        <a:ext cx="7280275" cy="24971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7734670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5602"/>
                                        </p:tgtEl>
                                        <p:attrNameLst>
                                          <p:attrName>style.visibility</p:attrName>
                                        </p:attrNameLst>
                                      </p:cBhvr>
                                      <p:to>
                                        <p:strVal val="visible"/>
                                      </p:to>
                                    </p:set>
                                    <p:animEffect transition="in" filter="wipe(left)">
                                      <p:cBhvr>
                                        <p:cTn id="7" dur="500"/>
                                        <p:tgtEl>
                                          <p:spTgt spid="256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灯片编号占位符 3"/>
          <p:cNvSpPr>
            <a:spLocks noGrp="1"/>
          </p:cNvSpPr>
          <p:nvPr>
            <p:ph type="sldNum" sz="quarter" idx="12"/>
          </p:nvPr>
        </p:nvSpPr>
        <p:spPr/>
        <p:txBody>
          <a:bodyPr/>
          <a:lstStyle/>
          <a:p>
            <a:fld id="{01DD06A6-B7F2-4083-BE14-55EC8D1DFF32}" type="slidenum">
              <a:rPr lang="en-US" altLang="zh-CN"/>
              <a:pPr/>
              <a:t>16</a:t>
            </a:fld>
            <a:endParaRPr lang="en-US" altLang="zh-CN"/>
          </a:p>
        </p:txBody>
      </p:sp>
      <p:sp>
        <p:nvSpPr>
          <p:cNvPr id="18439" name="Text Box 7"/>
          <p:cNvSpPr txBox="1">
            <a:spLocks noChangeArrowheads="1"/>
          </p:cNvSpPr>
          <p:nvPr/>
        </p:nvSpPr>
        <p:spPr bwMode="auto">
          <a:xfrm>
            <a:off x="1320803" y="1854200"/>
            <a:ext cx="43180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b="1" dirty="0">
                <a:solidFill>
                  <a:srgbClr val="000000"/>
                </a:solidFill>
              </a:rPr>
              <a:t>用直线</a:t>
            </a:r>
            <a:r>
              <a:rPr lang="en-US" altLang="zh-CN" sz="2800" b="1" i="1" dirty="0">
                <a:solidFill>
                  <a:srgbClr val="000000"/>
                </a:solidFill>
                <a:latin typeface="Times New Roman" panose="02020603050405020304" pitchFamily="18" charset="0"/>
                <a:cs typeface="Times New Roman" panose="02020603050405020304" pitchFamily="18" charset="0"/>
              </a:rPr>
              <a:t>y </a:t>
            </a:r>
            <a:r>
              <a:rPr lang="en-US" altLang="zh-CN" sz="2800" b="1"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x</a:t>
            </a:r>
            <a:r>
              <a:rPr lang="zh-CN" altLang="en-US" sz="2800" b="1"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y </a:t>
            </a:r>
            <a:r>
              <a:rPr lang="en-US" altLang="zh-CN" sz="2800" b="1"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b="1" i="1" dirty="0">
                <a:solidFill>
                  <a:srgbClr val="000000"/>
                </a:solidFill>
                <a:latin typeface="Times New Roman" panose="02020603050405020304" pitchFamily="18" charset="0"/>
                <a:cs typeface="Times New Roman" panose="02020603050405020304" pitchFamily="18" charset="0"/>
              </a:rPr>
              <a:t>x </a:t>
            </a:r>
            <a:r>
              <a:rPr lang="zh-CN" altLang="en-US" sz="2800" b="1" dirty="0">
                <a:solidFill>
                  <a:srgbClr val="000000"/>
                </a:solidFill>
                <a:latin typeface="Times New Roman" panose="02020603050405020304" pitchFamily="18" charset="0"/>
                <a:cs typeface="Times New Roman" panose="02020603050405020304" pitchFamily="18" charset="0"/>
              </a:rPr>
              <a:t>、</a:t>
            </a:r>
            <a:r>
              <a:rPr lang="zh-CN" altLang="en-US" sz="2800" b="1" i="1" dirty="0">
                <a:solidFill>
                  <a:srgbClr val="000000"/>
                </a:solidFill>
                <a:latin typeface="Times New Roman" panose="02020603050405020304" pitchFamily="18" charset="0"/>
                <a:cs typeface="Times New Roman" panose="02020603050405020304" pitchFamily="18" charset="0"/>
              </a:rPr>
              <a:t> </a:t>
            </a:r>
            <a:r>
              <a:rPr lang="en-US" altLang="zh-CN" sz="2800" b="1" i="1" dirty="0">
                <a:solidFill>
                  <a:srgbClr val="000000"/>
                </a:solidFill>
                <a:latin typeface="Times New Roman" panose="02020603050405020304" pitchFamily="18" charset="0"/>
                <a:cs typeface="Times New Roman" panose="02020603050405020304" pitchFamily="18" charset="0"/>
              </a:rPr>
              <a:t>y </a:t>
            </a:r>
            <a:r>
              <a:rPr lang="en-US" altLang="zh-CN" sz="2800" b="1" dirty="0">
                <a:solidFill>
                  <a:srgbClr val="000000"/>
                </a:solidFill>
                <a:latin typeface="Times New Roman" panose="02020603050405020304" pitchFamily="18" charset="0"/>
                <a:cs typeface="Times New Roman" panose="02020603050405020304" pitchFamily="18" charset="0"/>
              </a:rPr>
              <a:t>=0</a:t>
            </a:r>
            <a:r>
              <a:rPr lang="zh-CN" altLang="en-US" sz="2800" b="1" dirty="0">
                <a:solidFill>
                  <a:srgbClr val="000000"/>
                </a:solidFill>
              </a:rPr>
              <a:t>将</a:t>
            </a:r>
            <a:r>
              <a:rPr lang="en-US" altLang="zh-CN" sz="2800" b="1" i="1" dirty="0">
                <a:solidFill>
                  <a:srgbClr val="000000"/>
                </a:solidFill>
                <a:latin typeface="Times New Roman" panose="02020603050405020304" pitchFamily="18" charset="0"/>
                <a:cs typeface="Times New Roman" panose="02020603050405020304" pitchFamily="18" charset="0"/>
              </a:rPr>
              <a:t>D</a:t>
            </a:r>
            <a:r>
              <a:rPr lang="zh-CN" altLang="en-US" sz="2800" b="1" dirty="0">
                <a:solidFill>
                  <a:srgbClr val="000000"/>
                </a:solidFill>
              </a:rPr>
              <a:t>分成四个小</a:t>
            </a:r>
            <a:r>
              <a:rPr lang="zh-CN" altLang="en-US" sz="2800" b="1" dirty="0" smtClean="0">
                <a:solidFill>
                  <a:srgbClr val="000000"/>
                </a:solidFill>
              </a:rPr>
              <a:t>区域</a:t>
            </a:r>
            <a:r>
              <a:rPr lang="en-US" altLang="zh-CN" sz="2800" b="1" dirty="0" smtClean="0">
                <a:solidFill>
                  <a:srgbClr val="000000"/>
                </a:solidFill>
              </a:rPr>
              <a:t>.</a:t>
            </a:r>
            <a:endParaRPr lang="zh-CN" altLang="en-US" sz="2800" b="1" dirty="0">
              <a:solidFill>
                <a:srgbClr val="000000"/>
              </a:solidFill>
            </a:endParaRPr>
          </a:p>
        </p:txBody>
      </p:sp>
      <p:graphicFrame>
        <p:nvGraphicFramePr>
          <p:cNvPr id="18440" name="Object 8"/>
          <p:cNvGraphicFramePr>
            <a:graphicFrameLocks noChangeAspect="1"/>
          </p:cNvGraphicFramePr>
          <p:nvPr>
            <p:extLst>
              <p:ext uri="{D42A27DB-BD31-4B8C-83A1-F6EECF244321}">
                <p14:modId xmlns:p14="http://schemas.microsoft.com/office/powerpoint/2010/main" val="1740263434"/>
              </p:ext>
            </p:extLst>
          </p:nvPr>
        </p:nvGraphicFramePr>
        <p:xfrm>
          <a:off x="4500563" y="488445"/>
          <a:ext cx="2643188" cy="976313"/>
        </p:xfrm>
        <a:graphic>
          <a:graphicData uri="http://schemas.openxmlformats.org/presentationml/2006/ole">
            <mc:AlternateContent xmlns:mc="http://schemas.openxmlformats.org/markup-compatibility/2006">
              <mc:Choice xmlns:v="urn:schemas-microsoft-com:vml" Requires="v">
                <p:oleObj spid="_x0000_s25752" name="Equation" r:id="rId3" imgW="1066680" imgH="393480" progId="Equation.DSMT4">
                  <p:embed/>
                </p:oleObj>
              </mc:Choice>
              <mc:Fallback>
                <p:oleObj name="Equation" r:id="rId3" imgW="1066680" imgH="393480" progId="Equation.DSMT4">
                  <p:embed/>
                  <p:pic>
                    <p:nvPicPr>
                      <p:cNvPr id="0" name=""/>
                      <p:cNvPicPr>
                        <a:picLocks noChangeAspect="1" noChangeArrowheads="1"/>
                      </p:cNvPicPr>
                      <p:nvPr/>
                    </p:nvPicPr>
                    <p:blipFill>
                      <a:blip r:embed="rId4"/>
                      <a:srcRect/>
                      <a:stretch>
                        <a:fillRect/>
                      </a:stretch>
                    </p:blipFill>
                    <p:spPr bwMode="black">
                      <a:xfrm>
                        <a:off x="4500563" y="488445"/>
                        <a:ext cx="2643188" cy="976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451" name="Object 19"/>
          <p:cNvGraphicFramePr>
            <a:graphicFrameLocks noChangeAspect="1"/>
          </p:cNvGraphicFramePr>
          <p:nvPr>
            <p:extLst>
              <p:ext uri="{D42A27DB-BD31-4B8C-83A1-F6EECF244321}">
                <p14:modId xmlns:p14="http://schemas.microsoft.com/office/powerpoint/2010/main" val="1063800701"/>
              </p:ext>
            </p:extLst>
          </p:nvPr>
        </p:nvGraphicFramePr>
        <p:xfrm>
          <a:off x="1377950" y="1344613"/>
          <a:ext cx="3178175" cy="598487"/>
        </p:xfrm>
        <a:graphic>
          <a:graphicData uri="http://schemas.openxmlformats.org/presentationml/2006/ole">
            <mc:AlternateContent xmlns:mc="http://schemas.openxmlformats.org/markup-compatibility/2006">
              <mc:Choice xmlns:v="urn:schemas-microsoft-com:vml" Requires="v">
                <p:oleObj spid="_x0000_s25753" name="Equation" r:id="rId5" imgW="1282680" imgH="241200" progId="Equation.DSMT4">
                  <p:embed/>
                </p:oleObj>
              </mc:Choice>
              <mc:Fallback>
                <p:oleObj name="Equation" r:id="rId5" imgW="1282680" imgH="241200" progId="Equation.DSMT4">
                  <p:embed/>
                  <p:pic>
                    <p:nvPicPr>
                      <p:cNvPr id="0" name=""/>
                      <p:cNvPicPr>
                        <a:picLocks noChangeAspect="1" noChangeArrowheads="1"/>
                      </p:cNvPicPr>
                      <p:nvPr/>
                    </p:nvPicPr>
                    <p:blipFill>
                      <a:blip r:embed="rId6"/>
                      <a:srcRect/>
                      <a:stretch>
                        <a:fillRect/>
                      </a:stretch>
                    </p:blipFill>
                    <p:spPr bwMode="black">
                      <a:xfrm>
                        <a:off x="1377950" y="1344613"/>
                        <a:ext cx="3178175" cy="5984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 name="Rectangle 2"/>
          <p:cNvSpPr>
            <a:spLocks noChangeArrowheads="1"/>
          </p:cNvSpPr>
          <p:nvPr/>
        </p:nvSpPr>
        <p:spPr bwMode="black">
          <a:xfrm>
            <a:off x="660402" y="608737"/>
            <a:ext cx="5715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b="1" dirty="0" smtClean="0">
                <a:solidFill>
                  <a:srgbClr val="0000FF"/>
                </a:solidFill>
              </a:rPr>
              <a:t>例</a:t>
            </a:r>
            <a:r>
              <a:rPr lang="en-US" altLang="zh-CN" sz="2800" b="1" dirty="0" smtClean="0">
                <a:solidFill>
                  <a:srgbClr val="0000FF"/>
                </a:solidFill>
              </a:rPr>
              <a:t>7   </a:t>
            </a:r>
            <a:r>
              <a:rPr lang="zh-CN" altLang="en-US" sz="2800" b="1" dirty="0">
                <a:solidFill>
                  <a:srgbClr val="000000"/>
                </a:solidFill>
              </a:rPr>
              <a:t>计算下列二重积分</a:t>
            </a:r>
            <a:r>
              <a:rPr lang="zh-CN" altLang="en-US" sz="2800" b="1" dirty="0">
                <a:solidFill>
                  <a:srgbClr val="0000FF"/>
                </a:solidFill>
              </a:rPr>
              <a:t> </a:t>
            </a:r>
          </a:p>
        </p:txBody>
      </p:sp>
    </p:spTree>
    <p:extLst>
      <p:ext uri="{BB962C8B-B14F-4D97-AF65-F5344CB8AC3E}">
        <p14:creationId xmlns:p14="http://schemas.microsoft.com/office/powerpoint/2010/main" val="38453311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8440"/>
                                        </p:tgtEl>
                                        <p:attrNameLst>
                                          <p:attrName>style.visibility</p:attrName>
                                        </p:attrNameLst>
                                      </p:cBhvr>
                                      <p:to>
                                        <p:strVal val="visible"/>
                                      </p:to>
                                    </p:set>
                                    <p:animEffect transition="in" filter="wipe(left)">
                                      <p:cBhvr>
                                        <p:cTn id="7" dur="500"/>
                                        <p:tgtEl>
                                          <p:spTgt spid="1844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8451"/>
                                        </p:tgtEl>
                                        <p:attrNameLst>
                                          <p:attrName>style.visibility</p:attrName>
                                        </p:attrNameLst>
                                      </p:cBhvr>
                                      <p:to>
                                        <p:strVal val="visible"/>
                                      </p:to>
                                    </p:set>
                                    <p:animEffect transition="in" filter="wipe(left)">
                                      <p:cBhvr>
                                        <p:cTn id="12" dur="500"/>
                                        <p:tgtEl>
                                          <p:spTgt spid="1845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439"/>
                                        </p:tgtEl>
                                        <p:attrNameLst>
                                          <p:attrName>style.visibility</p:attrName>
                                        </p:attrNameLst>
                                      </p:cBhvr>
                                      <p:to>
                                        <p:strVal val="visible"/>
                                      </p:to>
                                    </p:set>
                                    <p:animEffect transition="in" filter="wipe(left)">
                                      <p:cBhvr>
                                        <p:cTn id="17" dur="500"/>
                                        <p:tgtEl>
                                          <p:spTgt spid="184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9"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9874" name="Object 2"/>
          <p:cNvGraphicFramePr>
            <a:graphicFrameLocks noChangeAspect="1"/>
          </p:cNvGraphicFramePr>
          <p:nvPr>
            <p:extLst>
              <p:ext uri="{D42A27DB-BD31-4B8C-83A1-F6EECF244321}">
                <p14:modId xmlns:p14="http://schemas.microsoft.com/office/powerpoint/2010/main" val="985749820"/>
              </p:ext>
            </p:extLst>
          </p:nvPr>
        </p:nvGraphicFramePr>
        <p:xfrm>
          <a:off x="3812382" y="464094"/>
          <a:ext cx="3171825" cy="920750"/>
        </p:xfrm>
        <a:graphic>
          <a:graphicData uri="http://schemas.openxmlformats.org/presentationml/2006/ole">
            <mc:AlternateContent xmlns:mc="http://schemas.openxmlformats.org/markup-compatibility/2006">
              <mc:Choice xmlns:v="urn:schemas-microsoft-com:vml" Requires="v">
                <p:oleObj spid="_x0000_s48252" name="Equation" r:id="rId3" imgW="2666880" imgH="812520" progId="Equation.3">
                  <p:embed/>
                </p:oleObj>
              </mc:Choice>
              <mc:Fallback>
                <p:oleObj name="Equation" r:id="rId3" imgW="2666880" imgH="81252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2382" y="464094"/>
                        <a:ext cx="3171825" cy="920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9875" name="Object 3"/>
          <p:cNvGraphicFramePr>
            <a:graphicFrameLocks noChangeAspect="1"/>
          </p:cNvGraphicFramePr>
          <p:nvPr>
            <p:extLst>
              <p:ext uri="{D42A27DB-BD31-4B8C-83A1-F6EECF244321}">
                <p14:modId xmlns:p14="http://schemas.microsoft.com/office/powerpoint/2010/main" val="2793180519"/>
              </p:ext>
            </p:extLst>
          </p:nvPr>
        </p:nvGraphicFramePr>
        <p:xfrm>
          <a:off x="7448755" y="75202"/>
          <a:ext cx="1930400" cy="1682750"/>
        </p:xfrm>
        <a:graphic>
          <a:graphicData uri="http://schemas.openxmlformats.org/presentationml/2006/ole">
            <mc:AlternateContent xmlns:mc="http://schemas.openxmlformats.org/markup-compatibility/2006">
              <mc:Choice xmlns:v="urn:schemas-microsoft-com:vml" Requires="v">
                <p:oleObj spid="_x0000_s48253" name="Equation" r:id="rId5" imgW="1930320" imgH="1663560" progId="Equation.3">
                  <p:embed/>
                </p:oleObj>
              </mc:Choice>
              <mc:Fallback>
                <p:oleObj name="Equation" r:id="rId5" imgW="1930320" imgH="166356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48755" y="75202"/>
                        <a:ext cx="1930400" cy="168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9877" name="Rectangle 5"/>
          <p:cNvSpPr>
            <a:spLocks noChangeArrowheads="1"/>
          </p:cNvSpPr>
          <p:nvPr/>
        </p:nvSpPr>
        <p:spPr bwMode="auto">
          <a:xfrm>
            <a:off x="1227727" y="527050"/>
            <a:ext cx="22098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marL="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zh-CN" altLang="en-US" sz="2800" b="1" dirty="0" smtClean="0">
                <a:solidFill>
                  <a:srgbClr val="0000FF"/>
                </a:solidFill>
              </a:rPr>
              <a:t>例</a:t>
            </a:r>
            <a:r>
              <a:rPr lang="en-US" altLang="zh-CN" sz="2800" b="1" dirty="0" smtClean="0">
                <a:solidFill>
                  <a:srgbClr val="0000FF"/>
                </a:solidFill>
              </a:rPr>
              <a:t>8</a:t>
            </a:r>
            <a:r>
              <a:rPr lang="zh-CN" altLang="en-US" sz="2800" b="1" dirty="0" smtClean="0">
                <a:solidFill>
                  <a:srgbClr val="0000FF"/>
                </a:solidFill>
              </a:rPr>
              <a:t>      </a:t>
            </a:r>
            <a:r>
              <a:rPr lang="zh-CN" altLang="en-US" sz="2800" b="1" dirty="0">
                <a:solidFill>
                  <a:srgbClr val="0000FF"/>
                </a:solidFill>
              </a:rPr>
              <a:t>计算</a:t>
            </a:r>
          </a:p>
        </p:txBody>
      </p:sp>
    </p:spTree>
    <p:extLst>
      <p:ext uri="{BB962C8B-B14F-4D97-AF65-F5344CB8AC3E}">
        <p14:creationId xmlns:p14="http://schemas.microsoft.com/office/powerpoint/2010/main" val="32834945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8" fill="hold" nodeType="afterEffect">
                                  <p:stCondLst>
                                    <p:cond delay="0"/>
                                  </p:stCondLst>
                                  <p:childTnLst>
                                    <p:set>
                                      <p:cBhvr>
                                        <p:cTn id="6" dur="1" fill="hold">
                                          <p:stCondLst>
                                            <p:cond delay="0"/>
                                          </p:stCondLst>
                                        </p:cTn>
                                        <p:tgtEl>
                                          <p:spTgt spid="79874"/>
                                        </p:tgtEl>
                                        <p:attrNameLst>
                                          <p:attrName>style.visibility</p:attrName>
                                        </p:attrNameLst>
                                      </p:cBhvr>
                                      <p:to>
                                        <p:strVal val="visible"/>
                                      </p:to>
                                    </p:set>
                                    <p:animEffect transition="in" filter="wipe(left)">
                                      <p:cBhvr>
                                        <p:cTn id="7" dur="500"/>
                                        <p:tgtEl>
                                          <p:spTgt spid="79874"/>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79875"/>
                                        </p:tgtEl>
                                        <p:attrNameLst>
                                          <p:attrName>style.visibility</p:attrName>
                                        </p:attrNameLst>
                                      </p:cBhvr>
                                      <p:to>
                                        <p:strVal val="visible"/>
                                      </p:to>
                                    </p:set>
                                    <p:animEffect transition="in" filter="wipe(left)">
                                      <p:cBhvr>
                                        <p:cTn id="11" dur="500"/>
                                        <p:tgtEl>
                                          <p:spTgt spid="798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灯片编号占位符 1"/>
          <p:cNvSpPr>
            <a:spLocks noGrp="1"/>
          </p:cNvSpPr>
          <p:nvPr>
            <p:ph type="sldNum" sz="quarter" idx="10"/>
          </p:nvPr>
        </p:nvSpPr>
        <p:spPr/>
        <p:txBody>
          <a:bodyPr/>
          <a:lstStyle/>
          <a:p>
            <a:fld id="{E2D66E44-F26D-4897-9970-126E52D7E06E}" type="slidenum">
              <a:rPr lang="en-US" altLang="zh-CN"/>
              <a:pPr/>
              <a:t>18</a:t>
            </a:fld>
            <a:endParaRPr lang="en-US" altLang="zh-CN"/>
          </a:p>
        </p:txBody>
      </p:sp>
      <p:sp>
        <p:nvSpPr>
          <p:cNvPr id="912386" name="AutoShape 2"/>
          <p:cNvSpPr>
            <a:spLocks noChangeArrowheads="1"/>
          </p:cNvSpPr>
          <p:nvPr/>
        </p:nvSpPr>
        <p:spPr bwMode="auto">
          <a:xfrm>
            <a:off x="7904163" y="912813"/>
            <a:ext cx="1676400" cy="533400"/>
          </a:xfrm>
          <a:prstGeom prst="roundRect">
            <a:avLst>
              <a:gd name="adj" fmla="val 16667"/>
            </a:avLst>
          </a:prstGeom>
          <a:gradFill rotWithShape="0">
            <a:gsLst>
              <a:gs pos="0">
                <a:srgbClr val="00FFFF"/>
              </a:gs>
              <a:gs pos="50000">
                <a:srgbClr val="FFFFFF"/>
              </a:gs>
              <a:gs pos="100000">
                <a:srgbClr val="00FFFF"/>
              </a:gs>
            </a:gsLst>
            <a:lin ang="5400000" scaled="1"/>
          </a:gradFill>
          <a:ln w="1905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2387" name="AutoShape 3"/>
          <p:cNvSpPr>
            <a:spLocks noChangeArrowheads="1"/>
          </p:cNvSpPr>
          <p:nvPr/>
        </p:nvSpPr>
        <p:spPr bwMode="auto">
          <a:xfrm>
            <a:off x="6608763" y="912813"/>
            <a:ext cx="1143000" cy="533400"/>
          </a:xfrm>
          <a:prstGeom prst="roundRect">
            <a:avLst>
              <a:gd name="adj" fmla="val 16667"/>
            </a:avLst>
          </a:prstGeom>
          <a:gradFill rotWithShape="0">
            <a:gsLst>
              <a:gs pos="0">
                <a:srgbClr val="FF66FF"/>
              </a:gs>
              <a:gs pos="50000">
                <a:srgbClr val="FFFFFF"/>
              </a:gs>
              <a:gs pos="100000">
                <a:srgbClr val="FF66FF"/>
              </a:gs>
            </a:gsLst>
            <a:lin ang="5400000" scaled="1"/>
          </a:gradFill>
          <a:ln w="1905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912397" name="Object 13"/>
          <p:cNvGraphicFramePr>
            <a:graphicFrameLocks noChangeAspect="1"/>
          </p:cNvGraphicFramePr>
          <p:nvPr/>
        </p:nvGraphicFramePr>
        <p:xfrm>
          <a:off x="6142039" y="836614"/>
          <a:ext cx="4346575" cy="890587"/>
        </p:xfrm>
        <a:graphic>
          <a:graphicData uri="http://schemas.openxmlformats.org/presentationml/2006/ole">
            <mc:AlternateContent xmlns:mc="http://schemas.openxmlformats.org/markup-compatibility/2006">
              <mc:Choice xmlns:v="urn:schemas-microsoft-com:vml" Requires="v">
                <p:oleObj spid="_x0000_s50465" name="Equation" r:id="rId3" imgW="3962160" imgH="812520" progId="Equation.3">
                  <p:embed/>
                </p:oleObj>
              </mc:Choice>
              <mc:Fallback>
                <p:oleObj name="Equation" r:id="rId3" imgW="3962160" imgH="81252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42039" y="836614"/>
                        <a:ext cx="4346575" cy="890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12398" name="Text Box 14"/>
          <p:cNvSpPr txBox="1">
            <a:spLocks noChangeArrowheads="1"/>
          </p:cNvSpPr>
          <p:nvPr/>
        </p:nvSpPr>
        <p:spPr bwMode="auto">
          <a:xfrm>
            <a:off x="1990725" y="1813415"/>
            <a:ext cx="1066800" cy="535596"/>
          </a:xfrm>
          <a:prstGeom prst="rect">
            <a:avLst/>
          </a:prstGeom>
          <a:noFill/>
          <a:ln>
            <a:noFill/>
          </a:ln>
          <a:effectLst/>
          <a:extLst>
            <a:ext uri="{909E8E84-426E-40DD-AFC4-6F175D3DCCD1}">
              <a14:hiddenFill xmlns:a14="http://schemas.microsoft.com/office/drawing/2010/main">
                <a:solidFill>
                  <a:srgbClr val="006600"/>
                </a:solidFill>
              </a14:hiddenFill>
            </a:ext>
            <a:ext uri="{91240B29-F687-4F45-9708-019B960494DF}">
              <a14:hiddenLine xmlns:a14="http://schemas.microsoft.com/office/drawing/2010/main" w="19050">
                <a:solidFill>
                  <a:srgbClr val="FF0000"/>
                </a:solidFill>
                <a:miter lim="800000"/>
                <a:headEnd/>
                <a:tailEnd/>
              </a14:hiddenLine>
            </a:ext>
            <a:ext uri="{AF507438-7753-43E0-B8FC-AC1667EBCBE1}">
              <a14:hiddenEffects xmlns:a14="http://schemas.microsoft.com/office/drawing/2010/main">
                <a:effectLst>
                  <a:outerShdw dist="107763" dir="18900000" algn="ctr" rotWithShape="0">
                    <a:srgbClr val="808080"/>
                  </a:outerShdw>
                </a:effectLst>
              </a14:hiddenEffects>
            </a:ext>
          </a:extLst>
        </p:spPr>
        <p:txBody>
          <a:bodyPr anchor="ctr">
            <a:spAutoFit/>
          </a:bodyPr>
          <a:lstStyle/>
          <a:p>
            <a:pPr algn="l">
              <a:lnSpc>
                <a:spcPct val="110000"/>
              </a:lnSpc>
              <a:spcBef>
                <a:spcPct val="50000"/>
              </a:spcBef>
            </a:pPr>
            <a:r>
              <a:rPr lang="zh-CN" altLang="en-US" sz="2800" b="1" dirty="0"/>
              <a:t>其中</a:t>
            </a:r>
            <a:r>
              <a:rPr lang="zh-CN" altLang="en-US" sz="2800" dirty="0"/>
              <a:t>  </a:t>
            </a:r>
          </a:p>
        </p:txBody>
      </p:sp>
      <p:graphicFrame>
        <p:nvGraphicFramePr>
          <p:cNvPr id="912399" name="Object 15"/>
          <p:cNvGraphicFramePr>
            <a:graphicFrameLocks noChangeAspect="1"/>
          </p:cNvGraphicFramePr>
          <p:nvPr/>
        </p:nvGraphicFramePr>
        <p:xfrm>
          <a:off x="2828925" y="1917700"/>
          <a:ext cx="4495800" cy="444500"/>
        </p:xfrm>
        <a:graphic>
          <a:graphicData uri="http://schemas.openxmlformats.org/presentationml/2006/ole">
            <mc:AlternateContent xmlns:mc="http://schemas.openxmlformats.org/markup-compatibility/2006">
              <mc:Choice xmlns:v="urn:schemas-microsoft-com:vml" Requires="v">
                <p:oleObj spid="_x0000_s50466" name="Equation" r:id="rId5" imgW="4495680" imgH="444240" progId="Equation.3">
                  <p:embed/>
                </p:oleObj>
              </mc:Choice>
              <mc:Fallback>
                <p:oleObj name="Equation" r:id="rId5" imgW="4495680" imgH="44424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28925" y="1917700"/>
                        <a:ext cx="4495800" cy="44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12400" name="Text Box 16"/>
          <p:cNvSpPr txBox="1">
            <a:spLocks noChangeArrowheads="1"/>
          </p:cNvSpPr>
          <p:nvPr/>
        </p:nvSpPr>
        <p:spPr bwMode="auto">
          <a:xfrm>
            <a:off x="2722563" y="849803"/>
            <a:ext cx="3733800" cy="535596"/>
          </a:xfrm>
          <a:prstGeom prst="rect">
            <a:avLst/>
          </a:prstGeom>
          <a:noFill/>
          <a:ln>
            <a:noFill/>
          </a:ln>
          <a:effectLst/>
          <a:extLst>
            <a:ext uri="{909E8E84-426E-40DD-AFC4-6F175D3DCCD1}">
              <a14:hiddenFill xmlns:a14="http://schemas.microsoft.com/office/drawing/2010/main">
                <a:solidFill>
                  <a:srgbClr val="006600"/>
                </a:solidFill>
              </a14:hiddenFill>
            </a:ext>
            <a:ext uri="{91240B29-F687-4F45-9708-019B960494DF}">
              <a14:hiddenLine xmlns:a14="http://schemas.microsoft.com/office/drawing/2010/main" w="19050">
                <a:solidFill>
                  <a:srgbClr val="FF0000"/>
                </a:solidFill>
                <a:miter lim="800000"/>
                <a:headEnd/>
                <a:tailEnd/>
              </a14:hiddenLine>
            </a:ext>
            <a:ext uri="{AF507438-7753-43E0-B8FC-AC1667EBCBE1}">
              <a14:hiddenEffects xmlns:a14="http://schemas.microsoft.com/office/drawing/2010/main">
                <a:effectLst>
                  <a:outerShdw dist="107763" dir="18900000" algn="ctr" rotWithShape="0">
                    <a:srgbClr val="808080"/>
                  </a:outerShdw>
                </a:effectLst>
              </a14:hiddenEffects>
            </a:ext>
          </a:extLst>
        </p:spPr>
        <p:txBody>
          <a:bodyPr anchor="ctr">
            <a:spAutoFit/>
          </a:bodyPr>
          <a:lstStyle/>
          <a:p>
            <a:pPr algn="l">
              <a:lnSpc>
                <a:spcPct val="110000"/>
              </a:lnSpc>
              <a:spcBef>
                <a:spcPct val="50000"/>
              </a:spcBef>
            </a:pPr>
            <a:r>
              <a:rPr lang="zh-CN" altLang="en-US" sz="2800" b="1" dirty="0"/>
              <a:t>选择适当的坐标计算</a:t>
            </a:r>
            <a:r>
              <a:rPr lang="en-US" altLang="zh-CN" sz="2800" b="1" dirty="0"/>
              <a:t>:  </a:t>
            </a:r>
          </a:p>
        </p:txBody>
      </p:sp>
      <p:sp>
        <p:nvSpPr>
          <p:cNvPr id="912423" name="Text Box 39"/>
          <p:cNvSpPr txBox="1">
            <a:spLocks noChangeArrowheads="1"/>
          </p:cNvSpPr>
          <p:nvPr/>
        </p:nvSpPr>
        <p:spPr bwMode="auto">
          <a:xfrm>
            <a:off x="1941513" y="849803"/>
            <a:ext cx="13716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Lst>
        </p:spPr>
        <p:txBody>
          <a:bodyPr>
            <a:spAutoFit/>
          </a:bodyPr>
          <a:lstStyle/>
          <a:p>
            <a:pPr algn="l">
              <a:spcBef>
                <a:spcPct val="50000"/>
              </a:spcBef>
            </a:pPr>
            <a:r>
              <a:rPr lang="zh-CN" altLang="zh-CN" sz="2800" dirty="0" smtClean="0">
                <a:solidFill>
                  <a:srgbClr val="FF0000"/>
                </a:solidFill>
                <a:ea typeface="黑体" panose="02010609060101010101" pitchFamily="49" charset="-122"/>
              </a:rPr>
              <a:t>例</a:t>
            </a:r>
            <a:r>
              <a:rPr lang="en-US" altLang="zh-CN" sz="2800" dirty="0" smtClean="0">
                <a:solidFill>
                  <a:srgbClr val="FF0000"/>
                </a:solidFill>
                <a:ea typeface="黑体" panose="02010609060101010101" pitchFamily="49" charset="-122"/>
              </a:rPr>
              <a:t>9</a:t>
            </a:r>
            <a:endParaRPr lang="zh-CN" altLang="en-US" sz="2400" dirty="0">
              <a:solidFill>
                <a:srgbClr val="FF0000"/>
              </a:solidFill>
              <a:ea typeface="黑体" panose="02010609060101010101" pitchFamily="49" charset="-122"/>
            </a:endParaRPr>
          </a:p>
        </p:txBody>
      </p:sp>
    </p:spTree>
    <p:extLst>
      <p:ext uri="{BB962C8B-B14F-4D97-AF65-F5344CB8AC3E}">
        <p14:creationId xmlns:p14="http://schemas.microsoft.com/office/powerpoint/2010/main" val="3691639459"/>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912387"/>
                                        </p:tgtEl>
                                        <p:attrNameLst>
                                          <p:attrName>style.visibility</p:attrName>
                                        </p:attrNameLst>
                                      </p:cBhvr>
                                      <p:to>
                                        <p:strVal val="visible"/>
                                      </p:to>
                                    </p:set>
                                    <p:anim calcmode="lin" valueType="num">
                                      <p:cBhvr>
                                        <p:cTn id="7" dur="1000" fill="hold"/>
                                        <p:tgtEl>
                                          <p:spTgt spid="912387"/>
                                        </p:tgtEl>
                                        <p:attrNameLst>
                                          <p:attrName>ppt_w</p:attrName>
                                        </p:attrNameLst>
                                      </p:cBhvr>
                                      <p:tavLst>
                                        <p:tav tm="0">
                                          <p:val>
                                            <p:fltVal val="0"/>
                                          </p:val>
                                        </p:tav>
                                        <p:tav tm="100000">
                                          <p:val>
                                            <p:strVal val="#ppt_w"/>
                                          </p:val>
                                        </p:tav>
                                      </p:tavLst>
                                    </p:anim>
                                    <p:anim calcmode="lin" valueType="num">
                                      <p:cBhvr>
                                        <p:cTn id="8" dur="1000" fill="hold"/>
                                        <p:tgtEl>
                                          <p:spTgt spid="912387"/>
                                        </p:tgtEl>
                                        <p:attrNameLst>
                                          <p:attrName>ppt_h</p:attrName>
                                        </p:attrNameLst>
                                      </p:cBhvr>
                                      <p:tavLst>
                                        <p:tav tm="0">
                                          <p:val>
                                            <p:fltVal val="0"/>
                                          </p:val>
                                        </p:tav>
                                        <p:tav tm="100000">
                                          <p:val>
                                            <p:strVal val="#ppt_h"/>
                                          </p:val>
                                        </p:tav>
                                      </p:tavLst>
                                    </p:anim>
                                    <p:anim calcmode="lin" valueType="num">
                                      <p:cBhvr>
                                        <p:cTn id="9" dur="1000" fill="hold"/>
                                        <p:tgtEl>
                                          <p:spTgt spid="912387"/>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912387"/>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5" presetClass="entr" presetSubtype="0" fill="hold" grpId="0" nodeType="clickEffect">
                                  <p:stCondLst>
                                    <p:cond delay="0"/>
                                  </p:stCondLst>
                                  <p:childTnLst>
                                    <p:set>
                                      <p:cBhvr>
                                        <p:cTn id="14" dur="1" fill="hold">
                                          <p:stCondLst>
                                            <p:cond delay="0"/>
                                          </p:stCondLst>
                                        </p:cTn>
                                        <p:tgtEl>
                                          <p:spTgt spid="912386"/>
                                        </p:tgtEl>
                                        <p:attrNameLst>
                                          <p:attrName>style.visibility</p:attrName>
                                        </p:attrNameLst>
                                      </p:cBhvr>
                                      <p:to>
                                        <p:strVal val="visible"/>
                                      </p:to>
                                    </p:set>
                                    <p:anim calcmode="lin" valueType="num">
                                      <p:cBhvr>
                                        <p:cTn id="15" dur="1000" fill="hold"/>
                                        <p:tgtEl>
                                          <p:spTgt spid="912386"/>
                                        </p:tgtEl>
                                        <p:attrNameLst>
                                          <p:attrName>ppt_w</p:attrName>
                                        </p:attrNameLst>
                                      </p:cBhvr>
                                      <p:tavLst>
                                        <p:tav tm="0">
                                          <p:val>
                                            <p:fltVal val="0"/>
                                          </p:val>
                                        </p:tav>
                                        <p:tav tm="100000">
                                          <p:val>
                                            <p:strVal val="#ppt_w"/>
                                          </p:val>
                                        </p:tav>
                                      </p:tavLst>
                                    </p:anim>
                                    <p:anim calcmode="lin" valueType="num">
                                      <p:cBhvr>
                                        <p:cTn id="16" dur="1000" fill="hold"/>
                                        <p:tgtEl>
                                          <p:spTgt spid="912386"/>
                                        </p:tgtEl>
                                        <p:attrNameLst>
                                          <p:attrName>ppt_h</p:attrName>
                                        </p:attrNameLst>
                                      </p:cBhvr>
                                      <p:tavLst>
                                        <p:tav tm="0">
                                          <p:val>
                                            <p:fltVal val="0"/>
                                          </p:val>
                                        </p:tav>
                                        <p:tav tm="100000">
                                          <p:val>
                                            <p:strVal val="#ppt_h"/>
                                          </p:val>
                                        </p:tav>
                                      </p:tavLst>
                                    </p:anim>
                                    <p:anim calcmode="lin" valueType="num">
                                      <p:cBhvr>
                                        <p:cTn id="17" dur="1000" fill="hold"/>
                                        <p:tgtEl>
                                          <p:spTgt spid="912386"/>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912386"/>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2386" grpId="0" animBg="1"/>
      <p:bldP spid="91238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80" name="Rectangle 4"/>
          <p:cNvSpPr>
            <a:spLocks noChangeArrowheads="1"/>
          </p:cNvSpPr>
          <p:nvPr/>
        </p:nvSpPr>
        <p:spPr bwMode="auto">
          <a:xfrm>
            <a:off x="1524000" y="517526"/>
            <a:ext cx="2514600" cy="646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lgn="ctr">
              <a:defRPr kumimoji="1" sz="4400">
                <a:solidFill>
                  <a:schemeClr val="tx2"/>
                </a:solidFill>
                <a:latin typeface="Times New Roman" panose="02020603050405020304" pitchFamily="18" charset="0"/>
                <a:ea typeface="宋体" panose="02010600030101010101" pitchFamily="2" charset="-122"/>
              </a:defRPr>
            </a:lvl1pPr>
            <a:lvl2pPr algn="ctr">
              <a:defRPr kumimoji="1" sz="4400">
                <a:solidFill>
                  <a:schemeClr val="tx2"/>
                </a:solidFill>
                <a:latin typeface="Times New Roman" panose="02020603050405020304" pitchFamily="18" charset="0"/>
                <a:ea typeface="宋体" panose="02010600030101010101" pitchFamily="2" charset="-122"/>
              </a:defRPr>
            </a:lvl2pPr>
            <a:lvl3pPr algn="ctr">
              <a:defRPr kumimoji="1" sz="4400">
                <a:solidFill>
                  <a:schemeClr val="tx2"/>
                </a:solidFill>
                <a:latin typeface="Times New Roman" panose="02020603050405020304" pitchFamily="18" charset="0"/>
                <a:ea typeface="宋体" panose="02010600030101010101" pitchFamily="2" charset="-122"/>
              </a:defRPr>
            </a:lvl3pPr>
            <a:lvl4pPr algn="ctr">
              <a:defRPr kumimoji="1" sz="4400">
                <a:solidFill>
                  <a:schemeClr val="tx2"/>
                </a:solidFill>
                <a:latin typeface="Times New Roman" panose="02020603050405020304" pitchFamily="18" charset="0"/>
                <a:ea typeface="宋体" panose="02010600030101010101" pitchFamily="2" charset="-122"/>
              </a:defRPr>
            </a:lvl4pPr>
            <a:lvl5pPr algn="ctr">
              <a:defRPr kumimoji="1" sz="4400">
                <a:solidFill>
                  <a:schemeClr val="tx2"/>
                </a:solidFill>
                <a:latin typeface="Times New Roman" panose="02020603050405020304" pitchFamily="18" charset="0"/>
                <a:ea typeface="宋体" panose="02010600030101010101" pitchFamily="2" charset="-122"/>
              </a:defRPr>
            </a:lvl5pPr>
            <a:lvl6pPr marL="4572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algn="l"/>
            <a:r>
              <a:rPr lang="zh-CN" altLang="en-US" sz="2800" b="1" dirty="0" smtClean="0">
                <a:solidFill>
                  <a:srgbClr val="FF0000"/>
                </a:solidFill>
                <a:ea typeface="楷体_GB2312" pitchFamily="49" charset="-122"/>
              </a:rPr>
              <a:t>例</a:t>
            </a:r>
            <a:r>
              <a:rPr lang="en-US" altLang="zh-CN" sz="2800" b="1" dirty="0" smtClean="0">
                <a:solidFill>
                  <a:srgbClr val="FF0000"/>
                </a:solidFill>
                <a:ea typeface="楷体_GB2312" pitchFamily="49" charset="-122"/>
              </a:rPr>
              <a:t>11</a:t>
            </a:r>
            <a:r>
              <a:rPr lang="zh-CN" altLang="en-US" sz="2800" b="1" dirty="0" smtClean="0">
                <a:solidFill>
                  <a:schemeClr val="tx1"/>
                </a:solidFill>
                <a:ea typeface="楷体_GB2312" pitchFamily="49" charset="-122"/>
              </a:rPr>
              <a:t>  计算</a:t>
            </a:r>
            <a:endParaRPr lang="zh-CN" altLang="en-US" sz="2800" b="1" dirty="0">
              <a:ea typeface="楷体_GB2312" pitchFamily="49" charset="-122"/>
            </a:endParaRPr>
          </a:p>
        </p:txBody>
      </p:sp>
      <p:graphicFrame>
        <p:nvGraphicFramePr>
          <p:cNvPr id="75781" name="Object 5"/>
          <p:cNvGraphicFramePr>
            <a:graphicFrameLocks noChangeAspect="1"/>
          </p:cNvGraphicFramePr>
          <p:nvPr>
            <p:extLst>
              <p:ext uri="{D42A27DB-BD31-4B8C-83A1-F6EECF244321}">
                <p14:modId xmlns:p14="http://schemas.microsoft.com/office/powerpoint/2010/main" val="1794219963"/>
              </p:ext>
            </p:extLst>
          </p:nvPr>
        </p:nvGraphicFramePr>
        <p:xfrm>
          <a:off x="3276600" y="525055"/>
          <a:ext cx="4420845" cy="714480"/>
        </p:xfrm>
        <a:graphic>
          <a:graphicData uri="http://schemas.openxmlformats.org/presentationml/2006/ole">
            <mc:AlternateContent xmlns:mc="http://schemas.openxmlformats.org/markup-compatibility/2006">
              <mc:Choice xmlns:v="urn:schemas-microsoft-com:vml" Requires="v">
                <p:oleObj spid="_x0000_s47593" name="Equation" r:id="rId3" imgW="2044440" imgH="330120" progId="Equation.DSMT4">
                  <p:embed/>
                </p:oleObj>
              </mc:Choice>
              <mc:Fallback>
                <p:oleObj name="Equation" r:id="rId3" imgW="2044440" imgH="330120" progId="Equation.DSMT4">
                  <p:embed/>
                  <p:pic>
                    <p:nvPicPr>
                      <p:cNvPr id="0" name=""/>
                      <p:cNvPicPr>
                        <a:picLocks noChangeAspect="1" noChangeArrowheads="1"/>
                      </p:cNvPicPr>
                      <p:nvPr/>
                    </p:nvPicPr>
                    <p:blipFill>
                      <a:blip r:embed="rId4">
                        <a:grayscl/>
                        <a:biLevel thresh="50000"/>
                      </a:blip>
                      <a:srcRect/>
                      <a:stretch>
                        <a:fillRect/>
                      </a:stretch>
                    </p:blipFill>
                    <p:spPr bwMode="auto">
                      <a:xfrm>
                        <a:off x="3276600" y="525055"/>
                        <a:ext cx="4420845" cy="714480"/>
                      </a:xfrm>
                      <a:prstGeom prst="rect">
                        <a:avLst/>
                      </a:prstGeom>
                      <a:noFill/>
                      <a:ln>
                        <a:noFill/>
                      </a:ln>
                      <a:effectLst/>
                    </p:spPr>
                  </p:pic>
                </p:oleObj>
              </mc:Fallback>
            </mc:AlternateContent>
          </a:graphicData>
        </a:graphic>
      </p:graphicFrame>
      <p:sp>
        <p:nvSpPr>
          <p:cNvPr id="75782" name="Text Box 6"/>
          <p:cNvSpPr txBox="1">
            <a:spLocks noChangeArrowheads="1"/>
          </p:cNvSpPr>
          <p:nvPr/>
        </p:nvSpPr>
        <p:spPr bwMode="auto">
          <a:xfrm>
            <a:off x="7926388" y="609193"/>
            <a:ext cx="1676400"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zh-CN" altLang="en-US" sz="2800" b="1" dirty="0">
                <a:ea typeface="楷体_GB2312" pitchFamily="49" charset="-122"/>
              </a:rPr>
              <a:t>其中</a:t>
            </a:r>
            <a:r>
              <a:rPr lang="en-US" altLang="zh-CN" sz="2800" b="1" i="1" dirty="0">
                <a:latin typeface="Times New Roman" panose="02020603050405020304" pitchFamily="18" charset="0"/>
                <a:ea typeface="楷体_GB2312" pitchFamily="49" charset="-122"/>
                <a:cs typeface="Times New Roman" panose="02020603050405020304" pitchFamily="18" charset="0"/>
              </a:rPr>
              <a:t>D</a:t>
            </a:r>
            <a:r>
              <a:rPr lang="en-US" altLang="zh-CN" sz="2800" b="1" i="1" dirty="0">
                <a:ea typeface="楷体_GB2312" pitchFamily="49" charset="-122"/>
              </a:rPr>
              <a:t> </a:t>
            </a:r>
            <a:r>
              <a:rPr lang="zh-CN" altLang="en-US" sz="2800" b="1" dirty="0">
                <a:ea typeface="楷体_GB2312" pitchFamily="49" charset="-122"/>
              </a:rPr>
              <a:t>由</a:t>
            </a:r>
          </a:p>
        </p:txBody>
      </p:sp>
      <p:graphicFrame>
        <p:nvGraphicFramePr>
          <p:cNvPr id="75783" name="Object 7"/>
          <p:cNvGraphicFramePr>
            <a:graphicFrameLocks noChangeAspect="1"/>
          </p:cNvGraphicFramePr>
          <p:nvPr>
            <p:extLst>
              <p:ext uri="{D42A27DB-BD31-4B8C-83A1-F6EECF244321}">
                <p14:modId xmlns:p14="http://schemas.microsoft.com/office/powerpoint/2010/main" val="2315601573"/>
              </p:ext>
            </p:extLst>
          </p:nvPr>
        </p:nvGraphicFramePr>
        <p:xfrm>
          <a:off x="1654439" y="1199866"/>
          <a:ext cx="1828273" cy="587659"/>
        </p:xfrm>
        <a:graphic>
          <a:graphicData uri="http://schemas.openxmlformats.org/presentationml/2006/ole">
            <mc:AlternateContent xmlns:mc="http://schemas.openxmlformats.org/markup-compatibility/2006">
              <mc:Choice xmlns:v="urn:schemas-microsoft-com:vml" Requires="v">
                <p:oleObj spid="_x0000_s47594" name="Equation" r:id="rId5" imgW="711000" imgH="228600" progId="Equation.DSMT4">
                  <p:embed/>
                </p:oleObj>
              </mc:Choice>
              <mc:Fallback>
                <p:oleObj name="Equation" r:id="rId5" imgW="711000" imgH="228600" progId="Equation.DSMT4">
                  <p:embed/>
                  <p:pic>
                    <p:nvPicPr>
                      <p:cNvPr id="0" name=""/>
                      <p:cNvPicPr>
                        <a:picLocks noChangeAspect="1" noChangeArrowheads="1"/>
                      </p:cNvPicPr>
                      <p:nvPr/>
                    </p:nvPicPr>
                    <p:blipFill>
                      <a:blip r:embed="rId6"/>
                      <a:srcRect/>
                      <a:stretch>
                        <a:fillRect/>
                      </a:stretch>
                    </p:blipFill>
                    <p:spPr bwMode="auto">
                      <a:xfrm>
                        <a:off x="1654439" y="1199866"/>
                        <a:ext cx="1828273" cy="587659"/>
                      </a:xfrm>
                      <a:prstGeom prst="rect">
                        <a:avLst/>
                      </a:prstGeom>
                      <a:noFill/>
                      <a:ln>
                        <a:noFill/>
                      </a:ln>
                      <a:effectLst/>
                    </p:spPr>
                  </p:pic>
                </p:oleObj>
              </mc:Fallback>
            </mc:AlternateContent>
          </a:graphicData>
        </a:graphic>
      </p:graphicFrame>
      <p:graphicFrame>
        <p:nvGraphicFramePr>
          <p:cNvPr id="75784" name="Object 8"/>
          <p:cNvGraphicFramePr>
            <a:graphicFrameLocks noChangeAspect="1"/>
          </p:cNvGraphicFramePr>
          <p:nvPr>
            <p:extLst>
              <p:ext uri="{D42A27DB-BD31-4B8C-83A1-F6EECF244321}">
                <p14:modId xmlns:p14="http://schemas.microsoft.com/office/powerpoint/2010/main" val="3086446767"/>
              </p:ext>
            </p:extLst>
          </p:nvPr>
        </p:nvGraphicFramePr>
        <p:xfrm>
          <a:off x="3492814" y="1214682"/>
          <a:ext cx="2489975" cy="524205"/>
        </p:xfrm>
        <a:graphic>
          <a:graphicData uri="http://schemas.openxmlformats.org/presentationml/2006/ole">
            <mc:AlternateContent xmlns:mc="http://schemas.openxmlformats.org/markup-compatibility/2006">
              <mc:Choice xmlns:v="urn:schemas-microsoft-com:vml" Requires="v">
                <p:oleObj spid="_x0000_s47595" name="Equation" r:id="rId7" imgW="965160" imgH="203040" progId="Equation.DSMT4">
                  <p:embed/>
                </p:oleObj>
              </mc:Choice>
              <mc:Fallback>
                <p:oleObj name="Equation" r:id="rId7" imgW="965160" imgH="203040" progId="Equation.DSMT4">
                  <p:embed/>
                  <p:pic>
                    <p:nvPicPr>
                      <p:cNvPr id="0" name=""/>
                      <p:cNvPicPr>
                        <a:picLocks noChangeAspect="1" noChangeArrowheads="1"/>
                      </p:cNvPicPr>
                      <p:nvPr/>
                    </p:nvPicPr>
                    <p:blipFill>
                      <a:blip r:embed="rId8"/>
                      <a:srcRect/>
                      <a:stretch>
                        <a:fillRect/>
                      </a:stretch>
                    </p:blipFill>
                    <p:spPr bwMode="auto">
                      <a:xfrm>
                        <a:off x="3492814" y="1214682"/>
                        <a:ext cx="2489975" cy="524205"/>
                      </a:xfrm>
                      <a:prstGeom prst="rect">
                        <a:avLst/>
                      </a:prstGeom>
                      <a:noFill/>
                      <a:ln>
                        <a:noFill/>
                      </a:ln>
                      <a:effectLst/>
                    </p:spPr>
                  </p:pic>
                </p:oleObj>
              </mc:Fallback>
            </mc:AlternateContent>
          </a:graphicData>
        </a:graphic>
      </p:graphicFrame>
      <p:sp>
        <p:nvSpPr>
          <p:cNvPr id="75785" name="Text Box 9"/>
          <p:cNvSpPr txBox="1">
            <a:spLocks noChangeArrowheads="1"/>
          </p:cNvSpPr>
          <p:nvPr/>
        </p:nvSpPr>
        <p:spPr bwMode="auto">
          <a:xfrm>
            <a:off x="6019800" y="1199866"/>
            <a:ext cx="1447800"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zh-CN" altLang="en-US" sz="2800" b="1" dirty="0">
                <a:ea typeface="楷体_GB2312" pitchFamily="49" charset="-122"/>
              </a:rPr>
              <a:t>所围成</a:t>
            </a:r>
            <a:r>
              <a:rPr lang="en-US" altLang="zh-CN" sz="2800" b="1" dirty="0">
                <a:ea typeface="楷体_GB2312" pitchFamily="49" charset="-122"/>
              </a:rPr>
              <a:t>.</a:t>
            </a:r>
          </a:p>
        </p:txBody>
      </p:sp>
    </p:spTree>
    <p:extLst>
      <p:ext uri="{BB962C8B-B14F-4D97-AF65-F5344CB8AC3E}">
        <p14:creationId xmlns:p14="http://schemas.microsoft.com/office/powerpoint/2010/main" val="5703927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5782">
                                            <p:txEl>
                                              <p:pRg st="0" end="0"/>
                                            </p:txEl>
                                          </p:spTgt>
                                        </p:tgtEl>
                                        <p:attrNameLst>
                                          <p:attrName>style.visibility</p:attrName>
                                        </p:attrNameLst>
                                      </p:cBhvr>
                                      <p:to>
                                        <p:strVal val="visible"/>
                                      </p:to>
                                    </p:set>
                                    <p:animEffect transition="in" filter="wipe(left)">
                                      <p:cBhvr>
                                        <p:cTn id="7" dur="500"/>
                                        <p:tgtEl>
                                          <p:spTgt spid="75782">
                                            <p:txEl>
                                              <p:pRg st="0" end="0"/>
                                            </p:txEl>
                                          </p:spTgt>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75783"/>
                                        </p:tgtEl>
                                        <p:attrNameLst>
                                          <p:attrName>style.visibility</p:attrName>
                                        </p:attrNameLst>
                                      </p:cBhvr>
                                      <p:to>
                                        <p:strVal val="visible"/>
                                      </p:to>
                                    </p:set>
                                    <p:animEffect transition="in" filter="wipe(left)">
                                      <p:cBhvr>
                                        <p:cTn id="11" dur="500"/>
                                        <p:tgtEl>
                                          <p:spTgt spid="75783"/>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75784"/>
                                        </p:tgtEl>
                                        <p:attrNameLst>
                                          <p:attrName>style.visibility</p:attrName>
                                        </p:attrNameLst>
                                      </p:cBhvr>
                                      <p:to>
                                        <p:strVal val="visible"/>
                                      </p:to>
                                    </p:set>
                                    <p:animEffect transition="in" filter="wipe(left)">
                                      <p:cBhvr>
                                        <p:cTn id="15" dur="500"/>
                                        <p:tgtEl>
                                          <p:spTgt spid="75784"/>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75785">
                                            <p:txEl>
                                              <p:pRg st="0" end="0"/>
                                            </p:txEl>
                                          </p:spTgt>
                                        </p:tgtEl>
                                        <p:attrNameLst>
                                          <p:attrName>style.visibility</p:attrName>
                                        </p:attrNameLst>
                                      </p:cBhvr>
                                      <p:to>
                                        <p:strVal val="visible"/>
                                      </p:to>
                                    </p:set>
                                    <p:animEffect transition="in" filter="wipe(left)">
                                      <p:cBhvr>
                                        <p:cTn id="19" dur="500"/>
                                        <p:tgtEl>
                                          <p:spTgt spid="7578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82" grpId="0" build="p" autoUpdateAnimBg="0"/>
      <p:bldP spid="75785" grpId="0" build="p" autoUpdateAnimBg="0" advAuto="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灯片编号占位符 3"/>
          <p:cNvSpPr>
            <a:spLocks noGrp="1"/>
          </p:cNvSpPr>
          <p:nvPr>
            <p:ph type="sldNum" sz="quarter" idx="12"/>
          </p:nvPr>
        </p:nvSpPr>
        <p:spPr/>
        <p:txBody>
          <a:bodyPr/>
          <a:lstStyle/>
          <a:p>
            <a:fld id="{19BF0F6E-31BA-4DB3-8677-D55B12B31A83}" type="slidenum">
              <a:rPr lang="en-US" altLang="zh-CN"/>
              <a:pPr/>
              <a:t>20</a:t>
            </a:fld>
            <a:endParaRPr lang="en-US" altLang="zh-CN"/>
          </a:p>
        </p:txBody>
      </p:sp>
      <p:graphicFrame>
        <p:nvGraphicFramePr>
          <p:cNvPr id="16388" name="Object 4"/>
          <p:cNvGraphicFramePr>
            <a:graphicFrameLocks noChangeAspect="1"/>
          </p:cNvGraphicFramePr>
          <p:nvPr>
            <p:extLst>
              <p:ext uri="{D42A27DB-BD31-4B8C-83A1-F6EECF244321}">
                <p14:modId xmlns:p14="http://schemas.microsoft.com/office/powerpoint/2010/main" val="3113039533"/>
              </p:ext>
            </p:extLst>
          </p:nvPr>
        </p:nvGraphicFramePr>
        <p:xfrm>
          <a:off x="2106613" y="450850"/>
          <a:ext cx="7707312" cy="1465263"/>
        </p:xfrm>
        <a:graphic>
          <a:graphicData uri="http://schemas.openxmlformats.org/presentationml/2006/ole">
            <mc:AlternateContent xmlns:mc="http://schemas.openxmlformats.org/markup-compatibility/2006">
              <mc:Choice xmlns:v="urn:schemas-microsoft-com:vml" Requires="v">
                <p:oleObj spid="_x0000_s27686" name="Equation" r:id="rId3" imgW="3213000" imgH="609480" progId="Equation.DSMT4">
                  <p:embed/>
                </p:oleObj>
              </mc:Choice>
              <mc:Fallback>
                <p:oleObj name="Equation" r:id="rId3" imgW="3213000" imgH="609480" progId="Equation.DSMT4">
                  <p:embed/>
                  <p:pic>
                    <p:nvPicPr>
                      <p:cNvPr id="0" name=""/>
                      <p:cNvPicPr>
                        <a:picLocks noChangeAspect="1" noChangeArrowheads="1"/>
                      </p:cNvPicPr>
                      <p:nvPr/>
                    </p:nvPicPr>
                    <p:blipFill>
                      <a:blip r:embed="rId4"/>
                      <a:srcRect/>
                      <a:stretch>
                        <a:fillRect/>
                      </a:stretch>
                    </p:blipFill>
                    <p:spPr bwMode="black">
                      <a:xfrm>
                        <a:off x="2106613" y="450850"/>
                        <a:ext cx="7707312" cy="1465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046067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6388"/>
                                        </p:tgtEl>
                                        <p:attrNameLst>
                                          <p:attrName>style.visibility</p:attrName>
                                        </p:attrNameLst>
                                      </p:cBhvr>
                                      <p:to>
                                        <p:strVal val="visible"/>
                                      </p:to>
                                    </p:set>
                                    <p:animEffect transition="in" filter="wipe(left)">
                                      <p:cBhvr>
                                        <p:cTn id="7" dur="500"/>
                                        <p:tgtEl>
                                          <p:spTgt spid="163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灯片编号占位符 3"/>
          <p:cNvSpPr>
            <a:spLocks noGrp="1"/>
          </p:cNvSpPr>
          <p:nvPr>
            <p:ph type="sldNum" sz="quarter" idx="12"/>
          </p:nvPr>
        </p:nvSpPr>
        <p:spPr/>
        <p:txBody>
          <a:bodyPr/>
          <a:lstStyle/>
          <a:p>
            <a:fld id="{7476659D-597A-4D77-B2C6-1AB9F0A36275}" type="slidenum">
              <a:rPr lang="en-US" altLang="zh-CN"/>
              <a:pPr/>
              <a:t>21</a:t>
            </a:fld>
            <a:endParaRPr lang="en-US" altLang="zh-CN"/>
          </a:p>
        </p:txBody>
      </p:sp>
      <p:graphicFrame>
        <p:nvGraphicFramePr>
          <p:cNvPr id="13314" name="Object 2"/>
          <p:cNvGraphicFramePr>
            <a:graphicFrameLocks noChangeAspect="1"/>
          </p:cNvGraphicFramePr>
          <p:nvPr>
            <p:extLst>
              <p:ext uri="{D42A27DB-BD31-4B8C-83A1-F6EECF244321}">
                <p14:modId xmlns:p14="http://schemas.microsoft.com/office/powerpoint/2010/main" val="1141407165"/>
              </p:ext>
            </p:extLst>
          </p:nvPr>
        </p:nvGraphicFramePr>
        <p:xfrm>
          <a:off x="2044700" y="404813"/>
          <a:ext cx="6221413" cy="1098550"/>
        </p:xfrm>
        <a:graphic>
          <a:graphicData uri="http://schemas.openxmlformats.org/presentationml/2006/ole">
            <mc:AlternateContent xmlns:mc="http://schemas.openxmlformats.org/markup-compatibility/2006">
              <mc:Choice xmlns:v="urn:schemas-microsoft-com:vml" Requires="v">
                <p:oleObj spid="_x0000_s29977" name="Equation" r:id="rId3" imgW="2590560" imgH="457200" progId="Equation.DSMT4">
                  <p:embed/>
                </p:oleObj>
              </mc:Choice>
              <mc:Fallback>
                <p:oleObj name="Equation" r:id="rId3" imgW="2590560" imgH="457200" progId="Equation.DSMT4">
                  <p:embed/>
                  <p:pic>
                    <p:nvPicPr>
                      <p:cNvPr id="0" name=""/>
                      <p:cNvPicPr>
                        <a:picLocks noChangeAspect="1" noChangeArrowheads="1"/>
                      </p:cNvPicPr>
                      <p:nvPr/>
                    </p:nvPicPr>
                    <p:blipFill>
                      <a:blip r:embed="rId4"/>
                      <a:srcRect/>
                      <a:stretch>
                        <a:fillRect/>
                      </a:stretch>
                    </p:blipFill>
                    <p:spPr bwMode="black">
                      <a:xfrm>
                        <a:off x="2044700" y="404813"/>
                        <a:ext cx="6221413" cy="1098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18" name="Object 6"/>
          <p:cNvGraphicFramePr>
            <a:graphicFrameLocks noChangeAspect="1"/>
          </p:cNvGraphicFramePr>
          <p:nvPr>
            <p:extLst>
              <p:ext uri="{D42A27DB-BD31-4B8C-83A1-F6EECF244321}">
                <p14:modId xmlns:p14="http://schemas.microsoft.com/office/powerpoint/2010/main" val="2711909807"/>
              </p:ext>
            </p:extLst>
          </p:nvPr>
        </p:nvGraphicFramePr>
        <p:xfrm>
          <a:off x="2581275" y="1557338"/>
          <a:ext cx="5576888" cy="914400"/>
        </p:xfrm>
        <a:graphic>
          <a:graphicData uri="http://schemas.openxmlformats.org/presentationml/2006/ole">
            <mc:AlternateContent xmlns:mc="http://schemas.openxmlformats.org/markup-compatibility/2006">
              <mc:Choice xmlns:v="urn:schemas-microsoft-com:vml" Requires="v">
                <p:oleObj spid="_x0000_s29978" name="Equation" r:id="rId5" imgW="2323800" imgH="380880" progId="Equation.DSMT4">
                  <p:embed/>
                </p:oleObj>
              </mc:Choice>
              <mc:Fallback>
                <p:oleObj name="Equation" r:id="rId5" imgW="2323800" imgH="380880" progId="Equation.DSMT4">
                  <p:embed/>
                  <p:pic>
                    <p:nvPicPr>
                      <p:cNvPr id="0" name=""/>
                      <p:cNvPicPr>
                        <a:picLocks noChangeAspect="1" noChangeArrowheads="1"/>
                      </p:cNvPicPr>
                      <p:nvPr/>
                    </p:nvPicPr>
                    <p:blipFill>
                      <a:blip r:embed="rId6"/>
                      <a:srcRect/>
                      <a:stretch>
                        <a:fillRect/>
                      </a:stretch>
                    </p:blipFill>
                    <p:spPr bwMode="black">
                      <a:xfrm>
                        <a:off x="2581275" y="1557338"/>
                        <a:ext cx="5576888"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19" name="Object 7"/>
          <p:cNvGraphicFramePr>
            <a:graphicFrameLocks noChangeAspect="1"/>
          </p:cNvGraphicFramePr>
          <p:nvPr>
            <p:extLst>
              <p:ext uri="{D42A27DB-BD31-4B8C-83A1-F6EECF244321}">
                <p14:modId xmlns:p14="http://schemas.microsoft.com/office/powerpoint/2010/main" val="622234409"/>
              </p:ext>
            </p:extLst>
          </p:nvPr>
        </p:nvGraphicFramePr>
        <p:xfrm>
          <a:off x="2654300" y="2349500"/>
          <a:ext cx="1614488" cy="517525"/>
        </p:xfrm>
        <a:graphic>
          <a:graphicData uri="http://schemas.openxmlformats.org/presentationml/2006/ole">
            <mc:AlternateContent xmlns:mc="http://schemas.openxmlformats.org/markup-compatibility/2006">
              <mc:Choice xmlns:v="urn:schemas-microsoft-com:vml" Requires="v">
                <p:oleObj spid="_x0000_s29979" name="Equation" r:id="rId7" imgW="672840" imgH="215640" progId="Equation.DSMT4">
                  <p:embed/>
                </p:oleObj>
              </mc:Choice>
              <mc:Fallback>
                <p:oleObj name="Equation" r:id="rId7" imgW="672840" imgH="215640" progId="Equation.DSMT4">
                  <p:embed/>
                  <p:pic>
                    <p:nvPicPr>
                      <p:cNvPr id="0" name=""/>
                      <p:cNvPicPr>
                        <a:picLocks noChangeAspect="1" noChangeArrowheads="1"/>
                      </p:cNvPicPr>
                      <p:nvPr/>
                    </p:nvPicPr>
                    <p:blipFill>
                      <a:blip r:embed="rId8"/>
                      <a:srcRect/>
                      <a:stretch>
                        <a:fillRect/>
                      </a:stretch>
                    </p:blipFill>
                    <p:spPr bwMode="black">
                      <a:xfrm>
                        <a:off x="2654300" y="2349500"/>
                        <a:ext cx="1614488" cy="517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4113456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3314"/>
                                        </p:tgtEl>
                                        <p:attrNameLst>
                                          <p:attrName>style.visibility</p:attrName>
                                        </p:attrNameLst>
                                      </p:cBhvr>
                                      <p:to>
                                        <p:strVal val="visible"/>
                                      </p:to>
                                    </p:set>
                                    <p:animEffect transition="in" filter="wipe(left)">
                                      <p:cBhvr>
                                        <p:cTn id="7" dur="500"/>
                                        <p:tgtEl>
                                          <p:spTgt spid="133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3318"/>
                                        </p:tgtEl>
                                        <p:attrNameLst>
                                          <p:attrName>style.visibility</p:attrName>
                                        </p:attrNameLst>
                                      </p:cBhvr>
                                      <p:to>
                                        <p:strVal val="visible"/>
                                      </p:to>
                                    </p:set>
                                    <p:animEffect transition="in" filter="wipe(left)">
                                      <p:cBhvr>
                                        <p:cTn id="12" dur="500"/>
                                        <p:tgtEl>
                                          <p:spTgt spid="1331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3319"/>
                                        </p:tgtEl>
                                        <p:attrNameLst>
                                          <p:attrName>style.visibility</p:attrName>
                                        </p:attrNameLst>
                                      </p:cBhvr>
                                      <p:to>
                                        <p:strVal val="visible"/>
                                      </p:to>
                                    </p:set>
                                    <p:animEffect transition="in" filter="wipe(left)">
                                      <p:cBhvr>
                                        <p:cTn id="17" dur="500"/>
                                        <p:tgtEl>
                                          <p:spTgt spid="133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灯片编号占位符 1"/>
          <p:cNvSpPr>
            <a:spLocks noGrp="1"/>
          </p:cNvSpPr>
          <p:nvPr>
            <p:ph type="sldNum" sz="quarter" idx="10"/>
          </p:nvPr>
        </p:nvSpPr>
        <p:spPr/>
        <p:txBody>
          <a:bodyPr/>
          <a:lstStyle/>
          <a:p>
            <a:fld id="{6B1A28C0-947C-4000-AF05-050B24B9C806}" type="slidenum">
              <a:rPr lang="en-US" altLang="zh-CN"/>
              <a:pPr/>
              <a:t>22</a:t>
            </a:fld>
            <a:endParaRPr lang="en-US" altLang="zh-CN"/>
          </a:p>
        </p:txBody>
      </p:sp>
      <p:sp>
        <p:nvSpPr>
          <p:cNvPr id="816131" name="Text Box 3"/>
          <p:cNvSpPr txBox="1">
            <a:spLocks noChangeArrowheads="1"/>
          </p:cNvSpPr>
          <p:nvPr/>
        </p:nvSpPr>
        <p:spPr bwMode="auto">
          <a:xfrm>
            <a:off x="2146663" y="518070"/>
            <a:ext cx="4724400" cy="519112"/>
          </a:xfrm>
          <a:prstGeom prst="rect">
            <a:avLst/>
          </a:prstGeom>
          <a:noFill/>
          <a:ln>
            <a:noFill/>
          </a:ln>
          <a:effectLst/>
          <a:extLst>
            <a:ext uri="{909E8E84-426E-40DD-AFC4-6F175D3DCCD1}">
              <a14:hiddenFill xmlns:a14="http://schemas.microsoft.com/office/drawing/2010/main">
                <a:gradFill rotWithShape="0">
                  <a:gsLst>
                    <a:gs pos="0">
                      <a:srgbClr val="FF0000"/>
                    </a:gs>
                    <a:gs pos="100000">
                      <a:srgbClr val="008000"/>
                    </a:gs>
                  </a:gsLst>
                  <a:lin ang="5400000" scaled="1"/>
                </a:gradFill>
              </a14:hiddenFill>
            </a:ext>
            <a:ext uri="{91240B29-F687-4F45-9708-019B960494DF}">
              <a14:hiddenLine xmlns:a14="http://schemas.microsoft.com/office/drawing/2010/main" w="5715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800" b="1" dirty="0"/>
              <a:t>若函数 </a:t>
            </a:r>
            <a:r>
              <a:rPr lang="en-US" altLang="zh-CN" sz="2800" b="1" i="1" dirty="0">
                <a:latin typeface="Times New Roman" panose="02020603050405020304" pitchFamily="18" charset="0"/>
                <a:cs typeface="Times New Roman" panose="02020603050405020304" pitchFamily="18" charset="0"/>
              </a:rPr>
              <a:t>f </a:t>
            </a:r>
            <a:r>
              <a:rPr lang="en-US" altLang="zh-CN" sz="2800" b="1" dirty="0">
                <a:latin typeface="Times New Roman" panose="02020603050405020304" pitchFamily="18" charset="0"/>
                <a:cs typeface="Times New Roman" panose="02020603050405020304" pitchFamily="18" charset="0"/>
              </a:rPr>
              <a:t>(</a:t>
            </a:r>
            <a:r>
              <a:rPr lang="en-US" altLang="zh-CN" sz="2800" b="1" i="1" dirty="0">
                <a:latin typeface="Times New Roman" panose="02020603050405020304" pitchFamily="18" charset="0"/>
                <a:cs typeface="Times New Roman" panose="02020603050405020304" pitchFamily="18" charset="0"/>
              </a:rPr>
              <a:t>x</a:t>
            </a:r>
            <a:r>
              <a:rPr lang="en-US" altLang="zh-CN" sz="2800" b="1" dirty="0">
                <a:latin typeface="Times New Roman" panose="02020603050405020304" pitchFamily="18" charset="0"/>
                <a:cs typeface="Times New Roman" panose="02020603050405020304" pitchFamily="18" charset="0"/>
              </a:rPr>
              <a:t>, </a:t>
            </a:r>
            <a:r>
              <a:rPr lang="en-US" altLang="zh-CN" sz="2800" b="1" i="1" dirty="0">
                <a:latin typeface="Times New Roman" panose="02020603050405020304" pitchFamily="18" charset="0"/>
                <a:cs typeface="Times New Roman" panose="02020603050405020304" pitchFamily="18" charset="0"/>
              </a:rPr>
              <a:t>y</a:t>
            </a:r>
            <a:r>
              <a:rPr lang="en-US" altLang="zh-CN" sz="2800" b="1" dirty="0">
                <a:latin typeface="Times New Roman" panose="02020603050405020304" pitchFamily="18" charset="0"/>
                <a:cs typeface="Times New Roman" panose="02020603050405020304" pitchFamily="18" charset="0"/>
              </a:rPr>
              <a:t>)</a:t>
            </a:r>
            <a:r>
              <a:rPr lang="zh-CN" altLang="en-US" sz="2800" b="1" dirty="0"/>
              <a:t>在矩形区域</a:t>
            </a:r>
            <a:r>
              <a:rPr lang="en-US" altLang="zh-CN" sz="2800" b="1" i="1" dirty="0">
                <a:latin typeface="Times New Roman" panose="02020603050405020304" pitchFamily="18" charset="0"/>
                <a:cs typeface="Times New Roman" panose="02020603050405020304" pitchFamily="18" charset="0"/>
              </a:rPr>
              <a:t>D</a:t>
            </a:r>
            <a:r>
              <a:rPr lang="en-US" altLang="zh-CN" sz="2800" b="1" dirty="0"/>
              <a:t>:</a:t>
            </a:r>
          </a:p>
        </p:txBody>
      </p:sp>
      <p:graphicFrame>
        <p:nvGraphicFramePr>
          <p:cNvPr id="816147" name="Object 19"/>
          <p:cNvGraphicFramePr>
            <a:graphicFrameLocks noChangeAspect="1"/>
          </p:cNvGraphicFramePr>
          <p:nvPr>
            <p:extLst>
              <p:ext uri="{D42A27DB-BD31-4B8C-83A1-F6EECF244321}">
                <p14:modId xmlns:p14="http://schemas.microsoft.com/office/powerpoint/2010/main" val="1678718162"/>
              </p:ext>
            </p:extLst>
          </p:nvPr>
        </p:nvGraphicFramePr>
        <p:xfrm>
          <a:off x="2310311" y="1416050"/>
          <a:ext cx="5130800" cy="1130300"/>
        </p:xfrm>
        <a:graphic>
          <a:graphicData uri="http://schemas.openxmlformats.org/presentationml/2006/ole">
            <mc:AlternateContent xmlns:mc="http://schemas.openxmlformats.org/markup-compatibility/2006">
              <mc:Choice xmlns:v="urn:schemas-microsoft-com:vml" Requires="v">
                <p:oleObj spid="_x0000_s49662" name="Equation" r:id="rId3" imgW="5130720" imgH="1130040" progId="Equation.3">
                  <p:embed/>
                </p:oleObj>
              </mc:Choice>
              <mc:Fallback>
                <p:oleObj name="Equation" r:id="rId3" imgW="5130720" imgH="11300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10311" y="1416050"/>
                        <a:ext cx="5130800" cy="1130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6148" name="Object 20"/>
          <p:cNvGraphicFramePr>
            <a:graphicFrameLocks noChangeAspect="1"/>
          </p:cNvGraphicFramePr>
          <p:nvPr>
            <p:extLst>
              <p:ext uri="{D42A27DB-BD31-4B8C-83A1-F6EECF244321}">
                <p14:modId xmlns:p14="http://schemas.microsoft.com/office/powerpoint/2010/main" val="3011122519"/>
              </p:ext>
            </p:extLst>
          </p:nvPr>
        </p:nvGraphicFramePr>
        <p:xfrm>
          <a:off x="6731000" y="613229"/>
          <a:ext cx="2641600" cy="393700"/>
        </p:xfrm>
        <a:graphic>
          <a:graphicData uri="http://schemas.openxmlformats.org/presentationml/2006/ole">
            <mc:AlternateContent xmlns:mc="http://schemas.openxmlformats.org/markup-compatibility/2006">
              <mc:Choice xmlns:v="urn:schemas-microsoft-com:vml" Requires="v">
                <p:oleObj spid="_x0000_s49663" name="Equation" r:id="rId5" imgW="2641320" imgH="393480" progId="Equation.3">
                  <p:embed/>
                </p:oleObj>
              </mc:Choice>
              <mc:Fallback>
                <p:oleObj name="Equation" r:id="rId5" imgW="2641320" imgH="39348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31000" y="613229"/>
                        <a:ext cx="26416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6149" name="Text Box 21"/>
          <p:cNvSpPr txBox="1">
            <a:spLocks noChangeArrowheads="1"/>
          </p:cNvSpPr>
          <p:nvPr/>
        </p:nvSpPr>
        <p:spPr bwMode="auto">
          <a:xfrm>
            <a:off x="2209800" y="1052513"/>
            <a:ext cx="2057400" cy="519112"/>
          </a:xfrm>
          <a:prstGeom prst="rect">
            <a:avLst/>
          </a:prstGeom>
          <a:noFill/>
          <a:ln>
            <a:noFill/>
          </a:ln>
          <a:effectLst/>
          <a:extLst>
            <a:ext uri="{909E8E84-426E-40DD-AFC4-6F175D3DCCD1}">
              <a14:hiddenFill xmlns:a14="http://schemas.microsoft.com/office/drawing/2010/main">
                <a:gradFill rotWithShape="0">
                  <a:gsLst>
                    <a:gs pos="0">
                      <a:srgbClr val="FF0000"/>
                    </a:gs>
                    <a:gs pos="100000">
                      <a:srgbClr val="008000"/>
                    </a:gs>
                  </a:gsLst>
                  <a:lin ang="5400000" scaled="1"/>
                </a:gradFill>
              </a14:hiddenFill>
            </a:ext>
            <a:ext uri="{91240B29-F687-4F45-9708-019B960494DF}">
              <a14:hiddenLine xmlns:a14="http://schemas.microsoft.com/office/drawing/2010/main" w="5715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800" b="1" dirty="0"/>
              <a:t>上连续</a:t>
            </a:r>
            <a:r>
              <a:rPr lang="en-US" altLang="zh-CN" sz="2800" b="1" dirty="0"/>
              <a:t>, </a:t>
            </a:r>
            <a:r>
              <a:rPr lang="zh-CN" altLang="en-US" sz="2800" b="1" dirty="0"/>
              <a:t>且</a:t>
            </a:r>
          </a:p>
        </p:txBody>
      </p:sp>
      <p:sp>
        <p:nvSpPr>
          <p:cNvPr id="816150" name="Text Box 22"/>
          <p:cNvSpPr txBox="1">
            <a:spLocks noChangeArrowheads="1"/>
          </p:cNvSpPr>
          <p:nvPr/>
        </p:nvSpPr>
        <p:spPr bwMode="auto">
          <a:xfrm>
            <a:off x="2209801" y="2500313"/>
            <a:ext cx="2085975" cy="519112"/>
          </a:xfrm>
          <a:prstGeom prst="rect">
            <a:avLst/>
          </a:prstGeom>
          <a:noFill/>
          <a:ln>
            <a:noFill/>
          </a:ln>
          <a:effectLst/>
          <a:extLst>
            <a:ext uri="{909E8E84-426E-40DD-AFC4-6F175D3DCCD1}">
              <a14:hiddenFill xmlns:a14="http://schemas.microsoft.com/office/drawing/2010/main">
                <a:gradFill rotWithShape="0">
                  <a:gsLst>
                    <a:gs pos="0">
                      <a:srgbClr val="FF0000"/>
                    </a:gs>
                    <a:gs pos="100000">
                      <a:srgbClr val="008000"/>
                    </a:gs>
                  </a:gsLst>
                  <a:lin ang="5400000" scaled="1"/>
                </a:gradFill>
              </a14:hiddenFill>
            </a:ext>
            <a:ext uri="{91240B29-F687-4F45-9708-019B960494DF}">
              <a14:hiddenLine xmlns:a14="http://schemas.microsoft.com/office/drawing/2010/main" w="5715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800" b="1" dirty="0"/>
              <a:t>求 </a:t>
            </a:r>
            <a:r>
              <a:rPr lang="en-US" altLang="zh-CN" sz="2800" b="1" i="1" dirty="0">
                <a:latin typeface="Times New Roman" panose="02020603050405020304" pitchFamily="18" charset="0"/>
                <a:cs typeface="Times New Roman" panose="02020603050405020304" pitchFamily="18" charset="0"/>
              </a:rPr>
              <a:t>f </a:t>
            </a:r>
            <a:r>
              <a:rPr lang="en-US" altLang="zh-CN" sz="2800" b="1" dirty="0">
                <a:latin typeface="Times New Roman" panose="02020603050405020304" pitchFamily="18" charset="0"/>
                <a:cs typeface="Times New Roman" panose="02020603050405020304" pitchFamily="18" charset="0"/>
              </a:rPr>
              <a:t>(</a:t>
            </a:r>
            <a:r>
              <a:rPr lang="en-US" altLang="zh-CN" sz="2800" b="1" i="1" dirty="0">
                <a:latin typeface="Times New Roman" panose="02020603050405020304" pitchFamily="18" charset="0"/>
                <a:cs typeface="Times New Roman" panose="02020603050405020304" pitchFamily="18" charset="0"/>
              </a:rPr>
              <a:t>x</a:t>
            </a:r>
            <a:r>
              <a:rPr lang="en-US" altLang="zh-CN" sz="2800" b="1" dirty="0">
                <a:latin typeface="Times New Roman" panose="02020603050405020304" pitchFamily="18" charset="0"/>
                <a:cs typeface="Times New Roman" panose="02020603050405020304" pitchFamily="18" charset="0"/>
              </a:rPr>
              <a:t>, </a:t>
            </a:r>
            <a:r>
              <a:rPr lang="en-US" altLang="zh-CN" sz="2800" b="1" i="1" dirty="0">
                <a:latin typeface="Times New Roman" panose="02020603050405020304" pitchFamily="18" charset="0"/>
                <a:cs typeface="Times New Roman" panose="02020603050405020304" pitchFamily="18" charset="0"/>
              </a:rPr>
              <a:t>y</a:t>
            </a:r>
            <a:r>
              <a:rPr lang="en-US" altLang="zh-CN" sz="2800" b="1" dirty="0">
                <a:latin typeface="Times New Roman" panose="02020603050405020304" pitchFamily="18" charset="0"/>
                <a:cs typeface="Times New Roman" panose="02020603050405020304" pitchFamily="18" charset="0"/>
              </a:rPr>
              <a:t>) </a:t>
            </a:r>
            <a:r>
              <a:rPr lang="en-US" altLang="zh-CN" sz="2800" b="1" dirty="0"/>
              <a:t>.</a:t>
            </a:r>
          </a:p>
        </p:txBody>
      </p:sp>
      <p:grpSp>
        <p:nvGrpSpPr>
          <p:cNvPr id="816183" name="Group 55"/>
          <p:cNvGrpSpPr>
            <a:grpSpLocks/>
          </p:cNvGrpSpPr>
          <p:nvPr/>
        </p:nvGrpSpPr>
        <p:grpSpPr bwMode="auto">
          <a:xfrm>
            <a:off x="8153400" y="1219200"/>
            <a:ext cx="1981200" cy="1524000"/>
            <a:chOff x="4224" y="816"/>
            <a:chExt cx="1248" cy="960"/>
          </a:xfrm>
        </p:grpSpPr>
        <p:sp>
          <p:nvSpPr>
            <p:cNvPr id="816178" name="Line 50"/>
            <p:cNvSpPr>
              <a:spLocks noChangeShapeType="1"/>
            </p:cNvSpPr>
            <p:nvPr/>
          </p:nvSpPr>
          <p:spPr bwMode="auto">
            <a:xfrm flipV="1">
              <a:off x="4512" y="816"/>
              <a:ext cx="0" cy="960"/>
            </a:xfrm>
            <a:prstGeom prst="line">
              <a:avLst/>
            </a:prstGeom>
            <a:noFill/>
            <a:ln w="9525">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816179" name="Object 51"/>
            <p:cNvGraphicFramePr>
              <a:graphicFrameLocks noChangeAspect="1"/>
            </p:cNvGraphicFramePr>
            <p:nvPr/>
          </p:nvGraphicFramePr>
          <p:xfrm>
            <a:off x="5318" y="1635"/>
            <a:ext cx="154" cy="141"/>
          </p:xfrm>
          <a:graphic>
            <a:graphicData uri="http://schemas.openxmlformats.org/presentationml/2006/ole">
              <mc:AlternateContent xmlns:mc="http://schemas.openxmlformats.org/markup-compatibility/2006">
                <mc:Choice xmlns:v="urn:schemas-microsoft-com:vml" Requires="v">
                  <p:oleObj spid="_x0000_s49664" name="Equation" r:id="rId7" imgW="253800" imgH="241200" progId="Equation.3">
                    <p:embed/>
                  </p:oleObj>
                </mc:Choice>
                <mc:Fallback>
                  <p:oleObj name="Equation" r:id="rId7" imgW="253800" imgH="2412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18" y="1635"/>
                          <a:ext cx="154" cy="1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6180" name="Object 52"/>
            <p:cNvGraphicFramePr>
              <a:graphicFrameLocks noChangeAspect="1"/>
            </p:cNvGraphicFramePr>
            <p:nvPr/>
          </p:nvGraphicFramePr>
          <p:xfrm>
            <a:off x="4320" y="1588"/>
            <a:ext cx="177" cy="188"/>
          </p:xfrm>
          <a:graphic>
            <a:graphicData uri="http://schemas.openxmlformats.org/presentationml/2006/ole">
              <mc:AlternateContent xmlns:mc="http://schemas.openxmlformats.org/markup-compatibility/2006">
                <mc:Choice xmlns:v="urn:schemas-microsoft-com:vml" Requires="v">
                  <p:oleObj spid="_x0000_s49665" name="Equation" r:id="rId9" imgW="291960" imgH="317160" progId="Equation.3">
                    <p:embed/>
                  </p:oleObj>
                </mc:Choice>
                <mc:Fallback>
                  <p:oleObj name="Equation" r:id="rId9" imgW="291960" imgH="31716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20" y="1588"/>
                          <a:ext cx="177" cy="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6181" name="Object 53"/>
            <p:cNvGraphicFramePr>
              <a:graphicFrameLocks noChangeAspect="1"/>
            </p:cNvGraphicFramePr>
            <p:nvPr/>
          </p:nvGraphicFramePr>
          <p:xfrm>
            <a:off x="4320" y="820"/>
            <a:ext cx="154" cy="188"/>
          </p:xfrm>
          <a:graphic>
            <a:graphicData uri="http://schemas.openxmlformats.org/presentationml/2006/ole">
              <mc:AlternateContent xmlns:mc="http://schemas.openxmlformats.org/markup-compatibility/2006">
                <mc:Choice xmlns:v="urn:schemas-microsoft-com:vml" Requires="v">
                  <p:oleObj spid="_x0000_s49666" name="Equation" r:id="rId11" imgW="253800" imgH="317160" progId="Equation.3">
                    <p:embed/>
                  </p:oleObj>
                </mc:Choice>
                <mc:Fallback>
                  <p:oleObj name="Equation" r:id="rId11" imgW="253800" imgH="31716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320" y="820"/>
                          <a:ext cx="154" cy="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6182" name="Line 54"/>
            <p:cNvSpPr>
              <a:spLocks noChangeShapeType="1"/>
            </p:cNvSpPr>
            <p:nvPr/>
          </p:nvSpPr>
          <p:spPr bwMode="auto">
            <a:xfrm>
              <a:off x="4224" y="1584"/>
              <a:ext cx="1248" cy="0"/>
            </a:xfrm>
            <a:prstGeom prst="line">
              <a:avLst/>
            </a:prstGeom>
            <a:noFill/>
            <a:ln w="19050">
              <a:solidFill>
                <a:schemeClr val="tx2"/>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816189" name="Group 61"/>
          <p:cNvGrpSpPr>
            <a:grpSpLocks/>
          </p:cNvGrpSpPr>
          <p:nvPr/>
        </p:nvGrpSpPr>
        <p:grpSpPr bwMode="auto">
          <a:xfrm>
            <a:off x="8458200" y="1447800"/>
            <a:ext cx="1143000" cy="1219200"/>
            <a:chOff x="4368" y="912"/>
            <a:chExt cx="720" cy="768"/>
          </a:xfrm>
        </p:grpSpPr>
        <p:sp>
          <p:nvSpPr>
            <p:cNvPr id="816184" name="Rectangle 56"/>
            <p:cNvSpPr>
              <a:spLocks noChangeArrowheads="1"/>
            </p:cNvSpPr>
            <p:nvPr/>
          </p:nvSpPr>
          <p:spPr bwMode="auto">
            <a:xfrm>
              <a:off x="4464" y="960"/>
              <a:ext cx="576" cy="576"/>
            </a:xfrm>
            <a:prstGeom prst="rect">
              <a:avLst/>
            </a:prstGeom>
            <a:gradFill rotWithShape="0">
              <a:gsLst>
                <a:gs pos="0">
                  <a:srgbClr val="FFFF99"/>
                </a:gs>
                <a:gs pos="50000">
                  <a:srgbClr val="00FF00"/>
                </a:gs>
                <a:gs pos="100000">
                  <a:srgbClr val="FFFF99"/>
                </a:gs>
              </a:gsLst>
              <a:lin ang="18900000" scaled="1"/>
            </a:gradFill>
            <a:ln w="1905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16187" name="Object 59"/>
            <p:cNvGraphicFramePr>
              <a:graphicFrameLocks noChangeAspect="1"/>
            </p:cNvGraphicFramePr>
            <p:nvPr/>
          </p:nvGraphicFramePr>
          <p:xfrm>
            <a:off x="5004" y="1536"/>
            <a:ext cx="84" cy="144"/>
          </p:xfrm>
          <a:graphic>
            <a:graphicData uri="http://schemas.openxmlformats.org/presentationml/2006/ole">
              <mc:AlternateContent xmlns:mc="http://schemas.openxmlformats.org/markup-compatibility/2006">
                <mc:Choice xmlns:v="urn:schemas-microsoft-com:vml" Requires="v">
                  <p:oleObj spid="_x0000_s49667" name="Equation" r:id="rId13" imgW="177480" imgH="304560" progId="Equation.3">
                    <p:embed/>
                  </p:oleObj>
                </mc:Choice>
                <mc:Fallback>
                  <p:oleObj name="Equation" r:id="rId13" imgW="177480" imgH="30456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004" y="1536"/>
                          <a:ext cx="84" cy="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6188" name="Object 60"/>
            <p:cNvGraphicFramePr>
              <a:graphicFrameLocks noChangeAspect="1"/>
            </p:cNvGraphicFramePr>
            <p:nvPr/>
          </p:nvGraphicFramePr>
          <p:xfrm>
            <a:off x="4368" y="912"/>
            <a:ext cx="84" cy="144"/>
          </p:xfrm>
          <a:graphic>
            <a:graphicData uri="http://schemas.openxmlformats.org/presentationml/2006/ole">
              <mc:AlternateContent xmlns:mc="http://schemas.openxmlformats.org/markup-compatibility/2006">
                <mc:Choice xmlns:v="urn:schemas-microsoft-com:vml" Requires="v">
                  <p:oleObj spid="_x0000_s49668" name="Equation" r:id="rId15" imgW="177480" imgH="304560" progId="Equation.3">
                    <p:embed/>
                  </p:oleObj>
                </mc:Choice>
                <mc:Fallback>
                  <p:oleObj name="Equation" r:id="rId15" imgW="177480" imgH="30456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368" y="912"/>
                          <a:ext cx="84" cy="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816192" name="Object 64"/>
          <p:cNvGraphicFramePr>
            <a:graphicFrameLocks noChangeAspect="1"/>
          </p:cNvGraphicFramePr>
          <p:nvPr/>
        </p:nvGraphicFramePr>
        <p:xfrm>
          <a:off x="8902700" y="1828800"/>
          <a:ext cx="317500" cy="292100"/>
        </p:xfrm>
        <a:graphic>
          <a:graphicData uri="http://schemas.openxmlformats.org/presentationml/2006/ole">
            <mc:AlternateContent xmlns:mc="http://schemas.openxmlformats.org/markup-compatibility/2006">
              <mc:Choice xmlns:v="urn:schemas-microsoft-com:vml" Requires="v">
                <p:oleObj spid="_x0000_s49669" name="Equation" r:id="rId16" imgW="317160" imgH="291960" progId="Equation.3">
                  <p:embed/>
                </p:oleObj>
              </mc:Choice>
              <mc:Fallback>
                <p:oleObj name="Equation" r:id="rId16" imgW="317160" imgH="291960"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902700" y="1828800"/>
                        <a:ext cx="317500"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6193" name="Text Box 65"/>
          <p:cNvSpPr txBox="1">
            <a:spLocks noChangeArrowheads="1"/>
          </p:cNvSpPr>
          <p:nvPr/>
        </p:nvSpPr>
        <p:spPr bwMode="auto">
          <a:xfrm>
            <a:off x="1318846" y="577057"/>
            <a:ext cx="991465"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rgbClr val="FF0000"/>
                </a:solidFill>
                <a:miter lim="800000"/>
                <a:headEnd/>
                <a:tailEnd/>
              </a14:hiddenLine>
            </a:ext>
          </a:extLst>
        </p:spPr>
        <p:txBody>
          <a:bodyPr wrap="square">
            <a:spAutoFit/>
          </a:bodyPr>
          <a:lstStyle/>
          <a:p>
            <a:pPr algn="l">
              <a:spcBef>
                <a:spcPct val="50000"/>
              </a:spcBef>
            </a:pPr>
            <a:r>
              <a:rPr lang="zh-CN" altLang="en-US" sz="2800" dirty="0" smtClean="0">
                <a:solidFill>
                  <a:srgbClr val="FF0000"/>
                </a:solidFill>
                <a:ea typeface="黑体" panose="02010609060101010101" pitchFamily="49" charset="-122"/>
              </a:rPr>
              <a:t>例</a:t>
            </a:r>
            <a:r>
              <a:rPr lang="en-US" altLang="zh-CN" sz="2800" dirty="0" smtClean="0">
                <a:solidFill>
                  <a:srgbClr val="FF0000"/>
                </a:solidFill>
                <a:ea typeface="黑体" panose="02010609060101010101" pitchFamily="49" charset="-122"/>
              </a:rPr>
              <a:t>14</a:t>
            </a:r>
            <a:r>
              <a:rPr lang="zh-CN" altLang="en-US" sz="2800" dirty="0" smtClean="0"/>
              <a:t>  </a:t>
            </a:r>
            <a:endParaRPr lang="zh-CN" altLang="en-US" sz="2800" dirty="0"/>
          </a:p>
        </p:txBody>
      </p:sp>
    </p:spTree>
    <p:extLst>
      <p:ext uri="{BB962C8B-B14F-4D97-AF65-F5344CB8AC3E}">
        <p14:creationId xmlns:p14="http://schemas.microsoft.com/office/powerpoint/2010/main" val="1885908704"/>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16183"/>
                                        </p:tgtEl>
                                        <p:attrNameLst>
                                          <p:attrName>style.visibility</p:attrName>
                                        </p:attrNameLst>
                                      </p:cBhvr>
                                      <p:to>
                                        <p:strVal val="visible"/>
                                      </p:to>
                                    </p:set>
                                    <p:animEffect transition="in" filter="wipe(left)">
                                      <p:cBhvr>
                                        <p:cTn id="7" dur="500"/>
                                        <p:tgtEl>
                                          <p:spTgt spid="81618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816189"/>
                                        </p:tgtEl>
                                        <p:attrNameLst>
                                          <p:attrName>style.visibility</p:attrName>
                                        </p:attrNameLst>
                                      </p:cBhvr>
                                      <p:to>
                                        <p:strVal val="visible"/>
                                      </p:to>
                                    </p:set>
                                    <p:animEffect transition="in" filter="wipe(left)">
                                      <p:cBhvr>
                                        <p:cTn id="12" dur="500"/>
                                        <p:tgtEl>
                                          <p:spTgt spid="81618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816192"/>
                                        </p:tgtEl>
                                        <p:attrNameLst>
                                          <p:attrName>style.visibility</p:attrName>
                                        </p:attrNameLst>
                                      </p:cBhvr>
                                      <p:to>
                                        <p:strVal val="visible"/>
                                      </p:to>
                                    </p:set>
                                    <p:animEffect transition="in" filter="wipe(left)">
                                      <p:cBhvr>
                                        <p:cTn id="17" dur="500"/>
                                        <p:tgtEl>
                                          <p:spTgt spid="8161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灯片编号占位符 3"/>
          <p:cNvSpPr>
            <a:spLocks noGrp="1"/>
          </p:cNvSpPr>
          <p:nvPr>
            <p:ph type="sldNum" sz="quarter" idx="12"/>
          </p:nvPr>
        </p:nvSpPr>
        <p:spPr/>
        <p:txBody>
          <a:bodyPr/>
          <a:lstStyle/>
          <a:p>
            <a:fld id="{A7BB13A1-E2D9-43EC-AB35-BC0BBFBA3399}" type="slidenum">
              <a:rPr lang="en-US" altLang="zh-CN"/>
              <a:pPr/>
              <a:t>23</a:t>
            </a:fld>
            <a:endParaRPr lang="en-US" altLang="zh-CN"/>
          </a:p>
        </p:txBody>
      </p:sp>
      <p:graphicFrame>
        <p:nvGraphicFramePr>
          <p:cNvPr id="11267" name="Object 3"/>
          <p:cNvGraphicFramePr>
            <a:graphicFrameLocks noChangeAspect="1"/>
          </p:cNvGraphicFramePr>
          <p:nvPr>
            <p:extLst>
              <p:ext uri="{D42A27DB-BD31-4B8C-83A1-F6EECF244321}">
                <p14:modId xmlns:p14="http://schemas.microsoft.com/office/powerpoint/2010/main" val="930352363"/>
              </p:ext>
            </p:extLst>
          </p:nvPr>
        </p:nvGraphicFramePr>
        <p:xfrm>
          <a:off x="2092325" y="352425"/>
          <a:ext cx="7380288" cy="838200"/>
        </p:xfrm>
        <a:graphic>
          <a:graphicData uri="http://schemas.openxmlformats.org/presentationml/2006/ole">
            <mc:AlternateContent xmlns:mc="http://schemas.openxmlformats.org/markup-compatibility/2006">
              <mc:Choice xmlns:v="urn:schemas-microsoft-com:vml" Requires="v">
                <p:oleObj spid="_x0000_s31928" name="Equation" r:id="rId3" imgW="2895480" imgH="330120" progId="Equation.DSMT4">
                  <p:embed/>
                </p:oleObj>
              </mc:Choice>
              <mc:Fallback>
                <p:oleObj name="Equation" r:id="rId3" imgW="2895480" imgH="330120" progId="Equation.DSMT4">
                  <p:embed/>
                  <p:pic>
                    <p:nvPicPr>
                      <p:cNvPr id="0" name=""/>
                      <p:cNvPicPr>
                        <a:picLocks noChangeAspect="1" noChangeArrowheads="1"/>
                      </p:cNvPicPr>
                      <p:nvPr/>
                    </p:nvPicPr>
                    <p:blipFill>
                      <a:blip r:embed="rId4"/>
                      <a:srcRect/>
                      <a:stretch>
                        <a:fillRect/>
                      </a:stretch>
                    </p:blipFill>
                    <p:spPr bwMode="black">
                      <a:xfrm>
                        <a:off x="2092325" y="352425"/>
                        <a:ext cx="7380288" cy="838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71" name="Object 7"/>
          <p:cNvGraphicFramePr>
            <a:graphicFrameLocks noChangeAspect="1"/>
          </p:cNvGraphicFramePr>
          <p:nvPr>
            <p:extLst>
              <p:ext uri="{D42A27DB-BD31-4B8C-83A1-F6EECF244321}">
                <p14:modId xmlns:p14="http://schemas.microsoft.com/office/powerpoint/2010/main" val="231562953"/>
              </p:ext>
            </p:extLst>
          </p:nvPr>
        </p:nvGraphicFramePr>
        <p:xfrm>
          <a:off x="2925763" y="1071563"/>
          <a:ext cx="4921250" cy="1063625"/>
        </p:xfrm>
        <a:graphic>
          <a:graphicData uri="http://schemas.openxmlformats.org/presentationml/2006/ole">
            <mc:AlternateContent xmlns:mc="http://schemas.openxmlformats.org/markup-compatibility/2006">
              <mc:Choice xmlns:v="urn:schemas-microsoft-com:vml" Requires="v">
                <p:oleObj spid="_x0000_s31929" name="Equation" r:id="rId5" imgW="1930320" imgH="419040" progId="Equation.DSMT4">
                  <p:embed/>
                </p:oleObj>
              </mc:Choice>
              <mc:Fallback>
                <p:oleObj name="Equation" r:id="rId5" imgW="1930320" imgH="419040" progId="Equation.DSMT4">
                  <p:embed/>
                  <p:pic>
                    <p:nvPicPr>
                      <p:cNvPr id="0" name=""/>
                      <p:cNvPicPr>
                        <a:picLocks noChangeAspect="1" noChangeArrowheads="1"/>
                      </p:cNvPicPr>
                      <p:nvPr/>
                    </p:nvPicPr>
                    <p:blipFill>
                      <a:blip r:embed="rId6"/>
                      <a:srcRect/>
                      <a:stretch>
                        <a:fillRect/>
                      </a:stretch>
                    </p:blipFill>
                    <p:spPr bwMode="black">
                      <a:xfrm>
                        <a:off x="2925763" y="1071563"/>
                        <a:ext cx="4921250" cy="1063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562204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1267"/>
                                        </p:tgtEl>
                                        <p:attrNameLst>
                                          <p:attrName>style.visibility</p:attrName>
                                        </p:attrNameLst>
                                      </p:cBhvr>
                                      <p:to>
                                        <p:strVal val="visible"/>
                                      </p:to>
                                    </p:set>
                                    <p:animEffect transition="in" filter="wipe(left)">
                                      <p:cBhvr>
                                        <p:cTn id="7" dur="500"/>
                                        <p:tgtEl>
                                          <p:spTgt spid="1126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1271"/>
                                        </p:tgtEl>
                                        <p:attrNameLst>
                                          <p:attrName>style.visibility</p:attrName>
                                        </p:attrNameLst>
                                      </p:cBhvr>
                                      <p:to>
                                        <p:strVal val="visible"/>
                                      </p:to>
                                    </p:set>
                                    <p:animEffect transition="in" filter="wipe(left)">
                                      <p:cBhvr>
                                        <p:cTn id="12" dur="500"/>
                                        <p:tgtEl>
                                          <p:spTgt spid="112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灯片编号占位符 3"/>
          <p:cNvSpPr>
            <a:spLocks noGrp="1"/>
          </p:cNvSpPr>
          <p:nvPr>
            <p:ph type="sldNum" sz="quarter" idx="12"/>
          </p:nvPr>
        </p:nvSpPr>
        <p:spPr/>
        <p:txBody>
          <a:bodyPr/>
          <a:lstStyle/>
          <a:p>
            <a:fld id="{8B836749-7BA9-43FC-846B-84E65FA0F7E4}" type="slidenum">
              <a:rPr lang="en-US" altLang="zh-CN"/>
              <a:pPr/>
              <a:t>24</a:t>
            </a:fld>
            <a:endParaRPr lang="en-US" altLang="zh-CN"/>
          </a:p>
        </p:txBody>
      </p:sp>
      <p:graphicFrame>
        <p:nvGraphicFramePr>
          <p:cNvPr id="8194" name="Object 2"/>
          <p:cNvGraphicFramePr>
            <a:graphicFrameLocks noChangeAspect="1"/>
          </p:cNvGraphicFramePr>
          <p:nvPr>
            <p:extLst>
              <p:ext uri="{D42A27DB-BD31-4B8C-83A1-F6EECF244321}">
                <p14:modId xmlns:p14="http://schemas.microsoft.com/office/powerpoint/2010/main" val="3169128112"/>
              </p:ext>
            </p:extLst>
          </p:nvPr>
        </p:nvGraphicFramePr>
        <p:xfrm>
          <a:off x="2162175" y="419100"/>
          <a:ext cx="5148263" cy="517525"/>
        </p:xfrm>
        <a:graphic>
          <a:graphicData uri="http://schemas.openxmlformats.org/presentationml/2006/ole">
            <mc:AlternateContent xmlns:mc="http://schemas.openxmlformats.org/markup-compatibility/2006">
              <mc:Choice xmlns:v="urn:schemas-microsoft-com:vml" Requires="v">
                <p:oleObj spid="_x0000_s35094" name="Equation" r:id="rId3" imgW="2145960" imgH="215640" progId="Equation.DSMT4">
                  <p:embed/>
                </p:oleObj>
              </mc:Choice>
              <mc:Fallback>
                <p:oleObj name="Equation" r:id="rId3" imgW="2145960" imgH="215640" progId="Equation.DSMT4">
                  <p:embed/>
                  <p:pic>
                    <p:nvPicPr>
                      <p:cNvPr id="0" name=""/>
                      <p:cNvPicPr>
                        <a:picLocks noChangeAspect="1" noChangeArrowheads="1"/>
                      </p:cNvPicPr>
                      <p:nvPr/>
                    </p:nvPicPr>
                    <p:blipFill>
                      <a:blip r:embed="rId4"/>
                      <a:srcRect/>
                      <a:stretch>
                        <a:fillRect/>
                      </a:stretch>
                    </p:blipFill>
                    <p:spPr bwMode="black">
                      <a:xfrm>
                        <a:off x="2162175" y="419100"/>
                        <a:ext cx="5148263" cy="517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195" name="Object 3"/>
          <p:cNvGraphicFramePr>
            <a:graphicFrameLocks noChangeAspect="1"/>
          </p:cNvGraphicFramePr>
          <p:nvPr>
            <p:extLst>
              <p:ext uri="{D42A27DB-BD31-4B8C-83A1-F6EECF244321}">
                <p14:modId xmlns:p14="http://schemas.microsoft.com/office/powerpoint/2010/main" val="252364625"/>
              </p:ext>
            </p:extLst>
          </p:nvPr>
        </p:nvGraphicFramePr>
        <p:xfrm>
          <a:off x="2971800" y="777875"/>
          <a:ext cx="5880100" cy="974725"/>
        </p:xfrm>
        <a:graphic>
          <a:graphicData uri="http://schemas.openxmlformats.org/presentationml/2006/ole">
            <mc:AlternateContent xmlns:mc="http://schemas.openxmlformats.org/markup-compatibility/2006">
              <mc:Choice xmlns:v="urn:schemas-microsoft-com:vml" Requires="v">
                <p:oleObj spid="_x0000_s35095" name="Equation" r:id="rId5" imgW="2450880" imgH="406080" progId="Equation.DSMT4">
                  <p:embed/>
                </p:oleObj>
              </mc:Choice>
              <mc:Fallback>
                <p:oleObj name="Equation" r:id="rId5" imgW="2450880" imgH="406080" progId="Equation.DSMT4">
                  <p:embed/>
                  <p:pic>
                    <p:nvPicPr>
                      <p:cNvPr id="0" name=""/>
                      <p:cNvPicPr>
                        <a:picLocks noChangeAspect="1" noChangeArrowheads="1"/>
                      </p:cNvPicPr>
                      <p:nvPr/>
                    </p:nvPicPr>
                    <p:blipFill>
                      <a:blip r:embed="rId6"/>
                      <a:srcRect/>
                      <a:stretch>
                        <a:fillRect/>
                      </a:stretch>
                    </p:blipFill>
                    <p:spPr bwMode="black">
                      <a:xfrm>
                        <a:off x="2971800" y="777875"/>
                        <a:ext cx="5880100" cy="974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196" name="Object 4"/>
          <p:cNvGraphicFramePr>
            <a:graphicFrameLocks noChangeAspect="1"/>
          </p:cNvGraphicFramePr>
          <p:nvPr/>
        </p:nvGraphicFramePr>
        <p:xfrm>
          <a:off x="2971800" y="1628776"/>
          <a:ext cx="1949450" cy="487363"/>
        </p:xfrm>
        <a:graphic>
          <a:graphicData uri="http://schemas.openxmlformats.org/presentationml/2006/ole">
            <mc:AlternateContent xmlns:mc="http://schemas.openxmlformats.org/markup-compatibility/2006">
              <mc:Choice xmlns:v="urn:schemas-microsoft-com:vml" Requires="v">
                <p:oleObj spid="_x0000_s35096" name="Equation" r:id="rId7" imgW="812520" imgH="203040" progId="Equation.DSMT4">
                  <p:embed/>
                </p:oleObj>
              </mc:Choice>
              <mc:Fallback>
                <p:oleObj name="Equation" r:id="rId7" imgW="812520" imgH="20304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black">
                      <a:xfrm>
                        <a:off x="2971800" y="1628776"/>
                        <a:ext cx="1949450" cy="487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197" name="Object 5"/>
          <p:cNvGraphicFramePr>
            <a:graphicFrameLocks noChangeAspect="1"/>
          </p:cNvGraphicFramePr>
          <p:nvPr>
            <p:extLst>
              <p:ext uri="{D42A27DB-BD31-4B8C-83A1-F6EECF244321}">
                <p14:modId xmlns:p14="http://schemas.microsoft.com/office/powerpoint/2010/main" val="3758852695"/>
              </p:ext>
            </p:extLst>
          </p:nvPr>
        </p:nvGraphicFramePr>
        <p:xfrm>
          <a:off x="3003550" y="2057400"/>
          <a:ext cx="5756275" cy="836613"/>
        </p:xfrm>
        <a:graphic>
          <a:graphicData uri="http://schemas.openxmlformats.org/presentationml/2006/ole">
            <mc:AlternateContent xmlns:mc="http://schemas.openxmlformats.org/markup-compatibility/2006">
              <mc:Choice xmlns:v="urn:schemas-microsoft-com:vml" Requires="v">
                <p:oleObj spid="_x0000_s35097" name="Equation" r:id="rId9" imgW="2286000" imgH="330120" progId="Equation.DSMT4">
                  <p:embed/>
                </p:oleObj>
              </mc:Choice>
              <mc:Fallback>
                <p:oleObj name="Equation" r:id="rId9" imgW="2286000" imgH="330120" progId="Equation.DSMT4">
                  <p:embed/>
                  <p:pic>
                    <p:nvPicPr>
                      <p:cNvPr id="0" name=""/>
                      <p:cNvPicPr>
                        <a:picLocks noChangeAspect="1" noChangeArrowheads="1"/>
                      </p:cNvPicPr>
                      <p:nvPr/>
                    </p:nvPicPr>
                    <p:blipFill>
                      <a:blip r:embed="rId10"/>
                      <a:srcRect/>
                      <a:stretch>
                        <a:fillRect/>
                      </a:stretch>
                    </p:blipFill>
                    <p:spPr bwMode="black">
                      <a:xfrm>
                        <a:off x="3003550" y="2057400"/>
                        <a:ext cx="5756275" cy="8366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4363913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194"/>
                                        </p:tgtEl>
                                        <p:attrNameLst>
                                          <p:attrName>style.visibility</p:attrName>
                                        </p:attrNameLst>
                                      </p:cBhvr>
                                      <p:to>
                                        <p:strVal val="visible"/>
                                      </p:to>
                                    </p:set>
                                    <p:animEffect transition="in" filter="wipe(left)">
                                      <p:cBhvr>
                                        <p:cTn id="7" dur="500"/>
                                        <p:tgtEl>
                                          <p:spTgt spid="819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8195"/>
                                        </p:tgtEl>
                                        <p:attrNameLst>
                                          <p:attrName>style.visibility</p:attrName>
                                        </p:attrNameLst>
                                      </p:cBhvr>
                                      <p:to>
                                        <p:strVal val="visible"/>
                                      </p:to>
                                    </p:set>
                                    <p:animEffect transition="in" filter="wipe(left)">
                                      <p:cBhvr>
                                        <p:cTn id="12" dur="500"/>
                                        <p:tgtEl>
                                          <p:spTgt spid="819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8196"/>
                                        </p:tgtEl>
                                        <p:attrNameLst>
                                          <p:attrName>style.visibility</p:attrName>
                                        </p:attrNameLst>
                                      </p:cBhvr>
                                      <p:to>
                                        <p:strVal val="visible"/>
                                      </p:to>
                                    </p:set>
                                    <p:animEffect transition="in" filter="wipe(left)">
                                      <p:cBhvr>
                                        <p:cTn id="17" dur="500"/>
                                        <p:tgtEl>
                                          <p:spTgt spid="819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8197"/>
                                        </p:tgtEl>
                                        <p:attrNameLst>
                                          <p:attrName>style.visibility</p:attrName>
                                        </p:attrNameLst>
                                      </p:cBhvr>
                                      <p:to>
                                        <p:strVal val="visible"/>
                                      </p:to>
                                    </p:set>
                                    <p:animEffect transition="in" filter="wipe(left)">
                                      <p:cBhvr>
                                        <p:cTn id="22" dur="500"/>
                                        <p:tgtEl>
                                          <p:spTgt spid="81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灯片编号占位符 3"/>
          <p:cNvSpPr>
            <a:spLocks noGrp="1"/>
          </p:cNvSpPr>
          <p:nvPr>
            <p:ph type="sldNum" sz="quarter" idx="12"/>
          </p:nvPr>
        </p:nvSpPr>
        <p:spPr/>
        <p:txBody>
          <a:bodyPr/>
          <a:lstStyle/>
          <a:p>
            <a:fld id="{65090081-6943-49EE-9837-8867101E4270}" type="slidenum">
              <a:rPr lang="en-US" altLang="zh-CN"/>
              <a:pPr/>
              <a:t>25</a:t>
            </a:fld>
            <a:endParaRPr lang="en-US" altLang="zh-CN"/>
          </a:p>
        </p:txBody>
      </p:sp>
      <p:graphicFrame>
        <p:nvGraphicFramePr>
          <p:cNvPr id="6146" name="Object 2"/>
          <p:cNvGraphicFramePr>
            <a:graphicFrameLocks noChangeAspect="1"/>
          </p:cNvGraphicFramePr>
          <p:nvPr>
            <p:extLst>
              <p:ext uri="{D42A27DB-BD31-4B8C-83A1-F6EECF244321}">
                <p14:modId xmlns:p14="http://schemas.microsoft.com/office/powerpoint/2010/main" val="3701552918"/>
              </p:ext>
            </p:extLst>
          </p:nvPr>
        </p:nvGraphicFramePr>
        <p:xfrm>
          <a:off x="2079625" y="260350"/>
          <a:ext cx="6451600" cy="1044575"/>
        </p:xfrm>
        <a:graphic>
          <a:graphicData uri="http://schemas.openxmlformats.org/presentationml/2006/ole">
            <mc:AlternateContent xmlns:mc="http://schemas.openxmlformats.org/markup-compatibility/2006">
              <mc:Choice xmlns:v="urn:schemas-microsoft-com:vml" Requires="v">
                <p:oleObj spid="_x0000_s37388" name="Equation" r:id="rId3" imgW="2666880" imgH="431640" progId="Equation.DSMT4">
                  <p:embed/>
                </p:oleObj>
              </mc:Choice>
              <mc:Fallback>
                <p:oleObj name="Equation" r:id="rId3" imgW="2666880" imgH="431640" progId="Equation.DSMT4">
                  <p:embed/>
                  <p:pic>
                    <p:nvPicPr>
                      <p:cNvPr id="0" name=""/>
                      <p:cNvPicPr>
                        <a:picLocks noChangeAspect="1" noChangeArrowheads="1"/>
                      </p:cNvPicPr>
                      <p:nvPr/>
                    </p:nvPicPr>
                    <p:blipFill>
                      <a:blip r:embed="rId4"/>
                      <a:srcRect/>
                      <a:stretch>
                        <a:fillRect/>
                      </a:stretch>
                    </p:blipFill>
                    <p:spPr bwMode="black">
                      <a:xfrm>
                        <a:off x="2079625" y="260350"/>
                        <a:ext cx="6451600" cy="1044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48" name="Object 4"/>
          <p:cNvGraphicFramePr>
            <a:graphicFrameLocks noChangeAspect="1"/>
          </p:cNvGraphicFramePr>
          <p:nvPr>
            <p:extLst>
              <p:ext uri="{D42A27DB-BD31-4B8C-83A1-F6EECF244321}">
                <p14:modId xmlns:p14="http://schemas.microsoft.com/office/powerpoint/2010/main" val="4133523704"/>
              </p:ext>
            </p:extLst>
          </p:nvPr>
        </p:nvGraphicFramePr>
        <p:xfrm>
          <a:off x="2378075" y="1268413"/>
          <a:ext cx="5040313" cy="798512"/>
        </p:xfrm>
        <a:graphic>
          <a:graphicData uri="http://schemas.openxmlformats.org/presentationml/2006/ole">
            <mc:AlternateContent xmlns:mc="http://schemas.openxmlformats.org/markup-compatibility/2006">
              <mc:Choice xmlns:v="urn:schemas-microsoft-com:vml" Requires="v">
                <p:oleObj spid="_x0000_s37389" name="Equation" r:id="rId5" imgW="2082600" imgH="330120" progId="Equation.DSMT4">
                  <p:embed/>
                </p:oleObj>
              </mc:Choice>
              <mc:Fallback>
                <p:oleObj name="Equation" r:id="rId5" imgW="2082600" imgH="330120" progId="Equation.DSMT4">
                  <p:embed/>
                  <p:pic>
                    <p:nvPicPr>
                      <p:cNvPr id="0" name=""/>
                      <p:cNvPicPr>
                        <a:picLocks noChangeAspect="1" noChangeArrowheads="1"/>
                      </p:cNvPicPr>
                      <p:nvPr/>
                    </p:nvPicPr>
                    <p:blipFill>
                      <a:blip r:embed="rId6"/>
                      <a:srcRect/>
                      <a:stretch>
                        <a:fillRect/>
                      </a:stretch>
                    </p:blipFill>
                    <p:spPr bwMode="black">
                      <a:xfrm>
                        <a:off x="2378075" y="1268413"/>
                        <a:ext cx="5040313" cy="7985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64216479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146"/>
                                        </p:tgtEl>
                                        <p:attrNameLst>
                                          <p:attrName>style.visibility</p:attrName>
                                        </p:attrNameLst>
                                      </p:cBhvr>
                                      <p:to>
                                        <p:strVal val="visible"/>
                                      </p:to>
                                    </p:set>
                                    <p:animEffect transition="in" filter="wipe(left)">
                                      <p:cBhvr>
                                        <p:cTn id="7" dur="500"/>
                                        <p:tgtEl>
                                          <p:spTgt spid="61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148"/>
                                        </p:tgtEl>
                                        <p:attrNameLst>
                                          <p:attrName>style.visibility</p:attrName>
                                        </p:attrNameLst>
                                      </p:cBhvr>
                                      <p:to>
                                        <p:strVal val="visible"/>
                                      </p:to>
                                    </p:set>
                                    <p:animEffect transition="in" filter="wipe(left)">
                                      <p:cBhvr>
                                        <p:cTn id="12" dur="500"/>
                                        <p:tgtEl>
                                          <p:spTgt spid="61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灯片编号占位符 3"/>
          <p:cNvSpPr>
            <a:spLocks noGrp="1"/>
          </p:cNvSpPr>
          <p:nvPr>
            <p:ph type="sldNum" sz="quarter" idx="12"/>
          </p:nvPr>
        </p:nvSpPr>
        <p:spPr/>
        <p:txBody>
          <a:bodyPr/>
          <a:lstStyle/>
          <a:p>
            <a:fld id="{65090081-6943-49EE-9837-8867101E4270}" type="slidenum">
              <a:rPr lang="en-US" altLang="zh-CN"/>
              <a:pPr/>
              <a:t>26</a:t>
            </a:fld>
            <a:endParaRPr lang="en-US" altLang="zh-CN"/>
          </a:p>
        </p:txBody>
      </p:sp>
      <p:graphicFrame>
        <p:nvGraphicFramePr>
          <p:cNvPr id="6146" name="Object 2"/>
          <p:cNvGraphicFramePr>
            <a:graphicFrameLocks noChangeAspect="1"/>
          </p:cNvGraphicFramePr>
          <p:nvPr>
            <p:extLst>
              <p:ext uri="{D42A27DB-BD31-4B8C-83A1-F6EECF244321}">
                <p14:modId xmlns:p14="http://schemas.microsoft.com/office/powerpoint/2010/main" val="4019333556"/>
              </p:ext>
            </p:extLst>
          </p:nvPr>
        </p:nvGraphicFramePr>
        <p:xfrm>
          <a:off x="444500" y="309563"/>
          <a:ext cx="10742613" cy="1106487"/>
        </p:xfrm>
        <a:graphic>
          <a:graphicData uri="http://schemas.openxmlformats.org/presentationml/2006/ole">
            <mc:AlternateContent xmlns:mc="http://schemas.openxmlformats.org/markup-compatibility/2006">
              <mc:Choice xmlns:v="urn:schemas-microsoft-com:vml" Requires="v">
                <p:oleObj spid="_x0000_s42547" name="Equation" r:id="rId3" imgW="4165560" imgH="457200" progId="Equation.DSMT4">
                  <p:embed/>
                </p:oleObj>
              </mc:Choice>
              <mc:Fallback>
                <p:oleObj name="Equation" r:id="rId3" imgW="4165560" imgH="457200" progId="Equation.DSMT4">
                  <p:embed/>
                  <p:pic>
                    <p:nvPicPr>
                      <p:cNvPr id="0" name=""/>
                      <p:cNvPicPr>
                        <a:picLocks noChangeAspect="1" noChangeArrowheads="1"/>
                      </p:cNvPicPr>
                      <p:nvPr/>
                    </p:nvPicPr>
                    <p:blipFill>
                      <a:blip r:embed="rId4"/>
                      <a:srcRect/>
                      <a:stretch>
                        <a:fillRect/>
                      </a:stretch>
                    </p:blipFill>
                    <p:spPr bwMode="black">
                      <a:xfrm>
                        <a:off x="444500" y="309563"/>
                        <a:ext cx="10742613" cy="1106487"/>
                      </a:xfrm>
                      <a:prstGeom prst="rect">
                        <a:avLst/>
                      </a:prstGeom>
                      <a:noFill/>
                      <a:extLst/>
                    </p:spPr>
                  </p:pic>
                </p:oleObj>
              </mc:Fallback>
            </mc:AlternateContent>
          </a:graphicData>
        </a:graphic>
      </p:graphicFrame>
      <p:graphicFrame>
        <p:nvGraphicFramePr>
          <p:cNvPr id="6148" name="Object 4"/>
          <p:cNvGraphicFramePr>
            <a:graphicFrameLocks noChangeAspect="1"/>
          </p:cNvGraphicFramePr>
          <p:nvPr>
            <p:extLst>
              <p:ext uri="{D42A27DB-BD31-4B8C-83A1-F6EECF244321}">
                <p14:modId xmlns:p14="http://schemas.microsoft.com/office/powerpoint/2010/main" val="2355236749"/>
              </p:ext>
            </p:extLst>
          </p:nvPr>
        </p:nvGraphicFramePr>
        <p:xfrm>
          <a:off x="1694507" y="1280825"/>
          <a:ext cx="6513513" cy="798513"/>
        </p:xfrm>
        <a:graphic>
          <a:graphicData uri="http://schemas.openxmlformats.org/presentationml/2006/ole">
            <mc:AlternateContent xmlns:mc="http://schemas.openxmlformats.org/markup-compatibility/2006">
              <mc:Choice xmlns:v="urn:schemas-microsoft-com:vml" Requires="v">
                <p:oleObj spid="_x0000_s42548" name="Equation" r:id="rId5" imgW="2692080" imgH="330120" progId="Equation.DSMT4">
                  <p:embed/>
                </p:oleObj>
              </mc:Choice>
              <mc:Fallback>
                <p:oleObj name="Equation" r:id="rId5" imgW="2692080" imgH="330120" progId="Equation.DSMT4">
                  <p:embed/>
                  <p:pic>
                    <p:nvPicPr>
                      <p:cNvPr id="0" name=""/>
                      <p:cNvPicPr>
                        <a:picLocks noChangeAspect="1" noChangeArrowheads="1"/>
                      </p:cNvPicPr>
                      <p:nvPr/>
                    </p:nvPicPr>
                    <p:blipFill>
                      <a:blip r:embed="rId6"/>
                      <a:srcRect/>
                      <a:stretch>
                        <a:fillRect/>
                      </a:stretch>
                    </p:blipFill>
                    <p:spPr bwMode="black">
                      <a:xfrm>
                        <a:off x="1694507" y="1280825"/>
                        <a:ext cx="6513513" cy="798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298660010"/>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146"/>
                                        </p:tgtEl>
                                        <p:attrNameLst>
                                          <p:attrName>style.visibility</p:attrName>
                                        </p:attrNameLst>
                                      </p:cBhvr>
                                      <p:to>
                                        <p:strVal val="visible"/>
                                      </p:to>
                                    </p:set>
                                    <p:animEffect transition="in" filter="wipe(left)">
                                      <p:cBhvr>
                                        <p:cTn id="7" dur="500"/>
                                        <p:tgtEl>
                                          <p:spTgt spid="61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148"/>
                                        </p:tgtEl>
                                        <p:attrNameLst>
                                          <p:attrName>style.visibility</p:attrName>
                                        </p:attrNameLst>
                                      </p:cBhvr>
                                      <p:to>
                                        <p:strVal val="visible"/>
                                      </p:to>
                                    </p:set>
                                    <p:animEffect transition="in" filter="wipe(left)">
                                      <p:cBhvr>
                                        <p:cTn id="12" dur="500"/>
                                        <p:tgtEl>
                                          <p:spTgt spid="61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灯片编号占位符 3"/>
          <p:cNvSpPr>
            <a:spLocks noGrp="1"/>
          </p:cNvSpPr>
          <p:nvPr>
            <p:ph type="sldNum" sz="quarter" idx="12"/>
          </p:nvPr>
        </p:nvSpPr>
        <p:spPr/>
        <p:txBody>
          <a:bodyPr/>
          <a:lstStyle/>
          <a:p>
            <a:fld id="{647C48E7-EA46-4CAE-9113-7E7D185F35DE}" type="slidenum">
              <a:rPr lang="en-US" altLang="zh-CN"/>
              <a:pPr/>
              <a:t>27</a:t>
            </a:fld>
            <a:endParaRPr lang="en-US" altLang="zh-CN"/>
          </a:p>
        </p:txBody>
      </p:sp>
      <p:sp>
        <p:nvSpPr>
          <p:cNvPr id="5122" name="Rectangle 2"/>
          <p:cNvSpPr>
            <a:spLocks noChangeArrowheads="1"/>
          </p:cNvSpPr>
          <p:nvPr/>
        </p:nvSpPr>
        <p:spPr bwMode="black">
          <a:xfrm>
            <a:off x="2133600" y="549275"/>
            <a:ext cx="72390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zh-CN" altLang="en-US" sz="2800" b="1" dirty="0">
                <a:solidFill>
                  <a:srgbClr val="0000FF"/>
                </a:solidFill>
              </a:rPr>
              <a:t>例</a:t>
            </a:r>
            <a:r>
              <a:rPr lang="en-US" altLang="zh-CN" sz="2800" b="1" dirty="0" smtClean="0">
                <a:solidFill>
                  <a:srgbClr val="0000FF"/>
                </a:solidFill>
              </a:rPr>
              <a:t>19   </a:t>
            </a:r>
            <a:r>
              <a:rPr lang="zh-CN" altLang="en-US" sz="2800" b="1" dirty="0" smtClean="0"/>
              <a:t>设 </a:t>
            </a:r>
            <a:r>
              <a:rPr lang="en-US" altLang="zh-CN" sz="2800" b="1" i="1" dirty="0" smtClean="0">
                <a:latin typeface="Times New Roman" panose="02020603050405020304" pitchFamily="18" charset="0"/>
                <a:cs typeface="Times New Roman" panose="02020603050405020304" pitchFamily="18" charset="0"/>
              </a:rPr>
              <a:t>f </a:t>
            </a:r>
            <a:r>
              <a:rPr lang="en-US" altLang="zh-CN" sz="2800" b="1" dirty="0">
                <a:latin typeface="Times New Roman" panose="02020603050405020304" pitchFamily="18" charset="0"/>
                <a:cs typeface="Times New Roman" panose="02020603050405020304" pitchFamily="18" charset="0"/>
              </a:rPr>
              <a:t>(</a:t>
            </a:r>
            <a:r>
              <a:rPr lang="en-US" altLang="zh-CN" sz="2800" b="1" i="1" dirty="0">
                <a:latin typeface="Times New Roman" panose="02020603050405020304" pitchFamily="18" charset="0"/>
                <a:cs typeface="Times New Roman" panose="02020603050405020304" pitchFamily="18" charset="0"/>
              </a:rPr>
              <a:t>x</a:t>
            </a:r>
            <a:r>
              <a:rPr lang="en-US" altLang="zh-CN" sz="2800" b="1" dirty="0">
                <a:latin typeface="Times New Roman" panose="02020603050405020304" pitchFamily="18" charset="0"/>
                <a:cs typeface="Times New Roman" panose="02020603050405020304" pitchFamily="18" charset="0"/>
              </a:rPr>
              <a:t>)</a:t>
            </a:r>
            <a:r>
              <a:rPr lang="zh-CN" altLang="en-US" sz="2800" b="1" dirty="0"/>
              <a:t>是</a:t>
            </a:r>
            <a:r>
              <a:rPr lang="en-US" altLang="zh-CN" sz="2800" b="1" dirty="0">
                <a:latin typeface="Times New Roman" panose="02020603050405020304" pitchFamily="18" charset="0"/>
                <a:cs typeface="Times New Roman" panose="02020603050405020304" pitchFamily="18" charset="0"/>
              </a:rPr>
              <a:t>[0</a:t>
            </a:r>
            <a:r>
              <a:rPr lang="zh-CN" altLang="en-US" sz="2800" b="1" dirty="0">
                <a:latin typeface="Times New Roman" panose="02020603050405020304" pitchFamily="18" charset="0"/>
                <a:cs typeface="Times New Roman" panose="02020603050405020304" pitchFamily="18" charset="0"/>
              </a:rPr>
              <a:t>，</a:t>
            </a:r>
            <a:r>
              <a:rPr lang="en-US" altLang="zh-CN" sz="2800" b="1" dirty="0">
                <a:latin typeface="Times New Roman" panose="02020603050405020304" pitchFamily="18" charset="0"/>
                <a:cs typeface="Times New Roman" panose="02020603050405020304" pitchFamily="18" charset="0"/>
              </a:rPr>
              <a:t>1]</a:t>
            </a:r>
            <a:r>
              <a:rPr lang="zh-CN" altLang="en-US" sz="2800" b="1" dirty="0"/>
              <a:t>上的正值连续函数，且单调减少，求证</a:t>
            </a:r>
          </a:p>
        </p:txBody>
      </p:sp>
      <p:graphicFrame>
        <p:nvGraphicFramePr>
          <p:cNvPr id="5123" name="Object 3"/>
          <p:cNvGraphicFramePr>
            <a:graphicFrameLocks noChangeAspect="1"/>
          </p:cNvGraphicFramePr>
          <p:nvPr>
            <p:extLst>
              <p:ext uri="{D42A27DB-BD31-4B8C-83A1-F6EECF244321}">
                <p14:modId xmlns:p14="http://schemas.microsoft.com/office/powerpoint/2010/main" val="1322848718"/>
              </p:ext>
            </p:extLst>
          </p:nvPr>
        </p:nvGraphicFramePr>
        <p:xfrm>
          <a:off x="2767013" y="1552575"/>
          <a:ext cx="5003800" cy="1562100"/>
        </p:xfrm>
        <a:graphic>
          <a:graphicData uri="http://schemas.openxmlformats.org/presentationml/2006/ole">
            <mc:AlternateContent xmlns:mc="http://schemas.openxmlformats.org/markup-compatibility/2006">
              <mc:Choice xmlns:v="urn:schemas-microsoft-com:vml" Requires="v">
                <p:oleObj spid="_x0000_s38198" name="Equation" r:id="rId3" imgW="2031840" imgH="634680" progId="Equation.DSMT4">
                  <p:embed/>
                </p:oleObj>
              </mc:Choice>
              <mc:Fallback>
                <p:oleObj name="Equation" r:id="rId3" imgW="2031840" imgH="634680" progId="Equation.DSMT4">
                  <p:embed/>
                  <p:pic>
                    <p:nvPicPr>
                      <p:cNvPr id="0" name=""/>
                      <p:cNvPicPr>
                        <a:picLocks noChangeAspect="1" noChangeArrowheads="1"/>
                      </p:cNvPicPr>
                      <p:nvPr/>
                    </p:nvPicPr>
                    <p:blipFill>
                      <a:blip r:embed="rId4"/>
                      <a:srcRect/>
                      <a:stretch>
                        <a:fillRect/>
                      </a:stretch>
                    </p:blipFill>
                    <p:spPr bwMode="black">
                      <a:xfrm>
                        <a:off x="2767013" y="1552575"/>
                        <a:ext cx="5003800" cy="1562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5129" name="Group 9"/>
          <p:cNvGrpSpPr>
            <a:grpSpLocks/>
          </p:cNvGrpSpPr>
          <p:nvPr/>
        </p:nvGrpSpPr>
        <p:grpSpPr bwMode="auto">
          <a:xfrm>
            <a:off x="7967664" y="1052515"/>
            <a:ext cx="2060575" cy="1978025"/>
            <a:chOff x="3984" y="1440"/>
            <a:chExt cx="1298" cy="1246"/>
          </a:xfrm>
        </p:grpSpPr>
        <p:sp>
          <p:nvSpPr>
            <p:cNvPr id="5130" name="Rectangle 10" descr="大棋盘"/>
            <p:cNvSpPr>
              <a:spLocks noChangeAspect="1" noChangeArrowheads="1"/>
            </p:cNvSpPr>
            <p:nvPr/>
          </p:nvSpPr>
          <p:spPr bwMode="auto">
            <a:xfrm>
              <a:off x="4176" y="1824"/>
              <a:ext cx="649" cy="694"/>
            </a:xfrm>
            <a:prstGeom prst="rect">
              <a:avLst/>
            </a:prstGeom>
            <a:pattFill prst="lgCheck">
              <a:fgClr>
                <a:srgbClr val="00CC99"/>
              </a:fgClr>
              <a:bgClr>
                <a:srgbClr val="FFFFFF"/>
              </a:bgClr>
            </a:pattFill>
            <a:ln w="381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31" name="Rectangle 11"/>
            <p:cNvSpPr>
              <a:spLocks noChangeAspect="1" noChangeArrowheads="1"/>
            </p:cNvSpPr>
            <p:nvPr/>
          </p:nvSpPr>
          <p:spPr bwMode="black">
            <a:xfrm>
              <a:off x="5088" y="2453"/>
              <a:ext cx="19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b="1" i="1" dirty="0">
                  <a:latin typeface="Times New Roman" panose="02020603050405020304" pitchFamily="18" charset="0"/>
                  <a:cs typeface="Times New Roman" panose="02020603050405020304" pitchFamily="18" charset="0"/>
                </a:rPr>
                <a:t>x</a:t>
              </a:r>
              <a:endParaRPr lang="en-US" altLang="zh-CN" b="1" dirty="0">
                <a:latin typeface="Times New Roman" panose="02020603050405020304" pitchFamily="18" charset="0"/>
                <a:cs typeface="Times New Roman" panose="02020603050405020304" pitchFamily="18" charset="0"/>
              </a:endParaRPr>
            </a:p>
          </p:txBody>
        </p:sp>
        <p:sp>
          <p:nvSpPr>
            <p:cNvPr id="5132" name="Line 12"/>
            <p:cNvSpPr>
              <a:spLocks noChangeAspect="1" noChangeShapeType="1"/>
            </p:cNvSpPr>
            <p:nvPr/>
          </p:nvSpPr>
          <p:spPr bwMode="black">
            <a:xfrm>
              <a:off x="4170" y="2518"/>
              <a:ext cx="918"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33" name="Line 13"/>
            <p:cNvSpPr>
              <a:spLocks noChangeAspect="1" noChangeShapeType="1"/>
            </p:cNvSpPr>
            <p:nvPr/>
          </p:nvSpPr>
          <p:spPr bwMode="black">
            <a:xfrm flipV="1">
              <a:off x="4170" y="1536"/>
              <a:ext cx="0" cy="98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34" name="Rectangle 14"/>
            <p:cNvSpPr>
              <a:spLocks noChangeAspect="1" noChangeArrowheads="1"/>
            </p:cNvSpPr>
            <p:nvPr/>
          </p:nvSpPr>
          <p:spPr bwMode="black">
            <a:xfrm>
              <a:off x="3984" y="1440"/>
              <a:ext cx="29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b="1" i="1" dirty="0">
                  <a:latin typeface="Times New Roman" panose="02020603050405020304" pitchFamily="18" charset="0"/>
                  <a:cs typeface="Times New Roman" panose="02020603050405020304" pitchFamily="18" charset="0"/>
                </a:rPr>
                <a:t>y</a:t>
              </a:r>
              <a:endParaRPr lang="en-US" altLang="zh-CN" b="1" dirty="0">
                <a:latin typeface="Times New Roman" panose="02020603050405020304" pitchFamily="18" charset="0"/>
                <a:cs typeface="Times New Roman" panose="02020603050405020304" pitchFamily="18" charset="0"/>
              </a:endParaRPr>
            </a:p>
          </p:txBody>
        </p:sp>
        <p:graphicFrame>
          <p:nvGraphicFramePr>
            <p:cNvPr id="5135" name="Object 15"/>
            <p:cNvGraphicFramePr>
              <a:graphicFrameLocks noChangeAspect="1"/>
            </p:cNvGraphicFramePr>
            <p:nvPr/>
          </p:nvGraphicFramePr>
          <p:xfrm>
            <a:off x="4032" y="2486"/>
            <a:ext cx="161" cy="176"/>
          </p:xfrm>
          <a:graphic>
            <a:graphicData uri="http://schemas.openxmlformats.org/presentationml/2006/ole">
              <mc:AlternateContent xmlns:mc="http://schemas.openxmlformats.org/markup-compatibility/2006">
                <mc:Choice xmlns:v="urn:schemas-microsoft-com:vml" Requires="v">
                  <p:oleObj spid="_x0000_s38199" name="Equation" r:id="rId5" imgW="126720" imgH="139680" progId="Equation.DSMT4">
                    <p:embed/>
                  </p:oleObj>
                </mc:Choice>
                <mc:Fallback>
                  <p:oleObj name="Equation" r:id="rId5" imgW="126720" imgH="13968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black">
                        <a:xfrm>
                          <a:off x="4032" y="2486"/>
                          <a:ext cx="161" cy="1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36" name="Object 16"/>
            <p:cNvGraphicFramePr>
              <a:graphicFrameLocks noChangeAspect="1"/>
            </p:cNvGraphicFramePr>
            <p:nvPr/>
          </p:nvGraphicFramePr>
          <p:xfrm>
            <a:off x="3991" y="1735"/>
            <a:ext cx="130" cy="189"/>
          </p:xfrm>
          <a:graphic>
            <a:graphicData uri="http://schemas.openxmlformats.org/presentationml/2006/ole">
              <mc:AlternateContent xmlns:mc="http://schemas.openxmlformats.org/markup-compatibility/2006">
                <mc:Choice xmlns:v="urn:schemas-microsoft-com:vml" Requires="v">
                  <p:oleObj spid="_x0000_s38200" name="Equation" r:id="rId7" imgW="114120" imgH="164880" progId="Equation.DSMT4">
                    <p:embed/>
                  </p:oleObj>
                </mc:Choice>
                <mc:Fallback>
                  <p:oleObj name="Equation" r:id="rId7" imgW="114120" imgH="16488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91" y="1735"/>
                          <a:ext cx="130" cy="1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37" name="Object 17"/>
            <p:cNvGraphicFramePr>
              <a:graphicFrameLocks noChangeAspect="1"/>
            </p:cNvGraphicFramePr>
            <p:nvPr/>
          </p:nvGraphicFramePr>
          <p:xfrm>
            <a:off x="4800" y="2496"/>
            <a:ext cx="130" cy="189"/>
          </p:xfrm>
          <a:graphic>
            <a:graphicData uri="http://schemas.openxmlformats.org/presentationml/2006/ole">
              <mc:AlternateContent xmlns:mc="http://schemas.openxmlformats.org/markup-compatibility/2006">
                <mc:Choice xmlns:v="urn:schemas-microsoft-com:vml" Requires="v">
                  <p:oleObj spid="_x0000_s38201" name="Equation" r:id="rId9" imgW="114120" imgH="164880" progId="Equation.DSMT4">
                    <p:embed/>
                  </p:oleObj>
                </mc:Choice>
                <mc:Fallback>
                  <p:oleObj name="Equation" r:id="rId9" imgW="114120" imgH="16488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00" y="2496"/>
                          <a:ext cx="130" cy="1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extLst>
      <p:ext uri="{BB962C8B-B14F-4D97-AF65-F5344CB8AC3E}">
        <p14:creationId xmlns:p14="http://schemas.microsoft.com/office/powerpoint/2010/main" val="167055533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animEffect transition="in" filter="wipe(left)">
                                      <p:cBhvr>
                                        <p:cTn id="7" dur="500"/>
                                        <p:tgtEl>
                                          <p:spTgt spid="51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123"/>
                                        </p:tgtEl>
                                        <p:attrNameLst>
                                          <p:attrName>style.visibility</p:attrName>
                                        </p:attrNameLst>
                                      </p:cBhvr>
                                      <p:to>
                                        <p:strVal val="visible"/>
                                      </p:to>
                                    </p:set>
                                    <p:animEffect transition="in" filter="wipe(left)">
                                      <p:cBhvr>
                                        <p:cTn id="12" dur="500"/>
                                        <p:tgtEl>
                                          <p:spTgt spid="512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129"/>
                                        </p:tgtEl>
                                        <p:attrNameLst>
                                          <p:attrName>style.visibility</p:attrName>
                                        </p:attrNameLst>
                                      </p:cBhvr>
                                      <p:to>
                                        <p:strVal val="visible"/>
                                      </p:to>
                                    </p:set>
                                    <p:animEffect transition="in" filter="wipe(left)">
                                      <p:cBhvr>
                                        <p:cTn id="17" dur="500"/>
                                        <p:tgtEl>
                                          <p:spTgt spid="51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913697848"/>
              </p:ext>
            </p:extLst>
          </p:nvPr>
        </p:nvGraphicFramePr>
        <p:xfrm>
          <a:off x="2340360" y="769908"/>
          <a:ext cx="955675" cy="531812"/>
        </p:xfrm>
        <a:graphic>
          <a:graphicData uri="http://schemas.openxmlformats.org/presentationml/2006/ole">
            <mc:AlternateContent xmlns:mc="http://schemas.openxmlformats.org/markup-compatibility/2006">
              <mc:Choice xmlns:v="urn:schemas-microsoft-com:vml" Requires="v">
                <p:oleObj spid="_x0000_s45223" name="Equation" r:id="rId3" imgW="355320" imgH="203040" progId="Equation.DSMT4">
                  <p:embed/>
                </p:oleObj>
              </mc:Choice>
              <mc:Fallback>
                <p:oleObj name="Equation" r:id="rId3" imgW="355320" imgH="203040" progId="Equation.DSMT4">
                  <p:embed/>
                  <p:pic>
                    <p:nvPicPr>
                      <p:cNvPr id="0" name="Object 5"/>
                      <p:cNvPicPr>
                        <a:picLocks noChangeAspect="1" noChangeArrowheads="1"/>
                      </p:cNvPicPr>
                      <p:nvPr/>
                    </p:nvPicPr>
                    <p:blipFill>
                      <a:blip r:embed="rId4"/>
                      <a:srcRect/>
                      <a:stretch>
                        <a:fillRect/>
                      </a:stretch>
                    </p:blipFill>
                    <p:spPr bwMode="auto">
                      <a:xfrm>
                        <a:off x="2340360" y="769908"/>
                        <a:ext cx="955675" cy="531812"/>
                      </a:xfrm>
                      <a:prstGeom prst="rect">
                        <a:avLst/>
                      </a:prstGeom>
                      <a:noFill/>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1444913651"/>
              </p:ext>
            </p:extLst>
          </p:nvPr>
        </p:nvGraphicFramePr>
        <p:xfrm>
          <a:off x="3717710" y="791464"/>
          <a:ext cx="862528" cy="503141"/>
        </p:xfrm>
        <a:graphic>
          <a:graphicData uri="http://schemas.openxmlformats.org/presentationml/2006/ole">
            <mc:AlternateContent xmlns:mc="http://schemas.openxmlformats.org/markup-compatibility/2006">
              <mc:Choice xmlns:v="urn:schemas-microsoft-com:vml" Requires="v">
                <p:oleObj spid="_x0000_s45224" name="Equation" r:id="rId5" imgW="342720" imgH="203040" progId="Equation.DSMT4">
                  <p:embed/>
                </p:oleObj>
              </mc:Choice>
              <mc:Fallback>
                <p:oleObj name="Equation" r:id="rId5" imgW="342720" imgH="203040" progId="Equation.DSMT4">
                  <p:embed/>
                  <p:pic>
                    <p:nvPicPr>
                      <p:cNvPr id="0" name="Object 4"/>
                      <p:cNvPicPr>
                        <a:picLocks noChangeAspect="1" noChangeArrowheads="1"/>
                      </p:cNvPicPr>
                      <p:nvPr/>
                    </p:nvPicPr>
                    <p:blipFill>
                      <a:blip r:embed="rId6"/>
                      <a:srcRect/>
                      <a:stretch>
                        <a:fillRect/>
                      </a:stretch>
                    </p:blipFill>
                    <p:spPr bwMode="auto">
                      <a:xfrm>
                        <a:off x="3717710" y="791464"/>
                        <a:ext cx="862528" cy="503141"/>
                      </a:xfrm>
                      <a:prstGeom prst="rect">
                        <a:avLst/>
                      </a:prstGeom>
                      <a:noFill/>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652597439"/>
              </p:ext>
            </p:extLst>
          </p:nvPr>
        </p:nvGraphicFramePr>
        <p:xfrm>
          <a:off x="6704276" y="801397"/>
          <a:ext cx="1704975" cy="469900"/>
        </p:xfrm>
        <a:graphic>
          <a:graphicData uri="http://schemas.openxmlformats.org/presentationml/2006/ole">
            <mc:AlternateContent xmlns:mc="http://schemas.openxmlformats.org/markup-compatibility/2006">
              <mc:Choice xmlns:v="urn:schemas-microsoft-com:vml" Requires="v">
                <p:oleObj spid="_x0000_s45225" name="Equation" r:id="rId7" imgW="723600" imgH="203040" progId="Equation.DSMT4">
                  <p:embed/>
                </p:oleObj>
              </mc:Choice>
              <mc:Fallback>
                <p:oleObj name="Equation" r:id="rId7" imgW="723600" imgH="203040" progId="Equation.DSMT4">
                  <p:embed/>
                  <p:pic>
                    <p:nvPicPr>
                      <p:cNvPr id="0" name="Object 3"/>
                      <p:cNvPicPr>
                        <a:picLocks noChangeAspect="1" noChangeArrowheads="1"/>
                      </p:cNvPicPr>
                      <p:nvPr/>
                    </p:nvPicPr>
                    <p:blipFill>
                      <a:blip r:embed="rId8"/>
                      <a:srcRect/>
                      <a:stretch>
                        <a:fillRect/>
                      </a:stretch>
                    </p:blipFill>
                    <p:spPr bwMode="auto">
                      <a:xfrm>
                        <a:off x="6704276" y="801397"/>
                        <a:ext cx="1704975" cy="469900"/>
                      </a:xfrm>
                      <a:prstGeom prst="rect">
                        <a:avLst/>
                      </a:prstGeom>
                      <a:noFill/>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1151331659"/>
              </p:ext>
            </p:extLst>
          </p:nvPr>
        </p:nvGraphicFramePr>
        <p:xfrm>
          <a:off x="8825146" y="797776"/>
          <a:ext cx="785840" cy="458406"/>
        </p:xfrm>
        <a:graphic>
          <a:graphicData uri="http://schemas.openxmlformats.org/presentationml/2006/ole">
            <mc:AlternateContent xmlns:mc="http://schemas.openxmlformats.org/markup-compatibility/2006">
              <mc:Choice xmlns:v="urn:schemas-microsoft-com:vml" Requires="v">
                <p:oleObj spid="_x0000_s45226" name="Equation" r:id="rId9" imgW="342720" imgH="203040" progId="Equation.DSMT4">
                  <p:embed/>
                </p:oleObj>
              </mc:Choice>
              <mc:Fallback>
                <p:oleObj name="Equation" r:id="rId9" imgW="342720" imgH="203040" progId="Equation.DSMT4">
                  <p:embed/>
                  <p:pic>
                    <p:nvPicPr>
                      <p:cNvPr id="0" name="Object 2"/>
                      <p:cNvPicPr>
                        <a:picLocks noChangeAspect="1" noChangeArrowheads="1"/>
                      </p:cNvPicPr>
                      <p:nvPr/>
                    </p:nvPicPr>
                    <p:blipFill>
                      <a:blip r:embed="rId10"/>
                      <a:srcRect/>
                      <a:stretch>
                        <a:fillRect/>
                      </a:stretch>
                    </p:blipFill>
                    <p:spPr bwMode="auto">
                      <a:xfrm>
                        <a:off x="8825146" y="797776"/>
                        <a:ext cx="785840" cy="458406"/>
                      </a:xfrm>
                      <a:prstGeom prst="rect">
                        <a:avLst/>
                      </a:prstGeom>
                      <a:noFill/>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1796727219"/>
              </p:ext>
            </p:extLst>
          </p:nvPr>
        </p:nvGraphicFramePr>
        <p:xfrm>
          <a:off x="1538916" y="1958469"/>
          <a:ext cx="9082080" cy="732484"/>
        </p:xfrm>
        <a:graphic>
          <a:graphicData uri="http://schemas.openxmlformats.org/presentationml/2006/ole">
            <mc:AlternateContent xmlns:mc="http://schemas.openxmlformats.org/markup-compatibility/2006">
              <mc:Choice xmlns:v="urn:schemas-microsoft-com:vml" Requires="v">
                <p:oleObj spid="_x0000_s45227" name="Equation" r:id="rId11" imgW="4127400" imgH="330120" progId="Equation.DSMT4">
                  <p:embed/>
                </p:oleObj>
              </mc:Choice>
              <mc:Fallback>
                <p:oleObj name="Equation" r:id="rId11" imgW="4127400" imgH="330120" progId="Equation.DSMT4">
                  <p:embed/>
                  <p:pic>
                    <p:nvPicPr>
                      <p:cNvPr id="0" name="Object 1"/>
                      <p:cNvPicPr>
                        <a:picLocks noChangeAspect="1" noChangeArrowheads="1"/>
                      </p:cNvPicPr>
                      <p:nvPr/>
                    </p:nvPicPr>
                    <p:blipFill>
                      <a:blip r:embed="rId12"/>
                      <a:srcRect/>
                      <a:stretch>
                        <a:fillRect/>
                      </a:stretch>
                    </p:blipFill>
                    <p:spPr bwMode="auto">
                      <a:xfrm>
                        <a:off x="1538916" y="1958469"/>
                        <a:ext cx="9082080" cy="732484"/>
                      </a:xfrm>
                      <a:prstGeom prst="rect">
                        <a:avLst/>
                      </a:prstGeom>
                      <a:noFill/>
                    </p:spPr>
                  </p:pic>
                </p:oleObj>
              </mc:Fallback>
            </mc:AlternateContent>
          </a:graphicData>
        </a:graphic>
      </p:graphicFrame>
      <p:sp>
        <p:nvSpPr>
          <p:cNvPr id="7" name="Rectangle 6"/>
          <p:cNvSpPr>
            <a:spLocks noChangeArrowheads="1"/>
          </p:cNvSpPr>
          <p:nvPr/>
        </p:nvSpPr>
        <p:spPr bwMode="auto">
          <a:xfrm>
            <a:off x="1944719" y="748077"/>
            <a:ext cx="71042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设</a:t>
            </a:r>
            <a:endParaRPr kumimoji="0" lang="zh-CN" altLang="zh-CN" sz="2800" b="0" i="0" u="none" strike="noStrike" cap="none" normalizeH="0" baseline="0" dirty="0" smtClean="0">
              <a:ln>
                <a:noFill/>
              </a:ln>
              <a:solidFill>
                <a:schemeClr val="tx1"/>
              </a:solidFill>
              <a:effectLst/>
              <a:latin typeface="Arial" panose="020B0604020202020204" pitchFamily="34" charset="0"/>
            </a:endParaRPr>
          </a:p>
        </p:txBody>
      </p:sp>
      <p:sp>
        <p:nvSpPr>
          <p:cNvPr id="8" name="Rectangle 7"/>
          <p:cNvSpPr>
            <a:spLocks noChangeArrowheads="1"/>
          </p:cNvSpPr>
          <p:nvPr/>
        </p:nvSpPr>
        <p:spPr bwMode="auto">
          <a:xfrm>
            <a:off x="3101781" y="751471"/>
            <a:ext cx="65116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2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在</a:t>
            </a:r>
            <a:endParaRPr kumimoji="0" lang="zh-CN" altLang="en-US" sz="2800" b="0" i="0" u="none" strike="noStrike" cap="none" normalizeH="0" baseline="0" dirty="0" smtClean="0">
              <a:ln>
                <a:noFill/>
              </a:ln>
              <a:solidFill>
                <a:schemeClr val="tx1"/>
              </a:solidFill>
              <a:effectLst/>
              <a:latin typeface="Arial" panose="020B0604020202020204" pitchFamily="34" charset="0"/>
            </a:endParaRPr>
          </a:p>
        </p:txBody>
      </p:sp>
      <p:sp>
        <p:nvSpPr>
          <p:cNvPr id="9" name="Rectangle 8"/>
          <p:cNvSpPr>
            <a:spLocks noChangeArrowheads="1"/>
          </p:cNvSpPr>
          <p:nvPr/>
        </p:nvSpPr>
        <p:spPr bwMode="auto">
          <a:xfrm>
            <a:off x="4590254" y="796527"/>
            <a:ext cx="248765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上非负连续，</a:t>
            </a:r>
            <a:endParaRPr kumimoji="0" lang="zh-CN" altLang="zh-CN" sz="2800" b="0" i="0" u="none" strike="noStrike" cap="none" normalizeH="0" baseline="0" dirty="0" smtClean="0">
              <a:ln>
                <a:noFill/>
              </a:ln>
              <a:solidFill>
                <a:schemeClr val="tx1"/>
              </a:solidFill>
              <a:effectLst/>
              <a:latin typeface="Arial" panose="020B0604020202020204" pitchFamily="34" charset="0"/>
            </a:endParaRPr>
          </a:p>
        </p:txBody>
      </p:sp>
      <p:sp>
        <p:nvSpPr>
          <p:cNvPr id="10" name="Rectangle 9"/>
          <p:cNvSpPr>
            <a:spLocks noChangeArrowheads="1"/>
          </p:cNvSpPr>
          <p:nvPr/>
        </p:nvSpPr>
        <p:spPr bwMode="auto">
          <a:xfrm>
            <a:off x="8279114" y="748077"/>
            <a:ext cx="108065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在</a:t>
            </a:r>
            <a:endParaRPr kumimoji="0" lang="zh-CN" altLang="zh-CN" sz="2800" b="0" i="0" u="none" strike="noStrike" cap="none" normalizeH="0" baseline="0" dirty="0" smtClean="0">
              <a:ln>
                <a:noFill/>
              </a:ln>
              <a:solidFill>
                <a:schemeClr val="tx1"/>
              </a:solidFill>
              <a:effectLst/>
              <a:latin typeface="Arial" panose="020B0604020202020204" pitchFamily="34" charset="0"/>
            </a:endParaRPr>
          </a:p>
        </p:txBody>
      </p:sp>
      <p:sp>
        <p:nvSpPr>
          <p:cNvPr id="11" name="Rectangle 10"/>
          <p:cNvSpPr>
            <a:spLocks noChangeArrowheads="1"/>
          </p:cNvSpPr>
          <p:nvPr/>
        </p:nvSpPr>
        <p:spPr bwMode="auto">
          <a:xfrm>
            <a:off x="9610986" y="771385"/>
            <a:ext cx="185874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上连续且</a:t>
            </a:r>
            <a:endParaRPr kumimoji="0" lang="zh-CN" altLang="zh-CN" sz="2800" b="0" i="0" u="none" strike="noStrike" cap="none" normalizeH="0" baseline="0" dirty="0" smtClean="0">
              <a:ln>
                <a:noFill/>
              </a:ln>
              <a:solidFill>
                <a:schemeClr val="tx1"/>
              </a:solidFill>
              <a:effectLst/>
              <a:latin typeface="Arial" panose="020B0604020202020204" pitchFamily="34" charset="0"/>
            </a:endParaRPr>
          </a:p>
        </p:txBody>
      </p:sp>
      <p:sp>
        <p:nvSpPr>
          <p:cNvPr id="13" name="文本框 12"/>
          <p:cNvSpPr txBox="1"/>
          <p:nvPr/>
        </p:nvSpPr>
        <p:spPr>
          <a:xfrm>
            <a:off x="3078350" y="1400611"/>
            <a:ext cx="1266693" cy="523220"/>
          </a:xfrm>
          <a:prstGeom prst="rect">
            <a:avLst/>
          </a:prstGeom>
          <a:noFill/>
        </p:spPr>
        <p:txBody>
          <a:bodyPr wrap="none" rtlCol="0">
            <a:spAutoFit/>
          </a:bodyPr>
          <a:lstStyle/>
          <a:p>
            <a:r>
              <a:rPr lang="zh-CN" altLang="zh-CN" sz="2800" b="1" dirty="0">
                <a:latin typeface="Times New Roman" panose="02020603050405020304" pitchFamily="18" charset="0"/>
                <a:cs typeface="Times New Roman" panose="02020603050405020304" pitchFamily="18" charset="0"/>
              </a:rPr>
              <a:t>证明：</a:t>
            </a:r>
            <a:endParaRPr lang="zh-CN" altLang="en-US" sz="2800" dirty="0"/>
          </a:p>
        </p:txBody>
      </p:sp>
      <p:sp>
        <p:nvSpPr>
          <p:cNvPr id="14" name="文本框 13"/>
          <p:cNvSpPr txBox="1"/>
          <p:nvPr/>
        </p:nvSpPr>
        <p:spPr>
          <a:xfrm>
            <a:off x="1319068" y="1365973"/>
            <a:ext cx="1759282" cy="523220"/>
          </a:xfrm>
          <a:prstGeom prst="rect">
            <a:avLst/>
          </a:prstGeom>
          <a:noFill/>
        </p:spPr>
        <p:txBody>
          <a:bodyPr wrap="square" rtlCol="0">
            <a:spAutoFit/>
          </a:bodyPr>
          <a:lstStyle/>
          <a:p>
            <a:r>
              <a:rPr lang="zh-CN" altLang="zh-CN" sz="2800" b="1" dirty="0">
                <a:latin typeface="Times New Roman" panose="02020603050405020304" pitchFamily="18" charset="0"/>
                <a:cs typeface="Times New Roman" panose="02020603050405020304" pitchFamily="18" charset="0"/>
              </a:rPr>
              <a:t>单调增加</a:t>
            </a:r>
            <a:r>
              <a:rPr lang="zh-CN" altLang="zh-CN" sz="2800" b="1" dirty="0" smtClean="0">
                <a:latin typeface="Times New Roman" panose="02020603050405020304" pitchFamily="18" charset="0"/>
                <a:cs typeface="Times New Roman" panose="02020603050405020304" pitchFamily="18" charset="0"/>
              </a:rPr>
              <a:t>，</a:t>
            </a:r>
            <a:endParaRPr lang="zh-CN" altLang="en-US" sz="2800" dirty="0"/>
          </a:p>
        </p:txBody>
      </p:sp>
      <p:sp>
        <p:nvSpPr>
          <p:cNvPr id="15" name="文本框 14"/>
          <p:cNvSpPr txBox="1"/>
          <p:nvPr/>
        </p:nvSpPr>
        <p:spPr>
          <a:xfrm>
            <a:off x="1077418" y="748077"/>
            <a:ext cx="902811" cy="523220"/>
          </a:xfrm>
          <a:prstGeom prst="rect">
            <a:avLst/>
          </a:prstGeom>
          <a:noFill/>
        </p:spPr>
        <p:txBody>
          <a:bodyPr wrap="none" rtlCol="0">
            <a:spAutoFit/>
          </a:bodyPr>
          <a:lstStyle/>
          <a:p>
            <a:r>
              <a:rPr lang="zh-CN" altLang="en-US" sz="2800" b="1" dirty="0">
                <a:solidFill>
                  <a:srgbClr val="FF0000"/>
                </a:solidFill>
              </a:rPr>
              <a:t>练习</a:t>
            </a:r>
          </a:p>
        </p:txBody>
      </p:sp>
    </p:spTree>
    <p:extLst>
      <p:ext uri="{BB962C8B-B14F-4D97-AF65-F5344CB8AC3E}">
        <p14:creationId xmlns:p14="http://schemas.microsoft.com/office/powerpoint/2010/main" val="40710776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fld id="{46A512D9-603D-4E48-9564-D923A239E7C5}" type="slidenum">
              <a:rPr lang="en-US" altLang="zh-CN"/>
              <a:pPr/>
              <a:t>29</a:t>
            </a:fld>
            <a:endParaRPr lang="en-US" altLang="zh-CN"/>
          </a:p>
        </p:txBody>
      </p:sp>
      <p:graphicFrame>
        <p:nvGraphicFramePr>
          <p:cNvPr id="3074" name="Object 2"/>
          <p:cNvGraphicFramePr>
            <a:graphicFrameLocks noChangeAspect="1"/>
          </p:cNvGraphicFramePr>
          <p:nvPr>
            <p:extLst>
              <p:ext uri="{D42A27DB-BD31-4B8C-83A1-F6EECF244321}">
                <p14:modId xmlns:p14="http://schemas.microsoft.com/office/powerpoint/2010/main" val="1863714384"/>
              </p:ext>
            </p:extLst>
          </p:nvPr>
        </p:nvGraphicFramePr>
        <p:xfrm>
          <a:off x="1827212" y="680244"/>
          <a:ext cx="8288338" cy="1706563"/>
        </p:xfrm>
        <a:graphic>
          <a:graphicData uri="http://schemas.openxmlformats.org/presentationml/2006/ole">
            <mc:AlternateContent xmlns:mc="http://schemas.openxmlformats.org/markup-compatibility/2006">
              <mc:Choice xmlns:v="urn:schemas-microsoft-com:vml" Requires="v">
                <p:oleObj spid="_x0000_s40091" name="Equation" r:id="rId3" imgW="3454200" imgH="711000" progId="Equation.DSMT4">
                  <p:embed/>
                </p:oleObj>
              </mc:Choice>
              <mc:Fallback>
                <p:oleObj name="Equation" r:id="rId3" imgW="3454200" imgH="711000" progId="Equation.DSMT4">
                  <p:embed/>
                  <p:pic>
                    <p:nvPicPr>
                      <p:cNvPr id="0" name=""/>
                      <p:cNvPicPr>
                        <a:picLocks noChangeAspect="1" noChangeArrowheads="1"/>
                      </p:cNvPicPr>
                      <p:nvPr/>
                    </p:nvPicPr>
                    <p:blipFill>
                      <a:blip r:embed="rId4"/>
                      <a:srcRect/>
                      <a:stretch>
                        <a:fillRect/>
                      </a:stretch>
                    </p:blipFill>
                    <p:spPr bwMode="black">
                      <a:xfrm>
                        <a:off x="1827212" y="680244"/>
                        <a:ext cx="8288338" cy="1706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792067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wipe(left)">
                                      <p:cBhvr>
                                        <p:cTn id="7" dur="500"/>
                                        <p:tgtEl>
                                          <p:spTgt spid="3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2375</TotalTime>
  <Words>650</Words>
  <Application>Microsoft Office PowerPoint</Application>
  <PresentationFormat>自定义</PresentationFormat>
  <Paragraphs>120</Paragraphs>
  <Slides>29</Slides>
  <Notes>0</Notes>
  <HiddenSlides>0</HiddenSlides>
  <MMClips>0</MMClips>
  <ScaleCrop>false</ScaleCrop>
  <HeadingPairs>
    <vt:vector size="6" baseType="variant">
      <vt:variant>
        <vt:lpstr>主题</vt:lpstr>
      </vt:variant>
      <vt:variant>
        <vt:i4>1</vt:i4>
      </vt:variant>
      <vt:variant>
        <vt:lpstr>嵌入 OLE 服务器</vt:lpstr>
      </vt:variant>
      <vt:variant>
        <vt:i4>3</vt:i4>
      </vt:variant>
      <vt:variant>
        <vt:lpstr>幻灯片标题</vt:lpstr>
      </vt:variant>
      <vt:variant>
        <vt:i4>29</vt:i4>
      </vt:variant>
    </vt:vector>
  </HeadingPairs>
  <TitlesOfParts>
    <vt:vector size="33" baseType="lpstr">
      <vt:lpstr>Office 主题</vt:lpstr>
      <vt:lpstr>Equation</vt:lpstr>
      <vt:lpstr>MathType 6.0 Equation</vt:lpstr>
      <vt:lpstr>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dell</dc:creator>
  <cp:lastModifiedBy>math</cp:lastModifiedBy>
  <cp:revision>66</cp:revision>
  <dcterms:created xsi:type="dcterms:W3CDTF">2020-02-18T00:15:31Z</dcterms:created>
  <dcterms:modified xsi:type="dcterms:W3CDTF">2024-03-29T08:31:31Z</dcterms:modified>
</cp:coreProperties>
</file>