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39E32-1C88-46E7-A1BB-8A3F7AB105D1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90241-DEDC-4D4D-B9C4-6AD25C3320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90241-DEDC-4D4D-B9C4-6AD25C33207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FD7E0-C226-42CA-B695-39F2A81BCBE9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23F82-04A9-4CC7-BC9E-593CD6269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题答案：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97" y="663914"/>
            <a:ext cx="11545741" cy="51751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题答案：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6" y="653984"/>
            <a:ext cx="10326189" cy="39704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题答案：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7" y="656705"/>
            <a:ext cx="10689771" cy="4855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题答案：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55" y="669471"/>
            <a:ext cx="10210872" cy="5519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题答案：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731118"/>
            <a:ext cx="9385663" cy="3746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题答案：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b="2887"/>
          <a:stretch>
            <a:fillRect/>
          </a:stretch>
        </p:blipFill>
        <p:spPr>
          <a:xfrm>
            <a:off x="555172" y="625435"/>
            <a:ext cx="9728072" cy="5932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题答案：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22" y="548640"/>
            <a:ext cx="7151915" cy="34415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1168" y="3990234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题答案：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4A1C4CB-3018-C749-54FD-8C0107DDA056}"/>
                  </a:ext>
                </a:extLst>
              </p:cNvPr>
              <p:cNvSpPr txBox="1"/>
              <p:nvPr/>
            </p:nvSpPr>
            <p:spPr>
              <a:xfrm>
                <a:off x="506027" y="4456589"/>
                <a:ext cx="7963270" cy="2426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假设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dirty="0"/>
                  <a:t>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则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r>
                  <a:rPr lang="zh-CN" altLang="en-US" dirty="0"/>
                  <a:t>可以发现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所以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&lt;−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&lt;−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由分位点定义和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分布</m:t>
                    </m:r>
                  </m:oMath>
                </a14:m>
                <a:r>
                  <a:rPr lang="zh-CN" altLang="en-US" dirty="0"/>
                  <a:t>对称性可知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&lt;−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4A1C4CB-3018-C749-54FD-8C0107DDA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27" y="4456589"/>
                <a:ext cx="7963270" cy="2426433"/>
              </a:xfrm>
              <a:prstGeom prst="rect">
                <a:avLst/>
              </a:prstGeom>
              <a:blipFill>
                <a:blip r:embed="rId3"/>
                <a:stretch>
                  <a:fillRect l="-613" t="-1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168" y="179308"/>
            <a:ext cx="190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题答案：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74" y="648658"/>
            <a:ext cx="9160038" cy="58566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F3FE98F-7E25-A593-9A69-0FF320C6F5D4}"/>
              </a:ext>
            </a:extLst>
          </p:cNvPr>
          <p:cNvSpPr txBox="1"/>
          <p:nvPr/>
        </p:nvSpPr>
        <p:spPr>
          <a:xfrm>
            <a:off x="5446642" y="6067839"/>
            <a:ext cx="568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利用</a:t>
            </a:r>
            <a:r>
              <a:rPr lang="en-US" altLang="zh-CN" dirty="0">
                <a:solidFill>
                  <a:srgbClr val="FF0000"/>
                </a:solidFill>
              </a:rPr>
              <a:t>excel</a:t>
            </a:r>
            <a:r>
              <a:rPr lang="zh-CN" altLang="en-US" dirty="0">
                <a:solidFill>
                  <a:srgbClr val="FF0000"/>
                </a:solidFill>
              </a:rPr>
              <a:t>中的</a:t>
            </a:r>
            <a:r>
              <a:rPr lang="en-US" altLang="zh-CN" dirty="0">
                <a:solidFill>
                  <a:srgbClr val="FF0000"/>
                </a:solidFill>
              </a:rPr>
              <a:t>FDIST</a:t>
            </a:r>
            <a:r>
              <a:rPr lang="zh-CN" altLang="en-US" dirty="0">
                <a:solidFill>
                  <a:srgbClr val="FF0000"/>
                </a:solidFill>
              </a:rPr>
              <a:t>函数可以求出确切值为</a:t>
            </a:r>
            <a:r>
              <a:rPr lang="en-US" altLang="zh-CN" dirty="0">
                <a:solidFill>
                  <a:srgbClr val="FF0000"/>
                </a:solidFill>
              </a:rPr>
              <a:t>0.042278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3ZWU4ZjdlMDFiMjEwNzJhMTQwZjQyNjkwNWE1ZDcifQ=="/>
  <p:tag name="KSO_WPP_MARK_KEY" val="307696ab-dbca-4b01-ad69-8755baab06e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4073</TotalTime>
  <Words>130</Words>
  <Application>Microsoft Office PowerPoint</Application>
  <PresentationFormat>宽屏</PresentationFormat>
  <Paragraphs>18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雨辰 谢</dc:creator>
  <cp:lastModifiedBy>qingqiong cai</cp:lastModifiedBy>
  <cp:revision>9</cp:revision>
  <dcterms:created xsi:type="dcterms:W3CDTF">2023-10-23T11:13:00Z</dcterms:created>
  <dcterms:modified xsi:type="dcterms:W3CDTF">2024-05-13T08:30:41Z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5C24977C47DC4856A4C0BAB1DE9D17CB</vt:lpwstr>
  </property>
  <property fmtid="{D5CDD505-2E9C-101B-9397-08002B2CF9AE}" pid="3" name="KSOProductBuildVer">
    <vt:lpwstr>2052-11.1.0.12763</vt:lpwstr>
  </property>
</Properties>
</file>