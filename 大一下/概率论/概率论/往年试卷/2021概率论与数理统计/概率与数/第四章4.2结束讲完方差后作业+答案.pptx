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0" r:id="rId3"/>
    <p:sldId id="261" r:id="rId4"/>
    <p:sldId id="259" r:id="rId5"/>
    <p:sldId id="257" r:id="rId6"/>
    <p:sldId id="26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12" Type="http://schemas.openxmlformats.org/officeDocument/2006/relationships/image" Target="../media/image18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11" Type="http://schemas.openxmlformats.org/officeDocument/2006/relationships/image" Target="../media/image17.wmf"/><Relationship Id="rId5" Type="http://schemas.openxmlformats.org/officeDocument/2006/relationships/image" Target="../media/image11.wmf"/><Relationship Id="rId10" Type="http://schemas.openxmlformats.org/officeDocument/2006/relationships/image" Target="../media/image16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image" Target="../media/image39.wmf"/><Relationship Id="rId18" Type="http://schemas.openxmlformats.org/officeDocument/2006/relationships/image" Target="../media/image4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12" Type="http://schemas.openxmlformats.org/officeDocument/2006/relationships/image" Target="../media/image38.wmf"/><Relationship Id="rId17" Type="http://schemas.openxmlformats.org/officeDocument/2006/relationships/image" Target="../media/image43.wmf"/><Relationship Id="rId2" Type="http://schemas.openxmlformats.org/officeDocument/2006/relationships/image" Target="../media/image28.wmf"/><Relationship Id="rId16" Type="http://schemas.openxmlformats.org/officeDocument/2006/relationships/image" Target="../media/image42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11" Type="http://schemas.openxmlformats.org/officeDocument/2006/relationships/image" Target="../media/image37.wmf"/><Relationship Id="rId5" Type="http://schemas.openxmlformats.org/officeDocument/2006/relationships/image" Target="../media/image31.wmf"/><Relationship Id="rId15" Type="http://schemas.openxmlformats.org/officeDocument/2006/relationships/image" Target="../media/image4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Relationship Id="rId14" Type="http://schemas.openxmlformats.org/officeDocument/2006/relationships/image" Target="../media/image4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11" Type="http://schemas.openxmlformats.org/officeDocument/2006/relationships/image" Target="../media/image55.wmf"/><Relationship Id="rId5" Type="http://schemas.openxmlformats.org/officeDocument/2006/relationships/image" Target="../media/image49.wmf"/><Relationship Id="rId10" Type="http://schemas.openxmlformats.org/officeDocument/2006/relationships/image" Target="../media/image54.wmf"/><Relationship Id="rId4" Type="http://schemas.openxmlformats.org/officeDocument/2006/relationships/image" Target="../media/image48.wmf"/><Relationship Id="rId9" Type="http://schemas.openxmlformats.org/officeDocument/2006/relationships/image" Target="../media/image53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7" Type="http://schemas.openxmlformats.org/officeDocument/2006/relationships/image" Target="../media/image62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76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77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428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147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486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81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37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62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011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43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06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68506-A123-494F-92CC-75F3F227618A}" type="datetimeFigureOut">
              <a:rPr lang="zh-CN" altLang="en-US" smtClean="0"/>
              <a:t>2018/11/16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C28928-B3FB-4E4B-B439-1869E08B1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854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4.wmf"/><Relationship Id="rId26" Type="http://schemas.openxmlformats.org/officeDocument/2006/relationships/image" Target="../media/image18.w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6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24" Type="http://schemas.openxmlformats.org/officeDocument/2006/relationships/image" Target="../media/image17.wmf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17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Relationship Id="rId22" Type="http://schemas.openxmlformats.org/officeDocument/2006/relationships/image" Target="../media/image1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4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4.wmf"/><Relationship Id="rId26" Type="http://schemas.openxmlformats.org/officeDocument/2006/relationships/image" Target="../media/image38.wmf"/><Relationship Id="rId21" Type="http://schemas.openxmlformats.org/officeDocument/2006/relationships/oleObject" Target="../embeddings/oleObject36.bin"/><Relationship Id="rId34" Type="http://schemas.openxmlformats.org/officeDocument/2006/relationships/image" Target="../media/image42.wmf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34.bin"/><Relationship Id="rId25" Type="http://schemas.openxmlformats.org/officeDocument/2006/relationships/oleObject" Target="../embeddings/oleObject38.bin"/><Relationship Id="rId33" Type="http://schemas.openxmlformats.org/officeDocument/2006/relationships/oleObject" Target="../embeddings/oleObject42.bin"/><Relationship Id="rId38" Type="http://schemas.openxmlformats.org/officeDocument/2006/relationships/image" Target="../media/image44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29" Type="http://schemas.openxmlformats.org/officeDocument/2006/relationships/oleObject" Target="../embeddings/oleObject40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1.bin"/><Relationship Id="rId24" Type="http://schemas.openxmlformats.org/officeDocument/2006/relationships/image" Target="../media/image37.wmf"/><Relationship Id="rId32" Type="http://schemas.openxmlformats.org/officeDocument/2006/relationships/image" Target="../media/image41.wmf"/><Relationship Id="rId37" Type="http://schemas.openxmlformats.org/officeDocument/2006/relationships/oleObject" Target="../embeddings/oleObject44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23" Type="http://schemas.openxmlformats.org/officeDocument/2006/relationships/oleObject" Target="../embeddings/oleObject37.bin"/><Relationship Id="rId28" Type="http://schemas.openxmlformats.org/officeDocument/2006/relationships/image" Target="../media/image39.wmf"/><Relationship Id="rId36" Type="http://schemas.openxmlformats.org/officeDocument/2006/relationships/image" Target="../media/image43.wmf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35.bin"/><Relationship Id="rId31" Type="http://schemas.openxmlformats.org/officeDocument/2006/relationships/oleObject" Target="../embeddings/oleObject41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2.wmf"/><Relationship Id="rId22" Type="http://schemas.openxmlformats.org/officeDocument/2006/relationships/image" Target="../media/image36.wmf"/><Relationship Id="rId27" Type="http://schemas.openxmlformats.org/officeDocument/2006/relationships/oleObject" Target="../embeddings/oleObject39.bin"/><Relationship Id="rId30" Type="http://schemas.openxmlformats.org/officeDocument/2006/relationships/image" Target="../media/image40.wmf"/><Relationship Id="rId35" Type="http://schemas.openxmlformats.org/officeDocument/2006/relationships/oleObject" Target="../embeddings/oleObject43.bin"/><Relationship Id="rId8" Type="http://schemas.openxmlformats.org/officeDocument/2006/relationships/image" Target="../media/image29.wmf"/><Relationship Id="rId3" Type="http://schemas.openxmlformats.org/officeDocument/2006/relationships/oleObject" Target="../embeddings/oleObject2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5.bin"/><Relationship Id="rId21" Type="http://schemas.openxmlformats.org/officeDocument/2006/relationships/oleObject" Target="../embeddings/oleObject54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51.wmf"/><Relationship Id="rId20" Type="http://schemas.openxmlformats.org/officeDocument/2006/relationships/image" Target="../media/image5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9.bin"/><Relationship Id="rId24" Type="http://schemas.openxmlformats.org/officeDocument/2006/relationships/image" Target="../media/image55.wmf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23" Type="http://schemas.openxmlformats.org/officeDocument/2006/relationships/oleObject" Target="../embeddings/oleObject55.bin"/><Relationship Id="rId10" Type="http://schemas.openxmlformats.org/officeDocument/2006/relationships/image" Target="../media/image48.wmf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0.wmf"/><Relationship Id="rId22" Type="http://schemas.openxmlformats.org/officeDocument/2006/relationships/image" Target="../media/image54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60.emf"/><Relationship Id="rId3" Type="http://schemas.openxmlformats.org/officeDocument/2006/relationships/image" Target="../media/image63.png"/><Relationship Id="rId7" Type="http://schemas.openxmlformats.org/officeDocument/2006/relationships/image" Target="../media/image57.e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62.e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62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59.emf"/><Relationship Id="rId5" Type="http://schemas.openxmlformats.org/officeDocument/2006/relationships/image" Target="../media/image56.emf"/><Relationship Id="rId15" Type="http://schemas.openxmlformats.org/officeDocument/2006/relationships/image" Target="../media/image61.emf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58.emf"/><Relationship Id="rId14" Type="http://schemas.openxmlformats.org/officeDocument/2006/relationships/oleObject" Target="../embeddings/oleObject6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ChangeArrowheads="1"/>
          </p:cNvSpPr>
          <p:nvPr/>
        </p:nvSpPr>
        <p:spPr bwMode="auto">
          <a:xfrm>
            <a:off x="2286000" y="698500"/>
            <a:ext cx="7162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表示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次独立重复射击命中目标的次</a:t>
            </a:r>
          </a:p>
          <a:p>
            <a:pPr eaLnBrk="1" hangingPunct="1"/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数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每次射中目标的概率为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0.4,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则   的数学期望</a:t>
            </a:r>
          </a:p>
        </p:txBody>
      </p:sp>
      <p:graphicFrame>
        <p:nvGraphicFramePr>
          <p:cNvPr id="179203" name="Object 3"/>
          <p:cNvGraphicFramePr>
            <a:graphicFrameLocks noChangeAspect="1"/>
          </p:cNvGraphicFramePr>
          <p:nvPr/>
        </p:nvGraphicFramePr>
        <p:xfrm>
          <a:off x="7543801" y="1116014"/>
          <a:ext cx="593725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0" name="Equation" r:id="rId3" imgW="228600" imgH="190500" progId="Equation.DSMT4">
                  <p:embed/>
                </p:oleObj>
              </mc:Choice>
              <mc:Fallback>
                <p:oleObj name="Equation" r:id="rId3" imgW="228600" imgH="190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1" y="1116014"/>
                        <a:ext cx="593725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4" name="Object 4"/>
          <p:cNvGraphicFramePr>
            <a:graphicFrameLocks noChangeAspect="1"/>
          </p:cNvGraphicFramePr>
          <p:nvPr/>
        </p:nvGraphicFramePr>
        <p:xfrm>
          <a:off x="3124200" y="1576388"/>
          <a:ext cx="2743200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Equation" r:id="rId5" imgW="1104900" imgH="228600" progId="Equation.DSMT4">
                  <p:embed/>
                </p:oleObj>
              </mc:Choice>
              <mc:Fallback>
                <p:oleObj name="Equation" r:id="rId5" imgW="11049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576388"/>
                        <a:ext cx="2743200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05" name="Text Box 5"/>
          <p:cNvSpPr txBox="1">
            <a:spLocks noChangeArrowheads="1"/>
          </p:cNvSpPr>
          <p:nvPr/>
        </p:nvSpPr>
        <p:spPr bwMode="auto">
          <a:xfrm>
            <a:off x="2362201" y="2527301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79206" name="Object 6"/>
          <p:cNvGraphicFramePr>
            <a:graphicFrameLocks noChangeAspect="1"/>
          </p:cNvGraphicFramePr>
          <p:nvPr/>
        </p:nvGraphicFramePr>
        <p:xfrm>
          <a:off x="3352800" y="2603501"/>
          <a:ext cx="24701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7" imgW="952087" imgH="203112" progId="Equation.DSMT4">
                  <p:embed/>
                </p:oleObj>
              </mc:Choice>
              <mc:Fallback>
                <p:oleObj name="Equation" r:id="rId7" imgW="952087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603501"/>
                        <a:ext cx="24701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7" name="Object 7"/>
          <p:cNvGraphicFramePr>
            <a:graphicFrameLocks noChangeAspect="1"/>
          </p:cNvGraphicFramePr>
          <p:nvPr/>
        </p:nvGraphicFramePr>
        <p:xfrm>
          <a:off x="3352801" y="3289301"/>
          <a:ext cx="37560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Equation" r:id="rId9" imgW="1447172" imgH="203112" progId="Equation.DSMT4">
                  <p:embed/>
                </p:oleObj>
              </mc:Choice>
              <mc:Fallback>
                <p:oleObj name="Equation" r:id="rId9" imgW="1447172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1" y="3289301"/>
                        <a:ext cx="37560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8" name="Object 8"/>
          <p:cNvGraphicFramePr>
            <a:graphicFrameLocks noChangeAspect="1"/>
          </p:cNvGraphicFramePr>
          <p:nvPr/>
        </p:nvGraphicFramePr>
        <p:xfrm>
          <a:off x="3352800" y="3975101"/>
          <a:ext cx="50736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4" name="Equation" r:id="rId11" imgW="1955800" imgH="203200" progId="Equation.DSMT4">
                  <p:embed/>
                </p:oleObj>
              </mc:Choice>
              <mc:Fallback>
                <p:oleObj name="Equation" r:id="rId11" imgW="19558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3975101"/>
                        <a:ext cx="50736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209" name="Object 9"/>
          <p:cNvGraphicFramePr>
            <a:graphicFrameLocks noChangeAspect="1"/>
          </p:cNvGraphicFramePr>
          <p:nvPr/>
        </p:nvGraphicFramePr>
        <p:xfrm>
          <a:off x="3276600" y="4660900"/>
          <a:ext cx="441483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5" name="Equation" r:id="rId13" imgW="1701800" imgH="228600" progId="Equation.DSMT4">
                  <p:embed/>
                </p:oleObj>
              </mc:Choice>
              <mc:Fallback>
                <p:oleObj name="Equation" r:id="rId13" imgW="1701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660900"/>
                        <a:ext cx="4414838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4" name="矩形 1"/>
          <p:cNvSpPr>
            <a:spLocks noChangeArrowheads="1"/>
          </p:cNvSpPr>
          <p:nvPr/>
        </p:nvSpPr>
        <p:spPr bwMode="auto">
          <a:xfrm>
            <a:off x="1504950" y="328613"/>
            <a:ext cx="11128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r>
              <a:rPr kumimoji="1"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习题：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99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79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79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79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79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2" grpId="0"/>
      <p:bldP spid="17920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Text Box 2"/>
          <p:cNvSpPr txBox="1">
            <a:spLocks noChangeArrowheads="1"/>
          </p:cNvSpPr>
          <p:nvPr/>
        </p:nvSpPr>
        <p:spPr bwMode="auto">
          <a:xfrm>
            <a:off x="2057400" y="914401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设随机变量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的分布函数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en-US" altLang="zh-CN" sz="280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</a:p>
        </p:txBody>
      </p:sp>
      <p:sp>
        <p:nvSpPr>
          <p:cNvPr id="270339" name="Text Box 3"/>
          <p:cNvSpPr txBox="1">
            <a:spLocks noChangeArrowheads="1"/>
          </p:cNvSpPr>
          <p:nvPr/>
        </p:nvSpPr>
        <p:spPr bwMode="auto">
          <a:xfrm>
            <a:off x="8229600" y="2438401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EX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DX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.            </a:t>
            </a:r>
          </a:p>
        </p:txBody>
      </p:sp>
      <p:graphicFrame>
        <p:nvGraphicFramePr>
          <p:cNvPr id="270340" name="Object 4"/>
          <p:cNvGraphicFramePr>
            <a:graphicFrameLocks noChangeAspect="1"/>
          </p:cNvGraphicFramePr>
          <p:nvPr/>
        </p:nvGraphicFramePr>
        <p:xfrm>
          <a:off x="2362200" y="4989514"/>
          <a:ext cx="229393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0" name="Equation" r:id="rId3" imgW="888614" imgH="203112" progId="Equation.DSMT4">
                  <p:embed/>
                </p:oleObj>
              </mc:Choice>
              <mc:Fallback>
                <p:oleObj name="Equation" r:id="rId3" imgW="888614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989514"/>
                        <a:ext cx="229393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1" name="Object 5"/>
          <p:cNvGraphicFramePr>
            <a:graphicFrameLocks noChangeAspect="1"/>
          </p:cNvGraphicFramePr>
          <p:nvPr/>
        </p:nvGraphicFramePr>
        <p:xfrm>
          <a:off x="2270125" y="1550988"/>
          <a:ext cx="1771650" cy="2417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1" name="Equation" r:id="rId5" imgW="685800" imgH="927100" progId="Equation.DSMT4">
                  <p:embed/>
                </p:oleObj>
              </mc:Choice>
              <mc:Fallback>
                <p:oleObj name="Equation" r:id="rId5" imgW="6858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125" y="1550988"/>
                        <a:ext cx="1771650" cy="2417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4" name="Object 8"/>
          <p:cNvGraphicFramePr>
            <a:graphicFrameLocks noChangeAspect="1"/>
          </p:cNvGraphicFramePr>
          <p:nvPr/>
        </p:nvGraphicFramePr>
        <p:xfrm>
          <a:off x="4386264" y="1524000"/>
          <a:ext cx="330993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2" name="Equation" r:id="rId7" imgW="1282144" imgH="177723" progId="Equation.DSMT4">
                  <p:embed/>
                </p:oleObj>
              </mc:Choice>
              <mc:Fallback>
                <p:oleObj name="Equation" r:id="rId7" imgW="1282144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6264" y="1524000"/>
                        <a:ext cx="330993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6" name="Object 10"/>
          <p:cNvGraphicFramePr>
            <a:graphicFrameLocks noChangeAspect="1"/>
          </p:cNvGraphicFramePr>
          <p:nvPr/>
        </p:nvGraphicFramePr>
        <p:xfrm>
          <a:off x="6342064" y="2825750"/>
          <a:ext cx="150653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3" name="Equation" r:id="rId9" imgW="583693" imgH="177646" progId="Equation.DSMT4">
                  <p:embed/>
                </p:oleObj>
              </mc:Choice>
              <mc:Fallback>
                <p:oleObj name="Equation" r:id="rId9" imgW="583693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2064" y="2825750"/>
                        <a:ext cx="1506537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7" name="Object 11"/>
          <p:cNvGraphicFramePr>
            <a:graphicFrameLocks noChangeAspect="1"/>
          </p:cNvGraphicFramePr>
          <p:nvPr/>
        </p:nvGraphicFramePr>
        <p:xfrm>
          <a:off x="4343400" y="3435350"/>
          <a:ext cx="32766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4" name="Equation" r:id="rId11" imgW="1269449" imgH="177723" progId="Equation.DSMT4">
                  <p:embed/>
                </p:oleObj>
              </mc:Choice>
              <mc:Fallback>
                <p:oleObj name="Equation" r:id="rId11" imgW="1269449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435350"/>
                        <a:ext cx="32766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8" name="Object 12"/>
          <p:cNvGraphicFramePr>
            <a:graphicFrameLocks noChangeAspect="1"/>
          </p:cNvGraphicFramePr>
          <p:nvPr/>
        </p:nvGraphicFramePr>
        <p:xfrm>
          <a:off x="6154738" y="1997075"/>
          <a:ext cx="177006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5" name="Equation" r:id="rId13" imgW="685502" imgH="177723" progId="Equation.DSMT4">
                  <p:embed/>
                </p:oleObj>
              </mc:Choice>
              <mc:Fallback>
                <p:oleObj name="Equation" r:id="rId13" imgW="685502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738" y="1997075"/>
                        <a:ext cx="177006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9" name="Object 13"/>
          <p:cNvGraphicFramePr>
            <a:graphicFrameLocks noChangeAspect="1"/>
          </p:cNvGraphicFramePr>
          <p:nvPr/>
        </p:nvGraphicFramePr>
        <p:xfrm>
          <a:off x="3810000" y="2597150"/>
          <a:ext cx="16764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6" name="Equation" r:id="rId15" imgW="710891" imgH="418918" progId="Equation.DSMT4">
                  <p:embed/>
                </p:oleObj>
              </mc:Choice>
              <mc:Fallback>
                <p:oleObj name="Equation" r:id="rId15" imgW="710891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597150"/>
                        <a:ext cx="16764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50" name="Object 14"/>
          <p:cNvGraphicFramePr>
            <a:graphicFrameLocks noChangeAspect="1"/>
          </p:cNvGraphicFramePr>
          <p:nvPr/>
        </p:nvGraphicFramePr>
        <p:xfrm>
          <a:off x="3810000" y="1758950"/>
          <a:ext cx="16764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7" name="Equation" r:id="rId17" imgW="710891" imgH="418918" progId="Equation.DSMT4">
                  <p:embed/>
                </p:oleObj>
              </mc:Choice>
              <mc:Fallback>
                <p:oleObj name="Equation" r:id="rId17" imgW="710891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758950"/>
                        <a:ext cx="16764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51" name="Text Box 15"/>
          <p:cNvSpPr txBox="1">
            <a:spLocks noChangeArrowheads="1"/>
          </p:cNvSpPr>
          <p:nvPr/>
        </p:nvSpPr>
        <p:spPr bwMode="auto">
          <a:xfrm>
            <a:off x="2286000" y="40386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解           </a:t>
            </a:r>
          </a:p>
        </p:txBody>
      </p:sp>
      <p:graphicFrame>
        <p:nvGraphicFramePr>
          <p:cNvPr id="270352" name="Object 16"/>
          <p:cNvGraphicFramePr>
            <a:graphicFrameLocks noChangeAspect="1"/>
          </p:cNvGraphicFramePr>
          <p:nvPr/>
        </p:nvGraphicFramePr>
        <p:xfrm>
          <a:off x="4664075" y="4349750"/>
          <a:ext cx="4129088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8" name="Equation" r:id="rId19" imgW="1600200" imgH="698500" progId="Equation.DSMT4">
                  <p:embed/>
                </p:oleObj>
              </mc:Choice>
              <mc:Fallback>
                <p:oleObj name="Equation" r:id="rId19" imgW="1600200" imgH="698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4075" y="4349750"/>
                        <a:ext cx="4129088" cy="182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53" name="Object 17"/>
          <p:cNvGraphicFramePr>
            <a:graphicFrameLocks noChangeAspect="1"/>
          </p:cNvGraphicFramePr>
          <p:nvPr/>
        </p:nvGraphicFramePr>
        <p:xfrm>
          <a:off x="5284789" y="4379914"/>
          <a:ext cx="11144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Equation" r:id="rId21" imgW="431613" imgH="203112" progId="Equation.DSMT4">
                  <p:embed/>
                </p:oleObj>
              </mc:Choice>
              <mc:Fallback>
                <p:oleObj name="Equation" r:id="rId21" imgW="431613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789" y="4379914"/>
                        <a:ext cx="11144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54" name="Object 18"/>
          <p:cNvGraphicFramePr>
            <a:graphicFrameLocks noChangeAspect="1"/>
          </p:cNvGraphicFramePr>
          <p:nvPr/>
        </p:nvGraphicFramePr>
        <p:xfrm>
          <a:off x="5284789" y="4989514"/>
          <a:ext cx="11144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0" name="Equation" r:id="rId23" imgW="431613" imgH="203112" progId="Equation.DSMT4">
                  <p:embed/>
                </p:oleObj>
              </mc:Choice>
              <mc:Fallback>
                <p:oleObj name="Equation" r:id="rId23" imgW="431613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789" y="4989514"/>
                        <a:ext cx="11144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55" name="Object 19"/>
          <p:cNvGraphicFramePr>
            <a:graphicFrameLocks noChangeAspect="1"/>
          </p:cNvGraphicFramePr>
          <p:nvPr/>
        </p:nvGraphicFramePr>
        <p:xfrm>
          <a:off x="5707063" y="5607050"/>
          <a:ext cx="423862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Equation" r:id="rId25" imgW="164957" imgH="203024" progId="Equation.DSMT4">
                  <p:embed/>
                </p:oleObj>
              </mc:Choice>
              <mc:Fallback>
                <p:oleObj name="Equation" r:id="rId25" imgW="164957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063" y="5607050"/>
                        <a:ext cx="423862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5" name="矩形 18"/>
          <p:cNvSpPr>
            <a:spLocks noChangeArrowheads="1"/>
          </p:cNvSpPr>
          <p:nvPr/>
        </p:nvSpPr>
        <p:spPr bwMode="auto">
          <a:xfrm>
            <a:off x="1684339" y="157163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r>
              <a:rPr kumimoji="1"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习题：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387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7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7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7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7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7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70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7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703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0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0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7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7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03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8" grpId="0"/>
      <p:bldP spid="270339" grpId="0"/>
      <p:bldP spid="2703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09838" y="5410200"/>
            <a:ext cx="3205162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aphicFrame>
        <p:nvGraphicFramePr>
          <p:cNvPr id="271362" name="Object 2"/>
          <p:cNvGraphicFramePr>
            <a:graphicFrameLocks noChangeAspect="1"/>
          </p:cNvGraphicFramePr>
          <p:nvPr/>
        </p:nvGraphicFramePr>
        <p:xfrm>
          <a:off x="2374900" y="1828801"/>
          <a:ext cx="308133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0" name="Equation" r:id="rId3" imgW="1193800" imgH="330200" progId="Equation.DSMT4">
                  <p:embed/>
                </p:oleObj>
              </mc:Choice>
              <mc:Fallback>
                <p:oleObj name="Equation" r:id="rId3" imgW="1193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1828801"/>
                        <a:ext cx="3081338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3" name="Object 3"/>
          <p:cNvGraphicFramePr>
            <a:graphicFrameLocks noChangeAspect="1"/>
          </p:cNvGraphicFramePr>
          <p:nvPr/>
        </p:nvGraphicFramePr>
        <p:xfrm>
          <a:off x="2362201" y="3657601"/>
          <a:ext cx="35083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1" name="Equation" r:id="rId5" imgW="1358900" imgH="330200" progId="Equation.DSMT4">
                  <p:embed/>
                </p:oleObj>
              </mc:Choice>
              <mc:Fallback>
                <p:oleObj name="Equation" r:id="rId5" imgW="13589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3657601"/>
                        <a:ext cx="350837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4" name="Object 4"/>
          <p:cNvGraphicFramePr>
            <a:graphicFrameLocks noChangeAspect="1"/>
          </p:cNvGraphicFramePr>
          <p:nvPr/>
        </p:nvGraphicFramePr>
        <p:xfrm>
          <a:off x="3276600" y="4572001"/>
          <a:ext cx="5310188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name="Equation" r:id="rId7" imgW="2057400" imgH="330200" progId="Equation.DSMT4">
                  <p:embed/>
                </p:oleObj>
              </mc:Choice>
              <mc:Fallback>
                <p:oleObj name="Equation" r:id="rId7" imgW="20574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72001"/>
                        <a:ext cx="5310188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5" name="Object 5"/>
          <p:cNvGraphicFramePr>
            <a:graphicFrameLocks noChangeAspect="1"/>
          </p:cNvGraphicFramePr>
          <p:nvPr/>
        </p:nvGraphicFramePr>
        <p:xfrm>
          <a:off x="2286000" y="76200"/>
          <a:ext cx="6261100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3" name="Equation" r:id="rId9" imgW="2425700" imgH="698500" progId="Equation.DSMT4">
                  <p:embed/>
                </p:oleObj>
              </mc:Choice>
              <mc:Fallback>
                <p:oleObj name="Equation" r:id="rId9" imgW="2425700" imgH="698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76200"/>
                        <a:ext cx="6261100" cy="182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6" name="Object 6"/>
          <p:cNvGraphicFramePr>
            <a:graphicFrameLocks noChangeAspect="1"/>
          </p:cNvGraphicFramePr>
          <p:nvPr/>
        </p:nvGraphicFramePr>
        <p:xfrm>
          <a:off x="3127376" y="2743201"/>
          <a:ext cx="511492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4" name="Equation" r:id="rId11" imgW="1981200" imgH="330200" progId="Equation.DSMT4">
                  <p:embed/>
                </p:oleObj>
              </mc:Choice>
              <mc:Fallback>
                <p:oleObj name="Equation" r:id="rId11" imgW="19812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6" y="2743201"/>
                        <a:ext cx="5114925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7" name="Object 7"/>
          <p:cNvGraphicFramePr>
            <a:graphicFrameLocks noChangeAspect="1"/>
          </p:cNvGraphicFramePr>
          <p:nvPr/>
        </p:nvGraphicFramePr>
        <p:xfrm>
          <a:off x="8305800" y="2971800"/>
          <a:ext cx="546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5" name="Equation" r:id="rId13" imgW="241091" imgH="177646" progId="Equation.DSMT4">
                  <p:embed/>
                </p:oleObj>
              </mc:Choice>
              <mc:Fallback>
                <p:oleObj name="Equation" r:id="rId13" imgW="241091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800" y="2971800"/>
                        <a:ext cx="5461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8" name="Object 8"/>
          <p:cNvGraphicFramePr>
            <a:graphicFrameLocks noChangeAspect="1"/>
          </p:cNvGraphicFramePr>
          <p:nvPr/>
        </p:nvGraphicFramePr>
        <p:xfrm>
          <a:off x="8653464" y="4495800"/>
          <a:ext cx="6429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6" name="Equation" r:id="rId15" imgW="266469" imgH="406048" progId="Equation.DSMT4">
                  <p:embed/>
                </p:oleObj>
              </mc:Choice>
              <mc:Fallback>
                <p:oleObj name="Equation" r:id="rId15" imgW="266469" imgH="4060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3464" y="4495800"/>
                        <a:ext cx="64293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9" name="Object 9"/>
          <p:cNvGraphicFramePr>
            <a:graphicFrameLocks noChangeAspect="1"/>
          </p:cNvGraphicFramePr>
          <p:nvPr/>
        </p:nvGraphicFramePr>
        <p:xfrm>
          <a:off x="2509838" y="5334001"/>
          <a:ext cx="3814762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7" name="Equation" r:id="rId17" imgW="1536033" imgH="406224" progId="Equation.DSMT4">
                  <p:embed/>
                </p:oleObj>
              </mc:Choice>
              <mc:Fallback>
                <p:oleObj name="Equation" r:id="rId17" imgW="1536033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838" y="5334001"/>
                        <a:ext cx="3814762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44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7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7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7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7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7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2830513" y="4533900"/>
            <a:ext cx="2995612" cy="5334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953000" y="762000"/>
            <a:ext cx="1443038" cy="5334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1250" name="Rectangle 2"/>
          <p:cNvSpPr>
            <a:spLocks noChangeArrowheads="1"/>
          </p:cNvSpPr>
          <p:nvPr/>
        </p:nvSpPr>
        <p:spPr bwMode="auto">
          <a:xfrm>
            <a:off x="1981200" y="784226"/>
            <a:ext cx="876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eaLnBrk="1" hangingPunct="1"/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kumimoji="1"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服从参数为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的指数分布</a:t>
            </a:r>
            <a:r>
              <a:rPr kumimoji="1" lang="en-US" altLang="zh-CN" sz="280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181251" name="Object 3"/>
          <p:cNvGraphicFramePr>
            <a:graphicFrameLocks noChangeAspect="1"/>
          </p:cNvGraphicFramePr>
          <p:nvPr/>
        </p:nvGraphicFramePr>
        <p:xfrm>
          <a:off x="7496176" y="762001"/>
          <a:ext cx="29432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" name="Equation" r:id="rId3" imgW="1206500" imgH="228600" progId="Equation.DSMT4">
                  <p:embed/>
                </p:oleObj>
              </mc:Choice>
              <mc:Fallback>
                <p:oleObj name="Equation" r:id="rId3" imgW="1206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6176" y="762001"/>
                        <a:ext cx="29432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2" name="Object 4"/>
          <p:cNvGraphicFramePr>
            <a:graphicFrameLocks noChangeAspect="1"/>
          </p:cNvGraphicFramePr>
          <p:nvPr/>
        </p:nvGraphicFramePr>
        <p:xfrm>
          <a:off x="2667001" y="1219201"/>
          <a:ext cx="2462213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" name="Equation" r:id="rId5" imgW="1028700" imgH="228600" progId="Equation.DSMT4">
                  <p:embed/>
                </p:oleObj>
              </mc:Choice>
              <mc:Fallback>
                <p:oleObj name="Equation" r:id="rId5" imgW="10287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1219201"/>
                        <a:ext cx="2462213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253" name="Text Box 5"/>
          <p:cNvSpPr txBox="1">
            <a:spLocks noChangeArrowheads="1"/>
          </p:cNvSpPr>
          <p:nvPr/>
        </p:nvSpPr>
        <p:spPr bwMode="auto">
          <a:xfrm>
            <a:off x="2068514" y="2224088"/>
            <a:ext cx="598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81254" name="Object 6"/>
          <p:cNvGraphicFramePr>
            <a:graphicFrameLocks noChangeAspect="1"/>
          </p:cNvGraphicFramePr>
          <p:nvPr/>
        </p:nvGraphicFramePr>
        <p:xfrm>
          <a:off x="3962400" y="3678238"/>
          <a:ext cx="198278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4" name="Equation" r:id="rId7" imgW="787400" imgH="330200" progId="Equation.DSMT4">
                  <p:embed/>
                </p:oleObj>
              </mc:Choice>
              <mc:Fallback>
                <p:oleObj name="Equation" r:id="rId7" imgW="7874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678238"/>
                        <a:ext cx="198278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6" name="Object 8"/>
          <p:cNvGraphicFramePr>
            <a:graphicFrameLocks noChangeAspect="1"/>
          </p:cNvGraphicFramePr>
          <p:nvPr/>
        </p:nvGraphicFramePr>
        <p:xfrm>
          <a:off x="2743200" y="2286000"/>
          <a:ext cx="184308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" name="Equation" r:id="rId9" imgW="748975" imgH="203112" progId="Equation.DSMT4">
                  <p:embed/>
                </p:oleObj>
              </mc:Choice>
              <mc:Fallback>
                <p:oleObj name="Equation" r:id="rId9" imgW="74897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2286000"/>
                        <a:ext cx="184308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7" name="Object 9"/>
          <p:cNvGraphicFramePr>
            <a:graphicFrameLocks noChangeAspect="1"/>
          </p:cNvGraphicFramePr>
          <p:nvPr/>
        </p:nvGraphicFramePr>
        <p:xfrm>
          <a:off x="2741614" y="2819401"/>
          <a:ext cx="411638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6" name="Equation" r:id="rId11" imgW="1638300" imgH="330200" progId="Equation.DSMT4">
                  <p:embed/>
                </p:oleObj>
              </mc:Choice>
              <mc:Fallback>
                <p:oleObj name="Equation" r:id="rId11" imgW="1638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14" y="2819401"/>
                        <a:ext cx="4116387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9" name="Object 11"/>
          <p:cNvGraphicFramePr>
            <a:graphicFrameLocks noChangeAspect="1"/>
          </p:cNvGraphicFramePr>
          <p:nvPr/>
        </p:nvGraphicFramePr>
        <p:xfrm>
          <a:off x="2819400" y="4541838"/>
          <a:ext cx="7889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" name="Equation" r:id="rId13" imgW="330057" imgH="190417" progId="Equation.DSMT4">
                  <p:embed/>
                </p:oleObj>
              </mc:Choice>
              <mc:Fallback>
                <p:oleObj name="Equation" r:id="rId13" imgW="330057" imgH="19041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541838"/>
                        <a:ext cx="7889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0" name="Object 12"/>
          <p:cNvGraphicFramePr>
            <a:graphicFrameLocks noChangeAspect="1"/>
          </p:cNvGraphicFramePr>
          <p:nvPr/>
        </p:nvGraphicFramePr>
        <p:xfrm>
          <a:off x="2819400" y="5089525"/>
          <a:ext cx="324643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" name="Equation" r:id="rId15" imgW="1358900" imgH="330200" progId="Equation.DSMT4">
                  <p:embed/>
                </p:oleObj>
              </mc:Choice>
              <mc:Fallback>
                <p:oleObj name="Equation" r:id="rId15" imgW="13589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089525"/>
                        <a:ext cx="3246438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1" name="Object 13"/>
          <p:cNvGraphicFramePr>
            <a:graphicFrameLocks noChangeAspect="1"/>
          </p:cNvGraphicFramePr>
          <p:nvPr/>
        </p:nvGraphicFramePr>
        <p:xfrm>
          <a:off x="2819401" y="5927726"/>
          <a:ext cx="33369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" name="Equation" r:id="rId17" imgW="1397000" imgH="228600" progId="Equation.DSMT4">
                  <p:embed/>
                </p:oleObj>
              </mc:Choice>
              <mc:Fallback>
                <p:oleObj name="Equation" r:id="rId17" imgW="1397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5927726"/>
                        <a:ext cx="33369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2" name="Object 14"/>
          <p:cNvGraphicFramePr>
            <a:graphicFrameLocks noChangeAspect="1"/>
          </p:cNvGraphicFramePr>
          <p:nvPr/>
        </p:nvGraphicFramePr>
        <p:xfrm>
          <a:off x="6122988" y="5957888"/>
          <a:ext cx="2182812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0" name="Equation" r:id="rId19" imgW="914400" imgH="203200" progId="Equation.DSMT4">
                  <p:embed/>
                </p:oleObj>
              </mc:Choice>
              <mc:Fallback>
                <p:oleObj name="Equation" r:id="rId19" imgW="914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2988" y="5957888"/>
                        <a:ext cx="2182812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3" name="Object 15"/>
          <p:cNvGraphicFramePr>
            <a:graphicFrameLocks noChangeAspect="1"/>
          </p:cNvGraphicFramePr>
          <p:nvPr/>
        </p:nvGraphicFramePr>
        <p:xfrm>
          <a:off x="8001000" y="3540126"/>
          <a:ext cx="673100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1" name="Equation" r:id="rId21" imgW="266469" imgH="406048" progId="Equation.DSMT4">
                  <p:embed/>
                </p:oleObj>
              </mc:Choice>
              <mc:Fallback>
                <p:oleObj name="Equation" r:id="rId21" imgW="266469" imgH="4060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3540126"/>
                        <a:ext cx="673100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4" name="Object 16"/>
          <p:cNvGraphicFramePr>
            <a:graphicFrameLocks noChangeAspect="1"/>
          </p:cNvGraphicFramePr>
          <p:nvPr/>
        </p:nvGraphicFramePr>
        <p:xfrm>
          <a:off x="6018214" y="3541714"/>
          <a:ext cx="1982787" cy="1030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" name="Equation" r:id="rId23" imgW="787058" imgH="406224" progId="Equation.DSMT4">
                  <p:embed/>
                </p:oleObj>
              </mc:Choice>
              <mc:Fallback>
                <p:oleObj name="Equation" r:id="rId23" imgW="787058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8214" y="3541714"/>
                        <a:ext cx="1982787" cy="1030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5" name="Object 17"/>
          <p:cNvGraphicFramePr>
            <a:graphicFrameLocks noChangeAspect="1"/>
          </p:cNvGraphicFramePr>
          <p:nvPr/>
        </p:nvGraphicFramePr>
        <p:xfrm>
          <a:off x="3581401" y="4556126"/>
          <a:ext cx="22447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" name="Equation" r:id="rId25" imgW="939800" imgH="228600" progId="Equation.DSMT4">
                  <p:embed/>
                </p:oleObj>
              </mc:Choice>
              <mc:Fallback>
                <p:oleObj name="Equation" r:id="rId25" imgW="93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1" y="4556126"/>
                        <a:ext cx="224472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6" name="Object 18"/>
          <p:cNvGraphicFramePr>
            <a:graphicFrameLocks noChangeAspect="1"/>
          </p:cNvGraphicFramePr>
          <p:nvPr/>
        </p:nvGraphicFramePr>
        <p:xfrm>
          <a:off x="5861050" y="4541838"/>
          <a:ext cx="1758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4" name="Equation" r:id="rId27" imgW="736600" imgH="190500" progId="Equation.DSMT4">
                  <p:embed/>
                </p:oleObj>
              </mc:Choice>
              <mc:Fallback>
                <p:oleObj name="Equation" r:id="rId27" imgW="736600" imgH="190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4541838"/>
                        <a:ext cx="17589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7" name="Object 19"/>
          <p:cNvGraphicFramePr>
            <a:graphicFrameLocks noChangeAspect="1"/>
          </p:cNvGraphicFramePr>
          <p:nvPr/>
        </p:nvGraphicFramePr>
        <p:xfrm>
          <a:off x="5181600" y="2286001"/>
          <a:ext cx="24574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" name="Equation" r:id="rId29" imgW="1028254" imgH="165028" progId="Equation.DSMT4">
                  <p:embed/>
                </p:oleObj>
              </mc:Choice>
              <mc:Fallback>
                <p:oleObj name="Equation" r:id="rId29" imgW="1028254" imgH="16502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286001"/>
                        <a:ext cx="245745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8" name="Object 20"/>
          <p:cNvGraphicFramePr>
            <a:graphicFrameLocks noChangeAspect="1"/>
          </p:cNvGraphicFramePr>
          <p:nvPr/>
        </p:nvGraphicFramePr>
        <p:xfrm>
          <a:off x="6943726" y="457200"/>
          <a:ext cx="3343275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" name="Equation" r:id="rId31" imgW="1358310" imgH="482391" progId="Equation.DSMT4">
                  <p:embed/>
                </p:oleObj>
              </mc:Choice>
              <mc:Fallback>
                <p:oleObj name="Equation" r:id="rId31" imgW="1358310" imgH="4823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3726" y="457200"/>
                        <a:ext cx="3343275" cy="1193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69" name="Object 21"/>
          <p:cNvGraphicFramePr>
            <a:graphicFrameLocks noChangeAspect="1"/>
          </p:cNvGraphicFramePr>
          <p:nvPr/>
        </p:nvGraphicFramePr>
        <p:xfrm>
          <a:off x="6883400" y="2819401"/>
          <a:ext cx="24892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" name="Equation" r:id="rId33" imgW="990170" imgH="330057" progId="Equation.DSMT4">
                  <p:embed/>
                </p:oleObj>
              </mc:Choice>
              <mc:Fallback>
                <p:oleObj name="Equation" r:id="rId33" imgW="990170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3400" y="2819401"/>
                        <a:ext cx="2489200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70" name="Object 22"/>
          <p:cNvGraphicFramePr>
            <a:graphicFrameLocks noChangeAspect="1"/>
          </p:cNvGraphicFramePr>
          <p:nvPr/>
        </p:nvGraphicFramePr>
        <p:xfrm>
          <a:off x="6019800" y="5089525"/>
          <a:ext cx="2154238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8" name="Equation" r:id="rId35" imgW="901309" imgH="330057" progId="Equation.DSMT4">
                  <p:embed/>
                </p:oleObj>
              </mc:Choice>
              <mc:Fallback>
                <p:oleObj name="Equation" r:id="rId35" imgW="901309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5089525"/>
                        <a:ext cx="2154238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71" name="Object 23"/>
          <p:cNvGraphicFramePr>
            <a:graphicFrameLocks noChangeAspect="1"/>
          </p:cNvGraphicFramePr>
          <p:nvPr/>
        </p:nvGraphicFramePr>
        <p:xfrm>
          <a:off x="8080376" y="5287964"/>
          <a:ext cx="75882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" name="Equation" r:id="rId37" imgW="317087" imgH="164885" progId="Equation.DSMT4">
                  <p:embed/>
                </p:oleObj>
              </mc:Choice>
              <mc:Fallback>
                <p:oleObj name="Equation" r:id="rId37" imgW="317087" imgH="16488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76" y="5287964"/>
                        <a:ext cx="75882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92" name="矩形 23"/>
          <p:cNvSpPr>
            <a:spLocks noChangeArrowheads="1"/>
          </p:cNvSpPr>
          <p:nvPr/>
        </p:nvSpPr>
        <p:spPr bwMode="auto">
          <a:xfrm>
            <a:off x="1592263" y="215901"/>
            <a:ext cx="1111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r>
              <a:rPr kumimoji="1" lang="zh-CN" altLang="en-US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习题：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54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8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8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8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8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8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8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8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8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8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8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8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0" grpId="0"/>
      <p:bldP spid="1812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00" name="Text Box 4"/>
          <p:cNvSpPr txBox="1">
            <a:spLocks noChangeArrowheads="1"/>
          </p:cNvSpPr>
          <p:nvPr/>
        </p:nvSpPr>
        <p:spPr bwMode="auto">
          <a:xfrm>
            <a:off x="1828800" y="1447801"/>
            <a:ext cx="8763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设随机变量             且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  则</a:t>
            </a:r>
          </a:p>
        </p:txBody>
      </p:sp>
      <p:graphicFrame>
        <p:nvGraphicFramePr>
          <p:cNvPr id="285701" name="Object 5"/>
          <p:cNvGraphicFramePr>
            <a:graphicFrameLocks noChangeAspect="1"/>
          </p:cNvGraphicFramePr>
          <p:nvPr/>
        </p:nvGraphicFramePr>
        <p:xfrm>
          <a:off x="3657601" y="1487488"/>
          <a:ext cx="2251075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" name="Equation" r:id="rId3" imgW="927100" imgH="228600" progId="Equation.DSMT4">
                  <p:embed/>
                </p:oleObj>
              </mc:Choice>
              <mc:Fallback>
                <p:oleObj name="Equation" r:id="rId3" imgW="927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1" y="1487488"/>
                        <a:ext cx="2251075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2" name="Object 6"/>
          <p:cNvGraphicFramePr>
            <a:graphicFrameLocks noChangeAspect="1"/>
          </p:cNvGraphicFramePr>
          <p:nvPr/>
        </p:nvGraphicFramePr>
        <p:xfrm>
          <a:off x="6400801" y="1519239"/>
          <a:ext cx="3033713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" name="Equation" r:id="rId5" imgW="1244600" imgH="203200" progId="Equation.DSMT4">
                  <p:embed/>
                </p:oleObj>
              </mc:Choice>
              <mc:Fallback>
                <p:oleObj name="Equation" r:id="rId5" imgW="12446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1" y="1519239"/>
                        <a:ext cx="3033713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3" name="Object 7"/>
          <p:cNvGraphicFramePr>
            <a:graphicFrameLocks noChangeAspect="1"/>
          </p:cNvGraphicFramePr>
          <p:nvPr/>
        </p:nvGraphicFramePr>
        <p:xfrm>
          <a:off x="2649538" y="2133601"/>
          <a:ext cx="32893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" name="Equation" r:id="rId7" imgW="1384300" imgH="203200" progId="Equation.DSMT4">
                  <p:embed/>
                </p:oleObj>
              </mc:Choice>
              <mc:Fallback>
                <p:oleObj name="Equation" r:id="rId7" imgW="13843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538" y="2133601"/>
                        <a:ext cx="32893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4" name="Text Box 8"/>
          <p:cNvSpPr txBox="1">
            <a:spLocks noChangeArrowheads="1"/>
          </p:cNvSpPr>
          <p:nvPr/>
        </p:nvSpPr>
        <p:spPr bwMode="auto">
          <a:xfrm>
            <a:off x="1895476" y="2757488"/>
            <a:ext cx="887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解 </a:t>
            </a:r>
          </a:p>
        </p:txBody>
      </p:sp>
      <p:graphicFrame>
        <p:nvGraphicFramePr>
          <p:cNvPr id="285705" name="Object 9"/>
          <p:cNvGraphicFramePr>
            <a:graphicFrameLocks noChangeAspect="1"/>
          </p:cNvGraphicFramePr>
          <p:nvPr/>
        </p:nvGraphicFramePr>
        <p:xfrm>
          <a:off x="2657476" y="2867026"/>
          <a:ext cx="42195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" name="Equation" r:id="rId9" imgW="1777229" imgH="203112" progId="Equation.DSMT4">
                  <p:embed/>
                </p:oleObj>
              </mc:Choice>
              <mc:Fallback>
                <p:oleObj name="Equation" r:id="rId9" imgW="1777229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476" y="2867026"/>
                        <a:ext cx="42195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07" name="Text Box 11"/>
          <p:cNvSpPr txBox="1">
            <a:spLocks noChangeArrowheads="1"/>
          </p:cNvSpPr>
          <p:nvPr/>
        </p:nvSpPr>
        <p:spPr bwMode="auto">
          <a:xfrm>
            <a:off x="1971675" y="4648201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1" lang="zh-CN" altLang="en-US" sz="2800">
                <a:latin typeface="宋体" panose="02010600030101010101" pitchFamily="2" charset="-122"/>
              </a:rPr>
              <a:t>于是</a:t>
            </a:r>
          </a:p>
        </p:txBody>
      </p:sp>
      <p:graphicFrame>
        <p:nvGraphicFramePr>
          <p:cNvPr id="285709" name="Object 13"/>
          <p:cNvGraphicFramePr>
            <a:graphicFrameLocks noChangeAspect="1"/>
          </p:cNvGraphicFramePr>
          <p:nvPr/>
        </p:nvGraphicFramePr>
        <p:xfrm>
          <a:off x="4729163" y="3505201"/>
          <a:ext cx="2652712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1" name="Equation" r:id="rId11" imgW="1117115" imgH="406224" progId="Equation.DSMT4">
                  <p:embed/>
                </p:oleObj>
              </mc:Choice>
              <mc:Fallback>
                <p:oleObj name="Equation" r:id="rId11" imgW="1117115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9163" y="3505201"/>
                        <a:ext cx="2652712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0" name="Object 14"/>
          <p:cNvGraphicFramePr>
            <a:graphicFrameLocks noChangeAspect="1"/>
          </p:cNvGraphicFramePr>
          <p:nvPr/>
        </p:nvGraphicFramePr>
        <p:xfrm>
          <a:off x="7381876" y="3505201"/>
          <a:ext cx="22320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2" name="Equation" r:id="rId13" imgW="939392" imgH="406224" progId="Equation.DSMT4">
                  <p:embed/>
                </p:oleObj>
              </mc:Choice>
              <mc:Fallback>
                <p:oleObj name="Equation" r:id="rId13" imgW="93939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76" y="3505201"/>
                        <a:ext cx="22320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1" name="Object 15"/>
          <p:cNvGraphicFramePr>
            <a:graphicFrameLocks noChangeAspect="1"/>
          </p:cNvGraphicFramePr>
          <p:nvPr/>
        </p:nvGraphicFramePr>
        <p:xfrm>
          <a:off x="2803526" y="4724401"/>
          <a:ext cx="25939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3" name="Equation" r:id="rId15" imgW="1091726" imgH="203112" progId="Equation.DSMT4">
                  <p:embed/>
                </p:oleObj>
              </mc:Choice>
              <mc:Fallback>
                <p:oleObj name="Equation" r:id="rId15" imgW="1091726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6" y="4724401"/>
                        <a:ext cx="25939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2" name="Object 16"/>
          <p:cNvGraphicFramePr>
            <a:graphicFrameLocks noChangeAspect="1"/>
          </p:cNvGraphicFramePr>
          <p:nvPr/>
        </p:nvGraphicFramePr>
        <p:xfrm>
          <a:off x="6848476" y="2590801"/>
          <a:ext cx="32861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4" name="Equation" r:id="rId17" imgW="1383699" imgH="406224" progId="Equation.DSMT4">
                  <p:embed/>
                </p:oleObj>
              </mc:Choice>
              <mc:Fallback>
                <p:oleObj name="Equation" r:id="rId17" imgW="1383699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8476" y="2590801"/>
                        <a:ext cx="32861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3" name="Object 17"/>
          <p:cNvGraphicFramePr>
            <a:graphicFrameLocks noChangeAspect="1"/>
          </p:cNvGraphicFramePr>
          <p:nvPr/>
        </p:nvGraphicFramePr>
        <p:xfrm>
          <a:off x="5394326" y="4440238"/>
          <a:ext cx="1687513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" name="Equation" r:id="rId19" imgW="710891" imgH="406224" progId="Equation.DSMT4">
                  <p:embed/>
                </p:oleObj>
              </mc:Choice>
              <mc:Fallback>
                <p:oleObj name="Equation" r:id="rId19" imgW="710891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326" y="4440238"/>
                        <a:ext cx="1687513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4" name="Object 18"/>
          <p:cNvGraphicFramePr>
            <a:graphicFrameLocks noChangeAspect="1"/>
          </p:cNvGraphicFramePr>
          <p:nvPr/>
        </p:nvGraphicFramePr>
        <p:xfrm>
          <a:off x="7070726" y="4440238"/>
          <a:ext cx="1719263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6" name="Equation" r:id="rId21" imgW="723586" imgH="406224" progId="Equation.DSMT4">
                  <p:embed/>
                </p:oleObj>
              </mc:Choice>
              <mc:Fallback>
                <p:oleObj name="Equation" r:id="rId21" imgW="72358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0726" y="4440238"/>
                        <a:ext cx="1719263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15" name="Object 19"/>
          <p:cNvGraphicFramePr>
            <a:graphicFrameLocks noChangeAspect="1"/>
          </p:cNvGraphicFramePr>
          <p:nvPr/>
        </p:nvGraphicFramePr>
        <p:xfrm>
          <a:off x="8823325" y="4702176"/>
          <a:ext cx="8445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7" name="Equation" r:id="rId23" imgW="355138" imgH="177569" progId="Equation.DSMT4">
                  <p:embed/>
                </p:oleObj>
              </mc:Choice>
              <mc:Fallback>
                <p:oleObj name="Equation" r:id="rId23" imgW="355138" imgH="17756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3325" y="4702176"/>
                        <a:ext cx="84455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200" name="矩形 17"/>
          <p:cNvSpPr>
            <a:spLocks noChangeArrowheads="1"/>
          </p:cNvSpPr>
          <p:nvPr/>
        </p:nvSpPr>
        <p:spPr bwMode="auto">
          <a:xfrm>
            <a:off x="1782764" y="300038"/>
            <a:ext cx="11128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习题：</a:t>
            </a:r>
            <a:endParaRPr lang="zh-CN" altLang="en-US" sz="240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993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5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85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85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85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85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85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85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5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85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8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0" grpId="0"/>
      <p:bldP spid="285704" grpId="0"/>
      <p:bldP spid="28570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666875" y="285751"/>
            <a:ext cx="9056688" cy="2936875"/>
            <a:chOff x="-61" y="118"/>
            <a:chExt cx="5853" cy="1850"/>
          </a:xfrm>
        </p:grpSpPr>
        <p:sp>
          <p:nvSpPr>
            <p:cNvPr id="51208" name="Rectangle 10"/>
            <p:cNvSpPr>
              <a:spLocks noChangeArrowheads="1"/>
            </p:cNvSpPr>
            <p:nvPr/>
          </p:nvSpPr>
          <p:spPr bwMode="auto">
            <a:xfrm>
              <a:off x="552" y="417"/>
              <a:ext cx="96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olidFill>
                    <a:schemeClr val="accent2"/>
                  </a:solidFill>
                  <a:latin typeface="楷体_GB2312" pitchFamily="49" charset="-122"/>
                </a:rPr>
                <a:t>已知</a:t>
              </a:r>
            </a:p>
          </p:txBody>
        </p:sp>
        <p:graphicFrame>
          <p:nvGraphicFramePr>
            <p:cNvPr id="51209" name="Object 11"/>
            <p:cNvGraphicFramePr>
              <a:graphicFrameLocks noChangeAspect="1"/>
            </p:cNvGraphicFramePr>
            <p:nvPr/>
          </p:nvGraphicFramePr>
          <p:xfrm>
            <a:off x="1128" y="118"/>
            <a:ext cx="3296" cy="9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7" name="Equation" r:id="rId4" imgW="114290545" imgH="34128000" progId="Equation.DSMT4">
                    <p:embed/>
                  </p:oleObj>
                </mc:Choice>
                <mc:Fallback>
                  <p:oleObj name="Equation" r:id="rId4" imgW="114290545" imgH="34128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8" y="118"/>
                          <a:ext cx="3296" cy="9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11" name="Text Box 13"/>
            <p:cNvSpPr txBox="1">
              <a:spLocks noChangeArrowheads="1"/>
            </p:cNvSpPr>
            <p:nvPr/>
          </p:nvSpPr>
          <p:spPr bwMode="auto">
            <a:xfrm>
              <a:off x="72" y="1608"/>
              <a:ext cx="35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chemeClr val="accent2"/>
                  </a:solidFill>
                  <a:latin typeface="楷体_GB2312" pitchFamily="49" charset="-122"/>
                </a:rPr>
                <a:t>求</a:t>
              </a:r>
            </a:p>
          </p:txBody>
        </p:sp>
        <p:sp>
          <p:nvSpPr>
            <p:cNvPr id="51212" name="Text Box 14"/>
            <p:cNvSpPr txBox="1">
              <a:spLocks noChangeArrowheads="1"/>
            </p:cNvSpPr>
            <p:nvPr/>
          </p:nvSpPr>
          <p:spPr bwMode="auto">
            <a:xfrm>
              <a:off x="4744" y="1176"/>
              <a:ext cx="104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chemeClr val="accent2"/>
                  </a:solidFill>
                </a:rPr>
                <a:t>的次数，</a:t>
              </a:r>
            </a:p>
          </p:txBody>
        </p:sp>
        <p:sp>
          <p:nvSpPr>
            <p:cNvPr id="51213" name="Text Box 15"/>
            <p:cNvSpPr txBox="1">
              <a:spLocks noChangeArrowheads="1"/>
            </p:cNvSpPr>
            <p:nvPr/>
          </p:nvSpPr>
          <p:spPr bwMode="auto">
            <a:xfrm>
              <a:off x="-61" y="1185"/>
              <a:ext cx="446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996633"/>
                </a:buClr>
                <a:buFont typeface="Wingdings" panose="05000000000000000000" pitchFamily="2" charset="2"/>
                <a:buBlip>
                  <a:blip r:embed="rId3"/>
                </a:buBlip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chemeClr val="accent2"/>
                  </a:solidFill>
                </a:rPr>
                <a:t>对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X </a:t>
              </a:r>
              <a:r>
                <a:rPr lang="zh-CN" altLang="en-US" sz="2800" b="1">
                  <a:solidFill>
                    <a:schemeClr val="accent2"/>
                  </a:solidFill>
                </a:rPr>
                <a:t>独立观察 </a:t>
              </a:r>
              <a:r>
                <a:rPr lang="en-US" altLang="zh-CN" sz="2800" b="1">
                  <a:solidFill>
                    <a:schemeClr val="accent2"/>
                  </a:solidFill>
                </a:rPr>
                <a:t>4 </a:t>
              </a:r>
              <a:r>
                <a:rPr lang="zh-CN" altLang="en-US" sz="2800" b="1">
                  <a:solidFill>
                    <a:schemeClr val="accent2"/>
                  </a:solidFill>
                </a:rPr>
                <a:t>次，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Y </a:t>
              </a:r>
              <a:r>
                <a:rPr lang="zh-CN" altLang="en-US" sz="2800" b="1">
                  <a:solidFill>
                    <a:schemeClr val="accent2"/>
                  </a:solidFill>
                </a:rPr>
                <a:t>表示</a:t>
              </a:r>
              <a:r>
                <a:rPr lang="en-US" altLang="zh-CN" sz="2800" b="1" i="1">
                  <a:solidFill>
                    <a:schemeClr val="accent2"/>
                  </a:solidFill>
                </a:rPr>
                <a:t>X</a:t>
              </a:r>
              <a:r>
                <a:rPr lang="en-US" altLang="zh-CN" sz="2800" b="1">
                  <a:solidFill>
                    <a:schemeClr val="accent2"/>
                  </a:solidFill>
                </a:rPr>
                <a:t> </a:t>
              </a:r>
              <a:r>
                <a:rPr lang="zh-CN" altLang="en-US" sz="2800" b="1">
                  <a:solidFill>
                    <a:schemeClr val="accent2"/>
                  </a:solidFill>
                </a:rPr>
                <a:t>的观察值大于</a:t>
              </a:r>
            </a:p>
          </p:txBody>
        </p:sp>
        <p:graphicFrame>
          <p:nvGraphicFramePr>
            <p:cNvPr id="51214" name="Object 16"/>
            <p:cNvGraphicFramePr>
              <a:graphicFrameLocks noChangeAspect="1"/>
            </p:cNvGraphicFramePr>
            <p:nvPr/>
          </p:nvGraphicFramePr>
          <p:xfrm>
            <a:off x="408" y="1638"/>
            <a:ext cx="744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8" name="Equation" r:id="rId6" imgW="24679345" imgH="10963350" progId="Equation.DSMT4">
                    <p:embed/>
                  </p:oleObj>
                </mc:Choice>
                <mc:Fallback>
                  <p:oleObj name="Equation" r:id="rId6" imgW="24679345" imgH="1096335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" y="1638"/>
                          <a:ext cx="744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15" name="Object 17"/>
            <p:cNvGraphicFramePr>
              <a:graphicFrameLocks noChangeAspect="1"/>
            </p:cNvGraphicFramePr>
            <p:nvPr/>
          </p:nvGraphicFramePr>
          <p:xfrm>
            <a:off x="4344" y="1236"/>
            <a:ext cx="44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" name="Equation" r:id="rId8" imgW="15230365" imgH="7610490" progId="Equation.DSMT4">
                    <p:embed/>
                  </p:oleObj>
                </mc:Choice>
                <mc:Fallback>
                  <p:oleObj name="Equation" r:id="rId8" imgW="15230365" imgH="76104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1236"/>
                          <a:ext cx="44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386" name="Text Box 18"/>
          <p:cNvSpPr txBox="1">
            <a:spLocks noChangeArrowheads="1"/>
          </p:cNvSpPr>
          <p:nvPr/>
        </p:nvSpPr>
        <p:spPr bwMode="auto">
          <a:xfrm>
            <a:off x="1873250" y="3619501"/>
            <a:ext cx="2927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Font typeface="Wingdings" panose="05000000000000000000" pitchFamily="2" charset="2"/>
              <a:buBlip>
                <a:blip r:embed="rId3"/>
              </a:buBlip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解</a:t>
            </a:r>
            <a:r>
              <a:rPr lang="en-US" altLang="zh-CN" sz="2800">
                <a:solidFill>
                  <a:srgbClr val="0000FF"/>
                </a:solidFill>
              </a:rPr>
              <a:t>:</a:t>
            </a:r>
            <a:r>
              <a:rPr lang="zh-CN" altLang="en-US" sz="2800">
                <a:solidFill>
                  <a:schemeClr val="tx2"/>
                </a:solidFill>
              </a:rPr>
              <a:t>   </a:t>
            </a:r>
            <a:r>
              <a:rPr lang="zh-CN" altLang="en-US" sz="2800" b="1">
                <a:solidFill>
                  <a:schemeClr val="accent2"/>
                </a:solidFill>
              </a:rPr>
              <a:t>由题意可知</a:t>
            </a:r>
            <a:endParaRPr lang="zh-CN" altLang="en-US" sz="2800" b="1">
              <a:solidFill>
                <a:schemeClr val="tx2"/>
              </a:solidFill>
            </a:endParaRPr>
          </a:p>
        </p:txBody>
      </p:sp>
      <p:graphicFrame>
        <p:nvGraphicFramePr>
          <p:cNvPr id="58387" name="Object 19"/>
          <p:cNvGraphicFramePr>
            <a:graphicFrameLocks noChangeAspect="1"/>
          </p:cNvGraphicFramePr>
          <p:nvPr/>
        </p:nvGraphicFramePr>
        <p:xfrm>
          <a:off x="4540251" y="3716338"/>
          <a:ext cx="16859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0" name="Equation" r:id="rId10" imgW="37785655" imgH="9439200" progId="Equation.DSMT4">
                  <p:embed/>
                </p:oleObj>
              </mc:Choice>
              <mc:Fallback>
                <p:oleObj name="Equation" r:id="rId10" imgW="37785655" imgH="9439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0251" y="3716338"/>
                        <a:ext cx="16859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8" name="Object 20"/>
          <p:cNvGraphicFramePr>
            <a:graphicFrameLocks noChangeAspect="1"/>
          </p:cNvGraphicFramePr>
          <p:nvPr/>
        </p:nvGraphicFramePr>
        <p:xfrm>
          <a:off x="2624138" y="4062413"/>
          <a:ext cx="602615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Equation" r:id="rId12" imgW="135016765" imgH="21936150" progId="Equation.DSMT4">
                  <p:embed/>
                </p:oleObj>
              </mc:Choice>
              <mc:Fallback>
                <p:oleObj name="Equation" r:id="rId12" imgW="135016765" imgH="2193615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4138" y="4062413"/>
                        <a:ext cx="6026150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9" name="Object 21"/>
          <p:cNvGraphicFramePr>
            <a:graphicFrameLocks noChangeAspect="1"/>
          </p:cNvGraphicFramePr>
          <p:nvPr/>
        </p:nvGraphicFramePr>
        <p:xfrm>
          <a:off x="3709988" y="5867400"/>
          <a:ext cx="196056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Equation" r:id="rId14" imgW="42052945" imgH="10658520" progId="Equation.DSMT4">
                  <p:embed/>
                </p:oleObj>
              </mc:Choice>
              <mc:Fallback>
                <p:oleObj name="Equation" r:id="rId14" imgW="42052945" imgH="10658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5867400"/>
                        <a:ext cx="1960562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90" name="Object 22"/>
          <p:cNvGraphicFramePr>
            <a:graphicFrameLocks noChangeAspect="1"/>
          </p:cNvGraphicFramePr>
          <p:nvPr/>
        </p:nvGraphicFramePr>
        <p:xfrm>
          <a:off x="2597151" y="5205414"/>
          <a:ext cx="65944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16" imgW="141417565" imgH="10963350" progId="Equation.DSMT4">
                  <p:embed/>
                </p:oleObj>
              </mc:Choice>
              <mc:Fallback>
                <p:oleObj name="Equation" r:id="rId16" imgW="141417565" imgH="1096335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151" y="5205414"/>
                        <a:ext cx="65944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7B2029-7255-4E9E-BF92-76C936471726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1699791" y="455613"/>
            <a:ext cx="12684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3200" kern="12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endParaRPr lang="zh-CN" altLang="en-US" sz="2400" b="1" dirty="0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8406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86" grpId="0" build="p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94</Words>
  <Application>Microsoft Office PowerPoint</Application>
  <PresentationFormat>宽屏</PresentationFormat>
  <Paragraphs>23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zhcy</dc:creator>
  <cp:lastModifiedBy>zhcy</cp:lastModifiedBy>
  <cp:revision>6</cp:revision>
  <dcterms:created xsi:type="dcterms:W3CDTF">2016-11-10T02:38:40Z</dcterms:created>
  <dcterms:modified xsi:type="dcterms:W3CDTF">2018-11-16T00:20:04Z</dcterms:modified>
</cp:coreProperties>
</file>