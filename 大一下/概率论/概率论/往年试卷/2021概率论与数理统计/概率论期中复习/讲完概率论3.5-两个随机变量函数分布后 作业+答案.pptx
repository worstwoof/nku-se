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8" r:id="rId2"/>
    <p:sldId id="261" r:id="rId3"/>
    <p:sldId id="262" r:id="rId4"/>
    <p:sldId id="263" r:id="rId5"/>
    <p:sldId id="259" r:id="rId6"/>
    <p:sldId id="264" r:id="rId7"/>
    <p:sldId id="260" r:id="rId8"/>
    <p:sldId id="265" r:id="rId9"/>
    <p:sldId id="266" r:id="rId10"/>
    <p:sldId id="267" r:id="rId11"/>
  </p:sldIdLst>
  <p:sldSz cx="12192000" cy="6858000"/>
  <p:notesSz cx="9947275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image" Target="../media/image8.wmf"/><Relationship Id="rId6" Type="http://schemas.openxmlformats.org/officeDocument/2006/relationships/image" Target="../media/image13.e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w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C9D07-A072-45F1-A427-EC31A0252040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AD65D-FEBB-4FE8-A87F-ADF9CCC11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8470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56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25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66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49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0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17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46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6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94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21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FA854-F58E-4D3A-BCB5-D1E3FEA5960F}" type="datetimeFigureOut">
              <a:rPr lang="zh-CN" altLang="en-US" smtClean="0"/>
              <a:t>2019/11/6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FE64A-1F75-4BED-9E5A-B463094139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4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.png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.emf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.bin"/><Relationship Id="rId20" Type="http://schemas.openxmlformats.org/officeDocument/2006/relationships/image" Target="../media/image16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15" Type="http://schemas.openxmlformats.org/officeDocument/2006/relationships/image" Target="../media/image13.e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5.wmf"/><Relationship Id="rId4" Type="http://schemas.openxmlformats.org/officeDocument/2006/relationships/image" Target="../media/image8.wmf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1.emf"/><Relationship Id="rId18" Type="http://schemas.openxmlformats.org/officeDocument/2006/relationships/oleObject" Target="../embeddings/oleObject21.bin"/><Relationship Id="rId3" Type="http://schemas.openxmlformats.org/officeDocument/2006/relationships/oleObject" Target="../embeddings/oleObject14.bin"/><Relationship Id="rId7" Type="http://schemas.openxmlformats.org/officeDocument/2006/relationships/image" Target="../media/image2.png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11" Type="http://schemas.openxmlformats.org/officeDocument/2006/relationships/image" Target="../media/image20.wmf"/><Relationship Id="rId5" Type="http://schemas.openxmlformats.org/officeDocument/2006/relationships/oleObject" Target="../embeddings/oleObject15.bin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24.emf"/><Relationship Id="rId4" Type="http://schemas.openxmlformats.org/officeDocument/2006/relationships/image" Target="../media/image17.e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31.bin"/><Relationship Id="rId3" Type="http://schemas.openxmlformats.org/officeDocument/2006/relationships/oleObject" Target="../embeddings/oleObject24.bin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.bin"/><Relationship Id="rId20" Type="http://schemas.openxmlformats.org/officeDocument/2006/relationships/image" Target="../media/image32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6.wmf"/><Relationship Id="rId5" Type="http://schemas.openxmlformats.org/officeDocument/2006/relationships/image" Target="../media/image2.png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0.wmf"/><Relationship Id="rId4" Type="http://schemas.openxmlformats.org/officeDocument/2006/relationships/image" Target="../media/image33.wmf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2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50" name="Object 4"/>
          <p:cNvGraphicFramePr>
            <a:graphicFrameLocks noChangeAspect="1"/>
          </p:cNvGraphicFramePr>
          <p:nvPr/>
        </p:nvGraphicFramePr>
        <p:xfrm>
          <a:off x="2241550" y="1700214"/>
          <a:ext cx="7537450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文档" r:id="rId3" imgW="2942381" imgH="1080759" progId="Word.Document.8">
                  <p:embed/>
                </p:oleObj>
              </mc:Choice>
              <mc:Fallback>
                <p:oleObj name="文档" r:id="rId3" imgW="2942381" imgH="10807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1700214"/>
                        <a:ext cx="7537450" cy="27511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Rectangle 9"/>
          <p:cNvSpPr>
            <a:spLocks noChangeArrowheads="1"/>
          </p:cNvSpPr>
          <p:nvPr/>
        </p:nvSpPr>
        <p:spPr bwMode="auto">
          <a:xfrm>
            <a:off x="1524001" y="2962603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pic>
        <p:nvPicPr>
          <p:cNvPr id="5325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4" y="1711325"/>
            <a:ext cx="122713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3" name="矩形 5"/>
          <p:cNvSpPr>
            <a:spLocks noChangeArrowheads="1"/>
          </p:cNvSpPr>
          <p:nvPr/>
        </p:nvSpPr>
        <p:spPr bwMode="auto">
          <a:xfrm>
            <a:off x="4439817" y="438284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第六次作业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325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016F44A-F03A-42AD-9742-52B7CD1F8055}" type="slidenum">
              <a:rPr kumimoji="0" lang="en-US" altLang="zh-CN" sz="1400">
                <a:solidFill>
                  <a:schemeClr val="tx1"/>
                </a:solidFill>
              </a:rPr>
              <a:pPr/>
              <a:t>1</a:t>
            </a:fld>
            <a:endParaRPr kumimoji="0" lang="en-US" altLang="zh-CN" sz="140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47304" y="1069248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1.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65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4"/>
          <p:cNvGraphicFramePr>
            <a:graphicFrameLocks noChangeAspect="1"/>
          </p:cNvGraphicFramePr>
          <p:nvPr/>
        </p:nvGraphicFramePr>
        <p:xfrm>
          <a:off x="1558925" y="73025"/>
          <a:ext cx="7537450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3" imgW="2942381" imgH="1080759" progId="Word.Document.8">
                  <p:embed/>
                </p:oleObj>
              </mc:Choice>
              <mc:Fallback>
                <p:oleObj name="文档" r:id="rId3" imgW="2942381" imgH="10807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73025"/>
                        <a:ext cx="7537450" cy="2751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7" name="Object 5"/>
          <p:cNvGraphicFramePr>
            <a:graphicFrameLocks noChangeAspect="1"/>
          </p:cNvGraphicFramePr>
          <p:nvPr/>
        </p:nvGraphicFramePr>
        <p:xfrm>
          <a:off x="1881188" y="3643314"/>
          <a:ext cx="8208962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文档" r:id="rId5" imgW="3682256" imgH="594021" progId="Word.Document.8">
                  <p:embed/>
                </p:oleObj>
              </mc:Choice>
              <mc:Fallback>
                <p:oleObj name="文档" r:id="rId5" imgW="3682256" imgH="5940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3643314"/>
                        <a:ext cx="8208962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198" name="Text Box 6"/>
          <p:cNvSpPr txBox="1">
            <a:spLocks noChangeArrowheads="1"/>
          </p:cNvSpPr>
          <p:nvPr/>
        </p:nvSpPr>
        <p:spPr bwMode="auto">
          <a:xfrm>
            <a:off x="1809750" y="3214688"/>
            <a:ext cx="167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rPr>
              <a:t>解  </a:t>
            </a: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en-US" altLang="zh-CN" sz="2800" b="1">
                <a:latin typeface="Arial" panose="020B0604020202020204" pitchFamily="34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520199" name="Object 7"/>
          <p:cNvGraphicFramePr>
            <a:graphicFrameLocks noChangeAspect="1"/>
          </p:cNvGraphicFramePr>
          <p:nvPr/>
        </p:nvGraphicFramePr>
        <p:xfrm>
          <a:off x="1992314" y="5013325"/>
          <a:ext cx="43910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文档" r:id="rId8" imgW="1506084" imgH="237609" progId="Word.Document.8">
                  <p:embed/>
                </p:oleObj>
              </mc:Choice>
              <mc:Fallback>
                <p:oleObj name="文档" r:id="rId8" imgW="1506084" imgH="2376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5013325"/>
                        <a:ext cx="439102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Rectangle 9"/>
          <p:cNvSpPr>
            <a:spLocks noChangeArrowheads="1"/>
          </p:cNvSpPr>
          <p:nvPr/>
        </p:nvSpPr>
        <p:spPr bwMode="auto">
          <a:xfrm>
            <a:off x="1524001" y="2962603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0202" name="Object 10"/>
          <p:cNvGraphicFramePr>
            <a:graphicFrameLocks noChangeAspect="1"/>
          </p:cNvGraphicFramePr>
          <p:nvPr/>
        </p:nvGraphicFramePr>
        <p:xfrm>
          <a:off x="2135188" y="5516563"/>
          <a:ext cx="80645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文档" r:id="rId10" imgW="2899442" imgH="396014" progId="Word.Document.8">
                  <p:embed/>
                </p:oleObj>
              </mc:Choice>
              <mc:Fallback>
                <p:oleObj name="文档" r:id="rId10" imgW="2899442" imgH="3960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5516563"/>
                        <a:ext cx="806450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280" name="Picture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73025"/>
            <a:ext cx="1225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6167439" y="3643313"/>
            <a:ext cx="1296987" cy="100965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Blip>
                <a:blip r:embed="rId7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5735638" y="476251"/>
            <a:ext cx="3097212" cy="61436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Blip>
                <a:blip r:embed="rId7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2279650" y="4005264"/>
            <a:ext cx="1079500" cy="50323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996633"/>
              </a:buClr>
              <a:buBlip>
                <a:blip r:embed="rId7"/>
              </a:buBlip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4284" name="图片 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9" y="1538288"/>
            <a:ext cx="2300287" cy="219551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2AD1840-1CF6-4D66-B511-4853C48AEBB4}" type="slidenum">
              <a:rPr kumimoji="0" lang="en-US" altLang="zh-CN" sz="1400">
                <a:solidFill>
                  <a:schemeClr val="tx1"/>
                </a:solidFill>
              </a:rPr>
              <a:pPr/>
              <a:t>2</a:t>
            </a:fld>
            <a:endParaRPr kumimoji="0" lang="en-US" altLang="zh-C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7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5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52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1221" name="Object 5"/>
          <p:cNvGraphicFramePr>
            <a:graphicFrameLocks noChangeAspect="1"/>
          </p:cNvGraphicFramePr>
          <p:nvPr/>
        </p:nvGraphicFramePr>
        <p:xfrm>
          <a:off x="2424114" y="1773238"/>
          <a:ext cx="5976937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Equation" r:id="rId3" imgW="2527300" imgH="393700" progId="Equation.DSMT4">
                  <p:embed/>
                </p:oleObj>
              </mc:Choice>
              <mc:Fallback>
                <p:oleObj name="Equation" r:id="rId3" imgW="25273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1773238"/>
                        <a:ext cx="5976937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6"/>
          <p:cNvGraphicFramePr>
            <a:graphicFrameLocks noChangeAspect="1"/>
          </p:cNvGraphicFramePr>
          <p:nvPr/>
        </p:nvGraphicFramePr>
        <p:xfrm>
          <a:off x="2208214" y="836614"/>
          <a:ext cx="26638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文档" r:id="rId5" imgW="1008895" imgH="197647" progId="Word.Document.8">
                  <p:embed/>
                </p:oleObj>
              </mc:Choice>
              <mc:Fallback>
                <p:oleObj name="文档" r:id="rId5" imgW="1008895" imgH="19764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836614"/>
                        <a:ext cx="26638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8"/>
          <p:cNvSpPr>
            <a:spLocks noChangeArrowheads="1"/>
          </p:cNvSpPr>
          <p:nvPr/>
        </p:nvSpPr>
        <p:spPr bwMode="auto">
          <a:xfrm>
            <a:off x="1524001" y="29578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1223" name="Object 7"/>
          <p:cNvGraphicFramePr>
            <a:graphicFrameLocks noChangeAspect="1"/>
          </p:cNvGraphicFramePr>
          <p:nvPr/>
        </p:nvGraphicFramePr>
        <p:xfrm>
          <a:off x="3143250" y="2781300"/>
          <a:ext cx="25923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8" imgW="1040948" imgH="406224" progId="Equation.DSMT4">
                  <p:embed/>
                </p:oleObj>
              </mc:Choice>
              <mc:Fallback>
                <p:oleObj name="Equation" r:id="rId8" imgW="104094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2781300"/>
                        <a:ext cx="259238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Rectangle 10"/>
          <p:cNvSpPr>
            <a:spLocks noChangeArrowheads="1"/>
          </p:cNvSpPr>
          <p:nvPr/>
        </p:nvSpPr>
        <p:spPr bwMode="auto">
          <a:xfrm>
            <a:off x="1524001" y="2991178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1225" name="Object 9"/>
          <p:cNvGraphicFramePr>
            <a:graphicFrameLocks noChangeAspect="1"/>
          </p:cNvGraphicFramePr>
          <p:nvPr/>
        </p:nvGraphicFramePr>
        <p:xfrm>
          <a:off x="5680075" y="2708276"/>
          <a:ext cx="38560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Equation" r:id="rId10" imgW="1511300" imgH="355600" progId="Equation.DSMT4">
                  <p:embed/>
                </p:oleObj>
              </mc:Choice>
              <mc:Fallback>
                <p:oleObj name="Equation" r:id="rId10" imgW="1511300" imgH="355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2708276"/>
                        <a:ext cx="385603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12"/>
          <p:cNvSpPr>
            <a:spLocks noChangeArrowheads="1"/>
          </p:cNvSpPr>
          <p:nvPr/>
        </p:nvSpPr>
        <p:spPr bwMode="auto">
          <a:xfrm>
            <a:off x="1524001" y="2972128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1227" name="Object 11"/>
          <p:cNvGraphicFramePr>
            <a:graphicFrameLocks noChangeAspect="1"/>
          </p:cNvGraphicFramePr>
          <p:nvPr/>
        </p:nvGraphicFramePr>
        <p:xfrm>
          <a:off x="3216275" y="3716338"/>
          <a:ext cx="19431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Equation" r:id="rId12" imgW="723586" imgH="393529" progId="Equation.DSMT4">
                  <p:embed/>
                </p:oleObj>
              </mc:Choice>
              <mc:Fallback>
                <p:oleObj name="Equation" r:id="rId12" imgW="72358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16338"/>
                        <a:ext cx="19431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6672263" y="3644900"/>
            <a:ext cx="3384550" cy="2679700"/>
            <a:chOff x="3243" y="2296"/>
            <a:chExt cx="2132" cy="1688"/>
          </a:xfrm>
        </p:grpSpPr>
        <p:sp>
          <p:nvSpPr>
            <p:cNvPr id="55310" name="Line 13"/>
            <p:cNvSpPr>
              <a:spLocks noChangeShapeType="1"/>
            </p:cNvSpPr>
            <p:nvPr/>
          </p:nvSpPr>
          <p:spPr bwMode="auto">
            <a:xfrm flipV="1">
              <a:off x="3696" y="2296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4"/>
            <p:cNvSpPr>
              <a:spLocks noChangeShapeType="1"/>
            </p:cNvSpPr>
            <p:nvPr/>
          </p:nvSpPr>
          <p:spPr bwMode="auto">
            <a:xfrm>
              <a:off x="3243" y="3657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Rectangle 15"/>
            <p:cNvSpPr>
              <a:spLocks noChangeArrowheads="1"/>
            </p:cNvSpPr>
            <p:nvPr/>
          </p:nvSpPr>
          <p:spPr bwMode="auto">
            <a:xfrm>
              <a:off x="3696" y="2568"/>
              <a:ext cx="1180" cy="10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55313" name="AutoShape 16"/>
            <p:cNvSpPr>
              <a:spLocks noChangeArrowheads="1"/>
            </p:cNvSpPr>
            <p:nvPr/>
          </p:nvSpPr>
          <p:spPr bwMode="auto">
            <a:xfrm>
              <a:off x="3696" y="2750"/>
              <a:ext cx="908" cy="907"/>
            </a:xfrm>
            <a:prstGeom prst="rtTriangl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55314" name="Text Box 17"/>
            <p:cNvSpPr txBox="1">
              <a:spLocks noChangeArrowheads="1"/>
            </p:cNvSpPr>
            <p:nvPr/>
          </p:nvSpPr>
          <p:spPr bwMode="auto">
            <a:xfrm>
              <a:off x="4785" y="3657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55315" name="Text Box 18"/>
            <p:cNvSpPr txBox="1">
              <a:spLocks noChangeArrowheads="1"/>
            </p:cNvSpPr>
            <p:nvPr/>
          </p:nvSpPr>
          <p:spPr bwMode="auto">
            <a:xfrm>
              <a:off x="3515" y="243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55316" name="Text Box 19"/>
            <p:cNvSpPr txBox="1">
              <a:spLocks noChangeArrowheads="1"/>
            </p:cNvSpPr>
            <p:nvPr/>
          </p:nvSpPr>
          <p:spPr bwMode="auto">
            <a:xfrm>
              <a:off x="3424" y="3657"/>
              <a:ext cx="2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i="1"/>
                <a:t>O</a:t>
              </a:r>
            </a:p>
          </p:txBody>
        </p:sp>
        <p:graphicFrame>
          <p:nvGraphicFramePr>
            <p:cNvPr id="55317" name="Object 20"/>
            <p:cNvGraphicFramePr>
              <a:graphicFrameLocks noChangeAspect="1"/>
            </p:cNvGraphicFramePr>
            <p:nvPr/>
          </p:nvGraphicFramePr>
          <p:xfrm>
            <a:off x="3833" y="3203"/>
            <a:ext cx="24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1" name="Equation" r:id="rId14" imgW="152355" imgH="190620" progId="Equation.DSMT4">
                    <p:embed/>
                  </p:oleObj>
                </mc:Choice>
                <mc:Fallback>
                  <p:oleObj name="Equation" r:id="rId14" imgW="152355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3203"/>
                          <a:ext cx="24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8" name="Object 21"/>
            <p:cNvGraphicFramePr>
              <a:graphicFrameLocks noChangeAspect="1"/>
            </p:cNvGraphicFramePr>
            <p:nvPr/>
          </p:nvGraphicFramePr>
          <p:xfrm>
            <a:off x="3787" y="2750"/>
            <a:ext cx="86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2" name="Equation" r:id="rId16" imgW="533513" imgH="142830" progId="Equation.DSMT4">
                    <p:embed/>
                  </p:oleObj>
                </mc:Choice>
                <mc:Fallback>
                  <p:oleObj name="Equation" r:id="rId16" imgW="533513" imgH="1428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750"/>
                          <a:ext cx="86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9" name="Line 22"/>
            <p:cNvSpPr>
              <a:spLocks noChangeShapeType="1"/>
            </p:cNvSpPr>
            <p:nvPr/>
          </p:nvSpPr>
          <p:spPr bwMode="auto">
            <a:xfrm>
              <a:off x="3379" y="2432"/>
              <a:ext cx="1451" cy="14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5307" name="Object 22"/>
          <p:cNvGraphicFramePr>
            <a:graphicFrameLocks noChangeAspect="1"/>
          </p:cNvGraphicFramePr>
          <p:nvPr/>
        </p:nvGraphicFramePr>
        <p:xfrm>
          <a:off x="9882189" y="5929313"/>
          <a:ext cx="20478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公式" r:id="rId18" imgW="114102" imgH="126780" progId="Equation.3">
                  <p:embed/>
                </p:oleObj>
              </mc:Choice>
              <mc:Fallback>
                <p:oleObj name="公式" r:id="rId18" imgW="114102" imgH="126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2189" y="5929313"/>
                        <a:ext cx="204787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08" name="Picture 23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4" y="3714750"/>
            <a:ext cx="23653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9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1F5DD3B-DCF7-4E72-8F34-08B00355C091}" type="slidenum">
              <a:rPr kumimoji="0" lang="en-US" altLang="zh-CN" sz="1400">
                <a:solidFill>
                  <a:schemeClr val="tx1"/>
                </a:solidFill>
              </a:rPr>
              <a:pPr/>
              <a:t>3</a:t>
            </a:fld>
            <a:endParaRPr kumimoji="0" lang="en-US" altLang="zh-C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53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2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4"/>
          <p:cNvGraphicFramePr>
            <a:graphicFrameLocks noChangeAspect="1"/>
          </p:cNvGraphicFramePr>
          <p:nvPr/>
        </p:nvGraphicFramePr>
        <p:xfrm>
          <a:off x="2351088" y="765176"/>
          <a:ext cx="29527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name="文档" r:id="rId3" imgW="993265" imgH="237609" progId="Word.Document.8">
                  <p:embed/>
                </p:oleObj>
              </mc:Choice>
              <mc:Fallback>
                <p:oleObj name="文档" r:id="rId3" imgW="993265" imgH="2376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765176"/>
                        <a:ext cx="295275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5" name="Object 5"/>
          <p:cNvGraphicFramePr>
            <a:graphicFrameLocks noChangeAspect="1"/>
          </p:cNvGraphicFramePr>
          <p:nvPr/>
        </p:nvGraphicFramePr>
        <p:xfrm>
          <a:off x="2135189" y="1773239"/>
          <a:ext cx="388778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文档" r:id="rId5" imgW="1594597" imgH="511218" progId="Word.Document.8">
                  <p:embed/>
                </p:oleObj>
              </mc:Choice>
              <mc:Fallback>
                <p:oleObj name="文档" r:id="rId5" imgW="1594597" imgH="5112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773239"/>
                        <a:ext cx="3887787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7"/>
          <p:cNvSpPr>
            <a:spLocks noChangeArrowheads="1"/>
          </p:cNvSpPr>
          <p:nvPr/>
        </p:nvSpPr>
        <p:spPr bwMode="auto">
          <a:xfrm>
            <a:off x="1524001" y="2991178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2246" name="Object 6"/>
          <p:cNvGraphicFramePr>
            <a:graphicFrameLocks noChangeAspect="1"/>
          </p:cNvGraphicFramePr>
          <p:nvPr/>
        </p:nvGraphicFramePr>
        <p:xfrm>
          <a:off x="3071813" y="2636838"/>
          <a:ext cx="43307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Equation" r:id="rId8" imgW="1726451" imgH="355446" progId="Equation.DSMT4">
                  <p:embed/>
                </p:oleObj>
              </mc:Choice>
              <mc:Fallback>
                <p:oleObj name="Equation" r:id="rId8" imgW="1726451" imgH="3554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636838"/>
                        <a:ext cx="433070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9"/>
          <p:cNvSpPr>
            <a:spLocks noChangeArrowheads="1"/>
          </p:cNvSpPr>
          <p:nvPr/>
        </p:nvSpPr>
        <p:spPr bwMode="auto">
          <a:xfrm>
            <a:off x="1524001" y="2972128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522248" name="Object 8"/>
          <p:cNvGraphicFramePr>
            <a:graphicFrameLocks noChangeAspect="1"/>
          </p:cNvGraphicFramePr>
          <p:nvPr/>
        </p:nvGraphicFramePr>
        <p:xfrm>
          <a:off x="3071813" y="3429000"/>
          <a:ext cx="23050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10" imgW="939392" imgH="393529" progId="Equation.DSMT4">
                  <p:embed/>
                </p:oleObj>
              </mc:Choice>
              <mc:Fallback>
                <p:oleObj name="Equation" r:id="rId10" imgW="939392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429000"/>
                        <a:ext cx="23050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248525" y="1341438"/>
            <a:ext cx="3384550" cy="2895600"/>
            <a:chOff x="3606" y="845"/>
            <a:chExt cx="2132" cy="1824"/>
          </a:xfrm>
        </p:grpSpPr>
        <p:sp>
          <p:nvSpPr>
            <p:cNvPr id="56332" name="Line 10"/>
            <p:cNvSpPr>
              <a:spLocks noChangeShapeType="1"/>
            </p:cNvSpPr>
            <p:nvPr/>
          </p:nvSpPr>
          <p:spPr bwMode="auto">
            <a:xfrm flipV="1">
              <a:off x="4059" y="981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3" name="Line 11"/>
            <p:cNvSpPr>
              <a:spLocks noChangeShapeType="1"/>
            </p:cNvSpPr>
            <p:nvPr/>
          </p:nvSpPr>
          <p:spPr bwMode="auto">
            <a:xfrm>
              <a:off x="3606" y="2342"/>
              <a:ext cx="21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4" name="Rectangle 12"/>
            <p:cNvSpPr>
              <a:spLocks noChangeArrowheads="1"/>
            </p:cNvSpPr>
            <p:nvPr/>
          </p:nvSpPr>
          <p:spPr bwMode="auto">
            <a:xfrm>
              <a:off x="4059" y="1253"/>
              <a:ext cx="1180" cy="10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56335" name="AutoShape 13"/>
            <p:cNvSpPr>
              <a:spLocks noChangeArrowheads="1"/>
            </p:cNvSpPr>
            <p:nvPr/>
          </p:nvSpPr>
          <p:spPr bwMode="auto">
            <a:xfrm rot="10800000">
              <a:off x="4332" y="1253"/>
              <a:ext cx="908" cy="907"/>
            </a:xfrm>
            <a:prstGeom prst="rt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56336" name="Text Box 14"/>
            <p:cNvSpPr txBox="1">
              <a:spLocks noChangeArrowheads="1"/>
            </p:cNvSpPr>
            <p:nvPr/>
          </p:nvSpPr>
          <p:spPr bwMode="auto">
            <a:xfrm>
              <a:off x="5148" y="2342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3878" y="1117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87" y="2342"/>
              <a:ext cx="2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i="1"/>
                <a:t>O</a:t>
              </a:r>
            </a:p>
          </p:txBody>
        </p:sp>
        <p:graphicFrame>
          <p:nvGraphicFramePr>
            <p:cNvPr id="56339" name="Object 17"/>
            <p:cNvGraphicFramePr>
              <a:graphicFrameLocks noChangeAspect="1"/>
            </p:cNvGraphicFramePr>
            <p:nvPr/>
          </p:nvGraphicFramePr>
          <p:xfrm>
            <a:off x="4830" y="1344"/>
            <a:ext cx="26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4" name="Equation" r:id="rId12" imgW="161810" imgH="190620" progId="Equation.DSMT4">
                    <p:embed/>
                  </p:oleObj>
                </mc:Choice>
                <mc:Fallback>
                  <p:oleObj name="Equation" r:id="rId12" imgW="161810" imgH="1906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1344"/>
                          <a:ext cx="26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40" name="Object 18"/>
            <p:cNvGraphicFramePr>
              <a:graphicFrameLocks noChangeAspect="1"/>
            </p:cNvGraphicFramePr>
            <p:nvPr/>
          </p:nvGraphicFramePr>
          <p:xfrm>
            <a:off x="3878" y="1616"/>
            <a:ext cx="862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5" name="Equation" r:id="rId14" imgW="533513" imgH="142830" progId="Equation.DSMT4">
                    <p:embed/>
                  </p:oleObj>
                </mc:Choice>
                <mc:Fallback>
                  <p:oleObj name="Equation" r:id="rId14" imgW="533513" imgH="1428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616"/>
                          <a:ext cx="862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3923" y="845"/>
              <a:ext cx="1451" cy="14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22260" name="Object 20"/>
          <p:cNvGraphicFramePr>
            <a:graphicFrameLocks noChangeAspect="1"/>
          </p:cNvGraphicFramePr>
          <p:nvPr/>
        </p:nvGraphicFramePr>
        <p:xfrm>
          <a:off x="1847851" y="4292600"/>
          <a:ext cx="41767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文档" r:id="rId16" imgW="1508868" imgH="261369" progId="Word.Document.8">
                  <p:embed/>
                </p:oleObj>
              </mc:Choice>
              <mc:Fallback>
                <p:oleObj name="文档" r:id="rId16" imgW="1508868" imgH="26136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292600"/>
                        <a:ext cx="417671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61" name="Object 21"/>
          <p:cNvGraphicFramePr>
            <a:graphicFrameLocks noChangeAspect="1"/>
          </p:cNvGraphicFramePr>
          <p:nvPr/>
        </p:nvGraphicFramePr>
        <p:xfrm>
          <a:off x="3792539" y="4581525"/>
          <a:ext cx="5545137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文档" r:id="rId18" imgW="2374524" imgH="792028" progId="Word.Document.8">
                  <p:embed/>
                </p:oleObj>
              </mc:Choice>
              <mc:Fallback>
                <p:oleObj name="文档" r:id="rId18" imgW="2374524" imgH="7920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4581525"/>
                        <a:ext cx="5545137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48B4FDD-3EE4-4060-A55D-7EDCCAF88070}" type="slidenum">
              <a:rPr kumimoji="0" lang="en-US" altLang="zh-CN" sz="1400">
                <a:solidFill>
                  <a:schemeClr val="tx1"/>
                </a:solidFill>
              </a:rPr>
              <a:pPr/>
              <a:t>4</a:t>
            </a:fld>
            <a:endParaRPr kumimoji="0" lang="en-US" altLang="zh-CN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95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2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 smtClean="0"/>
          </a:p>
        </p:txBody>
      </p:sp>
      <p:pic>
        <p:nvPicPr>
          <p:cNvPr id="62468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243" y="1361635"/>
            <a:ext cx="67437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847304" y="1069248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2.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244" y="4221089"/>
            <a:ext cx="3095625" cy="771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244" y="1366838"/>
            <a:ext cx="30956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0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62200" y="3733800"/>
            <a:ext cx="1905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49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6349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mtClean="0"/>
              <a:t> </a:t>
            </a:r>
            <a:endParaRPr lang="zh-CN" altLang="en-US" smtClean="0"/>
          </a:p>
        </p:txBody>
      </p:sp>
      <p:pic>
        <p:nvPicPr>
          <p:cNvPr id="63493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9" y="1219200"/>
            <a:ext cx="8239125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2286000" y="4191000"/>
            <a:ext cx="3810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059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2152650" y="-53340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2152650" y="9271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/>
              <a:t> </a:t>
            </a:r>
            <a:endParaRPr lang="zh-CN" altLang="en-US" smtClean="0"/>
          </a:p>
        </p:txBody>
      </p:sp>
      <p:pic>
        <p:nvPicPr>
          <p:cNvPr id="67588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1146151"/>
            <a:ext cx="8353417" cy="42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1991544" y="1027629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</a:rPr>
              <a:t>3.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83633" y="2060848"/>
            <a:ext cx="1640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写出计算过程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7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2152650" y="-53340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2152650" y="9271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mtClean="0"/>
              <a:t> </a:t>
            </a:r>
            <a:endParaRPr lang="zh-CN" altLang="en-US" smtClean="0"/>
          </a:p>
        </p:txBody>
      </p:sp>
      <p:pic>
        <p:nvPicPr>
          <p:cNvPr id="67588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" y="173039"/>
            <a:ext cx="9229726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610600" y="443706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s-ES" altLang="zh-CN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pic>
        <p:nvPicPr>
          <p:cNvPr id="67590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805" y="5022851"/>
            <a:ext cx="8572500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198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2667000" y="896938"/>
          <a:ext cx="6553200" cy="291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" imgW="3086100" imgH="1371600" progId="Equation.3">
                  <p:embed/>
                </p:oleObj>
              </mc:Choice>
              <mc:Fallback>
                <p:oleObj name="Equation" r:id="rId3" imgW="30861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896938"/>
                        <a:ext cx="6553200" cy="291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7" name="Object 3"/>
          <p:cNvGraphicFramePr>
            <a:graphicFrameLocks noChangeAspect="1"/>
          </p:cNvGraphicFramePr>
          <p:nvPr/>
        </p:nvGraphicFramePr>
        <p:xfrm>
          <a:off x="2895600" y="4572000"/>
          <a:ext cx="64008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5" imgW="2667000" imgH="304800" progId="Equation.3">
                  <p:embed/>
                </p:oleObj>
              </mc:Choice>
              <mc:Fallback>
                <p:oleObj name="Equation" r:id="rId5" imgW="26670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2000"/>
                        <a:ext cx="64008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2381251" y="3933826"/>
            <a:ext cx="2017713" cy="519113"/>
            <a:chOff x="540" y="2478"/>
            <a:chExt cx="1271" cy="327"/>
          </a:xfrm>
        </p:grpSpPr>
        <p:sp>
          <p:nvSpPr>
            <p:cNvPr id="33802" name="Text Box 9"/>
            <p:cNvSpPr txBox="1">
              <a:spLocks noChangeArrowheads="1"/>
            </p:cNvSpPr>
            <p:nvPr/>
          </p:nvSpPr>
          <p:spPr bwMode="auto">
            <a:xfrm>
              <a:off x="540" y="247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ea typeface="黑体" panose="02010609060101010101" pitchFamily="49" charset="-122"/>
                </a:rPr>
                <a:t>解</a:t>
              </a:r>
            </a:p>
          </p:txBody>
        </p:sp>
        <p:sp>
          <p:nvSpPr>
            <p:cNvPr id="33803" name="Text Box 10"/>
            <p:cNvSpPr txBox="1">
              <a:spLocks noChangeArrowheads="1"/>
            </p:cNvSpPr>
            <p:nvPr/>
          </p:nvSpPr>
          <p:spPr bwMode="auto">
            <a:xfrm>
              <a:off x="1020" y="2478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由公式</a:t>
              </a:r>
            </a:p>
          </p:txBody>
        </p:sp>
      </p:grpSp>
      <p:sp>
        <p:nvSpPr>
          <p:cNvPr id="33797" name="Rectangle 12"/>
          <p:cNvSpPr>
            <a:spLocks noChangeArrowheads="1"/>
          </p:cNvSpPr>
          <p:nvPr/>
        </p:nvSpPr>
        <p:spPr bwMode="auto">
          <a:xfrm>
            <a:off x="2362200" y="784225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7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28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pic>
        <p:nvPicPr>
          <p:cNvPr id="33798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2276476"/>
            <a:ext cx="2619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2187576"/>
            <a:ext cx="26193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4786314"/>
            <a:ext cx="26193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4786313"/>
            <a:ext cx="204476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52" y="4786313"/>
            <a:ext cx="204476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0383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680" name="Object 2"/>
          <p:cNvGraphicFramePr>
            <a:graphicFrameLocks noChangeAspect="1"/>
          </p:cNvGraphicFramePr>
          <p:nvPr/>
        </p:nvGraphicFramePr>
        <p:xfrm>
          <a:off x="2819400" y="519114"/>
          <a:ext cx="5105400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3" imgW="2082800" imgH="495300" progId="Equation.3">
                  <p:embed/>
                </p:oleObj>
              </mc:Choice>
              <mc:Fallback>
                <p:oleObj name="Equation" r:id="rId3" imgW="2082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19114"/>
                        <a:ext cx="5105400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2438401" y="1905001"/>
            <a:ext cx="2684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得所求密度函数</a:t>
            </a:r>
          </a:p>
        </p:txBody>
      </p:sp>
      <p:graphicFrame>
        <p:nvGraphicFramePr>
          <p:cNvPr id="199681" name="Object 3"/>
          <p:cNvGraphicFramePr>
            <a:graphicFrameLocks noChangeAspect="1"/>
          </p:cNvGraphicFramePr>
          <p:nvPr/>
        </p:nvGraphicFramePr>
        <p:xfrm>
          <a:off x="5181600" y="1981200"/>
          <a:ext cx="1638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6" imgW="1637589" imgH="431613" progId="Equation.3">
                  <p:embed/>
                </p:oleObj>
              </mc:Choice>
              <mc:Fallback>
                <p:oleObj name="Equation" r:id="rId6" imgW="163758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981200"/>
                        <a:ext cx="1638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438400" y="3783014"/>
            <a:ext cx="4267200" cy="484187"/>
            <a:chOff x="576" y="2383"/>
            <a:chExt cx="2400" cy="321"/>
          </a:xfrm>
        </p:grpSpPr>
        <p:graphicFrame>
          <p:nvGraphicFramePr>
            <p:cNvPr id="34832" name="Object 8"/>
            <p:cNvGraphicFramePr>
              <a:graphicFrameLocks noChangeAspect="1"/>
            </p:cNvGraphicFramePr>
            <p:nvPr/>
          </p:nvGraphicFramePr>
          <p:xfrm>
            <a:off x="576" y="2400"/>
            <a:ext cx="13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8" name="Equation" r:id="rId8" imgW="1943100" imgH="431800" progId="Equation.3">
                    <p:embed/>
                  </p:oleObj>
                </mc:Choice>
                <mc:Fallback>
                  <p:oleObj name="Equation" r:id="rId8" imgW="19431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400"/>
                          <a:ext cx="13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3" name="Object 9"/>
            <p:cNvGraphicFramePr>
              <a:graphicFrameLocks noChangeAspect="1"/>
            </p:cNvGraphicFramePr>
            <p:nvPr/>
          </p:nvGraphicFramePr>
          <p:xfrm>
            <a:off x="1968" y="2383"/>
            <a:ext cx="100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9" name="Equation" r:id="rId10" imgW="672808" imgH="215806" progId="Equation.3">
                    <p:embed/>
                  </p:oleObj>
                </mc:Choice>
                <mc:Fallback>
                  <p:oleObj name="Equation" r:id="rId10" imgW="672808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383"/>
                          <a:ext cx="1008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9682" name="Object 4"/>
          <p:cNvGraphicFramePr>
            <a:graphicFrameLocks noChangeAspect="1"/>
          </p:cNvGraphicFramePr>
          <p:nvPr/>
        </p:nvGraphicFramePr>
        <p:xfrm>
          <a:off x="8610600" y="2614613"/>
          <a:ext cx="1536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quation" r:id="rId12" imgW="1536700" imgH="914400" progId="Equation.3">
                  <p:embed/>
                </p:oleObj>
              </mc:Choice>
              <mc:Fallback>
                <p:oleObj name="Equation" r:id="rId12" imgW="1536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614613"/>
                        <a:ext cx="1536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2590800" y="2689225"/>
            <a:ext cx="6019800" cy="700088"/>
            <a:chOff x="672" y="1694"/>
            <a:chExt cx="3792" cy="441"/>
          </a:xfrm>
        </p:grpSpPr>
        <p:graphicFrame>
          <p:nvGraphicFramePr>
            <p:cNvPr id="34830" name="Object 6"/>
            <p:cNvGraphicFramePr>
              <a:graphicFrameLocks noChangeAspect="1"/>
            </p:cNvGraphicFramePr>
            <p:nvPr/>
          </p:nvGraphicFramePr>
          <p:xfrm>
            <a:off x="2880" y="1694"/>
            <a:ext cx="1584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1" name="Equation" r:id="rId14" imgW="1129810" imgH="304668" progId="Equation.3">
                    <p:embed/>
                  </p:oleObj>
                </mc:Choice>
                <mc:Fallback>
                  <p:oleObj name="Equation" r:id="rId14" imgW="1129810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94"/>
                          <a:ext cx="1584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7"/>
            <p:cNvGraphicFramePr>
              <a:graphicFrameLocks noChangeAspect="1"/>
            </p:cNvGraphicFramePr>
            <p:nvPr/>
          </p:nvGraphicFramePr>
          <p:xfrm>
            <a:off x="672" y="1699"/>
            <a:ext cx="2256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2" name="Equation" r:id="rId16" imgW="1574800" imgH="304800" progId="Equation.3">
                    <p:embed/>
                  </p:oleObj>
                </mc:Choice>
                <mc:Fallback>
                  <p:oleObj name="Equation" r:id="rId16" imgW="1574800" imgH="304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699"/>
                          <a:ext cx="2256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381250" y="4541838"/>
            <a:ext cx="4781550" cy="1325562"/>
            <a:chOff x="540" y="2861"/>
            <a:chExt cx="2484" cy="760"/>
          </a:xfrm>
        </p:grpSpPr>
        <p:sp>
          <p:nvSpPr>
            <p:cNvPr id="34828" name="Text Box 13"/>
            <p:cNvSpPr txBox="1">
              <a:spLocks noChangeArrowheads="1"/>
            </p:cNvSpPr>
            <p:nvPr/>
          </p:nvSpPr>
          <p:spPr bwMode="auto">
            <a:xfrm>
              <a:off x="540" y="3054"/>
              <a:ext cx="28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/>
                <a:t>得</a:t>
              </a:r>
            </a:p>
          </p:txBody>
        </p:sp>
        <p:graphicFrame>
          <p:nvGraphicFramePr>
            <p:cNvPr id="34829" name="Object 5"/>
            <p:cNvGraphicFramePr>
              <a:graphicFrameLocks noChangeAspect="1"/>
            </p:cNvGraphicFramePr>
            <p:nvPr/>
          </p:nvGraphicFramePr>
          <p:xfrm>
            <a:off x="1152" y="2861"/>
            <a:ext cx="1872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3" name="Equation" r:id="rId18" imgW="1562100" imgH="635000" progId="Equation.3">
                    <p:embed/>
                  </p:oleObj>
                </mc:Choice>
                <mc:Fallback>
                  <p:oleObj name="Equation" r:id="rId18" imgW="1562100" imgH="63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61"/>
                          <a:ext cx="1872" cy="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4825" name="图片 1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739" y="2882901"/>
            <a:ext cx="257175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图片 1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75" y="4989514"/>
            <a:ext cx="26193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图片 1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65564"/>
            <a:ext cx="26193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725" y="927100"/>
            <a:ext cx="204476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779678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46</Words>
  <Application>Microsoft Office PowerPoint</Application>
  <PresentationFormat>宽屏</PresentationFormat>
  <Paragraphs>30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MS Gothic</vt:lpstr>
      <vt:lpstr>等线</vt:lpstr>
      <vt:lpstr>黑体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文档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Windows 用户</cp:lastModifiedBy>
  <cp:revision>14</cp:revision>
  <cp:lastPrinted>2019-11-06T04:02:03Z</cp:lastPrinted>
  <dcterms:created xsi:type="dcterms:W3CDTF">2016-10-31T02:20:06Z</dcterms:created>
  <dcterms:modified xsi:type="dcterms:W3CDTF">2019-11-06T04:03:05Z</dcterms:modified>
</cp:coreProperties>
</file>