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6" r:id="rId1"/>
  </p:sldMasterIdLst>
  <p:notesMasterIdLst>
    <p:notesMasterId r:id="rId52"/>
  </p:notesMasterIdLst>
  <p:sldIdLst>
    <p:sldId id="556" r:id="rId2"/>
    <p:sldId id="693" r:id="rId3"/>
    <p:sldId id="694" r:id="rId4"/>
    <p:sldId id="692" r:id="rId5"/>
    <p:sldId id="670" r:id="rId6"/>
    <p:sldId id="673" r:id="rId7"/>
    <p:sldId id="671" r:id="rId8"/>
    <p:sldId id="674" r:id="rId9"/>
    <p:sldId id="702" r:id="rId10"/>
    <p:sldId id="675" r:id="rId11"/>
    <p:sldId id="705" r:id="rId12"/>
    <p:sldId id="631" r:id="rId13"/>
    <p:sldId id="632" r:id="rId14"/>
    <p:sldId id="633" r:id="rId15"/>
    <p:sldId id="634" r:id="rId16"/>
    <p:sldId id="686" r:id="rId17"/>
    <p:sldId id="706" r:id="rId18"/>
    <p:sldId id="687" r:id="rId19"/>
    <p:sldId id="635" r:id="rId20"/>
    <p:sldId id="677" r:id="rId21"/>
    <p:sldId id="676" r:id="rId22"/>
    <p:sldId id="678" r:id="rId23"/>
    <p:sldId id="716" r:id="rId24"/>
    <p:sldId id="695" r:id="rId25"/>
    <p:sldId id="689" r:id="rId26"/>
    <p:sldId id="691" r:id="rId27"/>
    <p:sldId id="639" r:id="rId28"/>
    <p:sldId id="679" r:id="rId29"/>
    <p:sldId id="680" r:id="rId30"/>
    <p:sldId id="681" r:id="rId31"/>
    <p:sldId id="682" r:id="rId32"/>
    <p:sldId id="683" r:id="rId33"/>
    <p:sldId id="696" r:id="rId34"/>
    <p:sldId id="698" r:id="rId35"/>
    <p:sldId id="717" r:id="rId36"/>
    <p:sldId id="641" r:id="rId37"/>
    <p:sldId id="642" r:id="rId38"/>
    <p:sldId id="643" r:id="rId39"/>
    <p:sldId id="644" r:id="rId40"/>
    <p:sldId id="645" r:id="rId41"/>
    <p:sldId id="646" r:id="rId42"/>
    <p:sldId id="647" r:id="rId43"/>
    <p:sldId id="650" r:id="rId44"/>
    <p:sldId id="718" r:id="rId45"/>
    <p:sldId id="649" r:id="rId46"/>
    <p:sldId id="719" r:id="rId47"/>
    <p:sldId id="703" r:id="rId48"/>
    <p:sldId id="707" r:id="rId49"/>
    <p:sldId id="715" r:id="rId50"/>
    <p:sldId id="713" r:id="rId51"/>
  </p:sldIdLst>
  <p:sldSz cx="9144000" cy="6858000" type="screen4x3"/>
  <p:notesSz cx="6858000" cy="9144000"/>
  <p:defaultTextStyle>
    <a:defPPr>
      <a:defRPr lang="zh-CN"/>
    </a:defPPr>
    <a:lvl1pPr algn="l" rtl="0" eaLnBrk="0" fontAlgn="base" hangingPunct="0">
      <a:spcBef>
        <a:spcPct val="0"/>
      </a:spcBef>
      <a:spcAft>
        <a:spcPct val="0"/>
      </a:spcAft>
      <a:defRPr kumimoji="1" sz="3200" kern="1200">
        <a:solidFill>
          <a:schemeClr val="accent2"/>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kumimoji="1" sz="3200" kern="1200">
        <a:solidFill>
          <a:schemeClr val="accent2"/>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kumimoji="1" sz="3200" kern="1200">
        <a:solidFill>
          <a:schemeClr val="accent2"/>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kumimoji="1" sz="3200" kern="1200">
        <a:solidFill>
          <a:schemeClr val="accent2"/>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kumimoji="1" sz="3200" kern="1200">
        <a:solidFill>
          <a:schemeClr val="accent2"/>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3200" kern="1200">
        <a:solidFill>
          <a:schemeClr val="accent2"/>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3200" kern="1200">
        <a:solidFill>
          <a:schemeClr val="accent2"/>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3200" kern="1200">
        <a:solidFill>
          <a:schemeClr val="accent2"/>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3200" kern="1200">
        <a:solidFill>
          <a:schemeClr val="accent2"/>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144">
          <p15:clr>
            <a:srgbClr val="A4A3A4"/>
          </p15:clr>
        </p15:guide>
        <p15:guide id="2" pos="144">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showAnimation="0">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CC00"/>
    <a:srgbClr val="3399FF"/>
    <a:srgbClr val="CCCC00"/>
    <a:srgbClr val="CC6600"/>
    <a:srgbClr val="FFFFCC"/>
    <a:srgbClr val="333399"/>
    <a:srgbClr val="996633"/>
    <a:srgbClr val="802B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2205" autoAdjust="0"/>
    <p:restoredTop sz="94690" autoAdjust="0"/>
  </p:normalViewPr>
  <p:slideViewPr>
    <p:cSldViewPr>
      <p:cViewPr varScale="1">
        <p:scale>
          <a:sx n="96" d="100"/>
          <a:sy n="96" d="100"/>
        </p:scale>
        <p:origin x="1164" y="56"/>
      </p:cViewPr>
      <p:guideLst>
        <p:guide orient="horz" pos="144"/>
        <p:guide pos="144"/>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5.wmf"/><Relationship Id="rId1" Type="http://schemas.openxmlformats.org/officeDocument/2006/relationships/image" Target="../media/image4.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image" Target="../media/image8.emf"/><Relationship Id="rId1" Type="http://schemas.openxmlformats.org/officeDocument/2006/relationships/image" Target="../media/image7.wmf"/><Relationship Id="rId5" Type="http://schemas.openxmlformats.org/officeDocument/2006/relationships/image" Target="../media/image11.wmf"/><Relationship Id="rId4" Type="http://schemas.openxmlformats.org/officeDocument/2006/relationships/image" Target="../media/image10.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14.emf"/><Relationship Id="rId7" Type="http://schemas.openxmlformats.org/officeDocument/2006/relationships/image" Target="../media/image18.wmf"/><Relationship Id="rId2" Type="http://schemas.openxmlformats.org/officeDocument/2006/relationships/image" Target="../media/image13.emf"/><Relationship Id="rId1" Type="http://schemas.openxmlformats.org/officeDocument/2006/relationships/image" Target="../media/image12.emf"/><Relationship Id="rId6" Type="http://schemas.openxmlformats.org/officeDocument/2006/relationships/image" Target="../media/image17.wmf"/><Relationship Id="rId5" Type="http://schemas.openxmlformats.org/officeDocument/2006/relationships/image" Target="../media/image16.wmf"/><Relationship Id="rId4" Type="http://schemas.openxmlformats.org/officeDocument/2006/relationships/image" Target="../media/image15.w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21.wmf"/><Relationship Id="rId2" Type="http://schemas.openxmlformats.org/officeDocument/2006/relationships/image" Target="../media/image20.wmf"/><Relationship Id="rId1" Type="http://schemas.openxmlformats.org/officeDocument/2006/relationships/image" Target="../media/image19.emf"/><Relationship Id="rId5" Type="http://schemas.openxmlformats.org/officeDocument/2006/relationships/image" Target="../media/image23.wmf"/><Relationship Id="rId4" Type="http://schemas.openxmlformats.org/officeDocument/2006/relationships/image" Target="../media/image22.w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26.wmf"/><Relationship Id="rId2" Type="http://schemas.openxmlformats.org/officeDocument/2006/relationships/image" Target="../media/image25.emf"/><Relationship Id="rId1" Type="http://schemas.openxmlformats.org/officeDocument/2006/relationships/image" Target="../media/image24.emf"/><Relationship Id="rId5" Type="http://schemas.openxmlformats.org/officeDocument/2006/relationships/image" Target="../media/image28.wmf"/><Relationship Id="rId4" Type="http://schemas.openxmlformats.org/officeDocument/2006/relationships/image" Target="../media/image27.e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31.emf"/><Relationship Id="rId2" Type="http://schemas.openxmlformats.org/officeDocument/2006/relationships/image" Target="../media/image30.wmf"/><Relationship Id="rId1" Type="http://schemas.openxmlformats.org/officeDocument/2006/relationships/image" Target="../media/image29.e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36.wmf"/><Relationship Id="rId2" Type="http://schemas.openxmlformats.org/officeDocument/2006/relationships/image" Target="../media/image35.wmf"/><Relationship Id="rId1" Type="http://schemas.openxmlformats.org/officeDocument/2006/relationships/image" Target="../media/image34.wmf"/><Relationship Id="rId6" Type="http://schemas.openxmlformats.org/officeDocument/2006/relationships/image" Target="../media/image39.emf"/><Relationship Id="rId5" Type="http://schemas.openxmlformats.org/officeDocument/2006/relationships/image" Target="../media/image38.wmf"/><Relationship Id="rId4" Type="http://schemas.openxmlformats.org/officeDocument/2006/relationships/image" Target="../media/image37.emf"/></Relationships>
</file>

<file path=ppt/drawings/_rels/vmlDrawing9.vml.rels><?xml version="1.0" encoding="UTF-8" standalone="yes"?>
<Relationships xmlns="http://schemas.openxmlformats.org/package/2006/relationships"><Relationship Id="rId8" Type="http://schemas.openxmlformats.org/officeDocument/2006/relationships/image" Target="../media/image47.emf"/><Relationship Id="rId13" Type="http://schemas.openxmlformats.org/officeDocument/2006/relationships/image" Target="../media/image52.emf"/><Relationship Id="rId18" Type="http://schemas.openxmlformats.org/officeDocument/2006/relationships/image" Target="../media/image57.emf"/><Relationship Id="rId3" Type="http://schemas.openxmlformats.org/officeDocument/2006/relationships/image" Target="../media/image42.emf"/><Relationship Id="rId7" Type="http://schemas.openxmlformats.org/officeDocument/2006/relationships/image" Target="../media/image46.emf"/><Relationship Id="rId12" Type="http://schemas.openxmlformats.org/officeDocument/2006/relationships/image" Target="../media/image51.emf"/><Relationship Id="rId17" Type="http://schemas.openxmlformats.org/officeDocument/2006/relationships/image" Target="../media/image56.emf"/><Relationship Id="rId2" Type="http://schemas.openxmlformats.org/officeDocument/2006/relationships/image" Target="../media/image41.emf"/><Relationship Id="rId16" Type="http://schemas.openxmlformats.org/officeDocument/2006/relationships/image" Target="../media/image55.emf"/><Relationship Id="rId20" Type="http://schemas.openxmlformats.org/officeDocument/2006/relationships/image" Target="../media/image59.emf"/><Relationship Id="rId1" Type="http://schemas.openxmlformats.org/officeDocument/2006/relationships/image" Target="../media/image40.emf"/><Relationship Id="rId6" Type="http://schemas.openxmlformats.org/officeDocument/2006/relationships/image" Target="../media/image45.emf"/><Relationship Id="rId11" Type="http://schemas.openxmlformats.org/officeDocument/2006/relationships/image" Target="../media/image50.emf"/><Relationship Id="rId5" Type="http://schemas.openxmlformats.org/officeDocument/2006/relationships/image" Target="../media/image44.emf"/><Relationship Id="rId15" Type="http://schemas.openxmlformats.org/officeDocument/2006/relationships/image" Target="../media/image54.emf"/><Relationship Id="rId10" Type="http://schemas.openxmlformats.org/officeDocument/2006/relationships/image" Target="../media/image49.emf"/><Relationship Id="rId19" Type="http://schemas.openxmlformats.org/officeDocument/2006/relationships/image" Target="../media/image58.emf"/><Relationship Id="rId4" Type="http://schemas.openxmlformats.org/officeDocument/2006/relationships/image" Target="../media/image43.emf"/><Relationship Id="rId9" Type="http://schemas.openxmlformats.org/officeDocument/2006/relationships/image" Target="../media/image48.emf"/><Relationship Id="rId14" Type="http://schemas.openxmlformats.org/officeDocument/2006/relationships/image" Target="../media/image53.e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62.emf"/><Relationship Id="rId2" Type="http://schemas.openxmlformats.org/officeDocument/2006/relationships/image" Target="../media/image61.emf"/><Relationship Id="rId1" Type="http://schemas.openxmlformats.org/officeDocument/2006/relationships/image" Target="../media/image60.e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65.wmf"/><Relationship Id="rId2" Type="http://schemas.openxmlformats.org/officeDocument/2006/relationships/image" Target="../media/image64.wmf"/><Relationship Id="rId1" Type="http://schemas.openxmlformats.org/officeDocument/2006/relationships/image" Target="../media/image63.emf"/><Relationship Id="rId4" Type="http://schemas.openxmlformats.org/officeDocument/2006/relationships/image" Target="../media/image66.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67.emf"/></Relationships>
</file>

<file path=ppt/drawings/_rels/vmlDrawing13.vml.rels><?xml version="1.0" encoding="UTF-8" standalone="yes"?>
<Relationships xmlns="http://schemas.openxmlformats.org/package/2006/relationships"><Relationship Id="rId3" Type="http://schemas.openxmlformats.org/officeDocument/2006/relationships/image" Target="../media/image70.emf"/><Relationship Id="rId2" Type="http://schemas.openxmlformats.org/officeDocument/2006/relationships/image" Target="../media/image69.emf"/><Relationship Id="rId1" Type="http://schemas.openxmlformats.org/officeDocument/2006/relationships/image" Target="../media/image68.emf"/></Relationships>
</file>

<file path=ppt/drawings/_rels/vmlDrawing14.vml.rels><?xml version="1.0" encoding="UTF-8" standalone="yes"?>
<Relationships xmlns="http://schemas.openxmlformats.org/package/2006/relationships"><Relationship Id="rId3" Type="http://schemas.openxmlformats.org/officeDocument/2006/relationships/image" Target="../media/image73.wmf"/><Relationship Id="rId7" Type="http://schemas.openxmlformats.org/officeDocument/2006/relationships/image" Target="../media/image16.wmf"/><Relationship Id="rId2" Type="http://schemas.openxmlformats.org/officeDocument/2006/relationships/image" Target="../media/image72.wmf"/><Relationship Id="rId1" Type="http://schemas.openxmlformats.org/officeDocument/2006/relationships/image" Target="../media/image71.wmf"/><Relationship Id="rId6" Type="http://schemas.openxmlformats.org/officeDocument/2006/relationships/image" Target="../media/image76.wmf"/><Relationship Id="rId5" Type="http://schemas.openxmlformats.org/officeDocument/2006/relationships/image" Target="../media/image75.wmf"/><Relationship Id="rId4" Type="http://schemas.openxmlformats.org/officeDocument/2006/relationships/image" Target="../media/image74.wmf"/></Relationships>
</file>

<file path=ppt/drawings/_rels/vmlDrawing15.vml.rels><?xml version="1.0" encoding="UTF-8" standalone="yes"?>
<Relationships xmlns="http://schemas.openxmlformats.org/package/2006/relationships"><Relationship Id="rId8" Type="http://schemas.openxmlformats.org/officeDocument/2006/relationships/image" Target="../media/image71.wmf"/><Relationship Id="rId3" Type="http://schemas.openxmlformats.org/officeDocument/2006/relationships/image" Target="../media/image79.wmf"/><Relationship Id="rId7" Type="http://schemas.openxmlformats.org/officeDocument/2006/relationships/image" Target="../media/image83.wmf"/><Relationship Id="rId2" Type="http://schemas.openxmlformats.org/officeDocument/2006/relationships/image" Target="../media/image78.wmf"/><Relationship Id="rId1" Type="http://schemas.openxmlformats.org/officeDocument/2006/relationships/image" Target="../media/image77.wmf"/><Relationship Id="rId6" Type="http://schemas.openxmlformats.org/officeDocument/2006/relationships/image" Target="../media/image82.wmf"/><Relationship Id="rId5" Type="http://schemas.openxmlformats.org/officeDocument/2006/relationships/image" Target="../media/image81.wmf"/><Relationship Id="rId4" Type="http://schemas.openxmlformats.org/officeDocument/2006/relationships/image" Target="../media/image80.wmf"/></Relationships>
</file>

<file path=ppt/drawings/_rels/vmlDrawing16.vml.rels><?xml version="1.0" encoding="UTF-8" standalone="yes"?>
<Relationships xmlns="http://schemas.openxmlformats.org/package/2006/relationships"><Relationship Id="rId8" Type="http://schemas.openxmlformats.org/officeDocument/2006/relationships/image" Target="../media/image71.wmf"/><Relationship Id="rId3" Type="http://schemas.openxmlformats.org/officeDocument/2006/relationships/image" Target="../media/image86.wmf"/><Relationship Id="rId7" Type="http://schemas.openxmlformats.org/officeDocument/2006/relationships/image" Target="../media/image88.wmf"/><Relationship Id="rId2" Type="http://schemas.openxmlformats.org/officeDocument/2006/relationships/image" Target="../media/image85.wmf"/><Relationship Id="rId1" Type="http://schemas.openxmlformats.org/officeDocument/2006/relationships/image" Target="../media/image84.wmf"/><Relationship Id="rId6" Type="http://schemas.openxmlformats.org/officeDocument/2006/relationships/image" Target="../media/image87.wmf"/><Relationship Id="rId5" Type="http://schemas.openxmlformats.org/officeDocument/2006/relationships/image" Target="../media/image78.wmf"/><Relationship Id="rId4" Type="http://schemas.openxmlformats.org/officeDocument/2006/relationships/image" Target="../media/image77.w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89.emf"/></Relationships>
</file>

<file path=ppt/drawings/_rels/vmlDrawing18.vml.rels><?xml version="1.0" encoding="UTF-8" standalone="yes"?>
<Relationships xmlns="http://schemas.openxmlformats.org/package/2006/relationships"><Relationship Id="rId3" Type="http://schemas.openxmlformats.org/officeDocument/2006/relationships/image" Target="../media/image92.emf"/><Relationship Id="rId2" Type="http://schemas.openxmlformats.org/officeDocument/2006/relationships/image" Target="../media/image91.emf"/><Relationship Id="rId1" Type="http://schemas.openxmlformats.org/officeDocument/2006/relationships/image" Target="../media/image90.wmf"/></Relationships>
</file>

<file path=ppt/drawings/_rels/vmlDrawing19.vml.rels><?xml version="1.0" encoding="UTF-8" standalone="yes"?>
<Relationships xmlns="http://schemas.openxmlformats.org/package/2006/relationships"><Relationship Id="rId3" Type="http://schemas.openxmlformats.org/officeDocument/2006/relationships/image" Target="../media/image95.emf"/><Relationship Id="rId7" Type="http://schemas.openxmlformats.org/officeDocument/2006/relationships/image" Target="../media/image16.wmf"/><Relationship Id="rId2" Type="http://schemas.openxmlformats.org/officeDocument/2006/relationships/image" Target="../media/image94.emf"/><Relationship Id="rId1" Type="http://schemas.openxmlformats.org/officeDocument/2006/relationships/image" Target="../media/image93.emf"/><Relationship Id="rId6" Type="http://schemas.openxmlformats.org/officeDocument/2006/relationships/image" Target="../media/image98.wmf"/><Relationship Id="rId5" Type="http://schemas.openxmlformats.org/officeDocument/2006/relationships/image" Target="../media/image97.emf"/><Relationship Id="rId4" Type="http://schemas.openxmlformats.org/officeDocument/2006/relationships/image" Target="../media/image96.emf"/></Relationships>
</file>

<file path=ppt/drawings/_rels/vmlDrawing20.vml.rels><?xml version="1.0" encoding="UTF-8" standalone="yes"?>
<Relationships xmlns="http://schemas.openxmlformats.org/package/2006/relationships"><Relationship Id="rId3" Type="http://schemas.openxmlformats.org/officeDocument/2006/relationships/image" Target="../media/image101.emf"/><Relationship Id="rId2" Type="http://schemas.openxmlformats.org/officeDocument/2006/relationships/image" Target="../media/image100.emf"/><Relationship Id="rId1" Type="http://schemas.openxmlformats.org/officeDocument/2006/relationships/image" Target="../media/image99.emf"/><Relationship Id="rId5" Type="http://schemas.openxmlformats.org/officeDocument/2006/relationships/image" Target="../media/image103.emf"/><Relationship Id="rId4" Type="http://schemas.openxmlformats.org/officeDocument/2006/relationships/image" Target="../media/image102.emf"/></Relationships>
</file>

<file path=ppt/drawings/_rels/vmlDrawing21.vml.rels><?xml version="1.0" encoding="UTF-8" standalone="yes"?>
<Relationships xmlns="http://schemas.openxmlformats.org/package/2006/relationships"><Relationship Id="rId2" Type="http://schemas.openxmlformats.org/officeDocument/2006/relationships/image" Target="../media/image105.emf"/><Relationship Id="rId1" Type="http://schemas.openxmlformats.org/officeDocument/2006/relationships/image" Target="../media/image104.emf"/></Relationships>
</file>

<file path=ppt/drawings/_rels/vmlDrawing22.vml.rels><?xml version="1.0" encoding="UTF-8" standalone="yes"?>
<Relationships xmlns="http://schemas.openxmlformats.org/package/2006/relationships"><Relationship Id="rId3" Type="http://schemas.openxmlformats.org/officeDocument/2006/relationships/image" Target="../media/image107.wmf"/><Relationship Id="rId7" Type="http://schemas.openxmlformats.org/officeDocument/2006/relationships/image" Target="../media/image71.wmf"/><Relationship Id="rId2" Type="http://schemas.openxmlformats.org/officeDocument/2006/relationships/image" Target="../media/image106.wmf"/><Relationship Id="rId1" Type="http://schemas.openxmlformats.org/officeDocument/2006/relationships/image" Target="../media/image90.wmf"/><Relationship Id="rId6" Type="http://schemas.openxmlformats.org/officeDocument/2006/relationships/image" Target="../media/image110.wmf"/><Relationship Id="rId5" Type="http://schemas.openxmlformats.org/officeDocument/2006/relationships/image" Target="../media/image109.wmf"/><Relationship Id="rId4" Type="http://schemas.openxmlformats.org/officeDocument/2006/relationships/image" Target="../media/image108.wmf"/></Relationships>
</file>

<file path=ppt/drawings/_rels/vmlDrawing23.vml.rels><?xml version="1.0" encoding="UTF-8" standalone="yes"?>
<Relationships xmlns="http://schemas.openxmlformats.org/package/2006/relationships"><Relationship Id="rId3" Type="http://schemas.openxmlformats.org/officeDocument/2006/relationships/image" Target="../media/image113.emf"/><Relationship Id="rId2" Type="http://schemas.openxmlformats.org/officeDocument/2006/relationships/image" Target="../media/image112.wmf"/><Relationship Id="rId1" Type="http://schemas.openxmlformats.org/officeDocument/2006/relationships/image" Target="../media/image111.emf"/><Relationship Id="rId4" Type="http://schemas.openxmlformats.org/officeDocument/2006/relationships/image" Target="../media/image114.wmf"/></Relationships>
</file>

<file path=ppt/drawings/_rels/vmlDrawing24.vml.rels><?xml version="1.0" encoding="UTF-8" standalone="yes"?>
<Relationships xmlns="http://schemas.openxmlformats.org/package/2006/relationships"><Relationship Id="rId3" Type="http://schemas.openxmlformats.org/officeDocument/2006/relationships/image" Target="../media/image117.wmf"/><Relationship Id="rId2" Type="http://schemas.openxmlformats.org/officeDocument/2006/relationships/image" Target="../media/image116.wmf"/><Relationship Id="rId1" Type="http://schemas.openxmlformats.org/officeDocument/2006/relationships/image" Target="../media/image115.wmf"/></Relationships>
</file>

<file path=ppt/drawings/_rels/vmlDrawing25.vml.rels><?xml version="1.0" encoding="UTF-8" standalone="yes"?>
<Relationships xmlns="http://schemas.openxmlformats.org/package/2006/relationships"><Relationship Id="rId3" Type="http://schemas.openxmlformats.org/officeDocument/2006/relationships/image" Target="../media/image120.emf"/><Relationship Id="rId2" Type="http://schemas.openxmlformats.org/officeDocument/2006/relationships/image" Target="../media/image119.emf"/><Relationship Id="rId1" Type="http://schemas.openxmlformats.org/officeDocument/2006/relationships/image" Target="../media/image118.wmf"/></Relationships>
</file>

<file path=ppt/drawings/_rels/vmlDrawing26.vml.rels><?xml version="1.0" encoding="UTF-8" standalone="yes"?>
<Relationships xmlns="http://schemas.openxmlformats.org/package/2006/relationships"><Relationship Id="rId3" Type="http://schemas.openxmlformats.org/officeDocument/2006/relationships/image" Target="../media/image124.wmf"/><Relationship Id="rId2" Type="http://schemas.openxmlformats.org/officeDocument/2006/relationships/image" Target="../media/image123.wmf"/><Relationship Id="rId1" Type="http://schemas.openxmlformats.org/officeDocument/2006/relationships/image" Target="../media/image122.emf"/><Relationship Id="rId5" Type="http://schemas.openxmlformats.org/officeDocument/2006/relationships/image" Target="../media/image118.wmf"/><Relationship Id="rId4" Type="http://schemas.openxmlformats.org/officeDocument/2006/relationships/image" Target="../media/image125.wmf"/></Relationships>
</file>

<file path=ppt/drawings/_rels/vmlDrawing27.vml.rels><?xml version="1.0" encoding="UTF-8" standalone="yes"?>
<Relationships xmlns="http://schemas.openxmlformats.org/package/2006/relationships"><Relationship Id="rId3" Type="http://schemas.openxmlformats.org/officeDocument/2006/relationships/image" Target="../media/image129.wmf"/><Relationship Id="rId2" Type="http://schemas.openxmlformats.org/officeDocument/2006/relationships/image" Target="../media/image128.wmf"/><Relationship Id="rId1" Type="http://schemas.openxmlformats.org/officeDocument/2006/relationships/image" Target="../media/image127.wmf"/><Relationship Id="rId5" Type="http://schemas.openxmlformats.org/officeDocument/2006/relationships/image" Target="../media/image131.wmf"/><Relationship Id="rId4" Type="http://schemas.openxmlformats.org/officeDocument/2006/relationships/image" Target="../media/image130.wmf"/></Relationships>
</file>

<file path=ppt/drawings/_rels/vmlDrawing28.vml.rels><?xml version="1.0" encoding="UTF-8" standalone="yes"?>
<Relationships xmlns="http://schemas.openxmlformats.org/package/2006/relationships"><Relationship Id="rId8" Type="http://schemas.openxmlformats.org/officeDocument/2006/relationships/image" Target="../media/image139.emf"/><Relationship Id="rId3" Type="http://schemas.openxmlformats.org/officeDocument/2006/relationships/image" Target="../media/image134.wmf"/><Relationship Id="rId7" Type="http://schemas.openxmlformats.org/officeDocument/2006/relationships/image" Target="../media/image138.wmf"/><Relationship Id="rId2" Type="http://schemas.openxmlformats.org/officeDocument/2006/relationships/image" Target="../media/image133.emf"/><Relationship Id="rId1" Type="http://schemas.openxmlformats.org/officeDocument/2006/relationships/image" Target="../media/image132.emf"/><Relationship Id="rId6" Type="http://schemas.openxmlformats.org/officeDocument/2006/relationships/image" Target="../media/image137.emf"/><Relationship Id="rId5" Type="http://schemas.openxmlformats.org/officeDocument/2006/relationships/image" Target="../media/image136.wmf"/><Relationship Id="rId10" Type="http://schemas.openxmlformats.org/officeDocument/2006/relationships/image" Target="../media/image141.wmf"/><Relationship Id="rId4" Type="http://schemas.openxmlformats.org/officeDocument/2006/relationships/image" Target="../media/image135.wmf"/><Relationship Id="rId9" Type="http://schemas.openxmlformats.org/officeDocument/2006/relationships/image" Target="../media/image140.wmf"/></Relationships>
</file>

<file path=ppt/drawings/_rels/vmlDrawing29.vml.rels><?xml version="1.0" encoding="UTF-8" standalone="yes"?>
<Relationships xmlns="http://schemas.openxmlformats.org/package/2006/relationships"><Relationship Id="rId3" Type="http://schemas.openxmlformats.org/officeDocument/2006/relationships/image" Target="../media/image144.emf"/><Relationship Id="rId7" Type="http://schemas.openxmlformats.org/officeDocument/2006/relationships/image" Target="../media/image148.emf"/><Relationship Id="rId2" Type="http://schemas.openxmlformats.org/officeDocument/2006/relationships/image" Target="../media/image143.emf"/><Relationship Id="rId1" Type="http://schemas.openxmlformats.org/officeDocument/2006/relationships/image" Target="../media/image142.emf"/><Relationship Id="rId6" Type="http://schemas.openxmlformats.org/officeDocument/2006/relationships/image" Target="../media/image147.emf"/><Relationship Id="rId5" Type="http://schemas.openxmlformats.org/officeDocument/2006/relationships/image" Target="../media/image146.emf"/><Relationship Id="rId4" Type="http://schemas.openxmlformats.org/officeDocument/2006/relationships/image" Target="../media/image145.emf"/></Relationships>
</file>

<file path=ppt/drawings/_rels/vmlDrawing30.vml.rels><?xml version="1.0" encoding="UTF-8" standalone="yes"?>
<Relationships xmlns="http://schemas.openxmlformats.org/package/2006/relationships"><Relationship Id="rId8" Type="http://schemas.openxmlformats.org/officeDocument/2006/relationships/image" Target="../media/image156.wmf"/><Relationship Id="rId3" Type="http://schemas.openxmlformats.org/officeDocument/2006/relationships/image" Target="../media/image151.emf"/><Relationship Id="rId7" Type="http://schemas.openxmlformats.org/officeDocument/2006/relationships/image" Target="../media/image155.wmf"/><Relationship Id="rId2" Type="http://schemas.openxmlformats.org/officeDocument/2006/relationships/image" Target="../media/image150.emf"/><Relationship Id="rId1" Type="http://schemas.openxmlformats.org/officeDocument/2006/relationships/image" Target="../media/image149.emf"/><Relationship Id="rId6" Type="http://schemas.openxmlformats.org/officeDocument/2006/relationships/image" Target="../media/image154.wmf"/><Relationship Id="rId5" Type="http://schemas.openxmlformats.org/officeDocument/2006/relationships/image" Target="../media/image153.wmf"/><Relationship Id="rId4" Type="http://schemas.openxmlformats.org/officeDocument/2006/relationships/image" Target="../media/image152.emf"/></Relationships>
</file>

<file path=ppt/drawings/_rels/vmlDrawing31.vml.rels><?xml version="1.0" encoding="UTF-8" standalone="yes"?>
<Relationships xmlns="http://schemas.openxmlformats.org/package/2006/relationships"><Relationship Id="rId8" Type="http://schemas.openxmlformats.org/officeDocument/2006/relationships/image" Target="../media/image164.wmf"/><Relationship Id="rId3" Type="http://schemas.openxmlformats.org/officeDocument/2006/relationships/image" Target="../media/image159.emf"/><Relationship Id="rId7" Type="http://schemas.openxmlformats.org/officeDocument/2006/relationships/image" Target="../media/image163.wmf"/><Relationship Id="rId12" Type="http://schemas.openxmlformats.org/officeDocument/2006/relationships/image" Target="../media/image168.wmf"/><Relationship Id="rId2" Type="http://schemas.openxmlformats.org/officeDocument/2006/relationships/image" Target="../media/image158.emf"/><Relationship Id="rId1" Type="http://schemas.openxmlformats.org/officeDocument/2006/relationships/image" Target="../media/image157.emf"/><Relationship Id="rId6" Type="http://schemas.openxmlformats.org/officeDocument/2006/relationships/image" Target="../media/image162.wmf"/><Relationship Id="rId11" Type="http://schemas.openxmlformats.org/officeDocument/2006/relationships/image" Target="../media/image167.emf"/><Relationship Id="rId5" Type="http://schemas.openxmlformats.org/officeDocument/2006/relationships/image" Target="../media/image161.wmf"/><Relationship Id="rId10" Type="http://schemas.openxmlformats.org/officeDocument/2006/relationships/image" Target="../media/image166.emf"/><Relationship Id="rId4" Type="http://schemas.openxmlformats.org/officeDocument/2006/relationships/image" Target="../media/image160.emf"/><Relationship Id="rId9" Type="http://schemas.openxmlformats.org/officeDocument/2006/relationships/image" Target="../media/image165.emf"/></Relationships>
</file>

<file path=ppt/drawings/_rels/vmlDrawing32.vml.rels><?xml version="1.0" encoding="UTF-8" standalone="yes"?>
<Relationships xmlns="http://schemas.openxmlformats.org/package/2006/relationships"><Relationship Id="rId8" Type="http://schemas.openxmlformats.org/officeDocument/2006/relationships/image" Target="../media/image176.wmf"/><Relationship Id="rId3" Type="http://schemas.openxmlformats.org/officeDocument/2006/relationships/image" Target="../media/image171.emf"/><Relationship Id="rId7" Type="http://schemas.openxmlformats.org/officeDocument/2006/relationships/image" Target="../media/image175.wmf"/><Relationship Id="rId2" Type="http://schemas.openxmlformats.org/officeDocument/2006/relationships/image" Target="../media/image170.emf"/><Relationship Id="rId1" Type="http://schemas.openxmlformats.org/officeDocument/2006/relationships/image" Target="../media/image169.wmf"/><Relationship Id="rId6" Type="http://schemas.openxmlformats.org/officeDocument/2006/relationships/image" Target="../media/image174.wmf"/><Relationship Id="rId5" Type="http://schemas.openxmlformats.org/officeDocument/2006/relationships/image" Target="../media/image173.emf"/><Relationship Id="rId10" Type="http://schemas.openxmlformats.org/officeDocument/2006/relationships/image" Target="../media/image178.wmf"/><Relationship Id="rId4" Type="http://schemas.openxmlformats.org/officeDocument/2006/relationships/image" Target="../media/image172.emf"/><Relationship Id="rId9" Type="http://schemas.openxmlformats.org/officeDocument/2006/relationships/image" Target="../media/image177.wmf"/></Relationships>
</file>

<file path=ppt/drawings/_rels/vmlDrawing33.vml.rels><?xml version="1.0" encoding="UTF-8" standalone="yes"?>
<Relationships xmlns="http://schemas.openxmlformats.org/package/2006/relationships"><Relationship Id="rId8" Type="http://schemas.openxmlformats.org/officeDocument/2006/relationships/image" Target="../media/image186.emf"/><Relationship Id="rId3" Type="http://schemas.openxmlformats.org/officeDocument/2006/relationships/image" Target="../media/image181.emf"/><Relationship Id="rId7" Type="http://schemas.openxmlformats.org/officeDocument/2006/relationships/image" Target="../media/image185.emf"/><Relationship Id="rId2" Type="http://schemas.openxmlformats.org/officeDocument/2006/relationships/image" Target="../media/image180.emf"/><Relationship Id="rId1" Type="http://schemas.openxmlformats.org/officeDocument/2006/relationships/image" Target="../media/image179.wmf"/><Relationship Id="rId6" Type="http://schemas.openxmlformats.org/officeDocument/2006/relationships/image" Target="../media/image184.wmf"/><Relationship Id="rId11" Type="http://schemas.openxmlformats.org/officeDocument/2006/relationships/image" Target="../media/image189.emf"/><Relationship Id="rId5" Type="http://schemas.openxmlformats.org/officeDocument/2006/relationships/image" Target="../media/image183.emf"/><Relationship Id="rId10" Type="http://schemas.openxmlformats.org/officeDocument/2006/relationships/image" Target="../media/image188.emf"/><Relationship Id="rId4" Type="http://schemas.openxmlformats.org/officeDocument/2006/relationships/image" Target="../media/image182.emf"/><Relationship Id="rId9" Type="http://schemas.openxmlformats.org/officeDocument/2006/relationships/image" Target="../media/image187.emf"/></Relationships>
</file>

<file path=ppt/drawings/_rels/vmlDrawing34.vml.rels><?xml version="1.0" encoding="UTF-8" standalone="yes"?>
<Relationships xmlns="http://schemas.openxmlformats.org/package/2006/relationships"><Relationship Id="rId8" Type="http://schemas.openxmlformats.org/officeDocument/2006/relationships/image" Target="../media/image197.emf"/><Relationship Id="rId3" Type="http://schemas.openxmlformats.org/officeDocument/2006/relationships/image" Target="../media/image192.emf"/><Relationship Id="rId7" Type="http://schemas.openxmlformats.org/officeDocument/2006/relationships/image" Target="../media/image196.emf"/><Relationship Id="rId2" Type="http://schemas.openxmlformats.org/officeDocument/2006/relationships/image" Target="../media/image191.emf"/><Relationship Id="rId1" Type="http://schemas.openxmlformats.org/officeDocument/2006/relationships/image" Target="../media/image190.emf"/><Relationship Id="rId6" Type="http://schemas.openxmlformats.org/officeDocument/2006/relationships/image" Target="../media/image195.emf"/><Relationship Id="rId5" Type="http://schemas.openxmlformats.org/officeDocument/2006/relationships/image" Target="../media/image194.emf"/><Relationship Id="rId4" Type="http://schemas.openxmlformats.org/officeDocument/2006/relationships/image" Target="../media/image193.emf"/><Relationship Id="rId9" Type="http://schemas.openxmlformats.org/officeDocument/2006/relationships/image" Target="../media/image198.emf"/></Relationships>
</file>

<file path=ppt/drawings/_rels/vmlDrawing35.vml.rels><?xml version="1.0" encoding="UTF-8" standalone="yes"?>
<Relationships xmlns="http://schemas.openxmlformats.org/package/2006/relationships"><Relationship Id="rId8" Type="http://schemas.openxmlformats.org/officeDocument/2006/relationships/image" Target="../media/image206.wmf"/><Relationship Id="rId3" Type="http://schemas.openxmlformats.org/officeDocument/2006/relationships/image" Target="../media/image201.emf"/><Relationship Id="rId7" Type="http://schemas.openxmlformats.org/officeDocument/2006/relationships/image" Target="../media/image205.wmf"/><Relationship Id="rId2" Type="http://schemas.openxmlformats.org/officeDocument/2006/relationships/image" Target="../media/image200.emf"/><Relationship Id="rId1" Type="http://schemas.openxmlformats.org/officeDocument/2006/relationships/image" Target="../media/image199.emf"/><Relationship Id="rId6" Type="http://schemas.openxmlformats.org/officeDocument/2006/relationships/image" Target="../media/image204.emf"/><Relationship Id="rId5" Type="http://schemas.openxmlformats.org/officeDocument/2006/relationships/image" Target="../media/image203.emf"/><Relationship Id="rId4" Type="http://schemas.openxmlformats.org/officeDocument/2006/relationships/image" Target="../media/image202.emf"/></Relationships>
</file>

<file path=ppt/drawings/_rels/vmlDrawing36.vml.rels><?xml version="1.0" encoding="UTF-8" standalone="yes"?>
<Relationships xmlns="http://schemas.openxmlformats.org/package/2006/relationships"><Relationship Id="rId3" Type="http://schemas.openxmlformats.org/officeDocument/2006/relationships/image" Target="../media/image209.wmf"/><Relationship Id="rId2" Type="http://schemas.openxmlformats.org/officeDocument/2006/relationships/image" Target="../media/image208.emf"/><Relationship Id="rId1" Type="http://schemas.openxmlformats.org/officeDocument/2006/relationships/image" Target="../media/image207.emf"/><Relationship Id="rId5" Type="http://schemas.openxmlformats.org/officeDocument/2006/relationships/image" Target="../media/image211.wmf"/><Relationship Id="rId4" Type="http://schemas.openxmlformats.org/officeDocument/2006/relationships/image" Target="../media/image210.wmf"/></Relationships>
</file>

<file path=ppt/drawings/_rels/vmlDrawing37.vml.rels><?xml version="1.0" encoding="UTF-8" standalone="yes"?>
<Relationships xmlns="http://schemas.openxmlformats.org/package/2006/relationships"><Relationship Id="rId2" Type="http://schemas.openxmlformats.org/officeDocument/2006/relationships/image" Target="../media/image213.wmf"/><Relationship Id="rId1" Type="http://schemas.openxmlformats.org/officeDocument/2006/relationships/image" Target="../media/image212.emf"/></Relationships>
</file>

<file path=ppt/drawings/_rels/vmlDrawing38.vml.rels><?xml version="1.0" encoding="UTF-8" standalone="yes"?>
<Relationships xmlns="http://schemas.openxmlformats.org/package/2006/relationships"><Relationship Id="rId3" Type="http://schemas.openxmlformats.org/officeDocument/2006/relationships/image" Target="../media/image213.wmf"/><Relationship Id="rId2" Type="http://schemas.openxmlformats.org/officeDocument/2006/relationships/image" Target="../media/image212.emf"/><Relationship Id="rId1" Type="http://schemas.openxmlformats.org/officeDocument/2006/relationships/image" Target="../media/image214.emf"/><Relationship Id="rId5" Type="http://schemas.openxmlformats.org/officeDocument/2006/relationships/image" Target="../media/image216.wmf"/><Relationship Id="rId4" Type="http://schemas.openxmlformats.org/officeDocument/2006/relationships/image" Target="../media/image215.wmf"/></Relationships>
</file>

<file path=ppt/drawings/_rels/vmlDrawing39.vml.rels><?xml version="1.0" encoding="UTF-8" standalone="yes"?>
<Relationships xmlns="http://schemas.openxmlformats.org/package/2006/relationships"><Relationship Id="rId2" Type="http://schemas.openxmlformats.org/officeDocument/2006/relationships/image" Target="../media/image218.emf"/><Relationship Id="rId1" Type="http://schemas.openxmlformats.org/officeDocument/2006/relationships/image" Target="../media/image217.emf"/></Relationships>
</file>

<file path=ppt/drawings/_rels/vmlDrawing40.vml.rels><?xml version="1.0" encoding="UTF-8" standalone="yes"?>
<Relationships xmlns="http://schemas.openxmlformats.org/package/2006/relationships"><Relationship Id="rId8" Type="http://schemas.openxmlformats.org/officeDocument/2006/relationships/image" Target="../media/image224.wmf"/><Relationship Id="rId13" Type="http://schemas.openxmlformats.org/officeDocument/2006/relationships/image" Target="../media/image229.emf"/><Relationship Id="rId3" Type="http://schemas.openxmlformats.org/officeDocument/2006/relationships/image" Target="../media/image219.emf"/><Relationship Id="rId7" Type="http://schemas.openxmlformats.org/officeDocument/2006/relationships/image" Target="../media/image223.wmf"/><Relationship Id="rId12" Type="http://schemas.openxmlformats.org/officeDocument/2006/relationships/image" Target="../media/image228.emf"/><Relationship Id="rId2" Type="http://schemas.openxmlformats.org/officeDocument/2006/relationships/image" Target="../media/image218.emf"/><Relationship Id="rId1" Type="http://schemas.openxmlformats.org/officeDocument/2006/relationships/image" Target="../media/image217.emf"/><Relationship Id="rId6" Type="http://schemas.openxmlformats.org/officeDocument/2006/relationships/image" Target="../media/image222.wmf"/><Relationship Id="rId11" Type="http://schemas.openxmlformats.org/officeDocument/2006/relationships/image" Target="../media/image227.wmf"/><Relationship Id="rId5" Type="http://schemas.openxmlformats.org/officeDocument/2006/relationships/image" Target="../media/image221.wmf"/><Relationship Id="rId10" Type="http://schemas.openxmlformats.org/officeDocument/2006/relationships/image" Target="../media/image226.wmf"/><Relationship Id="rId4" Type="http://schemas.openxmlformats.org/officeDocument/2006/relationships/image" Target="../media/image220.wmf"/><Relationship Id="rId9" Type="http://schemas.openxmlformats.org/officeDocument/2006/relationships/image" Target="../media/image225.wmf"/><Relationship Id="rId14" Type="http://schemas.openxmlformats.org/officeDocument/2006/relationships/image" Target="../media/image230.emf"/></Relationships>
</file>

<file path=ppt/drawings/_rels/vmlDrawing41.vml.rels><?xml version="1.0" encoding="UTF-8" standalone="yes"?>
<Relationships xmlns="http://schemas.openxmlformats.org/package/2006/relationships"><Relationship Id="rId8" Type="http://schemas.openxmlformats.org/officeDocument/2006/relationships/image" Target="../media/image238.wmf"/><Relationship Id="rId13" Type="http://schemas.openxmlformats.org/officeDocument/2006/relationships/image" Target="../media/image243.wmf"/><Relationship Id="rId18" Type="http://schemas.openxmlformats.org/officeDocument/2006/relationships/image" Target="../media/image248.wmf"/><Relationship Id="rId3" Type="http://schemas.openxmlformats.org/officeDocument/2006/relationships/image" Target="../media/image233.wmf"/><Relationship Id="rId21" Type="http://schemas.openxmlformats.org/officeDocument/2006/relationships/image" Target="../media/image251.wmf"/><Relationship Id="rId7" Type="http://schemas.openxmlformats.org/officeDocument/2006/relationships/image" Target="../media/image237.wmf"/><Relationship Id="rId12" Type="http://schemas.openxmlformats.org/officeDocument/2006/relationships/image" Target="../media/image242.wmf"/><Relationship Id="rId17" Type="http://schemas.openxmlformats.org/officeDocument/2006/relationships/image" Target="../media/image247.wmf"/><Relationship Id="rId25" Type="http://schemas.openxmlformats.org/officeDocument/2006/relationships/image" Target="../media/image255.wmf"/><Relationship Id="rId2" Type="http://schemas.openxmlformats.org/officeDocument/2006/relationships/image" Target="../media/image232.wmf"/><Relationship Id="rId16" Type="http://schemas.openxmlformats.org/officeDocument/2006/relationships/image" Target="../media/image246.wmf"/><Relationship Id="rId20" Type="http://schemas.openxmlformats.org/officeDocument/2006/relationships/image" Target="../media/image250.wmf"/><Relationship Id="rId1" Type="http://schemas.openxmlformats.org/officeDocument/2006/relationships/image" Target="../media/image231.wmf"/><Relationship Id="rId6" Type="http://schemas.openxmlformats.org/officeDocument/2006/relationships/image" Target="../media/image236.wmf"/><Relationship Id="rId11" Type="http://schemas.openxmlformats.org/officeDocument/2006/relationships/image" Target="../media/image241.wmf"/><Relationship Id="rId24" Type="http://schemas.openxmlformats.org/officeDocument/2006/relationships/image" Target="../media/image254.wmf"/><Relationship Id="rId5" Type="http://schemas.openxmlformats.org/officeDocument/2006/relationships/image" Target="../media/image235.wmf"/><Relationship Id="rId15" Type="http://schemas.openxmlformats.org/officeDocument/2006/relationships/image" Target="../media/image245.wmf"/><Relationship Id="rId23" Type="http://schemas.openxmlformats.org/officeDocument/2006/relationships/image" Target="../media/image253.wmf"/><Relationship Id="rId10" Type="http://schemas.openxmlformats.org/officeDocument/2006/relationships/image" Target="../media/image240.wmf"/><Relationship Id="rId19" Type="http://schemas.openxmlformats.org/officeDocument/2006/relationships/image" Target="../media/image249.wmf"/><Relationship Id="rId4" Type="http://schemas.openxmlformats.org/officeDocument/2006/relationships/image" Target="../media/image234.wmf"/><Relationship Id="rId9" Type="http://schemas.openxmlformats.org/officeDocument/2006/relationships/image" Target="../media/image239.wmf"/><Relationship Id="rId14" Type="http://schemas.openxmlformats.org/officeDocument/2006/relationships/image" Target="../media/image244.wmf"/><Relationship Id="rId22" Type="http://schemas.openxmlformats.org/officeDocument/2006/relationships/image" Target="../media/image252.wmf"/></Relationships>
</file>

<file path=ppt/drawings/_rels/vmlDrawing42.vml.rels><?xml version="1.0" encoding="UTF-8" standalone="yes"?>
<Relationships xmlns="http://schemas.openxmlformats.org/package/2006/relationships"><Relationship Id="rId8" Type="http://schemas.openxmlformats.org/officeDocument/2006/relationships/image" Target="../media/image263.wmf"/><Relationship Id="rId3" Type="http://schemas.openxmlformats.org/officeDocument/2006/relationships/image" Target="../media/image258.wmf"/><Relationship Id="rId7" Type="http://schemas.openxmlformats.org/officeDocument/2006/relationships/image" Target="../media/image262.wmf"/><Relationship Id="rId2" Type="http://schemas.openxmlformats.org/officeDocument/2006/relationships/image" Target="../media/image257.wmf"/><Relationship Id="rId1" Type="http://schemas.openxmlformats.org/officeDocument/2006/relationships/image" Target="../media/image256.wmf"/><Relationship Id="rId6" Type="http://schemas.openxmlformats.org/officeDocument/2006/relationships/image" Target="../media/image261.wmf"/><Relationship Id="rId5" Type="http://schemas.openxmlformats.org/officeDocument/2006/relationships/image" Target="../media/image260.wmf"/><Relationship Id="rId4" Type="http://schemas.openxmlformats.org/officeDocument/2006/relationships/image" Target="../media/image259.wmf"/><Relationship Id="rId9" Type="http://schemas.openxmlformats.org/officeDocument/2006/relationships/image" Target="../media/image264.wmf"/></Relationships>
</file>

<file path=ppt/drawings/_rels/vmlDrawing43.vml.rels><?xml version="1.0" encoding="UTF-8" standalone="yes"?>
<Relationships xmlns="http://schemas.openxmlformats.org/package/2006/relationships"><Relationship Id="rId8" Type="http://schemas.openxmlformats.org/officeDocument/2006/relationships/image" Target="../media/image272.emf"/><Relationship Id="rId3" Type="http://schemas.openxmlformats.org/officeDocument/2006/relationships/image" Target="../media/image267.wmf"/><Relationship Id="rId7" Type="http://schemas.openxmlformats.org/officeDocument/2006/relationships/image" Target="../media/image271.emf"/><Relationship Id="rId2" Type="http://schemas.openxmlformats.org/officeDocument/2006/relationships/image" Target="../media/image266.wmf"/><Relationship Id="rId1" Type="http://schemas.openxmlformats.org/officeDocument/2006/relationships/image" Target="../media/image265.wmf"/><Relationship Id="rId6" Type="http://schemas.openxmlformats.org/officeDocument/2006/relationships/image" Target="../media/image270.wmf"/><Relationship Id="rId5" Type="http://schemas.openxmlformats.org/officeDocument/2006/relationships/image" Target="../media/image269.wmf"/><Relationship Id="rId4" Type="http://schemas.openxmlformats.org/officeDocument/2006/relationships/image" Target="../media/image268.wmf"/><Relationship Id="rId9" Type="http://schemas.openxmlformats.org/officeDocument/2006/relationships/image" Target="../media/image273.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6802" name="Rectangle 2"/>
          <p:cNvSpPr>
            <a:spLocks noGrp="1" noChangeArrowheads="1"/>
          </p:cNvSpPr>
          <p:nvPr>
            <p:ph type="hdr" sz="quarter"/>
          </p:nvPr>
        </p:nvSpPr>
        <p:spPr bwMode="auto">
          <a:xfrm>
            <a:off x="0" y="0"/>
            <a:ext cx="2971800" cy="457200"/>
          </a:xfrm>
          <a:prstGeom prst="rect">
            <a:avLst/>
          </a:prstGeom>
          <a:noFill/>
          <a:ln>
            <a:noFill/>
          </a:ln>
          <a:effectLst/>
          <a:extLst/>
        </p:spPr>
        <p:txBody>
          <a:bodyPr vert="horz" wrap="square" lIns="91440" tIns="45720" rIns="91440" bIns="45720" numCol="1" anchor="t" anchorCtr="0" compatLnSpc="1">
            <a:prstTxWarp prst="textNoShape">
              <a:avLst/>
            </a:prstTxWarp>
          </a:bodyPr>
          <a:lstStyle>
            <a:lvl1pPr eaLnBrk="1" hangingPunct="1">
              <a:lnSpc>
                <a:spcPct val="100000"/>
              </a:lnSpc>
              <a:spcBef>
                <a:spcPct val="0"/>
              </a:spcBef>
              <a:buClrTx/>
              <a:buFontTx/>
              <a:buNone/>
              <a:defRPr sz="1200">
                <a:solidFill>
                  <a:schemeClr val="tx1"/>
                </a:solidFill>
                <a:effectLst/>
                <a:ea typeface="宋体" panose="02010600030101010101" pitchFamily="2" charset="-122"/>
              </a:defRPr>
            </a:lvl1pPr>
          </a:lstStyle>
          <a:p>
            <a:pPr>
              <a:defRPr/>
            </a:pPr>
            <a:endParaRPr lang="en-US" altLang="zh-CN"/>
          </a:p>
        </p:txBody>
      </p:sp>
      <p:sp>
        <p:nvSpPr>
          <p:cNvPr id="76803" name="Rectangle 3"/>
          <p:cNvSpPr>
            <a:spLocks noGrp="1" noChangeArrowheads="1"/>
          </p:cNvSpPr>
          <p:nvPr>
            <p:ph type="dt" idx="1"/>
          </p:nvPr>
        </p:nvSpPr>
        <p:spPr bwMode="auto">
          <a:xfrm>
            <a:off x="3886200" y="0"/>
            <a:ext cx="2971800" cy="457200"/>
          </a:xfrm>
          <a:prstGeom prst="rect">
            <a:avLst/>
          </a:prstGeom>
          <a:noFill/>
          <a:ln>
            <a:noFill/>
          </a:ln>
          <a:effectLst/>
          <a:extLst/>
        </p:spPr>
        <p:txBody>
          <a:bodyPr vert="horz" wrap="square" lIns="91440" tIns="45720" rIns="91440" bIns="45720" numCol="1" anchor="t" anchorCtr="0" compatLnSpc="1">
            <a:prstTxWarp prst="textNoShape">
              <a:avLst/>
            </a:prstTxWarp>
          </a:bodyPr>
          <a:lstStyle>
            <a:lvl1pPr algn="r" eaLnBrk="1" hangingPunct="1">
              <a:lnSpc>
                <a:spcPct val="100000"/>
              </a:lnSpc>
              <a:spcBef>
                <a:spcPct val="0"/>
              </a:spcBef>
              <a:buClrTx/>
              <a:buFontTx/>
              <a:buNone/>
              <a:defRPr sz="1200">
                <a:solidFill>
                  <a:schemeClr val="tx1"/>
                </a:solidFill>
                <a:effectLst/>
                <a:ea typeface="宋体" panose="02010600030101010101" pitchFamily="2" charset="-122"/>
              </a:defRPr>
            </a:lvl1pPr>
          </a:lstStyle>
          <a:p>
            <a:pPr>
              <a:defRPr/>
            </a:pPr>
            <a:endParaRPr lang="en-US" altLang="zh-CN"/>
          </a:p>
        </p:txBody>
      </p:sp>
      <p:sp>
        <p:nvSpPr>
          <p:cNvPr id="2052"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6805" name="Rectangle 5"/>
          <p:cNvSpPr>
            <a:spLocks noGrp="1" noChangeArrowheads="1"/>
          </p:cNvSpPr>
          <p:nvPr>
            <p:ph type="body" sz="quarter" idx="3"/>
          </p:nvPr>
        </p:nvSpPr>
        <p:spPr bwMode="auto">
          <a:xfrm>
            <a:off x="914400" y="4343400"/>
            <a:ext cx="5029200" cy="4114800"/>
          </a:xfrm>
          <a:prstGeom prst="rect">
            <a:avLst/>
          </a:prstGeom>
          <a:noFill/>
          <a:ln>
            <a:noFill/>
          </a:ln>
          <a:effectLst/>
          <a:extLst/>
        </p:spPr>
        <p:txBody>
          <a:bodyPr vert="horz" wrap="square" lIns="91440" tIns="45720" rIns="91440" bIns="45720" numCol="1" anchor="t" anchorCtr="0" compatLnSpc="1">
            <a:prstTxWarp prst="textNoShape">
              <a:avLst/>
            </a:prstTxWarp>
          </a:bodyPr>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76806" name="Rectangle 6"/>
          <p:cNvSpPr>
            <a:spLocks noGrp="1" noChangeArrowheads="1"/>
          </p:cNvSpPr>
          <p:nvPr>
            <p:ph type="ftr" sz="quarter" idx="4"/>
          </p:nvPr>
        </p:nvSpPr>
        <p:spPr bwMode="auto">
          <a:xfrm>
            <a:off x="0" y="8686800"/>
            <a:ext cx="2971800" cy="457200"/>
          </a:xfrm>
          <a:prstGeom prst="rect">
            <a:avLst/>
          </a:prstGeom>
          <a:noFill/>
          <a:ln>
            <a:noFill/>
          </a:ln>
          <a:effectLst/>
          <a:extLst/>
        </p:spPr>
        <p:txBody>
          <a:bodyPr vert="horz" wrap="square" lIns="91440" tIns="45720" rIns="91440" bIns="45720" numCol="1" anchor="b" anchorCtr="0" compatLnSpc="1">
            <a:prstTxWarp prst="textNoShape">
              <a:avLst/>
            </a:prstTxWarp>
          </a:bodyPr>
          <a:lstStyle>
            <a:lvl1pPr eaLnBrk="1" hangingPunct="1">
              <a:lnSpc>
                <a:spcPct val="100000"/>
              </a:lnSpc>
              <a:spcBef>
                <a:spcPct val="0"/>
              </a:spcBef>
              <a:buClrTx/>
              <a:buFontTx/>
              <a:buNone/>
              <a:defRPr sz="1200">
                <a:solidFill>
                  <a:schemeClr val="tx1"/>
                </a:solidFill>
                <a:effectLst/>
                <a:ea typeface="宋体" panose="02010600030101010101" pitchFamily="2" charset="-122"/>
              </a:defRPr>
            </a:lvl1pPr>
          </a:lstStyle>
          <a:p>
            <a:pPr>
              <a:defRPr/>
            </a:pPr>
            <a:endParaRPr lang="en-US" altLang="zh-CN"/>
          </a:p>
        </p:txBody>
      </p:sp>
      <p:sp>
        <p:nvSpPr>
          <p:cNvPr id="76807" name="Rectangle 7"/>
          <p:cNvSpPr>
            <a:spLocks noGrp="1" noChangeArrowheads="1"/>
          </p:cNvSpPr>
          <p:nvPr>
            <p:ph type="sldNum" sz="quarter" idx="5"/>
          </p:nvPr>
        </p:nvSpPr>
        <p:spPr bwMode="auto">
          <a:xfrm>
            <a:off x="3886200" y="8686800"/>
            <a:ext cx="2971800" cy="457200"/>
          </a:xfrm>
          <a:prstGeom prst="rect">
            <a:avLst/>
          </a:prstGeom>
          <a:noFill/>
          <a:ln>
            <a:noFill/>
          </a:ln>
          <a:effectLst/>
          <a:extLst/>
        </p:spPr>
        <p:txBody>
          <a:bodyPr vert="horz" wrap="square" lIns="91440" tIns="45720" rIns="91440" bIns="45720" numCol="1" anchor="b" anchorCtr="0" compatLnSpc="1">
            <a:prstTxWarp prst="textNoShape">
              <a:avLst/>
            </a:prstTxWarp>
          </a:bodyPr>
          <a:lstStyle>
            <a:lvl1pPr algn="r" eaLnBrk="1" hangingPunct="1">
              <a:defRPr sz="1200">
                <a:solidFill>
                  <a:schemeClr val="tx1"/>
                </a:solidFill>
              </a:defRPr>
            </a:lvl1pPr>
          </a:lstStyle>
          <a:p>
            <a:pPr>
              <a:defRPr/>
            </a:pPr>
            <a:fld id="{C1222FC2-C416-4F79-9F29-7F2BA43339B3}" type="slidenum">
              <a:rPr lang="en-US" altLang="zh-CN"/>
              <a:pPr>
                <a:defRPr/>
              </a:pPr>
              <a:t>‹#›</a:t>
            </a:fld>
            <a:endParaRPr lang="en-US" altLang="zh-CN"/>
          </a:p>
        </p:txBody>
      </p:sp>
    </p:spTree>
    <p:extLst>
      <p:ext uri="{BB962C8B-B14F-4D97-AF65-F5344CB8AC3E}">
        <p14:creationId xmlns:p14="http://schemas.microsoft.com/office/powerpoint/2010/main" val="178330753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3200">
                <a:solidFill>
                  <a:schemeClr val="accent2"/>
                </a:solidFill>
                <a:latin typeface="Times New Roman" panose="02020603050405020304" pitchFamily="18" charset="0"/>
                <a:ea typeface="宋体" panose="02010600030101010101" pitchFamily="2" charset="-122"/>
              </a:defRPr>
            </a:lvl1pPr>
            <a:lvl2pPr marL="742950" indent="-285750">
              <a:defRPr kumimoji="1" sz="3200">
                <a:solidFill>
                  <a:schemeClr val="accent2"/>
                </a:solidFill>
                <a:latin typeface="Times New Roman" panose="02020603050405020304" pitchFamily="18" charset="0"/>
                <a:ea typeface="宋体" panose="02010600030101010101" pitchFamily="2" charset="-122"/>
              </a:defRPr>
            </a:lvl2pPr>
            <a:lvl3pPr marL="1143000" indent="-228600">
              <a:defRPr kumimoji="1" sz="3200">
                <a:solidFill>
                  <a:schemeClr val="accent2"/>
                </a:solidFill>
                <a:latin typeface="Times New Roman" panose="02020603050405020304" pitchFamily="18" charset="0"/>
                <a:ea typeface="宋体" panose="02010600030101010101" pitchFamily="2" charset="-122"/>
              </a:defRPr>
            </a:lvl3pPr>
            <a:lvl4pPr marL="1600200" indent="-228600">
              <a:defRPr kumimoji="1" sz="3200">
                <a:solidFill>
                  <a:schemeClr val="accent2"/>
                </a:solidFill>
                <a:latin typeface="Times New Roman" panose="02020603050405020304" pitchFamily="18" charset="0"/>
                <a:ea typeface="宋体" panose="02010600030101010101" pitchFamily="2" charset="-122"/>
              </a:defRPr>
            </a:lvl4pPr>
            <a:lvl5pPr marL="2057400" indent="-228600">
              <a:defRPr kumimoji="1" sz="3200">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200">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200">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200">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200">
                <a:solidFill>
                  <a:schemeClr val="accent2"/>
                </a:solidFill>
                <a:latin typeface="Times New Roman" panose="02020603050405020304" pitchFamily="18" charset="0"/>
                <a:ea typeface="宋体" panose="02010600030101010101" pitchFamily="2" charset="-122"/>
              </a:defRPr>
            </a:lvl9pPr>
          </a:lstStyle>
          <a:p>
            <a:fld id="{3CC27EF4-07CF-4066-B295-41F433253736}" type="slidenum">
              <a:rPr lang="en-US" altLang="zh-CN" sz="1200" smtClean="0">
                <a:solidFill>
                  <a:schemeClr val="tx1"/>
                </a:solidFill>
              </a:rPr>
              <a:pPr/>
              <a:t>12</a:t>
            </a:fld>
            <a:endParaRPr lang="en-US" altLang="zh-CN" sz="1200" smtClean="0">
              <a:solidFill>
                <a:schemeClr val="tx1"/>
              </a:solidFill>
            </a:endParaRPr>
          </a:p>
        </p:txBody>
      </p:sp>
      <p:sp>
        <p:nvSpPr>
          <p:cNvPr id="15363" name="Rectangle 2"/>
          <p:cNvSpPr>
            <a:spLocks noGrp="1" noRot="1" noChangeAspect="1" noChangeArrowheads="1" noTextEdit="1"/>
          </p:cNvSpPr>
          <p:nvPr>
            <p:ph type="sldImg"/>
          </p:nvPr>
        </p:nvSpPr>
        <p:spPr>
          <a:ln/>
        </p:spPr>
      </p:sp>
      <p:sp>
        <p:nvSpPr>
          <p:cNvPr id="1536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mtClean="0"/>
              <a:t>期望体现了随机变量取值的平均水平，但是如果两个随机变量均值相同呢？</a:t>
            </a:r>
          </a:p>
          <a:p>
            <a:pPr eaLnBrk="1" hangingPunct="1"/>
            <a:r>
              <a:rPr lang="zh-CN" altLang="en-US" smtClean="0"/>
              <a:t>比较变量和均值的偏离程度，</a:t>
            </a:r>
            <a:r>
              <a:rPr lang="en-US" altLang="zh-CN" smtClean="0"/>
              <a:t>E(|X-EX|)</a:t>
            </a:r>
          </a:p>
        </p:txBody>
      </p:sp>
    </p:spTree>
    <p:extLst>
      <p:ext uri="{BB962C8B-B14F-4D97-AF65-F5344CB8AC3E}">
        <p14:creationId xmlns:p14="http://schemas.microsoft.com/office/powerpoint/2010/main" val="6355714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3200">
                <a:solidFill>
                  <a:schemeClr val="accent2"/>
                </a:solidFill>
                <a:latin typeface="Times New Roman" panose="02020603050405020304" pitchFamily="18" charset="0"/>
                <a:ea typeface="宋体" panose="02010600030101010101" pitchFamily="2" charset="-122"/>
              </a:defRPr>
            </a:lvl1pPr>
            <a:lvl2pPr marL="742950" indent="-285750">
              <a:defRPr kumimoji="1" sz="3200">
                <a:solidFill>
                  <a:schemeClr val="accent2"/>
                </a:solidFill>
                <a:latin typeface="Times New Roman" panose="02020603050405020304" pitchFamily="18" charset="0"/>
                <a:ea typeface="宋体" panose="02010600030101010101" pitchFamily="2" charset="-122"/>
              </a:defRPr>
            </a:lvl2pPr>
            <a:lvl3pPr marL="1143000" indent="-228600">
              <a:defRPr kumimoji="1" sz="3200">
                <a:solidFill>
                  <a:schemeClr val="accent2"/>
                </a:solidFill>
                <a:latin typeface="Times New Roman" panose="02020603050405020304" pitchFamily="18" charset="0"/>
                <a:ea typeface="宋体" panose="02010600030101010101" pitchFamily="2" charset="-122"/>
              </a:defRPr>
            </a:lvl3pPr>
            <a:lvl4pPr marL="1600200" indent="-228600">
              <a:defRPr kumimoji="1" sz="3200">
                <a:solidFill>
                  <a:schemeClr val="accent2"/>
                </a:solidFill>
                <a:latin typeface="Times New Roman" panose="02020603050405020304" pitchFamily="18" charset="0"/>
                <a:ea typeface="宋体" panose="02010600030101010101" pitchFamily="2" charset="-122"/>
              </a:defRPr>
            </a:lvl4pPr>
            <a:lvl5pPr marL="2057400" indent="-228600">
              <a:defRPr kumimoji="1" sz="3200">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200">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200">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200">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200">
                <a:solidFill>
                  <a:schemeClr val="accent2"/>
                </a:solidFill>
                <a:latin typeface="Times New Roman" panose="02020603050405020304" pitchFamily="18" charset="0"/>
                <a:ea typeface="宋体" panose="02010600030101010101" pitchFamily="2" charset="-122"/>
              </a:defRPr>
            </a:lvl9pPr>
          </a:lstStyle>
          <a:p>
            <a:fld id="{FDAB0BE3-B441-4355-8E62-2E2FE57C2CC7}" type="slidenum">
              <a:rPr lang="en-US" altLang="zh-CN" sz="1200" smtClean="0">
                <a:solidFill>
                  <a:schemeClr val="tx1"/>
                </a:solidFill>
              </a:rPr>
              <a:pPr/>
              <a:t>15</a:t>
            </a:fld>
            <a:endParaRPr lang="en-US" altLang="zh-CN" sz="1200" smtClean="0">
              <a:solidFill>
                <a:schemeClr val="tx1"/>
              </a:solidFill>
            </a:endParaRPr>
          </a:p>
        </p:txBody>
      </p:sp>
      <p:sp>
        <p:nvSpPr>
          <p:cNvPr id="19459" name="Rectangle 2"/>
          <p:cNvSpPr>
            <a:spLocks noGrp="1" noRot="1" noChangeAspect="1" noChangeArrowheads="1" noTextEdit="1"/>
          </p:cNvSpPr>
          <p:nvPr>
            <p:ph type="sldImg"/>
          </p:nvPr>
        </p:nvSpPr>
        <p:spPr>
          <a:ln/>
        </p:spPr>
      </p:sp>
      <p:sp>
        <p:nvSpPr>
          <p:cNvPr id="1946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mtClean="0"/>
              <a:t>这里的存在指的满足绝对收敛的条件。</a:t>
            </a:r>
          </a:p>
        </p:txBody>
      </p:sp>
    </p:spTree>
    <p:extLst>
      <p:ext uri="{BB962C8B-B14F-4D97-AF65-F5344CB8AC3E}">
        <p14:creationId xmlns:p14="http://schemas.microsoft.com/office/powerpoint/2010/main" val="16912543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幻灯片图像占位符 1"/>
          <p:cNvSpPr>
            <a:spLocks noGrp="1" noRot="1" noChangeAspect="1" noTextEdit="1"/>
          </p:cNvSpPr>
          <p:nvPr>
            <p:ph type="sldImg"/>
          </p:nvPr>
        </p:nvSpPr>
        <p:spPr>
          <a:ln/>
        </p:spPr>
      </p:sp>
      <p:sp>
        <p:nvSpPr>
          <p:cNvPr id="27651"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smtClean="0"/>
              <a:t>性质</a:t>
            </a:r>
            <a:r>
              <a:rPr lang="en-US" altLang="zh-CN" smtClean="0"/>
              <a:t>3</a:t>
            </a:r>
            <a:r>
              <a:rPr lang="zh-CN" altLang="en-US" smtClean="0"/>
              <a:t>的证明过程板书进行。</a:t>
            </a:r>
          </a:p>
        </p:txBody>
      </p:sp>
      <p:sp>
        <p:nvSpPr>
          <p:cNvPr id="27652"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3200">
                <a:solidFill>
                  <a:schemeClr val="accent2"/>
                </a:solidFill>
                <a:latin typeface="Times New Roman" panose="02020603050405020304" pitchFamily="18" charset="0"/>
                <a:ea typeface="宋体" panose="02010600030101010101" pitchFamily="2" charset="-122"/>
              </a:defRPr>
            </a:lvl1pPr>
            <a:lvl2pPr marL="742950" indent="-285750">
              <a:defRPr kumimoji="1" sz="3200">
                <a:solidFill>
                  <a:schemeClr val="accent2"/>
                </a:solidFill>
                <a:latin typeface="Times New Roman" panose="02020603050405020304" pitchFamily="18" charset="0"/>
                <a:ea typeface="宋体" panose="02010600030101010101" pitchFamily="2" charset="-122"/>
              </a:defRPr>
            </a:lvl2pPr>
            <a:lvl3pPr marL="1143000" indent="-228600">
              <a:defRPr kumimoji="1" sz="3200">
                <a:solidFill>
                  <a:schemeClr val="accent2"/>
                </a:solidFill>
                <a:latin typeface="Times New Roman" panose="02020603050405020304" pitchFamily="18" charset="0"/>
                <a:ea typeface="宋体" panose="02010600030101010101" pitchFamily="2" charset="-122"/>
              </a:defRPr>
            </a:lvl3pPr>
            <a:lvl4pPr marL="1600200" indent="-228600">
              <a:defRPr kumimoji="1" sz="3200">
                <a:solidFill>
                  <a:schemeClr val="accent2"/>
                </a:solidFill>
                <a:latin typeface="Times New Roman" panose="02020603050405020304" pitchFamily="18" charset="0"/>
                <a:ea typeface="宋体" panose="02010600030101010101" pitchFamily="2" charset="-122"/>
              </a:defRPr>
            </a:lvl4pPr>
            <a:lvl5pPr marL="2057400" indent="-228600">
              <a:defRPr kumimoji="1" sz="3200">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200">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200">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200">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200">
                <a:solidFill>
                  <a:schemeClr val="accent2"/>
                </a:solidFill>
                <a:latin typeface="Times New Roman" panose="02020603050405020304" pitchFamily="18" charset="0"/>
                <a:ea typeface="宋体" panose="02010600030101010101" pitchFamily="2" charset="-122"/>
              </a:defRPr>
            </a:lvl9pPr>
          </a:lstStyle>
          <a:p>
            <a:fld id="{4A054013-875C-4F58-B213-80B8805937F0}" type="slidenum">
              <a:rPr lang="en-US" altLang="zh-CN" sz="1200" smtClean="0">
                <a:solidFill>
                  <a:schemeClr val="tx1"/>
                </a:solidFill>
              </a:rPr>
              <a:pPr/>
              <a:t>22</a:t>
            </a:fld>
            <a:endParaRPr lang="en-US" altLang="zh-CN" sz="1200" smtClean="0">
              <a:solidFill>
                <a:schemeClr val="tx1"/>
              </a:solidFill>
            </a:endParaRPr>
          </a:p>
        </p:txBody>
      </p:sp>
    </p:spTree>
    <p:extLst>
      <p:ext uri="{BB962C8B-B14F-4D97-AF65-F5344CB8AC3E}">
        <p14:creationId xmlns:p14="http://schemas.microsoft.com/office/powerpoint/2010/main" val="6642805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幻灯片图像占位符 1"/>
          <p:cNvSpPr>
            <a:spLocks noGrp="1" noRot="1" noChangeAspect="1" noTextEdit="1"/>
          </p:cNvSpPr>
          <p:nvPr>
            <p:ph type="sldImg"/>
          </p:nvPr>
        </p:nvSpPr>
        <p:spPr>
          <a:ln/>
        </p:spPr>
      </p:sp>
      <p:sp>
        <p:nvSpPr>
          <p:cNvPr id="27651"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smtClean="0"/>
              <a:t>性质</a:t>
            </a:r>
            <a:r>
              <a:rPr lang="en-US" altLang="zh-CN" smtClean="0"/>
              <a:t>3</a:t>
            </a:r>
            <a:r>
              <a:rPr lang="zh-CN" altLang="en-US" smtClean="0"/>
              <a:t>的证明过程板书进行。</a:t>
            </a:r>
          </a:p>
        </p:txBody>
      </p:sp>
      <p:sp>
        <p:nvSpPr>
          <p:cNvPr id="27652"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3200">
                <a:solidFill>
                  <a:schemeClr val="accent2"/>
                </a:solidFill>
                <a:latin typeface="Times New Roman" panose="02020603050405020304" pitchFamily="18" charset="0"/>
                <a:ea typeface="宋体" panose="02010600030101010101" pitchFamily="2" charset="-122"/>
              </a:defRPr>
            </a:lvl1pPr>
            <a:lvl2pPr marL="742950" indent="-285750">
              <a:defRPr kumimoji="1" sz="3200">
                <a:solidFill>
                  <a:schemeClr val="accent2"/>
                </a:solidFill>
                <a:latin typeface="Times New Roman" panose="02020603050405020304" pitchFamily="18" charset="0"/>
                <a:ea typeface="宋体" panose="02010600030101010101" pitchFamily="2" charset="-122"/>
              </a:defRPr>
            </a:lvl2pPr>
            <a:lvl3pPr marL="1143000" indent="-228600">
              <a:defRPr kumimoji="1" sz="3200">
                <a:solidFill>
                  <a:schemeClr val="accent2"/>
                </a:solidFill>
                <a:latin typeface="Times New Roman" panose="02020603050405020304" pitchFamily="18" charset="0"/>
                <a:ea typeface="宋体" panose="02010600030101010101" pitchFamily="2" charset="-122"/>
              </a:defRPr>
            </a:lvl3pPr>
            <a:lvl4pPr marL="1600200" indent="-228600">
              <a:defRPr kumimoji="1" sz="3200">
                <a:solidFill>
                  <a:schemeClr val="accent2"/>
                </a:solidFill>
                <a:latin typeface="Times New Roman" panose="02020603050405020304" pitchFamily="18" charset="0"/>
                <a:ea typeface="宋体" panose="02010600030101010101" pitchFamily="2" charset="-122"/>
              </a:defRPr>
            </a:lvl4pPr>
            <a:lvl5pPr marL="2057400" indent="-228600">
              <a:defRPr kumimoji="1" sz="3200">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200">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200">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200">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200">
                <a:solidFill>
                  <a:schemeClr val="accent2"/>
                </a:solidFill>
                <a:latin typeface="Times New Roman" panose="02020603050405020304" pitchFamily="18" charset="0"/>
                <a:ea typeface="宋体" panose="02010600030101010101" pitchFamily="2" charset="-122"/>
              </a:defRPr>
            </a:lvl9pPr>
          </a:lstStyle>
          <a:p>
            <a:fld id="{4A054013-875C-4F58-B213-80B8805937F0}" type="slidenum">
              <a:rPr lang="en-US" altLang="zh-CN" sz="1200" smtClean="0">
                <a:solidFill>
                  <a:schemeClr val="tx1"/>
                </a:solidFill>
              </a:rPr>
              <a:pPr/>
              <a:t>23</a:t>
            </a:fld>
            <a:endParaRPr lang="en-US" altLang="zh-CN" sz="1200" smtClean="0">
              <a:solidFill>
                <a:schemeClr val="tx1"/>
              </a:solidFill>
            </a:endParaRPr>
          </a:p>
        </p:txBody>
      </p:sp>
    </p:spTree>
    <p:extLst>
      <p:ext uri="{BB962C8B-B14F-4D97-AF65-F5344CB8AC3E}">
        <p14:creationId xmlns:p14="http://schemas.microsoft.com/office/powerpoint/2010/main" val="22023826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幻灯片图像占位符 1"/>
          <p:cNvSpPr>
            <a:spLocks noGrp="1" noRot="1" noChangeAspect="1" noTextEdit="1"/>
          </p:cNvSpPr>
          <p:nvPr>
            <p:ph type="sldImg"/>
          </p:nvPr>
        </p:nvSpPr>
        <p:spPr>
          <a:ln/>
        </p:spPr>
      </p:sp>
      <p:sp>
        <p:nvSpPr>
          <p:cNvPr id="32771"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smtClean="0"/>
              <a:t>性质</a:t>
            </a:r>
            <a:r>
              <a:rPr lang="en-US" altLang="zh-CN" smtClean="0"/>
              <a:t>3</a:t>
            </a:r>
            <a:r>
              <a:rPr lang="zh-CN" altLang="en-US" smtClean="0"/>
              <a:t>的证明过程板书进行。</a:t>
            </a:r>
          </a:p>
        </p:txBody>
      </p:sp>
      <p:sp>
        <p:nvSpPr>
          <p:cNvPr id="32772"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3200">
                <a:solidFill>
                  <a:schemeClr val="accent2"/>
                </a:solidFill>
                <a:latin typeface="Times New Roman" panose="02020603050405020304" pitchFamily="18" charset="0"/>
                <a:ea typeface="宋体" panose="02010600030101010101" pitchFamily="2" charset="-122"/>
              </a:defRPr>
            </a:lvl1pPr>
            <a:lvl2pPr marL="742950" indent="-285750">
              <a:defRPr kumimoji="1" sz="3200">
                <a:solidFill>
                  <a:schemeClr val="accent2"/>
                </a:solidFill>
                <a:latin typeface="Times New Roman" panose="02020603050405020304" pitchFamily="18" charset="0"/>
                <a:ea typeface="宋体" panose="02010600030101010101" pitchFamily="2" charset="-122"/>
              </a:defRPr>
            </a:lvl2pPr>
            <a:lvl3pPr marL="1143000" indent="-228600">
              <a:defRPr kumimoji="1" sz="3200">
                <a:solidFill>
                  <a:schemeClr val="accent2"/>
                </a:solidFill>
                <a:latin typeface="Times New Roman" panose="02020603050405020304" pitchFamily="18" charset="0"/>
                <a:ea typeface="宋体" panose="02010600030101010101" pitchFamily="2" charset="-122"/>
              </a:defRPr>
            </a:lvl3pPr>
            <a:lvl4pPr marL="1600200" indent="-228600">
              <a:defRPr kumimoji="1" sz="3200">
                <a:solidFill>
                  <a:schemeClr val="accent2"/>
                </a:solidFill>
                <a:latin typeface="Times New Roman" panose="02020603050405020304" pitchFamily="18" charset="0"/>
                <a:ea typeface="宋体" panose="02010600030101010101" pitchFamily="2" charset="-122"/>
              </a:defRPr>
            </a:lvl4pPr>
            <a:lvl5pPr marL="2057400" indent="-228600">
              <a:defRPr kumimoji="1" sz="3200">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200">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200">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200">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200">
                <a:solidFill>
                  <a:schemeClr val="accent2"/>
                </a:solidFill>
                <a:latin typeface="Times New Roman" panose="02020603050405020304" pitchFamily="18" charset="0"/>
                <a:ea typeface="宋体" panose="02010600030101010101" pitchFamily="2" charset="-122"/>
              </a:defRPr>
            </a:lvl9pPr>
          </a:lstStyle>
          <a:p>
            <a:fld id="{FA090F4E-DF4B-4AA1-82B0-CCAF0DEC1834}" type="slidenum">
              <a:rPr lang="en-US" altLang="zh-CN" sz="1200" smtClean="0">
                <a:solidFill>
                  <a:schemeClr val="tx1"/>
                </a:solidFill>
              </a:rPr>
              <a:pPr/>
              <a:t>27</a:t>
            </a:fld>
            <a:endParaRPr lang="en-US" altLang="zh-CN" sz="1200" smtClean="0">
              <a:solidFill>
                <a:schemeClr val="tx1"/>
              </a:solidFill>
            </a:endParaRPr>
          </a:p>
        </p:txBody>
      </p:sp>
    </p:spTree>
    <p:extLst>
      <p:ext uri="{BB962C8B-B14F-4D97-AF65-F5344CB8AC3E}">
        <p14:creationId xmlns:p14="http://schemas.microsoft.com/office/powerpoint/2010/main" val="6150294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3200">
                <a:solidFill>
                  <a:schemeClr val="accent2"/>
                </a:solidFill>
                <a:latin typeface="Times New Roman" panose="02020603050405020304" pitchFamily="18" charset="0"/>
                <a:ea typeface="宋体" panose="02010600030101010101" pitchFamily="2" charset="-122"/>
              </a:defRPr>
            </a:lvl1pPr>
            <a:lvl2pPr marL="742950" indent="-285750">
              <a:defRPr kumimoji="1" sz="3200">
                <a:solidFill>
                  <a:schemeClr val="accent2"/>
                </a:solidFill>
                <a:latin typeface="Times New Roman" panose="02020603050405020304" pitchFamily="18" charset="0"/>
                <a:ea typeface="宋体" panose="02010600030101010101" pitchFamily="2" charset="-122"/>
              </a:defRPr>
            </a:lvl2pPr>
            <a:lvl3pPr marL="1143000" indent="-228600">
              <a:defRPr kumimoji="1" sz="3200">
                <a:solidFill>
                  <a:schemeClr val="accent2"/>
                </a:solidFill>
                <a:latin typeface="Times New Roman" panose="02020603050405020304" pitchFamily="18" charset="0"/>
                <a:ea typeface="宋体" panose="02010600030101010101" pitchFamily="2" charset="-122"/>
              </a:defRPr>
            </a:lvl3pPr>
            <a:lvl4pPr marL="1600200" indent="-228600">
              <a:defRPr kumimoji="1" sz="3200">
                <a:solidFill>
                  <a:schemeClr val="accent2"/>
                </a:solidFill>
                <a:latin typeface="Times New Roman" panose="02020603050405020304" pitchFamily="18" charset="0"/>
                <a:ea typeface="宋体" panose="02010600030101010101" pitchFamily="2" charset="-122"/>
              </a:defRPr>
            </a:lvl4pPr>
            <a:lvl5pPr marL="2057400" indent="-228600">
              <a:defRPr kumimoji="1" sz="3200">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200">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200">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200">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200">
                <a:solidFill>
                  <a:schemeClr val="accent2"/>
                </a:solidFill>
                <a:latin typeface="Times New Roman" panose="02020603050405020304" pitchFamily="18" charset="0"/>
                <a:ea typeface="宋体" panose="02010600030101010101" pitchFamily="2" charset="-122"/>
              </a:defRPr>
            </a:lvl9pPr>
          </a:lstStyle>
          <a:p>
            <a:fld id="{750D45CB-B18A-4CB6-85E1-8E3C4EABB925}" type="slidenum">
              <a:rPr lang="en-US" altLang="zh-CN" sz="1200" smtClean="0">
                <a:solidFill>
                  <a:schemeClr val="tx1"/>
                </a:solidFill>
              </a:rPr>
              <a:pPr/>
              <a:t>36</a:t>
            </a:fld>
            <a:endParaRPr lang="en-US" altLang="zh-CN" sz="1200" smtClean="0">
              <a:solidFill>
                <a:schemeClr val="tx1"/>
              </a:solidFill>
            </a:endParaRPr>
          </a:p>
        </p:txBody>
      </p:sp>
      <p:sp>
        <p:nvSpPr>
          <p:cNvPr id="44035" name="Rectangle 2"/>
          <p:cNvSpPr>
            <a:spLocks noGrp="1" noRot="1" noChangeAspect="1" noChangeArrowheads="1" noTextEdit="1"/>
          </p:cNvSpPr>
          <p:nvPr>
            <p:ph type="sldImg"/>
          </p:nvPr>
        </p:nvSpPr>
        <p:spPr>
          <a:ln/>
        </p:spPr>
      </p:sp>
      <p:sp>
        <p:nvSpPr>
          <p:cNvPr id="4403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mtClean="0"/>
              <a:t>先求</a:t>
            </a:r>
            <a:r>
              <a:rPr lang="en-US" altLang="zh-CN" smtClean="0"/>
              <a:t>E[X(X-1)].</a:t>
            </a:r>
          </a:p>
        </p:txBody>
      </p:sp>
    </p:spTree>
    <p:extLst>
      <p:ext uri="{BB962C8B-B14F-4D97-AF65-F5344CB8AC3E}">
        <p14:creationId xmlns:p14="http://schemas.microsoft.com/office/powerpoint/2010/main" val="34940529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3200">
                <a:solidFill>
                  <a:schemeClr val="accent2"/>
                </a:solidFill>
                <a:latin typeface="Times New Roman" panose="02020603050405020304" pitchFamily="18" charset="0"/>
                <a:ea typeface="宋体" panose="02010600030101010101" pitchFamily="2" charset="-122"/>
              </a:defRPr>
            </a:lvl1pPr>
            <a:lvl2pPr marL="742950" indent="-285750">
              <a:defRPr kumimoji="1" sz="3200">
                <a:solidFill>
                  <a:schemeClr val="accent2"/>
                </a:solidFill>
                <a:latin typeface="Times New Roman" panose="02020603050405020304" pitchFamily="18" charset="0"/>
                <a:ea typeface="宋体" panose="02010600030101010101" pitchFamily="2" charset="-122"/>
              </a:defRPr>
            </a:lvl2pPr>
            <a:lvl3pPr marL="1143000" indent="-228600">
              <a:defRPr kumimoji="1" sz="3200">
                <a:solidFill>
                  <a:schemeClr val="accent2"/>
                </a:solidFill>
                <a:latin typeface="Times New Roman" panose="02020603050405020304" pitchFamily="18" charset="0"/>
                <a:ea typeface="宋体" panose="02010600030101010101" pitchFamily="2" charset="-122"/>
              </a:defRPr>
            </a:lvl3pPr>
            <a:lvl4pPr marL="1600200" indent="-228600">
              <a:defRPr kumimoji="1" sz="3200">
                <a:solidFill>
                  <a:schemeClr val="accent2"/>
                </a:solidFill>
                <a:latin typeface="Times New Roman" panose="02020603050405020304" pitchFamily="18" charset="0"/>
                <a:ea typeface="宋体" panose="02010600030101010101" pitchFamily="2" charset="-122"/>
              </a:defRPr>
            </a:lvl4pPr>
            <a:lvl5pPr marL="2057400" indent="-228600">
              <a:defRPr kumimoji="1" sz="3200">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200">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200">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200">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200">
                <a:solidFill>
                  <a:schemeClr val="accent2"/>
                </a:solidFill>
                <a:latin typeface="Times New Roman" panose="02020603050405020304" pitchFamily="18" charset="0"/>
                <a:ea typeface="宋体" panose="02010600030101010101" pitchFamily="2" charset="-122"/>
              </a:defRPr>
            </a:lvl9pPr>
          </a:lstStyle>
          <a:p>
            <a:fld id="{649EA05D-FD60-4C35-92A3-FDAC05000B99}" type="slidenum">
              <a:rPr lang="en-US" altLang="zh-CN" sz="1200" smtClean="0">
                <a:solidFill>
                  <a:schemeClr val="tx1"/>
                </a:solidFill>
              </a:rPr>
              <a:pPr/>
              <a:t>43</a:t>
            </a:fld>
            <a:endParaRPr lang="en-US" altLang="zh-CN" sz="1200" smtClean="0">
              <a:solidFill>
                <a:schemeClr val="tx1"/>
              </a:solidFill>
            </a:endParaRPr>
          </a:p>
        </p:txBody>
      </p:sp>
      <p:sp>
        <p:nvSpPr>
          <p:cNvPr id="52227" name="Rectangle 2"/>
          <p:cNvSpPr>
            <a:spLocks noGrp="1" noRot="1" noChangeAspect="1" noChangeArrowheads="1" noTextEdit="1"/>
          </p:cNvSpPr>
          <p:nvPr>
            <p:ph type="sldImg"/>
          </p:nvPr>
        </p:nvSpPr>
        <p:spPr>
          <a:ln/>
        </p:spPr>
      </p:sp>
      <p:sp>
        <p:nvSpPr>
          <p:cNvPr id="5222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mtClean="0"/>
              <a:t>强调正态分布的重要结论。</a:t>
            </a:r>
          </a:p>
        </p:txBody>
      </p:sp>
    </p:spTree>
    <p:extLst>
      <p:ext uri="{BB962C8B-B14F-4D97-AF65-F5344CB8AC3E}">
        <p14:creationId xmlns:p14="http://schemas.microsoft.com/office/powerpoint/2010/main" val="102463166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3200">
                <a:solidFill>
                  <a:schemeClr val="accent2"/>
                </a:solidFill>
                <a:latin typeface="Times New Roman" panose="02020603050405020304" pitchFamily="18" charset="0"/>
                <a:ea typeface="宋体" panose="02010600030101010101" pitchFamily="2" charset="-122"/>
              </a:defRPr>
            </a:lvl1pPr>
            <a:lvl2pPr marL="742950" indent="-285750">
              <a:defRPr kumimoji="1" sz="3200">
                <a:solidFill>
                  <a:schemeClr val="accent2"/>
                </a:solidFill>
                <a:latin typeface="Times New Roman" panose="02020603050405020304" pitchFamily="18" charset="0"/>
                <a:ea typeface="宋体" panose="02010600030101010101" pitchFamily="2" charset="-122"/>
              </a:defRPr>
            </a:lvl2pPr>
            <a:lvl3pPr marL="1143000" indent="-228600">
              <a:defRPr kumimoji="1" sz="3200">
                <a:solidFill>
                  <a:schemeClr val="accent2"/>
                </a:solidFill>
                <a:latin typeface="Times New Roman" panose="02020603050405020304" pitchFamily="18" charset="0"/>
                <a:ea typeface="宋体" panose="02010600030101010101" pitchFamily="2" charset="-122"/>
              </a:defRPr>
            </a:lvl3pPr>
            <a:lvl4pPr marL="1600200" indent="-228600">
              <a:defRPr kumimoji="1" sz="3200">
                <a:solidFill>
                  <a:schemeClr val="accent2"/>
                </a:solidFill>
                <a:latin typeface="Times New Roman" panose="02020603050405020304" pitchFamily="18" charset="0"/>
                <a:ea typeface="宋体" panose="02010600030101010101" pitchFamily="2" charset="-122"/>
              </a:defRPr>
            </a:lvl4pPr>
            <a:lvl5pPr marL="2057400" indent="-228600">
              <a:defRPr kumimoji="1" sz="3200">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200">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200">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200">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200">
                <a:solidFill>
                  <a:schemeClr val="accent2"/>
                </a:solidFill>
                <a:latin typeface="Times New Roman" panose="02020603050405020304" pitchFamily="18" charset="0"/>
                <a:ea typeface="宋体" panose="02010600030101010101" pitchFamily="2" charset="-122"/>
              </a:defRPr>
            </a:lvl9pPr>
          </a:lstStyle>
          <a:p>
            <a:fld id="{649EA05D-FD60-4C35-92A3-FDAC05000B99}" type="slidenum">
              <a:rPr lang="en-US" altLang="zh-CN" sz="1200" smtClean="0">
                <a:solidFill>
                  <a:schemeClr val="tx1"/>
                </a:solidFill>
              </a:rPr>
              <a:pPr/>
              <a:t>44</a:t>
            </a:fld>
            <a:endParaRPr lang="en-US" altLang="zh-CN" sz="1200" smtClean="0">
              <a:solidFill>
                <a:schemeClr val="tx1"/>
              </a:solidFill>
            </a:endParaRPr>
          </a:p>
        </p:txBody>
      </p:sp>
      <p:sp>
        <p:nvSpPr>
          <p:cNvPr id="52227" name="Rectangle 2"/>
          <p:cNvSpPr>
            <a:spLocks noGrp="1" noRot="1" noChangeAspect="1" noChangeArrowheads="1" noTextEdit="1"/>
          </p:cNvSpPr>
          <p:nvPr>
            <p:ph type="sldImg"/>
          </p:nvPr>
        </p:nvSpPr>
        <p:spPr>
          <a:ln/>
        </p:spPr>
      </p:sp>
      <p:sp>
        <p:nvSpPr>
          <p:cNvPr id="5222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mtClean="0"/>
              <a:t>强调正态分布的重要结论。</a:t>
            </a:r>
          </a:p>
        </p:txBody>
      </p:sp>
    </p:spTree>
    <p:extLst>
      <p:ext uri="{BB962C8B-B14F-4D97-AF65-F5344CB8AC3E}">
        <p14:creationId xmlns:p14="http://schemas.microsoft.com/office/powerpoint/2010/main" val="18769105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smtClean="0"/>
            </a:lvl1pPr>
          </a:lstStyle>
          <a:p>
            <a:pPr>
              <a:defRPr/>
            </a:pPr>
            <a:fld id="{99277D1A-93E9-4AD2-A817-BEA08623B15F}" type="slidenum">
              <a:rPr lang="en-US" altLang="zh-CN" smtClean="0"/>
              <a:pPr>
                <a:defRPr/>
              </a:pPr>
              <a:t>‹#›</a:t>
            </a:fld>
            <a:endParaRPr lang="en-US" altLang="zh-CN"/>
          </a:p>
        </p:txBody>
      </p:sp>
    </p:spTree>
    <p:extLst>
      <p:ext uri="{BB962C8B-B14F-4D97-AF65-F5344CB8AC3E}">
        <p14:creationId xmlns:p14="http://schemas.microsoft.com/office/powerpoint/2010/main" val="401863012"/>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smtClean="0"/>
            </a:lvl1pPr>
          </a:lstStyle>
          <a:p>
            <a:pPr>
              <a:defRPr/>
            </a:pPr>
            <a:fld id="{8C3C5738-D760-4504-9C8C-BA705AF2DEDB}" type="slidenum">
              <a:rPr lang="en-US" altLang="zh-CN" smtClean="0"/>
              <a:pPr>
                <a:defRPr/>
              </a:pPr>
              <a:t>‹#›</a:t>
            </a:fld>
            <a:endParaRPr lang="en-US" altLang="zh-CN"/>
          </a:p>
        </p:txBody>
      </p:sp>
    </p:spTree>
    <p:extLst>
      <p:ext uri="{BB962C8B-B14F-4D97-AF65-F5344CB8AC3E}">
        <p14:creationId xmlns:p14="http://schemas.microsoft.com/office/powerpoint/2010/main" val="2753119973"/>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smtClean="0"/>
            </a:lvl1pPr>
          </a:lstStyle>
          <a:p>
            <a:pPr>
              <a:defRPr/>
            </a:pPr>
            <a:fld id="{FDF3D389-364C-4592-BC24-8EECF440D322}" type="slidenum">
              <a:rPr lang="en-US" altLang="zh-CN" smtClean="0"/>
              <a:pPr>
                <a:defRPr/>
              </a:pPr>
              <a:t>‹#›</a:t>
            </a:fld>
            <a:endParaRPr lang="en-US" altLang="zh-CN"/>
          </a:p>
        </p:txBody>
      </p:sp>
    </p:spTree>
    <p:extLst>
      <p:ext uri="{BB962C8B-B14F-4D97-AF65-F5344CB8AC3E}">
        <p14:creationId xmlns:p14="http://schemas.microsoft.com/office/powerpoint/2010/main" val="1137917938"/>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4"/>
          <p:cNvSpPr>
            <a:spLocks noGrp="1" noChangeArrowheads="1"/>
          </p:cNvSpPr>
          <p:nvPr>
            <p:ph type="dt" sz="half" idx="10"/>
          </p:nvPr>
        </p:nvSpPr>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smtClean="0"/>
            </a:lvl1pPr>
          </a:lstStyle>
          <a:p>
            <a:pPr>
              <a:defRPr/>
            </a:pPr>
            <a:fld id="{FF4004D6-22A5-4F89-A2B2-07143165D9BD}" type="slidenum">
              <a:rPr lang="en-US" altLang="zh-CN" smtClean="0"/>
              <a:pPr>
                <a:defRPr/>
              </a:pPr>
              <a:t>‹#›</a:t>
            </a:fld>
            <a:endParaRPr lang="en-US" altLang="zh-CN"/>
          </a:p>
        </p:txBody>
      </p:sp>
    </p:spTree>
    <p:extLst>
      <p:ext uri="{BB962C8B-B14F-4D97-AF65-F5344CB8AC3E}">
        <p14:creationId xmlns:p14="http://schemas.microsoft.com/office/powerpoint/2010/main" val="2842854997"/>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Rectangle 4"/>
          <p:cNvSpPr>
            <a:spLocks noGrp="1" noChangeArrowheads="1"/>
          </p:cNvSpPr>
          <p:nvPr>
            <p:ph type="dt" sz="half" idx="10"/>
          </p:nvPr>
        </p:nvSpPr>
        <p:spPr/>
        <p:txBody>
          <a:bodyPr/>
          <a:lstStyle>
            <a:lvl1pPr>
              <a:defRPr/>
            </a:lvl1pPr>
          </a:lstStyle>
          <a:p>
            <a:pPr>
              <a:defRPr/>
            </a:pPr>
            <a:endParaRPr lang="en-US" altLang="zh-CN"/>
          </a:p>
        </p:txBody>
      </p:sp>
      <p:sp>
        <p:nvSpPr>
          <p:cNvPr id="8" name="Rectangle 5"/>
          <p:cNvSpPr>
            <a:spLocks noGrp="1" noChangeArrowheads="1"/>
          </p:cNvSpPr>
          <p:nvPr>
            <p:ph type="ftr" sz="quarter" idx="11"/>
          </p:nvPr>
        </p:nvSpPr>
        <p:spPr/>
        <p:txBody>
          <a:bodyPr/>
          <a:lstStyle>
            <a:lvl1pPr>
              <a:defRPr/>
            </a:lvl1pPr>
          </a:lstStyle>
          <a:p>
            <a:pPr>
              <a:defRPr/>
            </a:pPr>
            <a:endParaRPr lang="en-US" altLang="zh-CN"/>
          </a:p>
        </p:txBody>
      </p:sp>
      <p:sp>
        <p:nvSpPr>
          <p:cNvPr id="9" name="Rectangle 6"/>
          <p:cNvSpPr>
            <a:spLocks noGrp="1" noChangeArrowheads="1"/>
          </p:cNvSpPr>
          <p:nvPr>
            <p:ph type="sldNum" sz="quarter" idx="12"/>
          </p:nvPr>
        </p:nvSpPr>
        <p:spPr/>
        <p:txBody>
          <a:bodyPr/>
          <a:lstStyle>
            <a:lvl1pPr>
              <a:defRPr smtClean="0"/>
            </a:lvl1pPr>
          </a:lstStyle>
          <a:p>
            <a:pPr>
              <a:defRPr/>
            </a:pPr>
            <a:fld id="{C4719EA6-58A4-49D8-B1E3-79E4130C105A}" type="slidenum">
              <a:rPr lang="en-US" altLang="zh-CN" smtClean="0"/>
              <a:pPr>
                <a:defRPr/>
              </a:pPr>
              <a:t>‹#›</a:t>
            </a:fld>
            <a:endParaRPr lang="en-US" altLang="zh-CN"/>
          </a:p>
        </p:txBody>
      </p:sp>
    </p:spTree>
    <p:extLst>
      <p:ext uri="{BB962C8B-B14F-4D97-AF65-F5344CB8AC3E}">
        <p14:creationId xmlns:p14="http://schemas.microsoft.com/office/powerpoint/2010/main" val="2474252691"/>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685800" y="692696"/>
            <a:ext cx="7772400" cy="1143000"/>
          </a:xfrm>
        </p:spPr>
        <p:txBody>
          <a:bodyPr/>
          <a:lstStyle/>
          <a:p>
            <a:r>
              <a:rPr lang="zh-CN" altLang="en-US" smtClean="0"/>
              <a:t>单击此处编辑母版标题样式</a:t>
            </a:r>
            <a:endParaRPr lang="zh-CN" altLang="en-US"/>
          </a:p>
        </p:txBody>
      </p:sp>
      <p:sp>
        <p:nvSpPr>
          <p:cNvPr id="3" name="Rectangle 4"/>
          <p:cNvSpPr>
            <a:spLocks noGrp="1" noChangeArrowheads="1"/>
          </p:cNvSpPr>
          <p:nvPr>
            <p:ph type="dt" sz="half" idx="10"/>
          </p:nvPr>
        </p:nvSpPr>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p:txBody>
          <a:bodyPr/>
          <a:lstStyle>
            <a:lvl1pPr>
              <a:defRPr smtClean="0"/>
            </a:lvl1pPr>
          </a:lstStyle>
          <a:p>
            <a:pPr>
              <a:defRPr/>
            </a:pPr>
            <a:fld id="{8047D3FF-CCF2-4426-9390-B2A570B1CBEE}" type="slidenum">
              <a:rPr lang="en-US" altLang="zh-CN" smtClean="0"/>
              <a:pPr>
                <a:defRPr/>
              </a:pPr>
              <a:t>‹#›</a:t>
            </a:fld>
            <a:endParaRPr lang="en-US" altLang="zh-CN"/>
          </a:p>
        </p:txBody>
      </p:sp>
    </p:spTree>
    <p:extLst>
      <p:ext uri="{BB962C8B-B14F-4D97-AF65-F5344CB8AC3E}">
        <p14:creationId xmlns:p14="http://schemas.microsoft.com/office/powerpoint/2010/main" val="67519742"/>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p:txBody>
          <a:bodyPr/>
          <a:lstStyle>
            <a:lvl1pPr>
              <a:defRPr/>
            </a:lvl1pPr>
          </a:lstStyle>
          <a:p>
            <a:pPr>
              <a:defRPr/>
            </a:pPr>
            <a:endParaRPr lang="en-US" altLang="zh-CN"/>
          </a:p>
        </p:txBody>
      </p:sp>
      <p:sp>
        <p:nvSpPr>
          <p:cNvPr id="3" name="Rectangle 5"/>
          <p:cNvSpPr>
            <a:spLocks noGrp="1" noChangeArrowheads="1"/>
          </p:cNvSpPr>
          <p:nvPr>
            <p:ph type="ftr" sz="quarter" idx="11"/>
          </p:nvPr>
        </p:nvSpPr>
        <p:spPr/>
        <p:txBody>
          <a:bodyPr/>
          <a:lstStyle>
            <a:lvl1pPr>
              <a:defRPr/>
            </a:lvl1pPr>
          </a:lstStyle>
          <a:p>
            <a:pPr>
              <a:defRPr/>
            </a:pPr>
            <a:endParaRPr lang="en-US" altLang="zh-CN"/>
          </a:p>
        </p:txBody>
      </p:sp>
      <p:sp>
        <p:nvSpPr>
          <p:cNvPr id="4" name="Rectangle 6"/>
          <p:cNvSpPr>
            <a:spLocks noGrp="1" noChangeArrowheads="1"/>
          </p:cNvSpPr>
          <p:nvPr>
            <p:ph type="sldNum" sz="quarter" idx="12"/>
          </p:nvPr>
        </p:nvSpPr>
        <p:spPr/>
        <p:txBody>
          <a:bodyPr/>
          <a:lstStyle>
            <a:lvl1pPr>
              <a:defRPr smtClean="0"/>
            </a:lvl1pPr>
          </a:lstStyle>
          <a:p>
            <a:pPr>
              <a:defRPr/>
            </a:pPr>
            <a:fld id="{F7EBF3CD-4DEC-4646-AAB5-0A41DEDD2387}" type="slidenum">
              <a:rPr lang="en-US" altLang="zh-CN" smtClean="0"/>
              <a:pPr>
                <a:defRPr/>
              </a:pPr>
              <a:t>‹#›</a:t>
            </a:fld>
            <a:endParaRPr lang="en-US" altLang="zh-CN"/>
          </a:p>
        </p:txBody>
      </p:sp>
    </p:spTree>
    <p:extLst>
      <p:ext uri="{BB962C8B-B14F-4D97-AF65-F5344CB8AC3E}">
        <p14:creationId xmlns:p14="http://schemas.microsoft.com/office/powerpoint/2010/main" val="3010027859"/>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4"/>
          <p:cNvSpPr>
            <a:spLocks noGrp="1" noChangeArrowheads="1"/>
          </p:cNvSpPr>
          <p:nvPr>
            <p:ph type="dt" sz="half" idx="10"/>
          </p:nvPr>
        </p:nvSpPr>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smtClean="0"/>
            </a:lvl1pPr>
          </a:lstStyle>
          <a:p>
            <a:pPr>
              <a:defRPr/>
            </a:pPr>
            <a:fld id="{7C9A6EC5-05D5-4E2F-80F8-F316E10EB19E}" type="slidenum">
              <a:rPr lang="en-US" altLang="zh-CN" smtClean="0"/>
              <a:pPr>
                <a:defRPr/>
              </a:pPr>
              <a:t>‹#›</a:t>
            </a:fld>
            <a:endParaRPr lang="en-US" altLang="zh-CN"/>
          </a:p>
        </p:txBody>
      </p:sp>
    </p:spTree>
    <p:extLst>
      <p:ext uri="{BB962C8B-B14F-4D97-AF65-F5344CB8AC3E}">
        <p14:creationId xmlns:p14="http://schemas.microsoft.com/office/powerpoint/2010/main" val="1607093204"/>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smtClean="0"/>
              <a:t>单击图标添加图片</a:t>
            </a: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4"/>
          <p:cNvSpPr>
            <a:spLocks noGrp="1" noChangeArrowheads="1"/>
          </p:cNvSpPr>
          <p:nvPr>
            <p:ph type="dt" sz="half" idx="10"/>
          </p:nvPr>
        </p:nvSpPr>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smtClean="0"/>
            </a:lvl1pPr>
          </a:lstStyle>
          <a:p>
            <a:pPr>
              <a:defRPr/>
            </a:pPr>
            <a:fld id="{22C724FA-9217-4ADE-A855-D50F16A9AC6C}" type="slidenum">
              <a:rPr lang="en-US" altLang="zh-CN" smtClean="0"/>
              <a:pPr>
                <a:defRPr/>
              </a:pPr>
              <a:t>‹#›</a:t>
            </a:fld>
            <a:endParaRPr lang="en-US" altLang="zh-CN"/>
          </a:p>
        </p:txBody>
      </p:sp>
    </p:spTree>
    <p:extLst>
      <p:ext uri="{BB962C8B-B14F-4D97-AF65-F5344CB8AC3E}">
        <p14:creationId xmlns:p14="http://schemas.microsoft.com/office/powerpoint/2010/main" val="2928036977"/>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smtClean="0"/>
            </a:lvl1pPr>
          </a:lstStyle>
          <a:p>
            <a:pPr>
              <a:defRPr/>
            </a:pPr>
            <a:fld id="{84B7595D-1B1A-4CEF-B024-13F03E39009E}" type="slidenum">
              <a:rPr lang="en-US" altLang="zh-CN" smtClean="0"/>
              <a:pPr>
                <a:defRPr/>
              </a:pPr>
              <a:t>‹#›</a:t>
            </a:fld>
            <a:endParaRPr lang="en-US" altLang="zh-CN"/>
          </a:p>
        </p:txBody>
      </p:sp>
    </p:spTree>
    <p:extLst>
      <p:ext uri="{BB962C8B-B14F-4D97-AF65-F5344CB8AC3E}">
        <p14:creationId xmlns:p14="http://schemas.microsoft.com/office/powerpoint/2010/main" val="3405091835"/>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609600"/>
            <a:ext cx="1943100" cy="54864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85800" y="609600"/>
            <a:ext cx="5676900" cy="5486400"/>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smtClean="0"/>
            </a:lvl1pPr>
          </a:lstStyle>
          <a:p>
            <a:pPr>
              <a:defRPr/>
            </a:pPr>
            <a:fld id="{42861E4D-8C74-442D-9255-8736B95B58B6}" type="slidenum">
              <a:rPr lang="en-US" altLang="zh-CN" smtClean="0"/>
              <a:pPr>
                <a:defRPr/>
              </a:pPr>
              <a:t>‹#›</a:t>
            </a:fld>
            <a:endParaRPr lang="en-US" altLang="zh-CN"/>
          </a:p>
        </p:txBody>
      </p:sp>
    </p:spTree>
    <p:extLst>
      <p:ext uri="{BB962C8B-B14F-4D97-AF65-F5344CB8AC3E}">
        <p14:creationId xmlns:p14="http://schemas.microsoft.com/office/powerpoint/2010/main" val="2001927596"/>
      </p:ext>
    </p:extLst>
  </p:cSld>
  <p:clrMapOvr>
    <a:masterClrMapping/>
  </p:clrMapOvr>
  <p:transition/>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685800" y="609600"/>
            <a:ext cx="7772400" cy="1143000"/>
          </a:xfr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85800" y="1981200"/>
            <a:ext cx="3810000" cy="41148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quarter" idx="2"/>
          </p:nvPr>
        </p:nvSpPr>
        <p:spPr>
          <a:xfrm>
            <a:off x="4648200" y="1981200"/>
            <a:ext cx="3810000" cy="19812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内容占位符 4"/>
          <p:cNvSpPr>
            <a:spLocks noGrp="1"/>
          </p:cNvSpPr>
          <p:nvPr>
            <p:ph sz="quarter" idx="3"/>
          </p:nvPr>
        </p:nvSpPr>
        <p:spPr>
          <a:xfrm>
            <a:off x="4648200" y="4114800"/>
            <a:ext cx="3810000" cy="19812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Rectangle 4"/>
          <p:cNvSpPr>
            <a:spLocks noGrp="1" noChangeArrowheads="1"/>
          </p:cNvSpPr>
          <p:nvPr>
            <p:ph type="dt" sz="half" idx="10"/>
          </p:nvPr>
        </p:nvSpPr>
        <p:spPr/>
        <p:txBody>
          <a:bodyPr/>
          <a:lstStyle>
            <a:lvl1pPr>
              <a:defRPr/>
            </a:lvl1pPr>
          </a:lstStyle>
          <a:p>
            <a:pPr>
              <a:defRPr/>
            </a:pPr>
            <a:endParaRPr lang="en-US" altLang="zh-CN"/>
          </a:p>
        </p:txBody>
      </p:sp>
      <p:sp>
        <p:nvSpPr>
          <p:cNvPr id="7" name="Rectangle 5"/>
          <p:cNvSpPr>
            <a:spLocks noGrp="1" noChangeArrowheads="1"/>
          </p:cNvSpPr>
          <p:nvPr>
            <p:ph type="ftr" sz="quarter" idx="11"/>
          </p:nvPr>
        </p:nvSpPr>
        <p:spPr/>
        <p:txBody>
          <a:bodyPr/>
          <a:lstStyle>
            <a:lvl1pPr>
              <a:defRPr/>
            </a:lvl1pPr>
          </a:lstStyle>
          <a:p>
            <a:pPr>
              <a:defRPr/>
            </a:pPr>
            <a:endParaRPr lang="en-US" altLang="zh-CN"/>
          </a:p>
        </p:txBody>
      </p:sp>
      <p:sp>
        <p:nvSpPr>
          <p:cNvPr id="8" name="Rectangle 6"/>
          <p:cNvSpPr>
            <a:spLocks noGrp="1" noChangeArrowheads="1"/>
          </p:cNvSpPr>
          <p:nvPr>
            <p:ph type="sldNum" sz="quarter" idx="12"/>
          </p:nvPr>
        </p:nvSpPr>
        <p:spPr/>
        <p:txBody>
          <a:bodyPr/>
          <a:lstStyle>
            <a:lvl1pPr>
              <a:defRPr smtClean="0">
                <a:solidFill>
                  <a:srgbClr val="FFFF00"/>
                </a:solidFill>
              </a:defRPr>
            </a:lvl1pPr>
          </a:lstStyle>
          <a:p>
            <a:pPr>
              <a:defRPr/>
            </a:pPr>
            <a:fld id="{42861E4D-8C74-442D-9255-8736B95B58B6}" type="slidenum">
              <a:rPr lang="en-US" altLang="zh-CN" smtClean="0"/>
              <a:pPr>
                <a:defRPr/>
              </a:pPr>
              <a:t>‹#›</a:t>
            </a:fld>
            <a:endParaRPr lang="en-US" altLang="zh-CN"/>
          </a:p>
        </p:txBody>
      </p:sp>
    </p:spTree>
    <p:extLst>
      <p:ext uri="{BB962C8B-B14F-4D97-AF65-F5344CB8AC3E}">
        <p14:creationId xmlns:p14="http://schemas.microsoft.com/office/powerpoint/2010/main" val="922509828"/>
      </p:ext>
    </p:extLst>
  </p:cSld>
  <p:clrMapOvr>
    <a:masterClrMapping/>
  </p:clrMapOvr>
  <p:transition/>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objOnly">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0" y="274638"/>
            <a:ext cx="8229600" cy="5851525"/>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3" name="日期占位符 2"/>
          <p:cNvSpPr>
            <a:spLocks noGrp="1"/>
          </p:cNvSpPr>
          <p:nvPr>
            <p:ph type="dt" sz="half" idx="10"/>
          </p:nvPr>
        </p:nvSpPr>
        <p:spPr>
          <a:xfrm>
            <a:off x="457200" y="6245225"/>
            <a:ext cx="2133600" cy="476250"/>
          </a:xfrm>
        </p:spPr>
        <p:txBody>
          <a:bodyPr/>
          <a:lstStyle>
            <a:lvl1pPr>
              <a:defRPr/>
            </a:lvl1pPr>
          </a:lstStyle>
          <a:p>
            <a:pPr>
              <a:defRPr/>
            </a:pPr>
            <a:endParaRPr lang="en-US" altLang="zh-CN"/>
          </a:p>
        </p:txBody>
      </p:sp>
      <p:sp>
        <p:nvSpPr>
          <p:cNvPr id="4" name="页脚占位符 3"/>
          <p:cNvSpPr>
            <a:spLocks noGrp="1"/>
          </p:cNvSpPr>
          <p:nvPr>
            <p:ph type="ftr" sz="quarter" idx="11"/>
          </p:nvPr>
        </p:nvSpPr>
        <p:spPr>
          <a:xfrm>
            <a:off x="3124200" y="6245225"/>
            <a:ext cx="2895600" cy="476250"/>
          </a:xfrm>
        </p:spPr>
        <p:txBody>
          <a:bodyPr/>
          <a:lstStyle>
            <a:lvl1pPr>
              <a:defRPr/>
            </a:lvl1pPr>
          </a:lstStyle>
          <a:p>
            <a:pPr>
              <a:defRPr/>
            </a:pPr>
            <a:endParaRPr lang="en-US" altLang="zh-CN"/>
          </a:p>
        </p:txBody>
      </p:sp>
      <p:sp>
        <p:nvSpPr>
          <p:cNvPr id="5" name="灯片编号占位符 4"/>
          <p:cNvSpPr>
            <a:spLocks noGrp="1"/>
          </p:cNvSpPr>
          <p:nvPr>
            <p:ph type="sldNum" sz="quarter" idx="12"/>
          </p:nvPr>
        </p:nvSpPr>
        <p:spPr>
          <a:xfrm>
            <a:off x="6553200" y="6245225"/>
            <a:ext cx="2133600" cy="476250"/>
          </a:xfrm>
        </p:spPr>
        <p:txBody>
          <a:bodyPr/>
          <a:lstStyle>
            <a:lvl1pPr>
              <a:defRPr smtClean="0"/>
            </a:lvl1pPr>
          </a:lstStyle>
          <a:p>
            <a:pPr>
              <a:defRPr/>
            </a:pPr>
            <a:fld id="{5140060F-225A-4EFF-8DFD-6650A37C922D}" type="slidenum">
              <a:rPr lang="en-US" altLang="zh-CN" smtClean="0"/>
              <a:pPr>
                <a:defRPr/>
              </a:pPr>
              <a:t>‹#›</a:t>
            </a:fld>
            <a:endParaRPr lang="en-US" altLang="zh-CN"/>
          </a:p>
        </p:txBody>
      </p:sp>
    </p:spTree>
    <p:extLst>
      <p:ext uri="{BB962C8B-B14F-4D97-AF65-F5344CB8AC3E}">
        <p14:creationId xmlns:p14="http://schemas.microsoft.com/office/powerpoint/2010/main" val="407894541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OverObj">
  <p:cSld name="标题和文本在内容之上">
    <p:spTree>
      <p:nvGrpSpPr>
        <p:cNvPr id="1" name=""/>
        <p:cNvGrpSpPr/>
        <p:nvPr/>
      </p:nvGrpSpPr>
      <p:grpSpPr>
        <a:xfrm>
          <a:off x="0" y="0"/>
          <a:ext cx="0" cy="0"/>
          <a:chOff x="0" y="0"/>
          <a:chExt cx="0" cy="0"/>
        </a:xfrm>
      </p:grpSpPr>
      <p:sp>
        <p:nvSpPr>
          <p:cNvPr id="2" name="标题 1"/>
          <p:cNvSpPr>
            <a:spLocks noGrp="1"/>
          </p:cNvSpPr>
          <p:nvPr>
            <p:ph type="title"/>
          </p:nvPr>
        </p:nvSpPr>
        <p:spPr>
          <a:xfrm>
            <a:off x="800100" y="495300"/>
            <a:ext cx="7772400" cy="1143000"/>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457200" y="1600200"/>
            <a:ext cx="8229600" cy="2185988"/>
          </a:xfrm>
          <a:prstGeom prst="rect">
            <a:avLst/>
          </a:prstGeo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57200" y="3938588"/>
            <a:ext cx="8229600" cy="2187575"/>
          </a:xfrm>
          <a:prstGeom prst="rect">
            <a:avLst/>
          </a:prstGeo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155185703"/>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xAndTwoObj">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685800" y="152400"/>
            <a:ext cx="7620000" cy="838200"/>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685800" y="1295400"/>
            <a:ext cx="3733800" cy="33528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quarter" idx="2"/>
          </p:nvPr>
        </p:nvSpPr>
        <p:spPr>
          <a:xfrm>
            <a:off x="4572000" y="1295400"/>
            <a:ext cx="3733800" cy="16002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内容占位符 4"/>
          <p:cNvSpPr>
            <a:spLocks noGrp="1"/>
          </p:cNvSpPr>
          <p:nvPr>
            <p:ph sz="quarter" idx="3"/>
          </p:nvPr>
        </p:nvSpPr>
        <p:spPr>
          <a:xfrm>
            <a:off x="4572000" y="3048000"/>
            <a:ext cx="3733800" cy="16002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日期占位符 5"/>
          <p:cNvSpPr>
            <a:spLocks noGrp="1"/>
          </p:cNvSpPr>
          <p:nvPr>
            <p:ph type="dt" sz="half" idx="10"/>
          </p:nvPr>
        </p:nvSpPr>
        <p:spPr>
          <a:xfrm>
            <a:off x="685800" y="6324600"/>
            <a:ext cx="1905000" cy="457200"/>
          </a:xfrm>
        </p:spPr>
        <p:txBody>
          <a:bodyPr/>
          <a:lstStyle>
            <a:lvl1pPr>
              <a:defRPr/>
            </a:lvl1pPr>
          </a:lstStyle>
          <a:p>
            <a:pPr>
              <a:defRPr/>
            </a:pPr>
            <a:endParaRPr lang="en-US" altLang="zh-CN"/>
          </a:p>
        </p:txBody>
      </p:sp>
      <p:sp>
        <p:nvSpPr>
          <p:cNvPr id="7" name="页脚占位符 6"/>
          <p:cNvSpPr>
            <a:spLocks noGrp="1"/>
          </p:cNvSpPr>
          <p:nvPr>
            <p:ph type="ftr" sz="quarter" idx="11"/>
          </p:nvPr>
        </p:nvSpPr>
        <p:spPr>
          <a:xfrm>
            <a:off x="3124200" y="6324600"/>
            <a:ext cx="2895600" cy="457200"/>
          </a:xfrm>
        </p:spPr>
        <p:txBody>
          <a:bodyPr/>
          <a:lstStyle>
            <a:lvl1pPr>
              <a:defRPr/>
            </a:lvl1pPr>
          </a:lstStyle>
          <a:p>
            <a:pPr>
              <a:defRPr/>
            </a:pPr>
            <a:endParaRPr lang="en-US" altLang="zh-CN"/>
          </a:p>
        </p:txBody>
      </p:sp>
      <p:sp>
        <p:nvSpPr>
          <p:cNvPr id="8" name="灯片编号占位符 7"/>
          <p:cNvSpPr>
            <a:spLocks noGrp="1"/>
          </p:cNvSpPr>
          <p:nvPr>
            <p:ph type="sldNum" sz="quarter" idx="12"/>
          </p:nvPr>
        </p:nvSpPr>
        <p:spPr>
          <a:xfrm>
            <a:off x="6553200" y="6324600"/>
            <a:ext cx="1905000" cy="457200"/>
          </a:xfrm>
        </p:spPr>
        <p:txBody>
          <a:bodyPr/>
          <a:lstStyle>
            <a:lvl1pPr>
              <a:defRPr/>
            </a:lvl1pPr>
          </a:lstStyle>
          <a:p>
            <a:pPr>
              <a:defRPr/>
            </a:pPr>
            <a:fld id="{5D171406-363C-40FC-98B7-0AB4DB8EB575}" type="slidenum">
              <a:rPr lang="en-US" altLang="zh-CN" smtClean="0"/>
              <a:pPr>
                <a:defRPr/>
              </a:pPr>
              <a:t>‹#›</a:t>
            </a:fld>
            <a:endParaRPr lang="en-US" altLang="zh-CN"/>
          </a:p>
        </p:txBody>
      </p:sp>
    </p:spTree>
    <p:extLst>
      <p:ext uri="{BB962C8B-B14F-4D97-AF65-F5344CB8AC3E}">
        <p14:creationId xmlns:p14="http://schemas.microsoft.com/office/powerpoint/2010/main" val="15947136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jpe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blipFill dpi="0" rotWithShape="0">
          <a:blip r:embed="rId17"/>
          <a:srcRect/>
          <a:stretch>
            <a:fillRect/>
          </a:stretch>
        </a:blip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smtClean="0"/>
              <a:t>单击此处编辑母版标题样式</a:t>
            </a:r>
          </a:p>
        </p:txBody>
      </p:sp>
      <p:sp>
        <p:nvSpPr>
          <p:cNvPr id="1027" name="Rectangle 3"/>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1028" name="Rectangle 4"/>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400" b="0">
                <a:solidFill>
                  <a:schemeClr val="tx1"/>
                </a:solidFill>
                <a:latin typeface="+mn-lt"/>
                <a:ea typeface="文鼎粗圆" pitchFamily="49" charset="-122"/>
              </a:defRPr>
            </a:lvl1pPr>
          </a:lstStyle>
          <a:p>
            <a:pPr>
              <a:defRPr/>
            </a:pPr>
            <a:endParaRPr lang="en-US" altLang="zh-CN"/>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400" b="0">
                <a:solidFill>
                  <a:schemeClr val="tx1"/>
                </a:solidFill>
                <a:latin typeface="+mn-lt"/>
                <a:ea typeface="文鼎粗圆" pitchFamily="49" charset="-122"/>
              </a:defRPr>
            </a:lvl1pPr>
          </a:lstStyle>
          <a:p>
            <a:pPr>
              <a:defRPr/>
            </a:pPr>
            <a:endParaRPr lang="en-US" altLang="zh-CN"/>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400" b="0" smtClean="0">
                <a:solidFill>
                  <a:srgbClr val="FFFF00"/>
                </a:solidFill>
                <a:latin typeface="Times New Roman" panose="02020603050405020304" pitchFamily="18" charset="0"/>
                <a:ea typeface="文鼎粗圆" pitchFamily="49" charset="-122"/>
              </a:defRPr>
            </a:lvl1pPr>
          </a:lstStyle>
          <a:p>
            <a:pPr>
              <a:defRPr/>
            </a:pPr>
            <a:fld id="{42861E4D-8C74-442D-9255-8736B95B58B6}" type="slidenum">
              <a:rPr lang="en-US" altLang="zh-CN" smtClean="0"/>
              <a:pPr>
                <a:defRPr/>
              </a:pPr>
              <a:t>‹#›</a:t>
            </a:fld>
            <a:endParaRPr lang="en-US" altLang="zh-CN"/>
          </a:p>
        </p:txBody>
      </p:sp>
      <p:sp>
        <p:nvSpPr>
          <p:cNvPr id="7" name="TextBox 6"/>
          <p:cNvSpPr txBox="1"/>
          <p:nvPr/>
        </p:nvSpPr>
        <p:spPr>
          <a:xfrm>
            <a:off x="8715404" y="6357958"/>
            <a:ext cx="428596" cy="307777"/>
          </a:xfrm>
          <a:prstGeom prst="rect">
            <a:avLst/>
          </a:prstGeom>
          <a:noFill/>
        </p:spPr>
        <p:txBody>
          <a:bodyPr wrap="square" rtlCol="0">
            <a:spAutoFit/>
          </a:bodyPr>
          <a:lstStyle/>
          <a:p>
            <a:fld id="{4F25D349-C29D-46D2-8A83-8953848272E9}" type="slidenum">
              <a:rPr lang="zh-CN" altLang="en-US" sz="1400" smtClean="0">
                <a:solidFill>
                  <a:srgbClr val="FFFF00"/>
                </a:solidFill>
              </a:rPr>
              <a:t>‹#›</a:t>
            </a:fld>
            <a:endParaRPr lang="zh-CN" altLang="en-US" sz="1400" dirty="0">
              <a:solidFill>
                <a:srgbClr val="FFFF00"/>
              </a:solidFill>
            </a:endParaRPr>
          </a:p>
        </p:txBody>
      </p:sp>
    </p:spTree>
    <p:extLst>
      <p:ext uri="{BB962C8B-B14F-4D97-AF65-F5344CB8AC3E}">
        <p14:creationId xmlns:p14="http://schemas.microsoft.com/office/powerpoint/2010/main" val="3925407842"/>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Lst>
  <p:transition/>
  <p:hf hdr="0" ftr="0" dt="0"/>
  <p:txStyles>
    <p:titleStyle>
      <a:lvl1pPr algn="ctr" rtl="0" eaLnBrk="1" fontAlgn="base" hangingPunct="1">
        <a:spcBef>
          <a:spcPct val="0"/>
        </a:spcBef>
        <a:spcAft>
          <a:spcPct val="0"/>
        </a:spcAft>
        <a:defRPr sz="4400">
          <a:solidFill>
            <a:schemeClr val="tx2"/>
          </a:solidFill>
          <a:latin typeface="+mj-lt"/>
          <a:ea typeface="+mj-ea"/>
          <a:cs typeface="+mj-cs"/>
        </a:defRPr>
      </a:lvl1pPr>
      <a:lvl2pPr algn="ctr" rtl="0" eaLnBrk="1" fontAlgn="base" hangingPunct="1">
        <a:spcBef>
          <a:spcPct val="0"/>
        </a:spcBef>
        <a:spcAft>
          <a:spcPct val="0"/>
        </a:spcAft>
        <a:defRPr sz="4400">
          <a:solidFill>
            <a:schemeClr val="tx2"/>
          </a:solidFill>
          <a:latin typeface="Times New Roman" pitchFamily="18" charset="0"/>
          <a:ea typeface="宋体" pitchFamily="2" charset="-122"/>
        </a:defRPr>
      </a:lvl2pPr>
      <a:lvl3pPr algn="ctr" rtl="0" eaLnBrk="1" fontAlgn="base" hangingPunct="1">
        <a:spcBef>
          <a:spcPct val="0"/>
        </a:spcBef>
        <a:spcAft>
          <a:spcPct val="0"/>
        </a:spcAft>
        <a:defRPr sz="4400">
          <a:solidFill>
            <a:schemeClr val="tx2"/>
          </a:solidFill>
          <a:latin typeface="Times New Roman" pitchFamily="18" charset="0"/>
          <a:ea typeface="宋体" pitchFamily="2" charset="-122"/>
        </a:defRPr>
      </a:lvl3pPr>
      <a:lvl4pPr algn="ctr" rtl="0" eaLnBrk="1" fontAlgn="base" hangingPunct="1">
        <a:spcBef>
          <a:spcPct val="0"/>
        </a:spcBef>
        <a:spcAft>
          <a:spcPct val="0"/>
        </a:spcAft>
        <a:defRPr sz="4400">
          <a:solidFill>
            <a:schemeClr val="tx2"/>
          </a:solidFill>
          <a:latin typeface="Times New Roman" pitchFamily="18" charset="0"/>
          <a:ea typeface="宋体" pitchFamily="2" charset="-122"/>
        </a:defRPr>
      </a:lvl4pPr>
      <a:lvl5pPr algn="ctr" rtl="0" eaLnBrk="1" fontAlgn="base" hangingPunct="1">
        <a:spcBef>
          <a:spcPct val="0"/>
        </a:spcBef>
        <a:spcAft>
          <a:spcPct val="0"/>
        </a:spcAft>
        <a:defRPr sz="4400">
          <a:solidFill>
            <a:schemeClr val="tx2"/>
          </a:solidFill>
          <a:latin typeface="Times New Roman" pitchFamily="18" charset="0"/>
          <a:ea typeface="宋体" pitchFamily="2" charset="-122"/>
        </a:defRPr>
      </a:lvl5pPr>
      <a:lvl6pPr marL="457200" algn="ctr" rtl="0" eaLnBrk="1" fontAlgn="base" hangingPunct="1">
        <a:spcBef>
          <a:spcPct val="0"/>
        </a:spcBef>
        <a:spcAft>
          <a:spcPct val="0"/>
        </a:spcAft>
        <a:defRPr sz="4400">
          <a:solidFill>
            <a:schemeClr val="tx2"/>
          </a:solidFill>
          <a:latin typeface="Times New Roman" pitchFamily="18" charset="0"/>
          <a:ea typeface="宋体" pitchFamily="2" charset="-122"/>
        </a:defRPr>
      </a:lvl6pPr>
      <a:lvl7pPr marL="914400" algn="ctr" rtl="0" eaLnBrk="1" fontAlgn="base" hangingPunct="1">
        <a:spcBef>
          <a:spcPct val="0"/>
        </a:spcBef>
        <a:spcAft>
          <a:spcPct val="0"/>
        </a:spcAft>
        <a:defRPr sz="4400">
          <a:solidFill>
            <a:schemeClr val="tx2"/>
          </a:solidFill>
          <a:latin typeface="Times New Roman" pitchFamily="18" charset="0"/>
          <a:ea typeface="宋体" pitchFamily="2" charset="-122"/>
        </a:defRPr>
      </a:lvl7pPr>
      <a:lvl8pPr marL="1371600" algn="ctr" rtl="0" eaLnBrk="1" fontAlgn="base" hangingPunct="1">
        <a:spcBef>
          <a:spcPct val="0"/>
        </a:spcBef>
        <a:spcAft>
          <a:spcPct val="0"/>
        </a:spcAft>
        <a:defRPr sz="4400">
          <a:solidFill>
            <a:schemeClr val="tx2"/>
          </a:solidFill>
          <a:latin typeface="Times New Roman" pitchFamily="18" charset="0"/>
          <a:ea typeface="宋体" pitchFamily="2" charset="-122"/>
        </a:defRPr>
      </a:lvl8pPr>
      <a:lvl9pPr marL="1828800" algn="ctr" rtl="0" eaLnBrk="1" fontAlgn="base" hangingPunct="1">
        <a:spcBef>
          <a:spcPct val="0"/>
        </a:spcBef>
        <a:spcAft>
          <a:spcPct val="0"/>
        </a:spcAft>
        <a:defRPr sz="4400">
          <a:solidFill>
            <a:schemeClr val="tx2"/>
          </a:solidFill>
          <a:latin typeface="Times New Roman" pitchFamily="18" charset="0"/>
          <a:ea typeface="宋体" pitchFamily="2" charset="-122"/>
        </a:defRPr>
      </a:lvl9pPr>
    </p:titleStyle>
    <p:bodyStyle>
      <a:lvl1pPr marL="342900" indent="-342900" algn="l" rtl="0" eaLnBrk="1" fontAlgn="base" hangingPunct="1">
        <a:spcBef>
          <a:spcPct val="20000"/>
        </a:spcBef>
        <a:spcAft>
          <a:spcPct val="0"/>
        </a:spcAft>
        <a:buChar char="•"/>
        <a:defRPr sz="3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a:solidFill>
            <a:schemeClr val="tx1"/>
          </a:solidFill>
          <a:latin typeface="+mn-lt"/>
          <a:ea typeface="+mn-ea"/>
        </a:defRPr>
      </a:lvl2pPr>
      <a:lvl3pPr marL="1143000" indent="-228600" algn="l" rtl="0" eaLnBrk="1" fontAlgn="base" hangingPunct="1">
        <a:spcBef>
          <a:spcPct val="20000"/>
        </a:spcBef>
        <a:spcAft>
          <a:spcPct val="0"/>
        </a:spcAft>
        <a:buChar char="•"/>
        <a:defRPr sz="2400">
          <a:solidFill>
            <a:schemeClr val="tx1"/>
          </a:solidFill>
          <a:latin typeface="+mn-lt"/>
          <a:ea typeface="+mn-ea"/>
        </a:defRPr>
      </a:lvl3pPr>
      <a:lvl4pPr marL="1600200" indent="-228600" algn="l" rtl="0" eaLnBrk="1" fontAlgn="base" hangingPunct="1">
        <a:spcBef>
          <a:spcPct val="20000"/>
        </a:spcBef>
        <a:spcAft>
          <a:spcPct val="0"/>
        </a:spcAft>
        <a:buChar char="–"/>
        <a:defRPr sz="2000">
          <a:solidFill>
            <a:schemeClr val="tx1"/>
          </a:solidFill>
          <a:latin typeface="+mn-lt"/>
          <a:ea typeface="+mn-ea"/>
        </a:defRPr>
      </a:lvl4pPr>
      <a:lvl5pPr marL="2057400" indent="-228600" algn="l" rtl="0" eaLnBrk="1" fontAlgn="base" hangingPunct="1">
        <a:spcBef>
          <a:spcPct val="20000"/>
        </a:spcBef>
        <a:spcAft>
          <a:spcPct val="0"/>
        </a:spcAft>
        <a:buChar char="»"/>
        <a:defRPr sz="2000">
          <a:solidFill>
            <a:schemeClr val="tx1"/>
          </a:solidFill>
          <a:latin typeface="+mn-lt"/>
          <a:ea typeface="+mn-ea"/>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Layout" Target="../slideLayouts/slideLayout7.xml"/><Relationship Id="rId1" Type="http://schemas.openxmlformats.org/officeDocument/2006/relationships/vmlDrawing" Target="../drawings/vmlDrawing1.vml"/><Relationship Id="rId5" Type="http://schemas.openxmlformats.org/officeDocument/2006/relationships/image" Target="../media/image3.emf"/><Relationship Id="rId4" Type="http://schemas.openxmlformats.org/officeDocument/2006/relationships/oleObject" Target="../embeddings/oleObject1.bin"/></Relationships>
</file>

<file path=ppt/slides/_rels/slide3.xml.rels><?xml version="1.0" encoding="UTF-8" standalone="yes"?>
<Relationships xmlns="http://schemas.openxmlformats.org/package/2006/relationships"><Relationship Id="rId8" Type="http://schemas.openxmlformats.org/officeDocument/2006/relationships/oleObject" Target="../embeddings/oleObject4.bin"/><Relationship Id="rId3" Type="http://schemas.openxmlformats.org/officeDocument/2006/relationships/image" Target="../media/image2.png"/><Relationship Id="rId7" Type="http://schemas.openxmlformats.org/officeDocument/2006/relationships/image" Target="../media/image5.wmf"/><Relationship Id="rId2" Type="http://schemas.openxmlformats.org/officeDocument/2006/relationships/slideLayout" Target="../slideLayouts/slideLayout7.xml"/><Relationship Id="rId1" Type="http://schemas.openxmlformats.org/officeDocument/2006/relationships/vmlDrawing" Target="../drawings/vmlDrawing2.vml"/><Relationship Id="rId6" Type="http://schemas.openxmlformats.org/officeDocument/2006/relationships/oleObject" Target="../embeddings/oleObject3.bin"/><Relationship Id="rId5" Type="http://schemas.openxmlformats.org/officeDocument/2006/relationships/image" Target="../media/image4.wmf"/><Relationship Id="rId4" Type="http://schemas.openxmlformats.org/officeDocument/2006/relationships/oleObject" Target="../embeddings/oleObject2.bin"/><Relationship Id="rId9" Type="http://schemas.openxmlformats.org/officeDocument/2006/relationships/image" Target="../media/image6.emf"/></Relationships>
</file>

<file path=ppt/slides/_rels/slide4.xml.rels><?xml version="1.0" encoding="UTF-8" standalone="yes"?>
<Relationships xmlns="http://schemas.openxmlformats.org/package/2006/relationships"><Relationship Id="rId8" Type="http://schemas.openxmlformats.org/officeDocument/2006/relationships/oleObject" Target="../embeddings/oleObject7.bin"/><Relationship Id="rId13" Type="http://schemas.openxmlformats.org/officeDocument/2006/relationships/image" Target="../media/image11.wmf"/><Relationship Id="rId3" Type="http://schemas.openxmlformats.org/officeDocument/2006/relationships/image" Target="../media/image2.png"/><Relationship Id="rId7" Type="http://schemas.openxmlformats.org/officeDocument/2006/relationships/image" Target="../media/image8.emf"/><Relationship Id="rId12" Type="http://schemas.openxmlformats.org/officeDocument/2006/relationships/oleObject" Target="../embeddings/oleObject9.bin"/><Relationship Id="rId2" Type="http://schemas.openxmlformats.org/officeDocument/2006/relationships/slideLayout" Target="../slideLayouts/slideLayout7.xml"/><Relationship Id="rId1" Type="http://schemas.openxmlformats.org/officeDocument/2006/relationships/vmlDrawing" Target="../drawings/vmlDrawing3.vml"/><Relationship Id="rId6" Type="http://schemas.openxmlformats.org/officeDocument/2006/relationships/oleObject" Target="../embeddings/oleObject6.bin"/><Relationship Id="rId11" Type="http://schemas.openxmlformats.org/officeDocument/2006/relationships/image" Target="../media/image10.wmf"/><Relationship Id="rId5" Type="http://schemas.openxmlformats.org/officeDocument/2006/relationships/image" Target="../media/image7.wmf"/><Relationship Id="rId10" Type="http://schemas.openxmlformats.org/officeDocument/2006/relationships/oleObject" Target="../embeddings/oleObject8.bin"/><Relationship Id="rId4" Type="http://schemas.openxmlformats.org/officeDocument/2006/relationships/oleObject" Target="../embeddings/oleObject5.bin"/><Relationship Id="rId9" Type="http://schemas.openxmlformats.org/officeDocument/2006/relationships/image" Target="../media/image9.wmf"/><Relationship Id="rId14" Type="http://schemas.openxmlformats.org/officeDocument/2006/relationships/oleObject" Target="../embeddings/oleObject10.bin"/></Relationships>
</file>

<file path=ppt/slides/_rels/slide5.xml.rels><?xml version="1.0" encoding="UTF-8" standalone="yes"?>
<Relationships xmlns="http://schemas.openxmlformats.org/package/2006/relationships"><Relationship Id="rId8" Type="http://schemas.openxmlformats.org/officeDocument/2006/relationships/oleObject" Target="../embeddings/oleObject13.bin"/><Relationship Id="rId13" Type="http://schemas.openxmlformats.org/officeDocument/2006/relationships/image" Target="../media/image16.wmf"/><Relationship Id="rId3" Type="http://schemas.openxmlformats.org/officeDocument/2006/relationships/image" Target="../media/image2.png"/><Relationship Id="rId7" Type="http://schemas.openxmlformats.org/officeDocument/2006/relationships/image" Target="../media/image13.emf"/><Relationship Id="rId12" Type="http://schemas.openxmlformats.org/officeDocument/2006/relationships/oleObject" Target="../embeddings/oleObject15.bin"/><Relationship Id="rId17" Type="http://schemas.openxmlformats.org/officeDocument/2006/relationships/image" Target="../media/image18.wmf"/><Relationship Id="rId2" Type="http://schemas.openxmlformats.org/officeDocument/2006/relationships/slideLayout" Target="../slideLayouts/slideLayout6.xml"/><Relationship Id="rId16" Type="http://schemas.openxmlformats.org/officeDocument/2006/relationships/oleObject" Target="../embeddings/oleObject17.bin"/><Relationship Id="rId1" Type="http://schemas.openxmlformats.org/officeDocument/2006/relationships/vmlDrawing" Target="../drawings/vmlDrawing4.vml"/><Relationship Id="rId6" Type="http://schemas.openxmlformats.org/officeDocument/2006/relationships/oleObject" Target="../embeddings/oleObject12.bin"/><Relationship Id="rId11" Type="http://schemas.openxmlformats.org/officeDocument/2006/relationships/image" Target="../media/image15.wmf"/><Relationship Id="rId5" Type="http://schemas.openxmlformats.org/officeDocument/2006/relationships/image" Target="../media/image12.emf"/><Relationship Id="rId15" Type="http://schemas.openxmlformats.org/officeDocument/2006/relationships/image" Target="../media/image17.wmf"/><Relationship Id="rId10" Type="http://schemas.openxmlformats.org/officeDocument/2006/relationships/oleObject" Target="../embeddings/oleObject14.bin"/><Relationship Id="rId4" Type="http://schemas.openxmlformats.org/officeDocument/2006/relationships/oleObject" Target="../embeddings/oleObject11.bin"/><Relationship Id="rId9" Type="http://schemas.openxmlformats.org/officeDocument/2006/relationships/image" Target="../media/image14.emf"/><Relationship Id="rId14" Type="http://schemas.openxmlformats.org/officeDocument/2006/relationships/oleObject" Target="../embeddings/oleObject16.bin"/></Relationships>
</file>

<file path=ppt/slides/_rels/slide6.xml.rels><?xml version="1.0" encoding="UTF-8" standalone="yes"?>
<Relationships xmlns="http://schemas.openxmlformats.org/package/2006/relationships"><Relationship Id="rId8" Type="http://schemas.openxmlformats.org/officeDocument/2006/relationships/oleObject" Target="../embeddings/oleObject20.bin"/><Relationship Id="rId13" Type="http://schemas.openxmlformats.org/officeDocument/2006/relationships/image" Target="../media/image23.wmf"/><Relationship Id="rId3" Type="http://schemas.openxmlformats.org/officeDocument/2006/relationships/image" Target="../media/image2.png"/><Relationship Id="rId7" Type="http://schemas.openxmlformats.org/officeDocument/2006/relationships/image" Target="../media/image20.wmf"/><Relationship Id="rId12" Type="http://schemas.openxmlformats.org/officeDocument/2006/relationships/oleObject" Target="../embeddings/oleObject22.bin"/><Relationship Id="rId2" Type="http://schemas.openxmlformats.org/officeDocument/2006/relationships/slideLayout" Target="../slideLayouts/slideLayout7.xml"/><Relationship Id="rId1" Type="http://schemas.openxmlformats.org/officeDocument/2006/relationships/vmlDrawing" Target="../drawings/vmlDrawing5.vml"/><Relationship Id="rId6" Type="http://schemas.openxmlformats.org/officeDocument/2006/relationships/oleObject" Target="../embeddings/oleObject19.bin"/><Relationship Id="rId11" Type="http://schemas.openxmlformats.org/officeDocument/2006/relationships/image" Target="../media/image22.wmf"/><Relationship Id="rId5" Type="http://schemas.openxmlformats.org/officeDocument/2006/relationships/image" Target="../media/image19.emf"/><Relationship Id="rId10" Type="http://schemas.openxmlformats.org/officeDocument/2006/relationships/oleObject" Target="../embeddings/oleObject21.bin"/><Relationship Id="rId4" Type="http://schemas.openxmlformats.org/officeDocument/2006/relationships/oleObject" Target="../embeddings/oleObject18.bin"/><Relationship Id="rId9" Type="http://schemas.openxmlformats.org/officeDocument/2006/relationships/image" Target="../media/image21.wmf"/></Relationships>
</file>

<file path=ppt/slides/_rels/slide7.xml.rels><?xml version="1.0" encoding="UTF-8" standalone="yes"?>
<Relationships xmlns="http://schemas.openxmlformats.org/package/2006/relationships"><Relationship Id="rId8" Type="http://schemas.openxmlformats.org/officeDocument/2006/relationships/oleObject" Target="../embeddings/oleObject25.bin"/><Relationship Id="rId13" Type="http://schemas.openxmlformats.org/officeDocument/2006/relationships/image" Target="../media/image28.wmf"/><Relationship Id="rId3" Type="http://schemas.openxmlformats.org/officeDocument/2006/relationships/image" Target="../media/image2.png"/><Relationship Id="rId7" Type="http://schemas.openxmlformats.org/officeDocument/2006/relationships/image" Target="../media/image25.emf"/><Relationship Id="rId12" Type="http://schemas.openxmlformats.org/officeDocument/2006/relationships/oleObject" Target="../embeddings/oleObject27.bin"/><Relationship Id="rId2" Type="http://schemas.openxmlformats.org/officeDocument/2006/relationships/slideLayout" Target="../slideLayouts/slideLayout7.xml"/><Relationship Id="rId1" Type="http://schemas.openxmlformats.org/officeDocument/2006/relationships/vmlDrawing" Target="../drawings/vmlDrawing6.vml"/><Relationship Id="rId6" Type="http://schemas.openxmlformats.org/officeDocument/2006/relationships/oleObject" Target="../embeddings/oleObject24.bin"/><Relationship Id="rId11" Type="http://schemas.openxmlformats.org/officeDocument/2006/relationships/image" Target="../media/image27.emf"/><Relationship Id="rId5" Type="http://schemas.openxmlformats.org/officeDocument/2006/relationships/image" Target="../media/image24.emf"/><Relationship Id="rId10" Type="http://schemas.openxmlformats.org/officeDocument/2006/relationships/oleObject" Target="../embeddings/oleObject26.bin"/><Relationship Id="rId4" Type="http://schemas.openxmlformats.org/officeDocument/2006/relationships/oleObject" Target="../embeddings/oleObject23.bin"/><Relationship Id="rId9" Type="http://schemas.openxmlformats.org/officeDocument/2006/relationships/image" Target="../media/image26.wmf"/></Relationships>
</file>

<file path=ppt/slides/_rels/slide8.xml.rels><?xml version="1.0" encoding="UTF-8" standalone="yes"?>
<Relationships xmlns="http://schemas.openxmlformats.org/package/2006/relationships"><Relationship Id="rId8" Type="http://schemas.openxmlformats.org/officeDocument/2006/relationships/oleObject" Target="../embeddings/oleObject30.bin"/><Relationship Id="rId3" Type="http://schemas.openxmlformats.org/officeDocument/2006/relationships/image" Target="../media/image2.png"/><Relationship Id="rId7" Type="http://schemas.openxmlformats.org/officeDocument/2006/relationships/image" Target="../media/image30.wmf"/><Relationship Id="rId2" Type="http://schemas.openxmlformats.org/officeDocument/2006/relationships/slideLayout" Target="../slideLayouts/slideLayout7.xml"/><Relationship Id="rId1" Type="http://schemas.openxmlformats.org/officeDocument/2006/relationships/vmlDrawing" Target="../drawings/vmlDrawing7.vml"/><Relationship Id="rId6" Type="http://schemas.openxmlformats.org/officeDocument/2006/relationships/oleObject" Target="../embeddings/oleObject29.bin"/><Relationship Id="rId5" Type="http://schemas.openxmlformats.org/officeDocument/2006/relationships/image" Target="../media/image29.emf"/><Relationship Id="rId4" Type="http://schemas.openxmlformats.org/officeDocument/2006/relationships/oleObject" Target="../embeddings/oleObject28.bin"/><Relationship Id="rId9" Type="http://schemas.openxmlformats.org/officeDocument/2006/relationships/image" Target="../media/image31.emf"/></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33.jpeg"/></Relationships>
</file>

<file path=ppt/slides/_rels/slide11.xml.rels><?xml version="1.0" encoding="UTF-8" standalone="yes"?>
<Relationships xmlns="http://schemas.openxmlformats.org/package/2006/relationships"><Relationship Id="rId13" Type="http://schemas.openxmlformats.org/officeDocument/2006/relationships/oleObject" Target="../embeddings/oleObject37.bin"/><Relationship Id="rId18" Type="http://schemas.openxmlformats.org/officeDocument/2006/relationships/oleObject" Target="../embeddings/oleObject42.bin"/><Relationship Id="rId26" Type="http://schemas.openxmlformats.org/officeDocument/2006/relationships/oleObject" Target="../embeddings/oleObject50.bin"/><Relationship Id="rId3" Type="http://schemas.openxmlformats.org/officeDocument/2006/relationships/image" Target="../media/image2.png"/><Relationship Id="rId21" Type="http://schemas.openxmlformats.org/officeDocument/2006/relationships/oleObject" Target="../embeddings/oleObject45.bin"/><Relationship Id="rId7" Type="http://schemas.openxmlformats.org/officeDocument/2006/relationships/image" Target="../media/image35.wmf"/><Relationship Id="rId12" Type="http://schemas.openxmlformats.org/officeDocument/2006/relationships/oleObject" Target="../embeddings/oleObject36.bin"/><Relationship Id="rId17" Type="http://schemas.openxmlformats.org/officeDocument/2006/relationships/oleObject" Target="../embeddings/oleObject41.bin"/><Relationship Id="rId25" Type="http://schemas.openxmlformats.org/officeDocument/2006/relationships/oleObject" Target="../embeddings/oleObject49.bin"/><Relationship Id="rId33" Type="http://schemas.openxmlformats.org/officeDocument/2006/relationships/oleObject" Target="../embeddings/oleObject54.bin"/><Relationship Id="rId2" Type="http://schemas.openxmlformats.org/officeDocument/2006/relationships/slideLayout" Target="../slideLayouts/slideLayout2.xml"/><Relationship Id="rId16" Type="http://schemas.openxmlformats.org/officeDocument/2006/relationships/oleObject" Target="../embeddings/oleObject40.bin"/><Relationship Id="rId20" Type="http://schemas.openxmlformats.org/officeDocument/2006/relationships/oleObject" Target="../embeddings/oleObject44.bin"/><Relationship Id="rId29" Type="http://schemas.openxmlformats.org/officeDocument/2006/relationships/oleObject" Target="../embeddings/oleObject52.bin"/><Relationship Id="rId1" Type="http://schemas.openxmlformats.org/officeDocument/2006/relationships/vmlDrawing" Target="../drawings/vmlDrawing8.vml"/><Relationship Id="rId6" Type="http://schemas.openxmlformats.org/officeDocument/2006/relationships/oleObject" Target="../embeddings/oleObject32.bin"/><Relationship Id="rId11" Type="http://schemas.openxmlformats.org/officeDocument/2006/relationships/oleObject" Target="../embeddings/oleObject35.bin"/><Relationship Id="rId24" Type="http://schemas.openxmlformats.org/officeDocument/2006/relationships/oleObject" Target="../embeddings/oleObject48.bin"/><Relationship Id="rId32" Type="http://schemas.openxmlformats.org/officeDocument/2006/relationships/image" Target="../media/image39.emf"/><Relationship Id="rId5" Type="http://schemas.openxmlformats.org/officeDocument/2006/relationships/image" Target="../media/image34.wmf"/><Relationship Id="rId15" Type="http://schemas.openxmlformats.org/officeDocument/2006/relationships/oleObject" Target="../embeddings/oleObject39.bin"/><Relationship Id="rId23" Type="http://schemas.openxmlformats.org/officeDocument/2006/relationships/oleObject" Target="../embeddings/oleObject47.bin"/><Relationship Id="rId28" Type="http://schemas.openxmlformats.org/officeDocument/2006/relationships/image" Target="../media/image37.emf"/><Relationship Id="rId10" Type="http://schemas.openxmlformats.org/officeDocument/2006/relationships/oleObject" Target="../embeddings/oleObject34.bin"/><Relationship Id="rId19" Type="http://schemas.openxmlformats.org/officeDocument/2006/relationships/oleObject" Target="../embeddings/oleObject43.bin"/><Relationship Id="rId31" Type="http://schemas.openxmlformats.org/officeDocument/2006/relationships/oleObject" Target="../embeddings/oleObject53.bin"/><Relationship Id="rId4" Type="http://schemas.openxmlformats.org/officeDocument/2006/relationships/oleObject" Target="../embeddings/oleObject31.bin"/><Relationship Id="rId9" Type="http://schemas.openxmlformats.org/officeDocument/2006/relationships/image" Target="../media/image36.wmf"/><Relationship Id="rId14" Type="http://schemas.openxmlformats.org/officeDocument/2006/relationships/oleObject" Target="../embeddings/oleObject38.bin"/><Relationship Id="rId22" Type="http://schemas.openxmlformats.org/officeDocument/2006/relationships/oleObject" Target="../embeddings/oleObject46.bin"/><Relationship Id="rId27" Type="http://schemas.openxmlformats.org/officeDocument/2006/relationships/oleObject" Target="../embeddings/oleObject51.bin"/><Relationship Id="rId30" Type="http://schemas.openxmlformats.org/officeDocument/2006/relationships/image" Target="../media/image38.wmf"/><Relationship Id="rId8" Type="http://schemas.openxmlformats.org/officeDocument/2006/relationships/oleObject" Target="../embeddings/oleObject33.bin"/></Relationships>
</file>

<file path=ppt/slides/_rels/slide12.xml.rels><?xml version="1.0" encoding="UTF-8" standalone="yes"?>
<Relationships xmlns="http://schemas.openxmlformats.org/package/2006/relationships"><Relationship Id="rId13" Type="http://schemas.openxmlformats.org/officeDocument/2006/relationships/oleObject" Target="../embeddings/oleObject59.bin"/><Relationship Id="rId18" Type="http://schemas.openxmlformats.org/officeDocument/2006/relationships/image" Target="../media/image46.emf"/><Relationship Id="rId26" Type="http://schemas.openxmlformats.org/officeDocument/2006/relationships/image" Target="../media/image50.emf"/><Relationship Id="rId39" Type="http://schemas.openxmlformats.org/officeDocument/2006/relationships/oleObject" Target="../embeddings/oleObject72.bin"/><Relationship Id="rId21" Type="http://schemas.openxmlformats.org/officeDocument/2006/relationships/oleObject" Target="../embeddings/oleObject63.bin"/><Relationship Id="rId34" Type="http://schemas.openxmlformats.org/officeDocument/2006/relationships/image" Target="../media/image54.emf"/><Relationship Id="rId42" Type="http://schemas.openxmlformats.org/officeDocument/2006/relationships/image" Target="../media/image58.emf"/><Relationship Id="rId7" Type="http://schemas.openxmlformats.org/officeDocument/2006/relationships/oleObject" Target="../embeddings/oleObject56.bin"/><Relationship Id="rId2" Type="http://schemas.openxmlformats.org/officeDocument/2006/relationships/slideLayout" Target="../slideLayouts/slideLayout6.xml"/><Relationship Id="rId16" Type="http://schemas.openxmlformats.org/officeDocument/2006/relationships/image" Target="../media/image45.emf"/><Relationship Id="rId20" Type="http://schemas.openxmlformats.org/officeDocument/2006/relationships/image" Target="../media/image47.emf"/><Relationship Id="rId29" Type="http://schemas.openxmlformats.org/officeDocument/2006/relationships/oleObject" Target="../embeddings/oleObject67.bin"/><Relationship Id="rId41" Type="http://schemas.openxmlformats.org/officeDocument/2006/relationships/oleObject" Target="../embeddings/oleObject73.bin"/><Relationship Id="rId1" Type="http://schemas.openxmlformats.org/officeDocument/2006/relationships/vmlDrawing" Target="../drawings/vmlDrawing9.vml"/><Relationship Id="rId6" Type="http://schemas.openxmlformats.org/officeDocument/2006/relationships/image" Target="../media/image40.emf"/><Relationship Id="rId11" Type="http://schemas.openxmlformats.org/officeDocument/2006/relationships/oleObject" Target="../embeddings/oleObject58.bin"/><Relationship Id="rId24" Type="http://schemas.openxmlformats.org/officeDocument/2006/relationships/image" Target="../media/image49.emf"/><Relationship Id="rId32" Type="http://schemas.openxmlformats.org/officeDocument/2006/relationships/image" Target="../media/image53.emf"/><Relationship Id="rId37" Type="http://schemas.openxmlformats.org/officeDocument/2006/relationships/oleObject" Target="../embeddings/oleObject71.bin"/><Relationship Id="rId40" Type="http://schemas.openxmlformats.org/officeDocument/2006/relationships/image" Target="../media/image57.emf"/><Relationship Id="rId5" Type="http://schemas.openxmlformats.org/officeDocument/2006/relationships/oleObject" Target="../embeddings/oleObject55.bin"/><Relationship Id="rId15" Type="http://schemas.openxmlformats.org/officeDocument/2006/relationships/oleObject" Target="../embeddings/oleObject60.bin"/><Relationship Id="rId23" Type="http://schemas.openxmlformats.org/officeDocument/2006/relationships/oleObject" Target="../embeddings/oleObject64.bin"/><Relationship Id="rId28" Type="http://schemas.openxmlformats.org/officeDocument/2006/relationships/image" Target="../media/image51.emf"/><Relationship Id="rId36" Type="http://schemas.openxmlformats.org/officeDocument/2006/relationships/image" Target="../media/image55.emf"/><Relationship Id="rId10" Type="http://schemas.openxmlformats.org/officeDocument/2006/relationships/image" Target="../media/image42.emf"/><Relationship Id="rId19" Type="http://schemas.openxmlformats.org/officeDocument/2006/relationships/oleObject" Target="../embeddings/oleObject62.bin"/><Relationship Id="rId31" Type="http://schemas.openxmlformats.org/officeDocument/2006/relationships/oleObject" Target="../embeddings/oleObject68.bin"/><Relationship Id="rId44" Type="http://schemas.openxmlformats.org/officeDocument/2006/relationships/image" Target="../media/image59.emf"/><Relationship Id="rId4" Type="http://schemas.openxmlformats.org/officeDocument/2006/relationships/image" Target="../media/image2.png"/><Relationship Id="rId9" Type="http://schemas.openxmlformats.org/officeDocument/2006/relationships/oleObject" Target="../embeddings/oleObject57.bin"/><Relationship Id="rId14" Type="http://schemas.openxmlformats.org/officeDocument/2006/relationships/image" Target="../media/image44.emf"/><Relationship Id="rId22" Type="http://schemas.openxmlformats.org/officeDocument/2006/relationships/image" Target="../media/image48.emf"/><Relationship Id="rId27" Type="http://schemas.openxmlformats.org/officeDocument/2006/relationships/oleObject" Target="../embeddings/oleObject66.bin"/><Relationship Id="rId30" Type="http://schemas.openxmlformats.org/officeDocument/2006/relationships/image" Target="../media/image52.emf"/><Relationship Id="rId35" Type="http://schemas.openxmlformats.org/officeDocument/2006/relationships/oleObject" Target="../embeddings/oleObject70.bin"/><Relationship Id="rId43" Type="http://schemas.openxmlformats.org/officeDocument/2006/relationships/oleObject" Target="../embeddings/oleObject74.bin"/><Relationship Id="rId8" Type="http://schemas.openxmlformats.org/officeDocument/2006/relationships/image" Target="../media/image41.emf"/><Relationship Id="rId3" Type="http://schemas.openxmlformats.org/officeDocument/2006/relationships/notesSlide" Target="../notesSlides/notesSlide1.xml"/><Relationship Id="rId12" Type="http://schemas.openxmlformats.org/officeDocument/2006/relationships/image" Target="../media/image43.emf"/><Relationship Id="rId17" Type="http://schemas.openxmlformats.org/officeDocument/2006/relationships/oleObject" Target="../embeddings/oleObject61.bin"/><Relationship Id="rId25" Type="http://schemas.openxmlformats.org/officeDocument/2006/relationships/oleObject" Target="../embeddings/oleObject65.bin"/><Relationship Id="rId33" Type="http://schemas.openxmlformats.org/officeDocument/2006/relationships/oleObject" Target="../embeddings/oleObject69.bin"/><Relationship Id="rId38" Type="http://schemas.openxmlformats.org/officeDocument/2006/relationships/image" Target="../media/image56.emf"/></Relationships>
</file>

<file path=ppt/slides/_rels/slide13.xml.rels><?xml version="1.0" encoding="UTF-8" standalone="yes"?>
<Relationships xmlns="http://schemas.openxmlformats.org/package/2006/relationships"><Relationship Id="rId8" Type="http://schemas.openxmlformats.org/officeDocument/2006/relationships/oleObject" Target="../embeddings/oleObject77.bin"/><Relationship Id="rId3" Type="http://schemas.openxmlformats.org/officeDocument/2006/relationships/image" Target="../media/image2.png"/><Relationship Id="rId7" Type="http://schemas.openxmlformats.org/officeDocument/2006/relationships/image" Target="../media/image61.emf"/><Relationship Id="rId2" Type="http://schemas.openxmlformats.org/officeDocument/2006/relationships/slideLayout" Target="../slideLayouts/slideLayout6.xml"/><Relationship Id="rId1" Type="http://schemas.openxmlformats.org/officeDocument/2006/relationships/vmlDrawing" Target="../drawings/vmlDrawing10.vml"/><Relationship Id="rId6" Type="http://schemas.openxmlformats.org/officeDocument/2006/relationships/oleObject" Target="../embeddings/oleObject76.bin"/><Relationship Id="rId5" Type="http://schemas.openxmlformats.org/officeDocument/2006/relationships/image" Target="../media/image60.emf"/><Relationship Id="rId4" Type="http://schemas.openxmlformats.org/officeDocument/2006/relationships/oleObject" Target="../embeddings/oleObject75.bin"/><Relationship Id="rId9" Type="http://schemas.openxmlformats.org/officeDocument/2006/relationships/image" Target="../media/image62.emf"/></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8" Type="http://schemas.openxmlformats.org/officeDocument/2006/relationships/image" Target="../media/image64.wmf"/><Relationship Id="rId3" Type="http://schemas.openxmlformats.org/officeDocument/2006/relationships/notesSlide" Target="../notesSlides/notesSlide2.xml"/><Relationship Id="rId7" Type="http://schemas.openxmlformats.org/officeDocument/2006/relationships/oleObject" Target="../embeddings/oleObject79.bin"/><Relationship Id="rId12" Type="http://schemas.openxmlformats.org/officeDocument/2006/relationships/image" Target="../media/image66.wmf"/><Relationship Id="rId2" Type="http://schemas.openxmlformats.org/officeDocument/2006/relationships/slideLayout" Target="../slideLayouts/slideLayout7.xml"/><Relationship Id="rId1" Type="http://schemas.openxmlformats.org/officeDocument/2006/relationships/vmlDrawing" Target="../drawings/vmlDrawing11.vml"/><Relationship Id="rId6" Type="http://schemas.openxmlformats.org/officeDocument/2006/relationships/image" Target="../media/image63.emf"/><Relationship Id="rId11" Type="http://schemas.openxmlformats.org/officeDocument/2006/relationships/oleObject" Target="../embeddings/oleObject81.bin"/><Relationship Id="rId5" Type="http://schemas.openxmlformats.org/officeDocument/2006/relationships/oleObject" Target="../embeddings/oleObject78.bin"/><Relationship Id="rId10" Type="http://schemas.openxmlformats.org/officeDocument/2006/relationships/image" Target="../media/image65.wmf"/><Relationship Id="rId4" Type="http://schemas.openxmlformats.org/officeDocument/2006/relationships/image" Target="../media/image2.png"/><Relationship Id="rId9" Type="http://schemas.openxmlformats.org/officeDocument/2006/relationships/oleObject" Target="../embeddings/oleObject80.bin"/></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Layout" Target="../slideLayouts/slideLayout7.xml"/><Relationship Id="rId1" Type="http://schemas.openxmlformats.org/officeDocument/2006/relationships/vmlDrawing" Target="../drawings/vmlDrawing12.vml"/><Relationship Id="rId5" Type="http://schemas.openxmlformats.org/officeDocument/2006/relationships/image" Target="../media/image67.emf"/><Relationship Id="rId4" Type="http://schemas.openxmlformats.org/officeDocument/2006/relationships/oleObject" Target="../embeddings/oleObject82.bin"/></Relationships>
</file>

<file path=ppt/slides/_rels/slide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8" Type="http://schemas.openxmlformats.org/officeDocument/2006/relationships/oleObject" Target="../embeddings/oleObject85.bin"/><Relationship Id="rId3" Type="http://schemas.openxmlformats.org/officeDocument/2006/relationships/oleObject" Target="../embeddings/oleObject83.bin"/><Relationship Id="rId7" Type="http://schemas.openxmlformats.org/officeDocument/2006/relationships/image" Target="../media/image69.emf"/><Relationship Id="rId2" Type="http://schemas.openxmlformats.org/officeDocument/2006/relationships/slideLayout" Target="../slideLayouts/slideLayout7.xml"/><Relationship Id="rId1" Type="http://schemas.openxmlformats.org/officeDocument/2006/relationships/vmlDrawing" Target="../drawings/vmlDrawing13.vml"/><Relationship Id="rId6" Type="http://schemas.openxmlformats.org/officeDocument/2006/relationships/oleObject" Target="../embeddings/oleObject84.bin"/><Relationship Id="rId5" Type="http://schemas.openxmlformats.org/officeDocument/2006/relationships/image" Target="../media/image2.png"/><Relationship Id="rId4" Type="http://schemas.openxmlformats.org/officeDocument/2006/relationships/image" Target="../media/image68.emf"/><Relationship Id="rId9" Type="http://schemas.openxmlformats.org/officeDocument/2006/relationships/image" Target="../media/image70.emf"/></Relationships>
</file>

<file path=ppt/slides/_rels/slide19.xml.rels><?xml version="1.0" encoding="UTF-8" standalone="yes"?>
<Relationships xmlns="http://schemas.openxmlformats.org/package/2006/relationships"><Relationship Id="rId8" Type="http://schemas.openxmlformats.org/officeDocument/2006/relationships/oleObject" Target="../embeddings/oleObject88.bin"/><Relationship Id="rId13" Type="http://schemas.openxmlformats.org/officeDocument/2006/relationships/image" Target="../media/image75.wmf"/><Relationship Id="rId3" Type="http://schemas.openxmlformats.org/officeDocument/2006/relationships/image" Target="../media/image2.png"/><Relationship Id="rId7" Type="http://schemas.openxmlformats.org/officeDocument/2006/relationships/image" Target="../media/image72.wmf"/><Relationship Id="rId12" Type="http://schemas.openxmlformats.org/officeDocument/2006/relationships/oleObject" Target="../embeddings/oleObject90.bin"/><Relationship Id="rId17" Type="http://schemas.openxmlformats.org/officeDocument/2006/relationships/image" Target="../media/image16.wmf"/><Relationship Id="rId2" Type="http://schemas.openxmlformats.org/officeDocument/2006/relationships/slideLayout" Target="../slideLayouts/slideLayout7.xml"/><Relationship Id="rId16" Type="http://schemas.openxmlformats.org/officeDocument/2006/relationships/oleObject" Target="../embeddings/oleObject92.bin"/><Relationship Id="rId1" Type="http://schemas.openxmlformats.org/officeDocument/2006/relationships/vmlDrawing" Target="../drawings/vmlDrawing14.vml"/><Relationship Id="rId6" Type="http://schemas.openxmlformats.org/officeDocument/2006/relationships/oleObject" Target="../embeddings/oleObject87.bin"/><Relationship Id="rId11" Type="http://schemas.openxmlformats.org/officeDocument/2006/relationships/image" Target="../media/image74.wmf"/><Relationship Id="rId5" Type="http://schemas.openxmlformats.org/officeDocument/2006/relationships/image" Target="../media/image71.wmf"/><Relationship Id="rId15" Type="http://schemas.openxmlformats.org/officeDocument/2006/relationships/image" Target="../media/image76.wmf"/><Relationship Id="rId10" Type="http://schemas.openxmlformats.org/officeDocument/2006/relationships/oleObject" Target="../embeddings/oleObject89.bin"/><Relationship Id="rId4" Type="http://schemas.openxmlformats.org/officeDocument/2006/relationships/oleObject" Target="../embeddings/oleObject86.bin"/><Relationship Id="rId9" Type="http://schemas.openxmlformats.org/officeDocument/2006/relationships/image" Target="../media/image73.wmf"/><Relationship Id="rId14" Type="http://schemas.openxmlformats.org/officeDocument/2006/relationships/oleObject" Target="../embeddings/oleObject91.bin"/></Relationships>
</file>

<file path=ppt/slides/_rels/slide20.xml.rels><?xml version="1.0" encoding="UTF-8" standalone="yes"?>
<Relationships xmlns="http://schemas.openxmlformats.org/package/2006/relationships"><Relationship Id="rId8" Type="http://schemas.openxmlformats.org/officeDocument/2006/relationships/oleObject" Target="../embeddings/oleObject95.bin"/><Relationship Id="rId13" Type="http://schemas.openxmlformats.org/officeDocument/2006/relationships/image" Target="../media/image81.wmf"/><Relationship Id="rId18" Type="http://schemas.openxmlformats.org/officeDocument/2006/relationships/oleObject" Target="../embeddings/oleObject100.bin"/><Relationship Id="rId3" Type="http://schemas.openxmlformats.org/officeDocument/2006/relationships/image" Target="../media/image2.png"/><Relationship Id="rId7" Type="http://schemas.openxmlformats.org/officeDocument/2006/relationships/image" Target="../media/image78.wmf"/><Relationship Id="rId12" Type="http://schemas.openxmlformats.org/officeDocument/2006/relationships/oleObject" Target="../embeddings/oleObject97.bin"/><Relationship Id="rId17" Type="http://schemas.openxmlformats.org/officeDocument/2006/relationships/image" Target="../media/image83.wmf"/><Relationship Id="rId2" Type="http://schemas.openxmlformats.org/officeDocument/2006/relationships/slideLayout" Target="../slideLayouts/slideLayout7.xml"/><Relationship Id="rId16" Type="http://schemas.openxmlformats.org/officeDocument/2006/relationships/oleObject" Target="../embeddings/oleObject99.bin"/><Relationship Id="rId1" Type="http://schemas.openxmlformats.org/officeDocument/2006/relationships/vmlDrawing" Target="../drawings/vmlDrawing15.vml"/><Relationship Id="rId6" Type="http://schemas.openxmlformats.org/officeDocument/2006/relationships/oleObject" Target="../embeddings/oleObject94.bin"/><Relationship Id="rId11" Type="http://schemas.openxmlformats.org/officeDocument/2006/relationships/image" Target="../media/image80.wmf"/><Relationship Id="rId5" Type="http://schemas.openxmlformats.org/officeDocument/2006/relationships/image" Target="../media/image77.wmf"/><Relationship Id="rId15" Type="http://schemas.openxmlformats.org/officeDocument/2006/relationships/image" Target="../media/image82.wmf"/><Relationship Id="rId10" Type="http://schemas.openxmlformats.org/officeDocument/2006/relationships/oleObject" Target="../embeddings/oleObject96.bin"/><Relationship Id="rId19" Type="http://schemas.openxmlformats.org/officeDocument/2006/relationships/image" Target="../media/image71.wmf"/><Relationship Id="rId4" Type="http://schemas.openxmlformats.org/officeDocument/2006/relationships/oleObject" Target="../embeddings/oleObject93.bin"/><Relationship Id="rId9" Type="http://schemas.openxmlformats.org/officeDocument/2006/relationships/image" Target="../media/image79.wmf"/><Relationship Id="rId14" Type="http://schemas.openxmlformats.org/officeDocument/2006/relationships/oleObject" Target="../embeddings/oleObject98.bin"/></Relationships>
</file>

<file path=ppt/slides/_rels/slide21.xml.rels><?xml version="1.0" encoding="UTF-8" standalone="yes"?>
<Relationships xmlns="http://schemas.openxmlformats.org/package/2006/relationships"><Relationship Id="rId8" Type="http://schemas.openxmlformats.org/officeDocument/2006/relationships/oleObject" Target="../embeddings/oleObject103.bin"/><Relationship Id="rId13" Type="http://schemas.openxmlformats.org/officeDocument/2006/relationships/image" Target="../media/image78.wmf"/><Relationship Id="rId18" Type="http://schemas.openxmlformats.org/officeDocument/2006/relationships/oleObject" Target="../embeddings/oleObject108.bin"/><Relationship Id="rId3" Type="http://schemas.openxmlformats.org/officeDocument/2006/relationships/image" Target="../media/image2.png"/><Relationship Id="rId7" Type="http://schemas.openxmlformats.org/officeDocument/2006/relationships/image" Target="../media/image85.wmf"/><Relationship Id="rId12" Type="http://schemas.openxmlformats.org/officeDocument/2006/relationships/oleObject" Target="../embeddings/oleObject105.bin"/><Relationship Id="rId17" Type="http://schemas.openxmlformats.org/officeDocument/2006/relationships/image" Target="../media/image88.wmf"/><Relationship Id="rId2" Type="http://schemas.openxmlformats.org/officeDocument/2006/relationships/slideLayout" Target="../slideLayouts/slideLayout7.xml"/><Relationship Id="rId16" Type="http://schemas.openxmlformats.org/officeDocument/2006/relationships/oleObject" Target="../embeddings/oleObject107.bin"/><Relationship Id="rId1" Type="http://schemas.openxmlformats.org/officeDocument/2006/relationships/vmlDrawing" Target="../drawings/vmlDrawing16.vml"/><Relationship Id="rId6" Type="http://schemas.openxmlformats.org/officeDocument/2006/relationships/oleObject" Target="../embeddings/oleObject102.bin"/><Relationship Id="rId11" Type="http://schemas.openxmlformats.org/officeDocument/2006/relationships/image" Target="../media/image77.wmf"/><Relationship Id="rId5" Type="http://schemas.openxmlformats.org/officeDocument/2006/relationships/image" Target="../media/image84.wmf"/><Relationship Id="rId15" Type="http://schemas.openxmlformats.org/officeDocument/2006/relationships/image" Target="../media/image87.wmf"/><Relationship Id="rId10" Type="http://schemas.openxmlformats.org/officeDocument/2006/relationships/oleObject" Target="../embeddings/oleObject104.bin"/><Relationship Id="rId19" Type="http://schemas.openxmlformats.org/officeDocument/2006/relationships/image" Target="../media/image71.wmf"/><Relationship Id="rId4" Type="http://schemas.openxmlformats.org/officeDocument/2006/relationships/oleObject" Target="../embeddings/oleObject101.bin"/><Relationship Id="rId9" Type="http://schemas.openxmlformats.org/officeDocument/2006/relationships/image" Target="../media/image86.wmf"/><Relationship Id="rId14" Type="http://schemas.openxmlformats.org/officeDocument/2006/relationships/oleObject" Target="../embeddings/oleObject106.bin"/></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7.xml"/><Relationship Id="rId1" Type="http://schemas.openxmlformats.org/officeDocument/2006/relationships/vmlDrawing" Target="../drawings/vmlDrawing17.vml"/><Relationship Id="rId6" Type="http://schemas.openxmlformats.org/officeDocument/2006/relationships/image" Target="../media/image89.emf"/><Relationship Id="rId5" Type="http://schemas.openxmlformats.org/officeDocument/2006/relationships/oleObject" Target="../embeddings/oleObject109.bin"/><Relationship Id="rId4" Type="http://schemas.openxmlformats.org/officeDocument/2006/relationships/image" Target="../media/image2.png"/></Relationships>
</file>

<file path=ppt/slides/_rels/slide23.xml.rels><?xml version="1.0" encoding="UTF-8" standalone="yes"?>
<Relationships xmlns="http://schemas.openxmlformats.org/package/2006/relationships"><Relationship Id="rId8" Type="http://schemas.openxmlformats.org/officeDocument/2006/relationships/image" Target="../media/image91.emf"/><Relationship Id="rId3" Type="http://schemas.openxmlformats.org/officeDocument/2006/relationships/notesSlide" Target="../notesSlides/notesSlide4.xml"/><Relationship Id="rId7" Type="http://schemas.openxmlformats.org/officeDocument/2006/relationships/oleObject" Target="../embeddings/oleObject111.bin"/><Relationship Id="rId2" Type="http://schemas.openxmlformats.org/officeDocument/2006/relationships/slideLayout" Target="../slideLayouts/slideLayout7.xml"/><Relationship Id="rId1" Type="http://schemas.openxmlformats.org/officeDocument/2006/relationships/vmlDrawing" Target="../drawings/vmlDrawing18.vml"/><Relationship Id="rId6" Type="http://schemas.openxmlformats.org/officeDocument/2006/relationships/image" Target="../media/image90.wmf"/><Relationship Id="rId5" Type="http://schemas.openxmlformats.org/officeDocument/2006/relationships/oleObject" Target="../embeddings/oleObject110.bin"/><Relationship Id="rId10" Type="http://schemas.openxmlformats.org/officeDocument/2006/relationships/image" Target="../media/image92.emf"/><Relationship Id="rId4" Type="http://schemas.openxmlformats.org/officeDocument/2006/relationships/image" Target="../media/image2.png"/><Relationship Id="rId9" Type="http://schemas.openxmlformats.org/officeDocument/2006/relationships/oleObject" Target="../embeddings/oleObject112.bin"/></Relationships>
</file>

<file path=ppt/slides/_rels/slide24.xml.rels><?xml version="1.0" encoding="UTF-8" standalone="yes"?>
<Relationships xmlns="http://schemas.openxmlformats.org/package/2006/relationships"><Relationship Id="rId8" Type="http://schemas.openxmlformats.org/officeDocument/2006/relationships/oleObject" Target="../embeddings/oleObject115.bin"/><Relationship Id="rId13" Type="http://schemas.openxmlformats.org/officeDocument/2006/relationships/image" Target="../media/image97.emf"/><Relationship Id="rId3" Type="http://schemas.openxmlformats.org/officeDocument/2006/relationships/oleObject" Target="../embeddings/oleObject113.bin"/><Relationship Id="rId7" Type="http://schemas.openxmlformats.org/officeDocument/2006/relationships/image" Target="../media/image94.emf"/><Relationship Id="rId12" Type="http://schemas.openxmlformats.org/officeDocument/2006/relationships/oleObject" Target="../embeddings/oleObject117.bin"/><Relationship Id="rId17" Type="http://schemas.openxmlformats.org/officeDocument/2006/relationships/image" Target="../media/image16.wmf"/><Relationship Id="rId2" Type="http://schemas.openxmlformats.org/officeDocument/2006/relationships/slideLayout" Target="../slideLayouts/slideLayout7.xml"/><Relationship Id="rId16" Type="http://schemas.openxmlformats.org/officeDocument/2006/relationships/oleObject" Target="../embeddings/oleObject119.bin"/><Relationship Id="rId1" Type="http://schemas.openxmlformats.org/officeDocument/2006/relationships/vmlDrawing" Target="../drawings/vmlDrawing19.vml"/><Relationship Id="rId6" Type="http://schemas.openxmlformats.org/officeDocument/2006/relationships/oleObject" Target="../embeddings/oleObject114.bin"/><Relationship Id="rId11" Type="http://schemas.openxmlformats.org/officeDocument/2006/relationships/image" Target="../media/image96.emf"/><Relationship Id="rId5" Type="http://schemas.openxmlformats.org/officeDocument/2006/relationships/image" Target="../media/image2.png"/><Relationship Id="rId15" Type="http://schemas.openxmlformats.org/officeDocument/2006/relationships/image" Target="../media/image98.wmf"/><Relationship Id="rId10" Type="http://schemas.openxmlformats.org/officeDocument/2006/relationships/oleObject" Target="../embeddings/oleObject116.bin"/><Relationship Id="rId4" Type="http://schemas.openxmlformats.org/officeDocument/2006/relationships/image" Target="../media/image93.emf"/><Relationship Id="rId9" Type="http://schemas.openxmlformats.org/officeDocument/2006/relationships/image" Target="../media/image95.emf"/><Relationship Id="rId14" Type="http://schemas.openxmlformats.org/officeDocument/2006/relationships/oleObject" Target="../embeddings/oleObject118.bin"/></Relationships>
</file>

<file path=ppt/slides/_rels/slide25.xml.rels><?xml version="1.0" encoding="UTF-8" standalone="yes"?>
<Relationships xmlns="http://schemas.openxmlformats.org/package/2006/relationships"><Relationship Id="rId8" Type="http://schemas.openxmlformats.org/officeDocument/2006/relationships/image" Target="../media/image101.emf"/><Relationship Id="rId13" Type="http://schemas.openxmlformats.org/officeDocument/2006/relationships/image" Target="../media/image103.emf"/><Relationship Id="rId3" Type="http://schemas.openxmlformats.org/officeDocument/2006/relationships/oleObject" Target="../embeddings/oleObject120.bin"/><Relationship Id="rId7" Type="http://schemas.openxmlformats.org/officeDocument/2006/relationships/oleObject" Target="../embeddings/oleObject122.bin"/><Relationship Id="rId12" Type="http://schemas.openxmlformats.org/officeDocument/2006/relationships/oleObject" Target="../embeddings/oleObject124.bin"/><Relationship Id="rId2" Type="http://schemas.openxmlformats.org/officeDocument/2006/relationships/slideLayout" Target="../slideLayouts/slideLayout7.xml"/><Relationship Id="rId1" Type="http://schemas.openxmlformats.org/officeDocument/2006/relationships/vmlDrawing" Target="../drawings/vmlDrawing20.vml"/><Relationship Id="rId6" Type="http://schemas.openxmlformats.org/officeDocument/2006/relationships/image" Target="../media/image100.emf"/><Relationship Id="rId11" Type="http://schemas.openxmlformats.org/officeDocument/2006/relationships/image" Target="../media/image2.png"/><Relationship Id="rId5" Type="http://schemas.openxmlformats.org/officeDocument/2006/relationships/oleObject" Target="../embeddings/oleObject121.bin"/><Relationship Id="rId10" Type="http://schemas.openxmlformats.org/officeDocument/2006/relationships/image" Target="../media/image102.emf"/><Relationship Id="rId4" Type="http://schemas.openxmlformats.org/officeDocument/2006/relationships/image" Target="../media/image99.emf"/><Relationship Id="rId9" Type="http://schemas.openxmlformats.org/officeDocument/2006/relationships/oleObject" Target="../embeddings/oleObject123.bin"/></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125.bin"/><Relationship Id="rId7" Type="http://schemas.openxmlformats.org/officeDocument/2006/relationships/image" Target="../media/image105.emf"/><Relationship Id="rId2" Type="http://schemas.openxmlformats.org/officeDocument/2006/relationships/slideLayout" Target="../slideLayouts/slideLayout7.xml"/><Relationship Id="rId1" Type="http://schemas.openxmlformats.org/officeDocument/2006/relationships/vmlDrawing" Target="../drawings/vmlDrawing21.vml"/><Relationship Id="rId6" Type="http://schemas.openxmlformats.org/officeDocument/2006/relationships/oleObject" Target="../embeddings/oleObject126.bin"/><Relationship Id="rId5" Type="http://schemas.openxmlformats.org/officeDocument/2006/relationships/image" Target="../media/image2.png"/><Relationship Id="rId4" Type="http://schemas.openxmlformats.org/officeDocument/2006/relationships/image" Target="../media/image104.emf"/></Relationships>
</file>

<file path=ppt/slides/_rels/slide27.xml.rels><?xml version="1.0" encoding="UTF-8" standalone="yes"?>
<Relationships xmlns="http://schemas.openxmlformats.org/package/2006/relationships"><Relationship Id="rId8" Type="http://schemas.openxmlformats.org/officeDocument/2006/relationships/image" Target="../media/image106.wmf"/><Relationship Id="rId13" Type="http://schemas.openxmlformats.org/officeDocument/2006/relationships/oleObject" Target="../embeddings/oleObject131.bin"/><Relationship Id="rId18" Type="http://schemas.openxmlformats.org/officeDocument/2006/relationships/image" Target="../media/image71.wmf"/><Relationship Id="rId3" Type="http://schemas.openxmlformats.org/officeDocument/2006/relationships/notesSlide" Target="../notesSlides/notesSlide5.xml"/><Relationship Id="rId7" Type="http://schemas.openxmlformats.org/officeDocument/2006/relationships/oleObject" Target="../embeddings/oleObject128.bin"/><Relationship Id="rId12" Type="http://schemas.openxmlformats.org/officeDocument/2006/relationships/image" Target="../media/image108.wmf"/><Relationship Id="rId17" Type="http://schemas.openxmlformats.org/officeDocument/2006/relationships/oleObject" Target="../embeddings/oleObject133.bin"/><Relationship Id="rId2" Type="http://schemas.openxmlformats.org/officeDocument/2006/relationships/slideLayout" Target="../slideLayouts/slideLayout7.xml"/><Relationship Id="rId16" Type="http://schemas.openxmlformats.org/officeDocument/2006/relationships/image" Target="../media/image110.wmf"/><Relationship Id="rId1" Type="http://schemas.openxmlformats.org/officeDocument/2006/relationships/vmlDrawing" Target="../drawings/vmlDrawing22.vml"/><Relationship Id="rId6" Type="http://schemas.openxmlformats.org/officeDocument/2006/relationships/image" Target="../media/image90.wmf"/><Relationship Id="rId11" Type="http://schemas.openxmlformats.org/officeDocument/2006/relationships/oleObject" Target="../embeddings/oleObject130.bin"/><Relationship Id="rId5" Type="http://schemas.openxmlformats.org/officeDocument/2006/relationships/oleObject" Target="../embeddings/oleObject127.bin"/><Relationship Id="rId15" Type="http://schemas.openxmlformats.org/officeDocument/2006/relationships/oleObject" Target="../embeddings/oleObject132.bin"/><Relationship Id="rId10" Type="http://schemas.openxmlformats.org/officeDocument/2006/relationships/image" Target="../media/image107.wmf"/><Relationship Id="rId4" Type="http://schemas.openxmlformats.org/officeDocument/2006/relationships/image" Target="../media/image2.png"/><Relationship Id="rId9" Type="http://schemas.openxmlformats.org/officeDocument/2006/relationships/oleObject" Target="../embeddings/oleObject129.bin"/><Relationship Id="rId14" Type="http://schemas.openxmlformats.org/officeDocument/2006/relationships/image" Target="../media/image109.wmf"/></Relationships>
</file>

<file path=ppt/slides/_rels/slide28.xml.rels><?xml version="1.0" encoding="UTF-8" standalone="yes"?>
<Relationships xmlns="http://schemas.openxmlformats.org/package/2006/relationships"><Relationship Id="rId8" Type="http://schemas.openxmlformats.org/officeDocument/2006/relationships/oleObject" Target="../embeddings/oleObject136.bin"/><Relationship Id="rId3" Type="http://schemas.openxmlformats.org/officeDocument/2006/relationships/oleObject" Target="../embeddings/oleObject134.bin"/><Relationship Id="rId7" Type="http://schemas.openxmlformats.org/officeDocument/2006/relationships/image" Target="../media/image2.png"/><Relationship Id="rId2" Type="http://schemas.openxmlformats.org/officeDocument/2006/relationships/slideLayout" Target="../slideLayouts/slideLayout7.xml"/><Relationship Id="rId1" Type="http://schemas.openxmlformats.org/officeDocument/2006/relationships/vmlDrawing" Target="../drawings/vmlDrawing23.vml"/><Relationship Id="rId6" Type="http://schemas.openxmlformats.org/officeDocument/2006/relationships/image" Target="../media/image112.wmf"/><Relationship Id="rId11" Type="http://schemas.openxmlformats.org/officeDocument/2006/relationships/image" Target="../media/image114.wmf"/><Relationship Id="rId5" Type="http://schemas.openxmlformats.org/officeDocument/2006/relationships/oleObject" Target="../embeddings/oleObject135.bin"/><Relationship Id="rId10" Type="http://schemas.openxmlformats.org/officeDocument/2006/relationships/oleObject" Target="../embeddings/oleObject137.bin"/><Relationship Id="rId4" Type="http://schemas.openxmlformats.org/officeDocument/2006/relationships/image" Target="../media/image111.emf"/><Relationship Id="rId9" Type="http://schemas.openxmlformats.org/officeDocument/2006/relationships/image" Target="../media/image113.emf"/></Relationships>
</file>

<file path=ppt/slides/_rels/slide29.xml.rels><?xml version="1.0" encoding="UTF-8" standalone="yes"?>
<Relationships xmlns="http://schemas.openxmlformats.org/package/2006/relationships"><Relationship Id="rId8" Type="http://schemas.openxmlformats.org/officeDocument/2006/relationships/oleObject" Target="../embeddings/oleObject140.bin"/><Relationship Id="rId3" Type="http://schemas.openxmlformats.org/officeDocument/2006/relationships/image" Target="../media/image2.png"/><Relationship Id="rId7" Type="http://schemas.openxmlformats.org/officeDocument/2006/relationships/image" Target="../media/image116.wmf"/><Relationship Id="rId2" Type="http://schemas.openxmlformats.org/officeDocument/2006/relationships/slideLayout" Target="../slideLayouts/slideLayout2.xml"/><Relationship Id="rId1" Type="http://schemas.openxmlformats.org/officeDocument/2006/relationships/vmlDrawing" Target="../drawings/vmlDrawing24.vml"/><Relationship Id="rId6" Type="http://schemas.openxmlformats.org/officeDocument/2006/relationships/oleObject" Target="../embeddings/oleObject139.bin"/><Relationship Id="rId5" Type="http://schemas.openxmlformats.org/officeDocument/2006/relationships/image" Target="../media/image115.wmf"/><Relationship Id="rId4" Type="http://schemas.openxmlformats.org/officeDocument/2006/relationships/oleObject" Target="../embeddings/oleObject138.bin"/><Relationship Id="rId9" Type="http://schemas.openxmlformats.org/officeDocument/2006/relationships/image" Target="../media/image117.wmf"/></Relationships>
</file>

<file path=ppt/slides/_rels/slide30.xml.rels><?xml version="1.0" encoding="UTF-8" standalone="yes"?>
<Relationships xmlns="http://schemas.openxmlformats.org/package/2006/relationships"><Relationship Id="rId8" Type="http://schemas.openxmlformats.org/officeDocument/2006/relationships/oleObject" Target="../embeddings/oleObject143.bin"/><Relationship Id="rId3" Type="http://schemas.openxmlformats.org/officeDocument/2006/relationships/image" Target="../media/image2.png"/><Relationship Id="rId7" Type="http://schemas.openxmlformats.org/officeDocument/2006/relationships/image" Target="../media/image119.emf"/><Relationship Id="rId2" Type="http://schemas.openxmlformats.org/officeDocument/2006/relationships/slideLayout" Target="../slideLayouts/slideLayout7.xml"/><Relationship Id="rId1" Type="http://schemas.openxmlformats.org/officeDocument/2006/relationships/vmlDrawing" Target="../drawings/vmlDrawing25.vml"/><Relationship Id="rId6" Type="http://schemas.openxmlformats.org/officeDocument/2006/relationships/oleObject" Target="../embeddings/oleObject142.bin"/><Relationship Id="rId5" Type="http://schemas.openxmlformats.org/officeDocument/2006/relationships/image" Target="../media/image118.wmf"/><Relationship Id="rId10" Type="http://schemas.openxmlformats.org/officeDocument/2006/relationships/image" Target="../media/image121.jpeg"/><Relationship Id="rId4" Type="http://schemas.openxmlformats.org/officeDocument/2006/relationships/oleObject" Target="../embeddings/oleObject141.bin"/><Relationship Id="rId9" Type="http://schemas.openxmlformats.org/officeDocument/2006/relationships/image" Target="../media/image120.emf"/></Relationships>
</file>

<file path=ppt/slides/_rels/slide31.xml.rels><?xml version="1.0" encoding="UTF-8" standalone="yes"?>
<Relationships xmlns="http://schemas.openxmlformats.org/package/2006/relationships"><Relationship Id="rId8" Type="http://schemas.openxmlformats.org/officeDocument/2006/relationships/oleObject" Target="../embeddings/oleObject146.bin"/><Relationship Id="rId13" Type="http://schemas.openxmlformats.org/officeDocument/2006/relationships/oleObject" Target="../embeddings/oleObject148.bin"/><Relationship Id="rId3" Type="http://schemas.openxmlformats.org/officeDocument/2006/relationships/image" Target="../media/image2.png"/><Relationship Id="rId7" Type="http://schemas.openxmlformats.org/officeDocument/2006/relationships/image" Target="../media/image123.wmf"/><Relationship Id="rId12" Type="http://schemas.openxmlformats.org/officeDocument/2006/relationships/image" Target="../media/image126.png"/><Relationship Id="rId2" Type="http://schemas.openxmlformats.org/officeDocument/2006/relationships/slideLayout" Target="../slideLayouts/slideLayout7.xml"/><Relationship Id="rId1" Type="http://schemas.openxmlformats.org/officeDocument/2006/relationships/vmlDrawing" Target="../drawings/vmlDrawing26.vml"/><Relationship Id="rId6" Type="http://schemas.openxmlformats.org/officeDocument/2006/relationships/oleObject" Target="../embeddings/oleObject145.bin"/><Relationship Id="rId11" Type="http://schemas.openxmlformats.org/officeDocument/2006/relationships/image" Target="../media/image125.wmf"/><Relationship Id="rId5" Type="http://schemas.openxmlformats.org/officeDocument/2006/relationships/image" Target="../media/image122.emf"/><Relationship Id="rId10" Type="http://schemas.openxmlformats.org/officeDocument/2006/relationships/oleObject" Target="../embeddings/oleObject147.bin"/><Relationship Id="rId4" Type="http://schemas.openxmlformats.org/officeDocument/2006/relationships/oleObject" Target="../embeddings/oleObject144.bin"/><Relationship Id="rId9" Type="http://schemas.openxmlformats.org/officeDocument/2006/relationships/image" Target="../media/image124.wmf"/><Relationship Id="rId14" Type="http://schemas.openxmlformats.org/officeDocument/2006/relationships/image" Target="../media/image118.wmf"/></Relationships>
</file>

<file path=ppt/slides/_rels/slide32.xml.rels><?xml version="1.0" encoding="UTF-8" standalone="yes"?>
<Relationships xmlns="http://schemas.openxmlformats.org/package/2006/relationships"><Relationship Id="rId8" Type="http://schemas.openxmlformats.org/officeDocument/2006/relationships/oleObject" Target="../embeddings/oleObject151.bin"/><Relationship Id="rId13" Type="http://schemas.openxmlformats.org/officeDocument/2006/relationships/image" Target="../media/image131.wmf"/><Relationship Id="rId3" Type="http://schemas.openxmlformats.org/officeDocument/2006/relationships/image" Target="../media/image2.png"/><Relationship Id="rId7" Type="http://schemas.openxmlformats.org/officeDocument/2006/relationships/image" Target="../media/image128.wmf"/><Relationship Id="rId12" Type="http://schemas.openxmlformats.org/officeDocument/2006/relationships/oleObject" Target="../embeddings/oleObject153.bin"/><Relationship Id="rId2" Type="http://schemas.openxmlformats.org/officeDocument/2006/relationships/slideLayout" Target="../slideLayouts/slideLayout7.xml"/><Relationship Id="rId1" Type="http://schemas.openxmlformats.org/officeDocument/2006/relationships/vmlDrawing" Target="../drawings/vmlDrawing27.vml"/><Relationship Id="rId6" Type="http://schemas.openxmlformats.org/officeDocument/2006/relationships/oleObject" Target="../embeddings/oleObject150.bin"/><Relationship Id="rId11" Type="http://schemas.openxmlformats.org/officeDocument/2006/relationships/image" Target="../media/image130.wmf"/><Relationship Id="rId5" Type="http://schemas.openxmlformats.org/officeDocument/2006/relationships/image" Target="../media/image127.wmf"/><Relationship Id="rId10" Type="http://schemas.openxmlformats.org/officeDocument/2006/relationships/oleObject" Target="../embeddings/oleObject152.bin"/><Relationship Id="rId4" Type="http://schemas.openxmlformats.org/officeDocument/2006/relationships/oleObject" Target="../embeddings/oleObject149.bin"/><Relationship Id="rId9" Type="http://schemas.openxmlformats.org/officeDocument/2006/relationships/image" Target="../media/image129.wmf"/></Relationships>
</file>

<file path=ppt/slides/_rels/slide33.xml.rels><?xml version="1.0" encoding="UTF-8" standalone="yes"?>
<Relationships xmlns="http://schemas.openxmlformats.org/package/2006/relationships"><Relationship Id="rId8" Type="http://schemas.openxmlformats.org/officeDocument/2006/relationships/oleObject" Target="../embeddings/oleObject156.bin"/><Relationship Id="rId13" Type="http://schemas.openxmlformats.org/officeDocument/2006/relationships/image" Target="../media/image136.wmf"/><Relationship Id="rId18" Type="http://schemas.openxmlformats.org/officeDocument/2006/relationships/oleObject" Target="../embeddings/oleObject161.bin"/><Relationship Id="rId3" Type="http://schemas.openxmlformats.org/officeDocument/2006/relationships/oleObject" Target="../embeddings/oleObject154.bin"/><Relationship Id="rId21" Type="http://schemas.openxmlformats.org/officeDocument/2006/relationships/image" Target="../media/image140.wmf"/><Relationship Id="rId7" Type="http://schemas.openxmlformats.org/officeDocument/2006/relationships/image" Target="../media/image2.png"/><Relationship Id="rId12" Type="http://schemas.openxmlformats.org/officeDocument/2006/relationships/oleObject" Target="../embeddings/oleObject158.bin"/><Relationship Id="rId17" Type="http://schemas.openxmlformats.org/officeDocument/2006/relationships/image" Target="../media/image138.wmf"/><Relationship Id="rId2" Type="http://schemas.openxmlformats.org/officeDocument/2006/relationships/slideLayout" Target="../slideLayouts/slideLayout7.xml"/><Relationship Id="rId16" Type="http://schemas.openxmlformats.org/officeDocument/2006/relationships/oleObject" Target="../embeddings/oleObject160.bin"/><Relationship Id="rId20" Type="http://schemas.openxmlformats.org/officeDocument/2006/relationships/oleObject" Target="../embeddings/oleObject162.bin"/><Relationship Id="rId1" Type="http://schemas.openxmlformats.org/officeDocument/2006/relationships/vmlDrawing" Target="../drawings/vmlDrawing28.vml"/><Relationship Id="rId6" Type="http://schemas.openxmlformats.org/officeDocument/2006/relationships/image" Target="../media/image133.emf"/><Relationship Id="rId11" Type="http://schemas.openxmlformats.org/officeDocument/2006/relationships/image" Target="../media/image135.wmf"/><Relationship Id="rId24" Type="http://schemas.openxmlformats.org/officeDocument/2006/relationships/image" Target="../media/image126.png"/><Relationship Id="rId5" Type="http://schemas.openxmlformats.org/officeDocument/2006/relationships/oleObject" Target="../embeddings/oleObject155.bin"/><Relationship Id="rId15" Type="http://schemas.openxmlformats.org/officeDocument/2006/relationships/image" Target="../media/image137.emf"/><Relationship Id="rId23" Type="http://schemas.openxmlformats.org/officeDocument/2006/relationships/image" Target="../media/image141.wmf"/><Relationship Id="rId10" Type="http://schemas.openxmlformats.org/officeDocument/2006/relationships/oleObject" Target="../embeddings/oleObject157.bin"/><Relationship Id="rId19" Type="http://schemas.openxmlformats.org/officeDocument/2006/relationships/image" Target="../media/image139.emf"/><Relationship Id="rId4" Type="http://schemas.openxmlformats.org/officeDocument/2006/relationships/image" Target="../media/image132.emf"/><Relationship Id="rId9" Type="http://schemas.openxmlformats.org/officeDocument/2006/relationships/image" Target="../media/image134.wmf"/><Relationship Id="rId14" Type="http://schemas.openxmlformats.org/officeDocument/2006/relationships/oleObject" Target="../embeddings/oleObject159.bin"/><Relationship Id="rId22" Type="http://schemas.openxmlformats.org/officeDocument/2006/relationships/oleObject" Target="../embeddings/oleObject163.bin"/></Relationships>
</file>

<file path=ppt/slides/_rels/slide3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8" Type="http://schemas.openxmlformats.org/officeDocument/2006/relationships/oleObject" Target="../embeddings/oleObject166.bin"/><Relationship Id="rId13" Type="http://schemas.openxmlformats.org/officeDocument/2006/relationships/oleObject" Target="../embeddings/oleObject170.bin"/><Relationship Id="rId18" Type="http://schemas.openxmlformats.org/officeDocument/2006/relationships/oleObject" Target="../embeddings/oleObject173.bin"/><Relationship Id="rId3" Type="http://schemas.openxmlformats.org/officeDocument/2006/relationships/image" Target="../media/image2.png"/><Relationship Id="rId21" Type="http://schemas.openxmlformats.org/officeDocument/2006/relationships/image" Target="../media/image148.emf"/><Relationship Id="rId7" Type="http://schemas.openxmlformats.org/officeDocument/2006/relationships/image" Target="../media/image143.emf"/><Relationship Id="rId12" Type="http://schemas.openxmlformats.org/officeDocument/2006/relationships/image" Target="../media/image144.emf"/><Relationship Id="rId17" Type="http://schemas.openxmlformats.org/officeDocument/2006/relationships/image" Target="../media/image146.emf"/><Relationship Id="rId2" Type="http://schemas.openxmlformats.org/officeDocument/2006/relationships/slideLayout" Target="../slideLayouts/slideLayout7.xml"/><Relationship Id="rId16" Type="http://schemas.openxmlformats.org/officeDocument/2006/relationships/oleObject" Target="../embeddings/oleObject172.bin"/><Relationship Id="rId20" Type="http://schemas.openxmlformats.org/officeDocument/2006/relationships/oleObject" Target="../embeddings/oleObject174.bin"/><Relationship Id="rId1" Type="http://schemas.openxmlformats.org/officeDocument/2006/relationships/vmlDrawing" Target="../drawings/vmlDrawing29.vml"/><Relationship Id="rId6" Type="http://schemas.openxmlformats.org/officeDocument/2006/relationships/oleObject" Target="../embeddings/oleObject165.bin"/><Relationship Id="rId11" Type="http://schemas.openxmlformats.org/officeDocument/2006/relationships/oleObject" Target="../embeddings/oleObject169.bin"/><Relationship Id="rId5" Type="http://schemas.openxmlformats.org/officeDocument/2006/relationships/image" Target="../media/image142.emf"/><Relationship Id="rId15" Type="http://schemas.openxmlformats.org/officeDocument/2006/relationships/image" Target="../media/image145.emf"/><Relationship Id="rId10" Type="http://schemas.openxmlformats.org/officeDocument/2006/relationships/oleObject" Target="../embeddings/oleObject168.bin"/><Relationship Id="rId19" Type="http://schemas.openxmlformats.org/officeDocument/2006/relationships/image" Target="../media/image147.emf"/><Relationship Id="rId4" Type="http://schemas.openxmlformats.org/officeDocument/2006/relationships/oleObject" Target="../embeddings/oleObject164.bin"/><Relationship Id="rId9" Type="http://schemas.openxmlformats.org/officeDocument/2006/relationships/oleObject" Target="../embeddings/oleObject167.bin"/><Relationship Id="rId14" Type="http://schemas.openxmlformats.org/officeDocument/2006/relationships/oleObject" Target="../embeddings/oleObject171.bin"/></Relationships>
</file>

<file path=ppt/slides/_rels/slide36.xml.rels><?xml version="1.0" encoding="UTF-8" standalone="yes"?>
<Relationships xmlns="http://schemas.openxmlformats.org/package/2006/relationships"><Relationship Id="rId8" Type="http://schemas.openxmlformats.org/officeDocument/2006/relationships/image" Target="../media/image150.emf"/><Relationship Id="rId13" Type="http://schemas.openxmlformats.org/officeDocument/2006/relationships/oleObject" Target="../embeddings/oleObject179.bin"/><Relationship Id="rId18" Type="http://schemas.openxmlformats.org/officeDocument/2006/relationships/image" Target="../media/image155.wmf"/><Relationship Id="rId3" Type="http://schemas.openxmlformats.org/officeDocument/2006/relationships/notesSlide" Target="../notesSlides/notesSlide6.xml"/><Relationship Id="rId7" Type="http://schemas.openxmlformats.org/officeDocument/2006/relationships/oleObject" Target="../embeddings/oleObject176.bin"/><Relationship Id="rId12" Type="http://schemas.openxmlformats.org/officeDocument/2006/relationships/image" Target="../media/image152.emf"/><Relationship Id="rId17" Type="http://schemas.openxmlformats.org/officeDocument/2006/relationships/oleObject" Target="../embeddings/oleObject181.bin"/><Relationship Id="rId2" Type="http://schemas.openxmlformats.org/officeDocument/2006/relationships/slideLayout" Target="../slideLayouts/slideLayout7.xml"/><Relationship Id="rId16" Type="http://schemas.openxmlformats.org/officeDocument/2006/relationships/image" Target="../media/image154.wmf"/><Relationship Id="rId20" Type="http://schemas.openxmlformats.org/officeDocument/2006/relationships/image" Target="../media/image156.wmf"/><Relationship Id="rId1" Type="http://schemas.openxmlformats.org/officeDocument/2006/relationships/vmlDrawing" Target="../drawings/vmlDrawing30.vml"/><Relationship Id="rId6" Type="http://schemas.openxmlformats.org/officeDocument/2006/relationships/image" Target="../media/image149.emf"/><Relationship Id="rId11" Type="http://schemas.openxmlformats.org/officeDocument/2006/relationships/oleObject" Target="../embeddings/oleObject178.bin"/><Relationship Id="rId5" Type="http://schemas.openxmlformats.org/officeDocument/2006/relationships/oleObject" Target="../embeddings/oleObject175.bin"/><Relationship Id="rId15" Type="http://schemas.openxmlformats.org/officeDocument/2006/relationships/oleObject" Target="../embeddings/oleObject180.bin"/><Relationship Id="rId10" Type="http://schemas.openxmlformats.org/officeDocument/2006/relationships/image" Target="../media/image151.emf"/><Relationship Id="rId19" Type="http://schemas.openxmlformats.org/officeDocument/2006/relationships/oleObject" Target="../embeddings/oleObject182.bin"/><Relationship Id="rId4" Type="http://schemas.openxmlformats.org/officeDocument/2006/relationships/image" Target="../media/image2.png"/><Relationship Id="rId9" Type="http://schemas.openxmlformats.org/officeDocument/2006/relationships/oleObject" Target="../embeddings/oleObject177.bin"/><Relationship Id="rId14" Type="http://schemas.openxmlformats.org/officeDocument/2006/relationships/image" Target="../media/image153.wmf"/></Relationships>
</file>

<file path=ppt/slides/_rels/slide37.xml.rels><?xml version="1.0" encoding="UTF-8" standalone="yes"?>
<Relationships xmlns="http://schemas.openxmlformats.org/package/2006/relationships"><Relationship Id="rId8" Type="http://schemas.openxmlformats.org/officeDocument/2006/relationships/oleObject" Target="../embeddings/oleObject185.bin"/><Relationship Id="rId13" Type="http://schemas.openxmlformats.org/officeDocument/2006/relationships/image" Target="../media/image161.wmf"/><Relationship Id="rId18" Type="http://schemas.openxmlformats.org/officeDocument/2006/relationships/oleObject" Target="../embeddings/oleObject190.bin"/><Relationship Id="rId26" Type="http://schemas.openxmlformats.org/officeDocument/2006/relationships/oleObject" Target="../embeddings/oleObject194.bin"/><Relationship Id="rId3" Type="http://schemas.openxmlformats.org/officeDocument/2006/relationships/image" Target="../media/image2.png"/><Relationship Id="rId21" Type="http://schemas.openxmlformats.org/officeDocument/2006/relationships/image" Target="../media/image165.emf"/><Relationship Id="rId7" Type="http://schemas.openxmlformats.org/officeDocument/2006/relationships/image" Target="../media/image158.emf"/><Relationship Id="rId12" Type="http://schemas.openxmlformats.org/officeDocument/2006/relationships/oleObject" Target="../embeddings/oleObject187.bin"/><Relationship Id="rId17" Type="http://schemas.openxmlformats.org/officeDocument/2006/relationships/image" Target="../media/image163.wmf"/><Relationship Id="rId25" Type="http://schemas.openxmlformats.org/officeDocument/2006/relationships/image" Target="../media/image167.emf"/><Relationship Id="rId2" Type="http://schemas.openxmlformats.org/officeDocument/2006/relationships/slideLayout" Target="../slideLayouts/slideLayout7.xml"/><Relationship Id="rId16" Type="http://schemas.openxmlformats.org/officeDocument/2006/relationships/oleObject" Target="../embeddings/oleObject189.bin"/><Relationship Id="rId20" Type="http://schemas.openxmlformats.org/officeDocument/2006/relationships/oleObject" Target="../embeddings/oleObject191.bin"/><Relationship Id="rId1" Type="http://schemas.openxmlformats.org/officeDocument/2006/relationships/vmlDrawing" Target="../drawings/vmlDrawing31.vml"/><Relationship Id="rId6" Type="http://schemas.openxmlformats.org/officeDocument/2006/relationships/oleObject" Target="../embeddings/oleObject184.bin"/><Relationship Id="rId11" Type="http://schemas.openxmlformats.org/officeDocument/2006/relationships/image" Target="../media/image160.emf"/><Relationship Id="rId24" Type="http://schemas.openxmlformats.org/officeDocument/2006/relationships/oleObject" Target="../embeddings/oleObject193.bin"/><Relationship Id="rId5" Type="http://schemas.openxmlformats.org/officeDocument/2006/relationships/image" Target="../media/image157.emf"/><Relationship Id="rId15" Type="http://schemas.openxmlformats.org/officeDocument/2006/relationships/image" Target="../media/image162.wmf"/><Relationship Id="rId23" Type="http://schemas.openxmlformats.org/officeDocument/2006/relationships/image" Target="../media/image166.emf"/><Relationship Id="rId28" Type="http://schemas.openxmlformats.org/officeDocument/2006/relationships/image" Target="../media/image173.png"/><Relationship Id="rId10" Type="http://schemas.openxmlformats.org/officeDocument/2006/relationships/oleObject" Target="../embeddings/oleObject186.bin"/><Relationship Id="rId19" Type="http://schemas.openxmlformats.org/officeDocument/2006/relationships/image" Target="../media/image164.wmf"/><Relationship Id="rId4" Type="http://schemas.openxmlformats.org/officeDocument/2006/relationships/oleObject" Target="../embeddings/oleObject183.bin"/><Relationship Id="rId9" Type="http://schemas.openxmlformats.org/officeDocument/2006/relationships/image" Target="../media/image159.emf"/><Relationship Id="rId14" Type="http://schemas.openxmlformats.org/officeDocument/2006/relationships/oleObject" Target="../embeddings/oleObject188.bin"/><Relationship Id="rId22" Type="http://schemas.openxmlformats.org/officeDocument/2006/relationships/oleObject" Target="../embeddings/oleObject192.bin"/><Relationship Id="rId27" Type="http://schemas.openxmlformats.org/officeDocument/2006/relationships/image" Target="../media/image168.wmf"/></Relationships>
</file>

<file path=ppt/slides/_rels/slide38.xml.rels><?xml version="1.0" encoding="UTF-8" standalone="yes"?>
<Relationships xmlns="http://schemas.openxmlformats.org/package/2006/relationships"><Relationship Id="rId8" Type="http://schemas.openxmlformats.org/officeDocument/2006/relationships/oleObject" Target="../embeddings/oleObject197.bin"/><Relationship Id="rId13" Type="http://schemas.openxmlformats.org/officeDocument/2006/relationships/image" Target="../media/image173.emf"/><Relationship Id="rId18" Type="http://schemas.openxmlformats.org/officeDocument/2006/relationships/oleObject" Target="../embeddings/oleObject202.bin"/><Relationship Id="rId3" Type="http://schemas.openxmlformats.org/officeDocument/2006/relationships/image" Target="../media/image2.png"/><Relationship Id="rId21" Type="http://schemas.openxmlformats.org/officeDocument/2006/relationships/image" Target="../media/image177.wmf"/><Relationship Id="rId7" Type="http://schemas.openxmlformats.org/officeDocument/2006/relationships/image" Target="../media/image170.emf"/><Relationship Id="rId12" Type="http://schemas.openxmlformats.org/officeDocument/2006/relationships/oleObject" Target="../embeddings/oleObject199.bin"/><Relationship Id="rId17" Type="http://schemas.openxmlformats.org/officeDocument/2006/relationships/image" Target="../media/image175.wmf"/><Relationship Id="rId2" Type="http://schemas.openxmlformats.org/officeDocument/2006/relationships/slideLayout" Target="../slideLayouts/slideLayout7.xml"/><Relationship Id="rId16" Type="http://schemas.openxmlformats.org/officeDocument/2006/relationships/oleObject" Target="../embeddings/oleObject201.bin"/><Relationship Id="rId20" Type="http://schemas.openxmlformats.org/officeDocument/2006/relationships/oleObject" Target="../embeddings/oleObject203.bin"/><Relationship Id="rId1" Type="http://schemas.openxmlformats.org/officeDocument/2006/relationships/vmlDrawing" Target="../drawings/vmlDrawing32.vml"/><Relationship Id="rId6" Type="http://schemas.openxmlformats.org/officeDocument/2006/relationships/oleObject" Target="../embeddings/oleObject196.bin"/><Relationship Id="rId11" Type="http://schemas.openxmlformats.org/officeDocument/2006/relationships/image" Target="../media/image172.emf"/><Relationship Id="rId24" Type="http://schemas.openxmlformats.org/officeDocument/2006/relationships/image" Target="../media/image184.png"/><Relationship Id="rId5" Type="http://schemas.openxmlformats.org/officeDocument/2006/relationships/image" Target="../media/image169.wmf"/><Relationship Id="rId15" Type="http://schemas.openxmlformats.org/officeDocument/2006/relationships/image" Target="../media/image174.wmf"/><Relationship Id="rId23" Type="http://schemas.openxmlformats.org/officeDocument/2006/relationships/image" Target="../media/image178.wmf"/><Relationship Id="rId10" Type="http://schemas.openxmlformats.org/officeDocument/2006/relationships/oleObject" Target="../embeddings/oleObject198.bin"/><Relationship Id="rId19" Type="http://schemas.openxmlformats.org/officeDocument/2006/relationships/image" Target="../media/image176.wmf"/><Relationship Id="rId4" Type="http://schemas.openxmlformats.org/officeDocument/2006/relationships/oleObject" Target="../embeddings/oleObject195.bin"/><Relationship Id="rId9" Type="http://schemas.openxmlformats.org/officeDocument/2006/relationships/image" Target="../media/image171.emf"/><Relationship Id="rId14" Type="http://schemas.openxmlformats.org/officeDocument/2006/relationships/oleObject" Target="../embeddings/oleObject200.bin"/><Relationship Id="rId22" Type="http://schemas.openxmlformats.org/officeDocument/2006/relationships/oleObject" Target="../embeddings/oleObject204.bin"/></Relationships>
</file>

<file path=ppt/slides/_rels/slide39.xml.rels><?xml version="1.0" encoding="UTF-8" standalone="yes"?>
<Relationships xmlns="http://schemas.openxmlformats.org/package/2006/relationships"><Relationship Id="rId8" Type="http://schemas.openxmlformats.org/officeDocument/2006/relationships/image" Target="../media/image180.emf"/><Relationship Id="rId13" Type="http://schemas.openxmlformats.org/officeDocument/2006/relationships/image" Target="../media/image182.emf"/><Relationship Id="rId18" Type="http://schemas.openxmlformats.org/officeDocument/2006/relationships/oleObject" Target="../embeddings/oleObject211.bin"/><Relationship Id="rId26" Type="http://schemas.openxmlformats.org/officeDocument/2006/relationships/oleObject" Target="../embeddings/oleObject215.bin"/><Relationship Id="rId3" Type="http://schemas.openxmlformats.org/officeDocument/2006/relationships/oleObject" Target="../embeddings/oleObject205.bin"/><Relationship Id="rId21" Type="http://schemas.openxmlformats.org/officeDocument/2006/relationships/image" Target="../media/image186.emf"/><Relationship Id="rId7" Type="http://schemas.openxmlformats.org/officeDocument/2006/relationships/oleObject" Target="../embeddings/oleObject206.bin"/><Relationship Id="rId12" Type="http://schemas.openxmlformats.org/officeDocument/2006/relationships/oleObject" Target="../embeddings/oleObject208.bin"/><Relationship Id="rId17" Type="http://schemas.openxmlformats.org/officeDocument/2006/relationships/image" Target="../media/image184.wmf"/><Relationship Id="rId25" Type="http://schemas.openxmlformats.org/officeDocument/2006/relationships/image" Target="../media/image188.emf"/><Relationship Id="rId2" Type="http://schemas.openxmlformats.org/officeDocument/2006/relationships/slideLayout" Target="../slideLayouts/slideLayout7.xml"/><Relationship Id="rId16" Type="http://schemas.openxmlformats.org/officeDocument/2006/relationships/oleObject" Target="../embeddings/oleObject210.bin"/><Relationship Id="rId20" Type="http://schemas.openxmlformats.org/officeDocument/2006/relationships/oleObject" Target="../embeddings/oleObject212.bin"/><Relationship Id="rId1" Type="http://schemas.openxmlformats.org/officeDocument/2006/relationships/vmlDrawing" Target="../drawings/vmlDrawing33.vml"/><Relationship Id="rId6" Type="http://schemas.openxmlformats.org/officeDocument/2006/relationships/image" Target="../media/image196.png"/><Relationship Id="rId11" Type="http://schemas.openxmlformats.org/officeDocument/2006/relationships/image" Target="../media/image181.emf"/><Relationship Id="rId24" Type="http://schemas.openxmlformats.org/officeDocument/2006/relationships/oleObject" Target="../embeddings/oleObject214.bin"/><Relationship Id="rId5" Type="http://schemas.openxmlformats.org/officeDocument/2006/relationships/image" Target="../media/image2.png"/><Relationship Id="rId15" Type="http://schemas.openxmlformats.org/officeDocument/2006/relationships/image" Target="../media/image183.emf"/><Relationship Id="rId23" Type="http://schemas.openxmlformats.org/officeDocument/2006/relationships/image" Target="../media/image187.emf"/><Relationship Id="rId10" Type="http://schemas.openxmlformats.org/officeDocument/2006/relationships/oleObject" Target="../embeddings/oleObject207.bin"/><Relationship Id="rId19" Type="http://schemas.openxmlformats.org/officeDocument/2006/relationships/image" Target="../media/image185.emf"/><Relationship Id="rId4" Type="http://schemas.openxmlformats.org/officeDocument/2006/relationships/image" Target="../media/image179.wmf"/><Relationship Id="rId9" Type="http://schemas.openxmlformats.org/officeDocument/2006/relationships/slide" Target="slide37.xml"/><Relationship Id="rId14" Type="http://schemas.openxmlformats.org/officeDocument/2006/relationships/oleObject" Target="../embeddings/oleObject209.bin"/><Relationship Id="rId22" Type="http://schemas.openxmlformats.org/officeDocument/2006/relationships/oleObject" Target="../embeddings/oleObject213.bin"/><Relationship Id="rId27" Type="http://schemas.openxmlformats.org/officeDocument/2006/relationships/image" Target="../media/image189.emf"/></Relationships>
</file>

<file path=ppt/slides/_rels/slide40.xml.rels><?xml version="1.0" encoding="UTF-8" standalone="yes"?>
<Relationships xmlns="http://schemas.openxmlformats.org/package/2006/relationships"><Relationship Id="rId8" Type="http://schemas.openxmlformats.org/officeDocument/2006/relationships/oleObject" Target="../embeddings/oleObject218.bin"/><Relationship Id="rId13" Type="http://schemas.openxmlformats.org/officeDocument/2006/relationships/image" Target="../media/image194.emf"/><Relationship Id="rId18" Type="http://schemas.openxmlformats.org/officeDocument/2006/relationships/oleObject" Target="../embeddings/oleObject223.bin"/><Relationship Id="rId3" Type="http://schemas.openxmlformats.org/officeDocument/2006/relationships/image" Target="../media/image2.png"/><Relationship Id="rId21" Type="http://schemas.openxmlformats.org/officeDocument/2006/relationships/image" Target="../media/image198.emf"/><Relationship Id="rId7" Type="http://schemas.openxmlformats.org/officeDocument/2006/relationships/image" Target="../media/image191.emf"/><Relationship Id="rId12" Type="http://schemas.openxmlformats.org/officeDocument/2006/relationships/oleObject" Target="../embeddings/oleObject220.bin"/><Relationship Id="rId17" Type="http://schemas.openxmlformats.org/officeDocument/2006/relationships/image" Target="../media/image196.emf"/><Relationship Id="rId2" Type="http://schemas.openxmlformats.org/officeDocument/2006/relationships/slideLayout" Target="../slideLayouts/slideLayout13.xml"/><Relationship Id="rId16" Type="http://schemas.openxmlformats.org/officeDocument/2006/relationships/oleObject" Target="../embeddings/oleObject222.bin"/><Relationship Id="rId20" Type="http://schemas.openxmlformats.org/officeDocument/2006/relationships/oleObject" Target="../embeddings/oleObject224.bin"/><Relationship Id="rId1" Type="http://schemas.openxmlformats.org/officeDocument/2006/relationships/vmlDrawing" Target="../drawings/vmlDrawing34.vml"/><Relationship Id="rId6" Type="http://schemas.openxmlformats.org/officeDocument/2006/relationships/oleObject" Target="../embeddings/oleObject217.bin"/><Relationship Id="rId11" Type="http://schemas.openxmlformats.org/officeDocument/2006/relationships/image" Target="../media/image193.emf"/><Relationship Id="rId5" Type="http://schemas.openxmlformats.org/officeDocument/2006/relationships/image" Target="../media/image190.emf"/><Relationship Id="rId15" Type="http://schemas.openxmlformats.org/officeDocument/2006/relationships/image" Target="../media/image195.emf"/><Relationship Id="rId10" Type="http://schemas.openxmlformats.org/officeDocument/2006/relationships/oleObject" Target="../embeddings/oleObject219.bin"/><Relationship Id="rId19" Type="http://schemas.openxmlformats.org/officeDocument/2006/relationships/image" Target="../media/image197.emf"/><Relationship Id="rId4" Type="http://schemas.openxmlformats.org/officeDocument/2006/relationships/oleObject" Target="../embeddings/oleObject216.bin"/><Relationship Id="rId9" Type="http://schemas.openxmlformats.org/officeDocument/2006/relationships/image" Target="../media/image192.emf"/><Relationship Id="rId14" Type="http://schemas.openxmlformats.org/officeDocument/2006/relationships/oleObject" Target="../embeddings/oleObject221.bin"/></Relationships>
</file>

<file path=ppt/slides/_rels/slide41.xml.rels><?xml version="1.0" encoding="UTF-8" standalone="yes"?>
<Relationships xmlns="http://schemas.openxmlformats.org/package/2006/relationships"><Relationship Id="rId8" Type="http://schemas.openxmlformats.org/officeDocument/2006/relationships/oleObject" Target="../embeddings/oleObject227.bin"/><Relationship Id="rId13" Type="http://schemas.openxmlformats.org/officeDocument/2006/relationships/image" Target="../media/image203.emf"/><Relationship Id="rId18" Type="http://schemas.openxmlformats.org/officeDocument/2006/relationships/oleObject" Target="../embeddings/oleObject232.bin"/><Relationship Id="rId3" Type="http://schemas.openxmlformats.org/officeDocument/2006/relationships/image" Target="../media/image2.png"/><Relationship Id="rId7" Type="http://schemas.openxmlformats.org/officeDocument/2006/relationships/image" Target="../media/image200.emf"/><Relationship Id="rId12" Type="http://schemas.openxmlformats.org/officeDocument/2006/relationships/oleObject" Target="../embeddings/oleObject229.bin"/><Relationship Id="rId17" Type="http://schemas.openxmlformats.org/officeDocument/2006/relationships/image" Target="../media/image205.wmf"/><Relationship Id="rId2" Type="http://schemas.openxmlformats.org/officeDocument/2006/relationships/slideLayout" Target="../slideLayouts/slideLayout7.xml"/><Relationship Id="rId16" Type="http://schemas.openxmlformats.org/officeDocument/2006/relationships/oleObject" Target="../embeddings/oleObject231.bin"/><Relationship Id="rId1" Type="http://schemas.openxmlformats.org/officeDocument/2006/relationships/vmlDrawing" Target="../drawings/vmlDrawing35.vml"/><Relationship Id="rId6" Type="http://schemas.openxmlformats.org/officeDocument/2006/relationships/oleObject" Target="../embeddings/oleObject226.bin"/><Relationship Id="rId11" Type="http://schemas.openxmlformats.org/officeDocument/2006/relationships/image" Target="../media/image202.emf"/><Relationship Id="rId5" Type="http://schemas.openxmlformats.org/officeDocument/2006/relationships/image" Target="../media/image199.emf"/><Relationship Id="rId15" Type="http://schemas.openxmlformats.org/officeDocument/2006/relationships/image" Target="../media/image204.emf"/><Relationship Id="rId10" Type="http://schemas.openxmlformats.org/officeDocument/2006/relationships/oleObject" Target="../embeddings/oleObject228.bin"/><Relationship Id="rId19" Type="http://schemas.openxmlformats.org/officeDocument/2006/relationships/image" Target="../media/image206.wmf"/><Relationship Id="rId4" Type="http://schemas.openxmlformats.org/officeDocument/2006/relationships/oleObject" Target="../embeddings/oleObject225.bin"/><Relationship Id="rId9" Type="http://schemas.openxmlformats.org/officeDocument/2006/relationships/image" Target="../media/image201.emf"/><Relationship Id="rId14" Type="http://schemas.openxmlformats.org/officeDocument/2006/relationships/oleObject" Target="../embeddings/oleObject230.bin"/></Relationships>
</file>

<file path=ppt/slides/_rels/slide42.xml.rels><?xml version="1.0" encoding="UTF-8" standalone="yes"?>
<Relationships xmlns="http://schemas.openxmlformats.org/package/2006/relationships"><Relationship Id="rId8" Type="http://schemas.openxmlformats.org/officeDocument/2006/relationships/oleObject" Target="../embeddings/oleObject235.bin"/><Relationship Id="rId13" Type="http://schemas.openxmlformats.org/officeDocument/2006/relationships/image" Target="../media/image211.wmf"/><Relationship Id="rId3" Type="http://schemas.openxmlformats.org/officeDocument/2006/relationships/oleObject" Target="../embeddings/oleObject233.bin"/><Relationship Id="rId7" Type="http://schemas.openxmlformats.org/officeDocument/2006/relationships/image" Target="../media/image2.png"/><Relationship Id="rId12" Type="http://schemas.openxmlformats.org/officeDocument/2006/relationships/oleObject" Target="../embeddings/oleObject237.bin"/><Relationship Id="rId2" Type="http://schemas.openxmlformats.org/officeDocument/2006/relationships/slideLayout" Target="../slideLayouts/slideLayout7.xml"/><Relationship Id="rId1" Type="http://schemas.openxmlformats.org/officeDocument/2006/relationships/vmlDrawing" Target="../drawings/vmlDrawing36.vml"/><Relationship Id="rId6" Type="http://schemas.openxmlformats.org/officeDocument/2006/relationships/image" Target="../media/image208.emf"/><Relationship Id="rId11" Type="http://schemas.openxmlformats.org/officeDocument/2006/relationships/image" Target="../media/image210.wmf"/><Relationship Id="rId5" Type="http://schemas.openxmlformats.org/officeDocument/2006/relationships/oleObject" Target="../embeddings/oleObject234.bin"/><Relationship Id="rId10" Type="http://schemas.openxmlformats.org/officeDocument/2006/relationships/oleObject" Target="../embeddings/oleObject236.bin"/><Relationship Id="rId4" Type="http://schemas.openxmlformats.org/officeDocument/2006/relationships/image" Target="../media/image207.emf"/><Relationship Id="rId9" Type="http://schemas.openxmlformats.org/officeDocument/2006/relationships/image" Target="../media/image209.wmf"/></Relationships>
</file>

<file path=ppt/slides/_rels/slide43.xml.rels><?xml version="1.0" encoding="UTF-8" standalone="yes"?>
<Relationships xmlns="http://schemas.openxmlformats.org/package/2006/relationships"><Relationship Id="rId8" Type="http://schemas.openxmlformats.org/officeDocument/2006/relationships/image" Target="../media/image213.wmf"/><Relationship Id="rId3" Type="http://schemas.openxmlformats.org/officeDocument/2006/relationships/notesSlide" Target="../notesSlides/notesSlide7.xml"/><Relationship Id="rId7" Type="http://schemas.openxmlformats.org/officeDocument/2006/relationships/oleObject" Target="../embeddings/oleObject239.bin"/><Relationship Id="rId2" Type="http://schemas.openxmlformats.org/officeDocument/2006/relationships/slideLayout" Target="../slideLayouts/slideLayout7.xml"/><Relationship Id="rId1" Type="http://schemas.openxmlformats.org/officeDocument/2006/relationships/vmlDrawing" Target="../drawings/vmlDrawing37.vml"/><Relationship Id="rId6" Type="http://schemas.openxmlformats.org/officeDocument/2006/relationships/image" Target="../media/image212.emf"/><Relationship Id="rId5" Type="http://schemas.openxmlformats.org/officeDocument/2006/relationships/oleObject" Target="../embeddings/oleObject238.bin"/><Relationship Id="rId4" Type="http://schemas.openxmlformats.org/officeDocument/2006/relationships/image" Target="../media/image2.png"/></Relationships>
</file>

<file path=ppt/slides/_rels/slide44.xml.rels><?xml version="1.0" encoding="UTF-8" standalone="yes"?>
<Relationships xmlns="http://schemas.openxmlformats.org/package/2006/relationships"><Relationship Id="rId8" Type="http://schemas.openxmlformats.org/officeDocument/2006/relationships/image" Target="../media/image212.emf"/><Relationship Id="rId13" Type="http://schemas.openxmlformats.org/officeDocument/2006/relationships/oleObject" Target="../embeddings/oleObject244.bin"/><Relationship Id="rId3" Type="http://schemas.openxmlformats.org/officeDocument/2006/relationships/notesSlide" Target="../notesSlides/notesSlide8.xml"/><Relationship Id="rId7" Type="http://schemas.openxmlformats.org/officeDocument/2006/relationships/oleObject" Target="../embeddings/oleObject241.bin"/><Relationship Id="rId12" Type="http://schemas.openxmlformats.org/officeDocument/2006/relationships/image" Target="../media/image215.wmf"/><Relationship Id="rId2" Type="http://schemas.openxmlformats.org/officeDocument/2006/relationships/slideLayout" Target="../slideLayouts/slideLayout7.xml"/><Relationship Id="rId1" Type="http://schemas.openxmlformats.org/officeDocument/2006/relationships/vmlDrawing" Target="../drawings/vmlDrawing38.vml"/><Relationship Id="rId6" Type="http://schemas.openxmlformats.org/officeDocument/2006/relationships/image" Target="../media/image214.emf"/><Relationship Id="rId11" Type="http://schemas.openxmlformats.org/officeDocument/2006/relationships/oleObject" Target="../embeddings/oleObject243.bin"/><Relationship Id="rId5" Type="http://schemas.openxmlformats.org/officeDocument/2006/relationships/oleObject" Target="../embeddings/oleObject240.bin"/><Relationship Id="rId10" Type="http://schemas.openxmlformats.org/officeDocument/2006/relationships/image" Target="../media/image213.wmf"/><Relationship Id="rId4" Type="http://schemas.openxmlformats.org/officeDocument/2006/relationships/image" Target="../media/image2.png"/><Relationship Id="rId9" Type="http://schemas.openxmlformats.org/officeDocument/2006/relationships/oleObject" Target="../embeddings/oleObject242.bin"/><Relationship Id="rId14" Type="http://schemas.openxmlformats.org/officeDocument/2006/relationships/image" Target="../media/image216.wmf"/></Relationships>
</file>

<file path=ppt/slides/_rels/slide45.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218.emf"/><Relationship Id="rId2" Type="http://schemas.openxmlformats.org/officeDocument/2006/relationships/slideLayout" Target="../slideLayouts/slideLayout7.xml"/><Relationship Id="rId1" Type="http://schemas.openxmlformats.org/officeDocument/2006/relationships/vmlDrawing" Target="../drawings/vmlDrawing39.vml"/><Relationship Id="rId6" Type="http://schemas.openxmlformats.org/officeDocument/2006/relationships/oleObject" Target="../embeddings/oleObject246.bin"/><Relationship Id="rId5" Type="http://schemas.openxmlformats.org/officeDocument/2006/relationships/image" Target="../media/image217.emf"/><Relationship Id="rId4" Type="http://schemas.openxmlformats.org/officeDocument/2006/relationships/oleObject" Target="../embeddings/oleObject245.bin"/></Relationships>
</file>

<file path=ppt/slides/_rels/slide46.xml.rels><?xml version="1.0" encoding="UTF-8" standalone="yes"?>
<Relationships xmlns="http://schemas.openxmlformats.org/package/2006/relationships"><Relationship Id="rId8" Type="http://schemas.openxmlformats.org/officeDocument/2006/relationships/oleObject" Target="../embeddings/oleObject249.bin"/><Relationship Id="rId13" Type="http://schemas.openxmlformats.org/officeDocument/2006/relationships/image" Target="../media/image221.wmf"/><Relationship Id="rId18" Type="http://schemas.openxmlformats.org/officeDocument/2006/relationships/oleObject" Target="../embeddings/oleObject254.bin"/><Relationship Id="rId26" Type="http://schemas.openxmlformats.org/officeDocument/2006/relationships/oleObject" Target="../embeddings/oleObject258.bin"/><Relationship Id="rId3" Type="http://schemas.openxmlformats.org/officeDocument/2006/relationships/image" Target="../media/image2.png"/><Relationship Id="rId21" Type="http://schemas.openxmlformats.org/officeDocument/2006/relationships/image" Target="../media/image225.wmf"/><Relationship Id="rId7" Type="http://schemas.openxmlformats.org/officeDocument/2006/relationships/image" Target="../media/image218.emf"/><Relationship Id="rId12" Type="http://schemas.openxmlformats.org/officeDocument/2006/relationships/oleObject" Target="../embeddings/oleObject251.bin"/><Relationship Id="rId17" Type="http://schemas.openxmlformats.org/officeDocument/2006/relationships/image" Target="../media/image223.wmf"/><Relationship Id="rId25" Type="http://schemas.openxmlformats.org/officeDocument/2006/relationships/image" Target="../media/image227.wmf"/><Relationship Id="rId2" Type="http://schemas.openxmlformats.org/officeDocument/2006/relationships/slideLayout" Target="../slideLayouts/slideLayout7.xml"/><Relationship Id="rId16" Type="http://schemas.openxmlformats.org/officeDocument/2006/relationships/oleObject" Target="../embeddings/oleObject253.bin"/><Relationship Id="rId20" Type="http://schemas.openxmlformats.org/officeDocument/2006/relationships/oleObject" Target="../embeddings/oleObject255.bin"/><Relationship Id="rId29" Type="http://schemas.openxmlformats.org/officeDocument/2006/relationships/image" Target="../media/image229.emf"/><Relationship Id="rId1" Type="http://schemas.openxmlformats.org/officeDocument/2006/relationships/vmlDrawing" Target="../drawings/vmlDrawing40.vml"/><Relationship Id="rId6" Type="http://schemas.openxmlformats.org/officeDocument/2006/relationships/oleObject" Target="../embeddings/oleObject248.bin"/><Relationship Id="rId11" Type="http://schemas.openxmlformats.org/officeDocument/2006/relationships/image" Target="../media/image220.wmf"/><Relationship Id="rId24" Type="http://schemas.openxmlformats.org/officeDocument/2006/relationships/oleObject" Target="../embeddings/oleObject257.bin"/><Relationship Id="rId5" Type="http://schemas.openxmlformats.org/officeDocument/2006/relationships/image" Target="../media/image217.emf"/><Relationship Id="rId15" Type="http://schemas.openxmlformats.org/officeDocument/2006/relationships/image" Target="../media/image222.wmf"/><Relationship Id="rId23" Type="http://schemas.openxmlformats.org/officeDocument/2006/relationships/image" Target="../media/image226.wmf"/><Relationship Id="rId28" Type="http://schemas.openxmlformats.org/officeDocument/2006/relationships/oleObject" Target="../embeddings/oleObject259.bin"/><Relationship Id="rId10" Type="http://schemas.openxmlformats.org/officeDocument/2006/relationships/oleObject" Target="../embeddings/oleObject250.bin"/><Relationship Id="rId19" Type="http://schemas.openxmlformats.org/officeDocument/2006/relationships/image" Target="../media/image224.wmf"/><Relationship Id="rId31" Type="http://schemas.openxmlformats.org/officeDocument/2006/relationships/image" Target="../media/image230.emf"/><Relationship Id="rId4" Type="http://schemas.openxmlformats.org/officeDocument/2006/relationships/oleObject" Target="../embeddings/oleObject247.bin"/><Relationship Id="rId9" Type="http://schemas.openxmlformats.org/officeDocument/2006/relationships/image" Target="../media/image219.emf"/><Relationship Id="rId14" Type="http://schemas.openxmlformats.org/officeDocument/2006/relationships/oleObject" Target="../embeddings/oleObject252.bin"/><Relationship Id="rId22" Type="http://schemas.openxmlformats.org/officeDocument/2006/relationships/oleObject" Target="../embeddings/oleObject256.bin"/><Relationship Id="rId27" Type="http://schemas.openxmlformats.org/officeDocument/2006/relationships/image" Target="../media/image228.emf"/><Relationship Id="rId30" Type="http://schemas.openxmlformats.org/officeDocument/2006/relationships/oleObject" Target="../embeddings/oleObject260.bin"/></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3" Type="http://schemas.openxmlformats.org/officeDocument/2006/relationships/oleObject" Target="../embeddings/oleObject266.bin"/><Relationship Id="rId18" Type="http://schemas.openxmlformats.org/officeDocument/2006/relationships/image" Target="../media/image238.wmf"/><Relationship Id="rId26" Type="http://schemas.openxmlformats.org/officeDocument/2006/relationships/image" Target="../media/image242.wmf"/><Relationship Id="rId39" Type="http://schemas.openxmlformats.org/officeDocument/2006/relationships/image" Target="../media/image248.wmf"/><Relationship Id="rId21" Type="http://schemas.openxmlformats.org/officeDocument/2006/relationships/oleObject" Target="../embeddings/oleObject270.bin"/><Relationship Id="rId34" Type="http://schemas.openxmlformats.org/officeDocument/2006/relationships/image" Target="../media/image246.wmf"/><Relationship Id="rId42" Type="http://schemas.openxmlformats.org/officeDocument/2006/relationships/oleObject" Target="../embeddings/oleObject281.bin"/><Relationship Id="rId47" Type="http://schemas.openxmlformats.org/officeDocument/2006/relationships/image" Target="../media/image252.wmf"/><Relationship Id="rId50" Type="http://schemas.openxmlformats.org/officeDocument/2006/relationships/oleObject" Target="../embeddings/oleObject285.bin"/><Relationship Id="rId7" Type="http://schemas.openxmlformats.org/officeDocument/2006/relationships/oleObject" Target="../embeddings/oleObject263.bin"/><Relationship Id="rId2" Type="http://schemas.openxmlformats.org/officeDocument/2006/relationships/slideLayout" Target="../slideLayouts/slideLayout7.xml"/><Relationship Id="rId16" Type="http://schemas.openxmlformats.org/officeDocument/2006/relationships/image" Target="../media/image237.wmf"/><Relationship Id="rId29" Type="http://schemas.openxmlformats.org/officeDocument/2006/relationships/oleObject" Target="../embeddings/oleObject274.bin"/><Relationship Id="rId11" Type="http://schemas.openxmlformats.org/officeDocument/2006/relationships/oleObject" Target="../embeddings/oleObject265.bin"/><Relationship Id="rId24" Type="http://schemas.openxmlformats.org/officeDocument/2006/relationships/image" Target="../media/image241.wmf"/><Relationship Id="rId32" Type="http://schemas.openxmlformats.org/officeDocument/2006/relationships/image" Target="../media/image245.wmf"/><Relationship Id="rId37" Type="http://schemas.openxmlformats.org/officeDocument/2006/relationships/image" Target="../media/image247.wmf"/><Relationship Id="rId40" Type="http://schemas.openxmlformats.org/officeDocument/2006/relationships/oleObject" Target="../embeddings/oleObject280.bin"/><Relationship Id="rId45" Type="http://schemas.openxmlformats.org/officeDocument/2006/relationships/image" Target="../media/image251.wmf"/><Relationship Id="rId53" Type="http://schemas.openxmlformats.org/officeDocument/2006/relationships/image" Target="../media/image255.wmf"/><Relationship Id="rId5" Type="http://schemas.openxmlformats.org/officeDocument/2006/relationships/oleObject" Target="../embeddings/oleObject262.bin"/><Relationship Id="rId10" Type="http://schemas.openxmlformats.org/officeDocument/2006/relationships/image" Target="../media/image234.wmf"/><Relationship Id="rId19" Type="http://schemas.openxmlformats.org/officeDocument/2006/relationships/oleObject" Target="../embeddings/oleObject269.bin"/><Relationship Id="rId31" Type="http://schemas.openxmlformats.org/officeDocument/2006/relationships/oleObject" Target="../embeddings/oleObject275.bin"/><Relationship Id="rId44" Type="http://schemas.openxmlformats.org/officeDocument/2006/relationships/oleObject" Target="../embeddings/oleObject282.bin"/><Relationship Id="rId52" Type="http://schemas.openxmlformats.org/officeDocument/2006/relationships/oleObject" Target="../embeddings/oleObject286.bin"/><Relationship Id="rId4" Type="http://schemas.openxmlformats.org/officeDocument/2006/relationships/image" Target="../media/image231.wmf"/><Relationship Id="rId9" Type="http://schemas.openxmlformats.org/officeDocument/2006/relationships/oleObject" Target="../embeddings/oleObject264.bin"/><Relationship Id="rId14" Type="http://schemas.openxmlformats.org/officeDocument/2006/relationships/image" Target="../media/image236.wmf"/><Relationship Id="rId22" Type="http://schemas.openxmlformats.org/officeDocument/2006/relationships/image" Target="../media/image240.wmf"/><Relationship Id="rId27" Type="http://schemas.openxmlformats.org/officeDocument/2006/relationships/oleObject" Target="../embeddings/oleObject273.bin"/><Relationship Id="rId30" Type="http://schemas.openxmlformats.org/officeDocument/2006/relationships/image" Target="../media/image244.wmf"/><Relationship Id="rId35" Type="http://schemas.openxmlformats.org/officeDocument/2006/relationships/oleObject" Target="../embeddings/oleObject277.bin"/><Relationship Id="rId43" Type="http://schemas.openxmlformats.org/officeDocument/2006/relationships/image" Target="../media/image250.wmf"/><Relationship Id="rId48" Type="http://schemas.openxmlformats.org/officeDocument/2006/relationships/oleObject" Target="../embeddings/oleObject284.bin"/><Relationship Id="rId8" Type="http://schemas.openxmlformats.org/officeDocument/2006/relationships/image" Target="../media/image233.wmf"/><Relationship Id="rId51" Type="http://schemas.openxmlformats.org/officeDocument/2006/relationships/image" Target="../media/image254.wmf"/><Relationship Id="rId3" Type="http://schemas.openxmlformats.org/officeDocument/2006/relationships/oleObject" Target="../embeddings/oleObject261.bin"/><Relationship Id="rId12" Type="http://schemas.openxmlformats.org/officeDocument/2006/relationships/image" Target="../media/image235.wmf"/><Relationship Id="rId17" Type="http://schemas.openxmlformats.org/officeDocument/2006/relationships/oleObject" Target="../embeddings/oleObject268.bin"/><Relationship Id="rId25" Type="http://schemas.openxmlformats.org/officeDocument/2006/relationships/oleObject" Target="../embeddings/oleObject272.bin"/><Relationship Id="rId33" Type="http://schemas.openxmlformats.org/officeDocument/2006/relationships/oleObject" Target="../embeddings/oleObject276.bin"/><Relationship Id="rId38" Type="http://schemas.openxmlformats.org/officeDocument/2006/relationships/oleObject" Target="../embeddings/oleObject279.bin"/><Relationship Id="rId46" Type="http://schemas.openxmlformats.org/officeDocument/2006/relationships/oleObject" Target="../embeddings/oleObject283.bin"/><Relationship Id="rId20" Type="http://schemas.openxmlformats.org/officeDocument/2006/relationships/image" Target="../media/image239.wmf"/><Relationship Id="rId41" Type="http://schemas.openxmlformats.org/officeDocument/2006/relationships/image" Target="../media/image249.wmf"/><Relationship Id="rId1" Type="http://schemas.openxmlformats.org/officeDocument/2006/relationships/vmlDrawing" Target="../drawings/vmlDrawing41.vml"/><Relationship Id="rId6" Type="http://schemas.openxmlformats.org/officeDocument/2006/relationships/image" Target="../media/image232.wmf"/><Relationship Id="rId15" Type="http://schemas.openxmlformats.org/officeDocument/2006/relationships/oleObject" Target="../embeddings/oleObject267.bin"/><Relationship Id="rId23" Type="http://schemas.openxmlformats.org/officeDocument/2006/relationships/oleObject" Target="../embeddings/oleObject271.bin"/><Relationship Id="rId28" Type="http://schemas.openxmlformats.org/officeDocument/2006/relationships/image" Target="../media/image243.wmf"/><Relationship Id="rId36" Type="http://schemas.openxmlformats.org/officeDocument/2006/relationships/oleObject" Target="../embeddings/oleObject278.bin"/><Relationship Id="rId49" Type="http://schemas.openxmlformats.org/officeDocument/2006/relationships/image" Target="../media/image253.wmf"/></Relationships>
</file>

<file path=ppt/slides/_rels/slide49.xml.rels><?xml version="1.0" encoding="UTF-8" standalone="yes"?>
<Relationships xmlns="http://schemas.openxmlformats.org/package/2006/relationships"><Relationship Id="rId8" Type="http://schemas.openxmlformats.org/officeDocument/2006/relationships/oleObject" Target="../embeddings/oleObject289.bin"/><Relationship Id="rId13" Type="http://schemas.openxmlformats.org/officeDocument/2006/relationships/image" Target="../media/image260.wmf"/><Relationship Id="rId18" Type="http://schemas.openxmlformats.org/officeDocument/2006/relationships/oleObject" Target="../embeddings/oleObject294.bin"/><Relationship Id="rId3" Type="http://schemas.openxmlformats.org/officeDocument/2006/relationships/image" Target="../media/image2.png"/><Relationship Id="rId21" Type="http://schemas.openxmlformats.org/officeDocument/2006/relationships/image" Target="../media/image264.wmf"/><Relationship Id="rId7" Type="http://schemas.openxmlformats.org/officeDocument/2006/relationships/image" Target="../media/image257.wmf"/><Relationship Id="rId12" Type="http://schemas.openxmlformats.org/officeDocument/2006/relationships/oleObject" Target="../embeddings/oleObject291.bin"/><Relationship Id="rId17" Type="http://schemas.openxmlformats.org/officeDocument/2006/relationships/image" Target="../media/image262.wmf"/><Relationship Id="rId2" Type="http://schemas.openxmlformats.org/officeDocument/2006/relationships/slideLayout" Target="../slideLayouts/slideLayout1.xml"/><Relationship Id="rId16" Type="http://schemas.openxmlformats.org/officeDocument/2006/relationships/oleObject" Target="../embeddings/oleObject293.bin"/><Relationship Id="rId20" Type="http://schemas.openxmlformats.org/officeDocument/2006/relationships/oleObject" Target="../embeddings/oleObject295.bin"/><Relationship Id="rId1" Type="http://schemas.openxmlformats.org/officeDocument/2006/relationships/vmlDrawing" Target="../drawings/vmlDrawing42.vml"/><Relationship Id="rId6" Type="http://schemas.openxmlformats.org/officeDocument/2006/relationships/oleObject" Target="../embeddings/oleObject288.bin"/><Relationship Id="rId11" Type="http://schemas.openxmlformats.org/officeDocument/2006/relationships/image" Target="../media/image259.wmf"/><Relationship Id="rId5" Type="http://schemas.openxmlformats.org/officeDocument/2006/relationships/image" Target="../media/image256.wmf"/><Relationship Id="rId15" Type="http://schemas.openxmlformats.org/officeDocument/2006/relationships/image" Target="../media/image261.wmf"/><Relationship Id="rId10" Type="http://schemas.openxmlformats.org/officeDocument/2006/relationships/oleObject" Target="../embeddings/oleObject290.bin"/><Relationship Id="rId19" Type="http://schemas.openxmlformats.org/officeDocument/2006/relationships/image" Target="../media/image263.wmf"/><Relationship Id="rId4" Type="http://schemas.openxmlformats.org/officeDocument/2006/relationships/oleObject" Target="../embeddings/oleObject287.bin"/><Relationship Id="rId9" Type="http://schemas.openxmlformats.org/officeDocument/2006/relationships/image" Target="../media/image258.wmf"/><Relationship Id="rId14" Type="http://schemas.openxmlformats.org/officeDocument/2006/relationships/oleObject" Target="../embeddings/oleObject292.bin"/></Relationships>
</file>

<file path=ppt/slides/_rels/slide50.xml.rels><?xml version="1.0" encoding="UTF-8" standalone="yes"?>
<Relationships xmlns="http://schemas.openxmlformats.org/package/2006/relationships"><Relationship Id="rId8" Type="http://schemas.openxmlformats.org/officeDocument/2006/relationships/oleObject" Target="../embeddings/oleObject298.bin"/><Relationship Id="rId13" Type="http://schemas.openxmlformats.org/officeDocument/2006/relationships/image" Target="../media/image269.wmf"/><Relationship Id="rId18" Type="http://schemas.openxmlformats.org/officeDocument/2006/relationships/oleObject" Target="../embeddings/oleObject303.bin"/><Relationship Id="rId3" Type="http://schemas.openxmlformats.org/officeDocument/2006/relationships/image" Target="../media/image2.png"/><Relationship Id="rId21" Type="http://schemas.openxmlformats.org/officeDocument/2006/relationships/image" Target="../media/image273.emf"/><Relationship Id="rId7" Type="http://schemas.openxmlformats.org/officeDocument/2006/relationships/image" Target="../media/image266.wmf"/><Relationship Id="rId12" Type="http://schemas.openxmlformats.org/officeDocument/2006/relationships/oleObject" Target="../embeddings/oleObject300.bin"/><Relationship Id="rId17" Type="http://schemas.openxmlformats.org/officeDocument/2006/relationships/image" Target="../media/image271.emf"/><Relationship Id="rId2" Type="http://schemas.openxmlformats.org/officeDocument/2006/relationships/slideLayout" Target="../slideLayouts/slideLayout1.xml"/><Relationship Id="rId16" Type="http://schemas.openxmlformats.org/officeDocument/2006/relationships/oleObject" Target="../embeddings/oleObject302.bin"/><Relationship Id="rId20" Type="http://schemas.openxmlformats.org/officeDocument/2006/relationships/oleObject" Target="../embeddings/oleObject304.bin"/><Relationship Id="rId1" Type="http://schemas.openxmlformats.org/officeDocument/2006/relationships/vmlDrawing" Target="../drawings/vmlDrawing43.vml"/><Relationship Id="rId6" Type="http://schemas.openxmlformats.org/officeDocument/2006/relationships/oleObject" Target="../embeddings/oleObject297.bin"/><Relationship Id="rId11" Type="http://schemas.openxmlformats.org/officeDocument/2006/relationships/image" Target="../media/image268.wmf"/><Relationship Id="rId5" Type="http://schemas.openxmlformats.org/officeDocument/2006/relationships/image" Target="../media/image265.wmf"/><Relationship Id="rId15" Type="http://schemas.openxmlformats.org/officeDocument/2006/relationships/image" Target="../media/image270.wmf"/><Relationship Id="rId10" Type="http://schemas.openxmlformats.org/officeDocument/2006/relationships/oleObject" Target="../embeddings/oleObject299.bin"/><Relationship Id="rId19" Type="http://schemas.openxmlformats.org/officeDocument/2006/relationships/image" Target="../media/image272.emf"/><Relationship Id="rId4" Type="http://schemas.openxmlformats.org/officeDocument/2006/relationships/oleObject" Target="../embeddings/oleObject296.bin"/><Relationship Id="rId9" Type="http://schemas.openxmlformats.org/officeDocument/2006/relationships/image" Target="../media/image267.wmf"/><Relationship Id="rId14" Type="http://schemas.openxmlformats.org/officeDocument/2006/relationships/oleObject" Target="../embeddings/oleObject301.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218" name="Text Box 2"/>
          <p:cNvSpPr txBox="1">
            <a:spLocks noChangeArrowheads="1"/>
          </p:cNvSpPr>
          <p:nvPr/>
        </p:nvSpPr>
        <p:spPr bwMode="auto">
          <a:xfrm>
            <a:off x="685800" y="1771650"/>
            <a:ext cx="71628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996633"/>
              </a:buClr>
              <a:buFont typeface="Wingdings" panose="05000000000000000000" pitchFamily="2" charset="2"/>
              <a:buBlip>
                <a:blip r:embed="rId2"/>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2"/>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2"/>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2"/>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2"/>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2"/>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2"/>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2"/>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2"/>
              </a:buBlip>
              <a:defRPr kumimoji="1" sz="2000">
                <a:solidFill>
                  <a:schemeClr val="tx1"/>
                </a:solidFill>
                <a:latin typeface="Times New Roman" panose="02020603050405020304" pitchFamily="18" charset="0"/>
                <a:ea typeface="宋体" panose="02010600030101010101" pitchFamily="2" charset="-122"/>
              </a:defRPr>
            </a:lvl9pPr>
          </a:lstStyle>
          <a:p>
            <a:pPr algn="ctr">
              <a:spcBef>
                <a:spcPct val="50000"/>
              </a:spcBef>
              <a:buClrTx/>
              <a:buFontTx/>
              <a:buNone/>
            </a:pPr>
            <a:r>
              <a:rPr lang="en-US" altLang="zh-CN" sz="2800" b="1">
                <a:solidFill>
                  <a:schemeClr val="accent2"/>
                </a:solidFill>
              </a:rPr>
              <a:t> </a:t>
            </a:r>
            <a:endParaRPr lang="en-US" altLang="zh-CN" sz="2800" b="1">
              <a:solidFill>
                <a:schemeClr val="tx2"/>
              </a:solidFill>
            </a:endParaRPr>
          </a:p>
        </p:txBody>
      </p:sp>
      <p:sp>
        <p:nvSpPr>
          <p:cNvPr id="265219" name="Text Box 3"/>
          <p:cNvSpPr txBox="1">
            <a:spLocks noChangeArrowheads="1"/>
          </p:cNvSpPr>
          <p:nvPr/>
        </p:nvSpPr>
        <p:spPr bwMode="auto">
          <a:xfrm>
            <a:off x="1979712" y="1771650"/>
            <a:ext cx="5983287" cy="2024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rgbClr val="996633"/>
              </a:buClr>
              <a:buFont typeface="Wingdings" panose="05000000000000000000" pitchFamily="2" charset="2"/>
              <a:buBlip>
                <a:blip r:embed="rId2"/>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2"/>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2"/>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2"/>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2"/>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2"/>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2"/>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2"/>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2"/>
              </a:buBlip>
              <a:defRPr kumimoji="1" sz="2000">
                <a:solidFill>
                  <a:schemeClr val="tx1"/>
                </a:solidFill>
                <a:latin typeface="Times New Roman" panose="02020603050405020304" pitchFamily="18" charset="0"/>
                <a:ea typeface="宋体" panose="02010600030101010101" pitchFamily="2" charset="-122"/>
              </a:defRPr>
            </a:lvl9pPr>
          </a:lstStyle>
          <a:p>
            <a:pPr>
              <a:lnSpc>
                <a:spcPct val="120000"/>
              </a:lnSpc>
              <a:spcBef>
                <a:spcPct val="50000"/>
              </a:spcBef>
              <a:buClrTx/>
              <a:buFontTx/>
              <a:buNone/>
            </a:pPr>
            <a:r>
              <a:rPr lang="zh-CN" altLang="en-US" sz="2800" b="1" dirty="0">
                <a:solidFill>
                  <a:schemeClr val="accent2"/>
                </a:solidFill>
              </a:rPr>
              <a:t>由随机变量的分布所确定的，能</a:t>
            </a:r>
            <a:endParaRPr lang="en-US" altLang="zh-CN" sz="2800" b="1" dirty="0">
              <a:solidFill>
                <a:schemeClr val="accent2"/>
              </a:solidFill>
            </a:endParaRPr>
          </a:p>
          <a:p>
            <a:pPr>
              <a:lnSpc>
                <a:spcPct val="120000"/>
              </a:lnSpc>
              <a:spcBef>
                <a:spcPct val="50000"/>
              </a:spcBef>
              <a:buClrTx/>
              <a:buFontTx/>
              <a:buNone/>
            </a:pPr>
            <a:r>
              <a:rPr lang="zh-CN" altLang="en-US" sz="2800" b="1" dirty="0">
                <a:solidFill>
                  <a:schemeClr val="accent2"/>
                </a:solidFill>
              </a:rPr>
              <a:t>刻画随机变量某一方面的特征的</a:t>
            </a:r>
            <a:endParaRPr lang="en-US" altLang="zh-CN" sz="2800" b="1" dirty="0">
              <a:solidFill>
                <a:schemeClr val="accent2"/>
              </a:solidFill>
            </a:endParaRPr>
          </a:p>
          <a:p>
            <a:pPr>
              <a:lnSpc>
                <a:spcPct val="120000"/>
              </a:lnSpc>
              <a:spcBef>
                <a:spcPct val="50000"/>
              </a:spcBef>
              <a:buClrTx/>
              <a:buFontTx/>
              <a:buNone/>
            </a:pPr>
            <a:r>
              <a:rPr lang="zh-CN" altLang="en-US" sz="2800" b="1" dirty="0">
                <a:solidFill>
                  <a:schemeClr val="accent2"/>
                </a:solidFill>
              </a:rPr>
              <a:t>常数</a:t>
            </a:r>
            <a:r>
              <a:rPr lang="zh-CN" altLang="en-US" sz="2800" b="1" dirty="0" smtClean="0">
                <a:solidFill>
                  <a:schemeClr val="accent2"/>
                </a:solidFill>
              </a:rPr>
              <a:t>，统称</a:t>
            </a:r>
            <a:r>
              <a:rPr lang="zh-CN" altLang="en-US" sz="2800" b="1" dirty="0">
                <a:solidFill>
                  <a:schemeClr val="accent2"/>
                </a:solidFill>
              </a:rPr>
              <a:t>为数字特征。</a:t>
            </a:r>
            <a:endParaRPr lang="en-US" altLang="zh-CN" sz="2800" b="1" dirty="0">
              <a:solidFill>
                <a:schemeClr val="accent2"/>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6" presetClass="entr" presetSubtype="37" fill="hold" grpId="0" nodeType="afterEffect">
                                  <p:stCondLst>
                                    <p:cond delay="0"/>
                                  </p:stCondLst>
                                  <p:childTnLst>
                                    <p:set>
                                      <p:cBhvr>
                                        <p:cTn id="6" dur="1" fill="hold">
                                          <p:stCondLst>
                                            <p:cond delay="0"/>
                                          </p:stCondLst>
                                        </p:cTn>
                                        <p:tgtEl>
                                          <p:spTgt spid="265219"/>
                                        </p:tgtEl>
                                        <p:attrNameLst>
                                          <p:attrName>style.visibility</p:attrName>
                                        </p:attrNameLst>
                                      </p:cBhvr>
                                      <p:to>
                                        <p:strVal val="visible"/>
                                      </p:to>
                                    </p:set>
                                    <p:animEffect transition="in" filter="barn(outVertical)">
                                      <p:cBhvr>
                                        <p:cTn id="7" dur="500"/>
                                        <p:tgtEl>
                                          <p:spTgt spid="26521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265218"/>
                                        </p:tgtEl>
                                        <p:attrNameLst>
                                          <p:attrName>style.visibility</p:attrName>
                                        </p:attrNameLst>
                                      </p:cBhvr>
                                      <p:to>
                                        <p:strVal val="visible"/>
                                      </p:to>
                                    </p:set>
                                    <p:anim calcmode="lin" valueType="num">
                                      <p:cBhvr additive="base">
                                        <p:cTn id="12" dur="500" fill="hold"/>
                                        <p:tgtEl>
                                          <p:spTgt spid="265218"/>
                                        </p:tgtEl>
                                        <p:attrNameLst>
                                          <p:attrName>ppt_x</p:attrName>
                                        </p:attrNameLst>
                                      </p:cBhvr>
                                      <p:tavLst>
                                        <p:tav tm="0">
                                          <p:val>
                                            <p:strVal val="0-#ppt_w/2"/>
                                          </p:val>
                                        </p:tav>
                                        <p:tav tm="100000">
                                          <p:val>
                                            <p:strVal val="#ppt_x"/>
                                          </p:val>
                                        </p:tav>
                                      </p:tavLst>
                                    </p:anim>
                                    <p:anim calcmode="lin" valueType="num">
                                      <p:cBhvr additive="base">
                                        <p:cTn id="13" dur="500" fill="hold"/>
                                        <p:tgtEl>
                                          <p:spTgt spid="26521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5218" grpId="0" autoUpdateAnimBg="0"/>
      <p:bldP spid="265219" grpId="0" autoUpdateAnimBg="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ext Box 2"/>
          <p:cNvSpPr txBox="1">
            <a:spLocks noChangeArrowheads="1"/>
          </p:cNvSpPr>
          <p:nvPr/>
        </p:nvSpPr>
        <p:spPr bwMode="auto">
          <a:xfrm>
            <a:off x="827088" y="765175"/>
            <a:ext cx="56165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996633"/>
              </a:buClr>
              <a:buFont typeface="Wingdings" panose="05000000000000000000" pitchFamily="2" charset="2"/>
              <a:buBlip>
                <a:blip r:embed="rId3"/>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3"/>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3"/>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9pPr>
          </a:lstStyle>
          <a:p>
            <a:pPr>
              <a:spcBef>
                <a:spcPct val="50000"/>
              </a:spcBef>
              <a:buClrTx/>
              <a:buFontTx/>
              <a:buNone/>
            </a:pPr>
            <a:r>
              <a:rPr lang="zh-CN" altLang="en-US" b="1">
                <a:solidFill>
                  <a:schemeClr val="accent2"/>
                </a:solidFill>
                <a:latin typeface="Arial" panose="020B0604020202020204" pitchFamily="34" charset="0"/>
                <a:ea typeface="楷体_GB2312" pitchFamily="49" charset="-122"/>
              </a:rPr>
              <a:t>数学期望</a:t>
            </a:r>
            <a:r>
              <a:rPr lang="en-US" altLang="zh-CN" b="1">
                <a:solidFill>
                  <a:schemeClr val="accent2"/>
                </a:solidFill>
                <a:latin typeface="Arial" panose="020B0604020202020204" pitchFamily="34" charset="0"/>
                <a:ea typeface="楷体_GB2312" pitchFamily="49" charset="-122"/>
              </a:rPr>
              <a:t>(</a:t>
            </a:r>
            <a:r>
              <a:rPr lang="en-US" altLang="zh-CN"/>
              <a:t>Expectation</a:t>
            </a:r>
            <a:r>
              <a:rPr lang="en-US" altLang="zh-CN" b="1">
                <a:solidFill>
                  <a:schemeClr val="accent2"/>
                </a:solidFill>
                <a:latin typeface="Arial" panose="020B0604020202020204" pitchFamily="34" charset="0"/>
                <a:ea typeface="楷体_GB2312" pitchFamily="49" charset="-122"/>
              </a:rPr>
              <a:t>)</a:t>
            </a:r>
            <a:r>
              <a:rPr lang="zh-CN" altLang="en-US" b="1">
                <a:solidFill>
                  <a:schemeClr val="accent2"/>
                </a:solidFill>
                <a:latin typeface="Arial" panose="020B0604020202020204" pitchFamily="34" charset="0"/>
                <a:ea typeface="楷体_GB2312" pitchFamily="49" charset="-122"/>
              </a:rPr>
              <a:t>的定义</a:t>
            </a:r>
            <a:endParaRPr lang="en-US" altLang="zh-CN" b="1">
              <a:solidFill>
                <a:schemeClr val="accent2"/>
              </a:solidFill>
              <a:latin typeface="Arial" panose="020B0604020202020204" pitchFamily="34" charset="0"/>
              <a:ea typeface="楷体_GB2312" pitchFamily="49" charset="-122"/>
            </a:endParaRPr>
          </a:p>
        </p:txBody>
      </p:sp>
      <p:graphicFrame>
        <p:nvGraphicFramePr>
          <p:cNvPr id="448515" name="Object 3"/>
          <p:cNvGraphicFramePr>
            <a:graphicFrameLocks noChangeAspect="1"/>
          </p:cNvGraphicFramePr>
          <p:nvPr>
            <p:extLst>
              <p:ext uri="{D42A27DB-BD31-4B8C-83A1-F6EECF244321}">
                <p14:modId xmlns:p14="http://schemas.microsoft.com/office/powerpoint/2010/main" val="2807196412"/>
              </p:ext>
            </p:extLst>
          </p:nvPr>
        </p:nvGraphicFramePr>
        <p:xfrm>
          <a:off x="539552" y="1628800"/>
          <a:ext cx="7824787" cy="4430713"/>
        </p:xfrm>
        <a:graphic>
          <a:graphicData uri="http://schemas.openxmlformats.org/presentationml/2006/ole">
            <mc:AlternateContent xmlns:mc="http://schemas.openxmlformats.org/markup-compatibility/2006">
              <mc:Choice xmlns:v="urn:schemas-microsoft-com:vml" Requires="v">
                <p:oleObj spid="_x0000_s4179" name="文档" r:id="rId4" imgW="3455117" imgH="1957030" progId="Word.Document.8">
                  <p:embed/>
                </p:oleObj>
              </mc:Choice>
              <mc:Fallback>
                <p:oleObj name="文档" r:id="rId4" imgW="3455117" imgH="1957030" progId="Word.Document.8">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9552" y="1628800"/>
                        <a:ext cx="7824787" cy="44307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448515"/>
                                        </p:tgtEl>
                                        <p:attrNameLst>
                                          <p:attrName>style.visibility</p:attrName>
                                        </p:attrNameLst>
                                      </p:cBhvr>
                                      <p:to>
                                        <p:strVal val="visible"/>
                                      </p:to>
                                    </p:set>
                                    <p:animEffect transition="in" filter="wipe(up)">
                                      <p:cBhvr>
                                        <p:cTn id="7" dur="3000"/>
                                        <p:tgtEl>
                                          <p:spTgt spid="4485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ext Box 2"/>
          <p:cNvSpPr txBox="1">
            <a:spLocks noChangeArrowheads="1"/>
          </p:cNvSpPr>
          <p:nvPr/>
        </p:nvSpPr>
        <p:spPr bwMode="auto">
          <a:xfrm>
            <a:off x="323850" y="836613"/>
            <a:ext cx="8497888"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996633"/>
              </a:buClr>
              <a:buFont typeface="Wingdings" panose="05000000000000000000" pitchFamily="2" charset="2"/>
              <a:buBlip>
                <a:blip r:embed="rId3"/>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3"/>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3"/>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zh-CN" altLang="en-US"/>
              <a:t>      </a:t>
            </a:r>
            <a:r>
              <a:rPr lang="zh-CN" altLang="en-US" sz="2800" b="1">
                <a:solidFill>
                  <a:schemeClr val="accent2"/>
                </a:solidFill>
                <a:ea typeface="楷体_GB2312" pitchFamily="49" charset="-122"/>
              </a:rPr>
              <a:t>定义</a:t>
            </a:r>
            <a:r>
              <a:rPr lang="en-US" altLang="zh-CN" sz="2800"/>
              <a:t> </a:t>
            </a:r>
            <a:r>
              <a:rPr lang="zh-CN" altLang="en-US" sz="2800"/>
              <a:t>设连续型随机变量 </a:t>
            </a:r>
            <a:r>
              <a:rPr lang="en-US" altLang="zh-CN" sz="2800" i="1"/>
              <a:t>X </a:t>
            </a:r>
            <a:r>
              <a:rPr lang="zh-CN" altLang="en-US" sz="2800"/>
              <a:t>的概率密度为</a:t>
            </a:r>
            <a:r>
              <a:rPr lang="en-US" altLang="zh-CN" sz="2800" i="1"/>
              <a:t>f</a:t>
            </a:r>
            <a:r>
              <a:rPr lang="en-US" altLang="zh-CN" sz="2800"/>
              <a:t>(</a:t>
            </a:r>
            <a:r>
              <a:rPr lang="en-US" altLang="zh-CN" sz="2800" i="1"/>
              <a:t>x</a:t>
            </a:r>
            <a:r>
              <a:rPr lang="en-US" altLang="zh-CN" sz="2800"/>
              <a:t>) ,</a:t>
            </a:r>
            <a:r>
              <a:rPr lang="zh-CN" altLang="en-US" sz="2800"/>
              <a:t>若积分</a:t>
            </a:r>
          </a:p>
        </p:txBody>
      </p:sp>
      <p:graphicFrame>
        <p:nvGraphicFramePr>
          <p:cNvPr id="5123" name="Object 3"/>
          <p:cNvGraphicFramePr>
            <a:graphicFrameLocks noChangeAspect="1"/>
          </p:cNvGraphicFramePr>
          <p:nvPr/>
        </p:nvGraphicFramePr>
        <p:xfrm>
          <a:off x="3348038" y="1700213"/>
          <a:ext cx="2019300" cy="1090612"/>
        </p:xfrm>
        <a:graphic>
          <a:graphicData uri="http://schemas.openxmlformats.org/presentationml/2006/ole">
            <mc:AlternateContent xmlns:mc="http://schemas.openxmlformats.org/markup-compatibility/2006">
              <mc:Choice xmlns:v="urn:schemas-microsoft-com:vml" Requires="v">
                <p:oleObj spid="_x0000_s5363" name="Equation" r:id="rId4" imgW="672808" imgH="457002" progId="Equation.DSMT4">
                  <p:embed/>
                </p:oleObj>
              </mc:Choice>
              <mc:Fallback>
                <p:oleObj name="Equation" r:id="rId4" imgW="672808" imgH="457002" progId="Equation.DSMT4">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48038" y="1700213"/>
                        <a:ext cx="2019300" cy="1090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124" name="Text Box 4"/>
          <p:cNvSpPr txBox="1">
            <a:spLocks noChangeArrowheads="1"/>
          </p:cNvSpPr>
          <p:nvPr/>
        </p:nvSpPr>
        <p:spPr bwMode="auto">
          <a:xfrm>
            <a:off x="468313" y="2997200"/>
            <a:ext cx="8675687"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996633"/>
              </a:buClr>
              <a:buFont typeface="Wingdings" panose="05000000000000000000" pitchFamily="2" charset="2"/>
              <a:buBlip>
                <a:blip r:embed="rId3"/>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3"/>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3"/>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zh-CN" altLang="en-US" sz="2800" b="1">
                <a:solidFill>
                  <a:srgbClr val="FF0000"/>
                </a:solidFill>
              </a:rPr>
              <a:t>绝对收敛</a:t>
            </a:r>
            <a:r>
              <a:rPr lang="en-US" altLang="zh-CN" sz="2800"/>
              <a:t>,</a:t>
            </a:r>
            <a:r>
              <a:rPr lang="zh-CN" altLang="en-US" sz="2800"/>
              <a:t>则称                  的值为 </a:t>
            </a:r>
            <a:r>
              <a:rPr lang="en-US" altLang="zh-CN" sz="2800" i="1"/>
              <a:t>X </a:t>
            </a:r>
            <a:r>
              <a:rPr lang="zh-CN" altLang="en-US" sz="2800"/>
              <a:t>的</a:t>
            </a:r>
            <a:r>
              <a:rPr lang="zh-CN" altLang="en-US" sz="2800" b="1">
                <a:solidFill>
                  <a:srgbClr val="FF3300"/>
                </a:solidFill>
                <a:ea typeface="楷体_GB2312" pitchFamily="49" charset="-122"/>
              </a:rPr>
              <a:t>数学期望</a:t>
            </a:r>
            <a:r>
              <a:rPr lang="en-US" altLang="zh-CN" sz="2800"/>
              <a:t>,</a:t>
            </a:r>
            <a:r>
              <a:rPr lang="zh-CN" altLang="en-US" sz="2800"/>
              <a:t>记为</a:t>
            </a:r>
            <a:r>
              <a:rPr lang="en-US" altLang="zh-CN" sz="2800" i="1"/>
              <a:t>E</a:t>
            </a:r>
            <a:r>
              <a:rPr lang="en-US" altLang="zh-CN" sz="2800"/>
              <a:t>(</a:t>
            </a:r>
            <a:r>
              <a:rPr lang="en-US" altLang="zh-CN" sz="2800" i="1"/>
              <a:t>X</a:t>
            </a:r>
            <a:r>
              <a:rPr lang="en-US" altLang="zh-CN" sz="2800"/>
              <a:t>),</a:t>
            </a:r>
            <a:r>
              <a:rPr lang="zh-CN" altLang="en-US" sz="2800"/>
              <a:t>即有</a:t>
            </a:r>
          </a:p>
        </p:txBody>
      </p:sp>
      <p:graphicFrame>
        <p:nvGraphicFramePr>
          <p:cNvPr id="5125" name="Object 5"/>
          <p:cNvGraphicFramePr>
            <a:graphicFrameLocks noChangeAspect="1"/>
          </p:cNvGraphicFramePr>
          <p:nvPr/>
        </p:nvGraphicFramePr>
        <p:xfrm>
          <a:off x="2736850" y="2779713"/>
          <a:ext cx="1797050" cy="1038225"/>
        </p:xfrm>
        <a:graphic>
          <a:graphicData uri="http://schemas.openxmlformats.org/presentationml/2006/ole">
            <mc:AlternateContent xmlns:mc="http://schemas.openxmlformats.org/markup-compatibility/2006">
              <mc:Choice xmlns:v="urn:schemas-microsoft-com:vml" Requires="v">
                <p:oleObj spid="_x0000_s5364" name="Equation" r:id="rId6" imgW="672808" imgH="457002" progId="Equation.DSMT4">
                  <p:embed/>
                </p:oleObj>
              </mc:Choice>
              <mc:Fallback>
                <p:oleObj name="Equation" r:id="rId6" imgW="672808" imgH="457002" progId="Equation.DSMT4">
                  <p:embed/>
                  <p:pic>
                    <p:nvPicPr>
                      <p:cNvPr id="0"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736850" y="2779713"/>
                        <a:ext cx="1797050" cy="1038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126" name="Object 6"/>
          <p:cNvGraphicFramePr>
            <a:graphicFrameLocks noChangeAspect="1"/>
          </p:cNvGraphicFramePr>
          <p:nvPr/>
        </p:nvGraphicFramePr>
        <p:xfrm>
          <a:off x="2700338" y="3860800"/>
          <a:ext cx="2808287" cy="1128713"/>
        </p:xfrm>
        <a:graphic>
          <a:graphicData uri="http://schemas.openxmlformats.org/presentationml/2006/ole">
            <mc:AlternateContent xmlns:mc="http://schemas.openxmlformats.org/markup-compatibility/2006">
              <mc:Choice xmlns:v="urn:schemas-microsoft-com:vml" Requires="v">
                <p:oleObj spid="_x0000_s5365" name="Equation" r:id="rId8" imgW="1085934" imgH="371520" progId="Equation.DSMT4">
                  <p:embed/>
                </p:oleObj>
              </mc:Choice>
              <mc:Fallback>
                <p:oleObj name="Equation" r:id="rId8" imgW="1085934" imgH="371520" progId="Equation.DSMT4">
                  <p:embed/>
                  <p:pic>
                    <p:nvPicPr>
                      <p:cNvPr id="0" name="Object 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700338" y="3860800"/>
                        <a:ext cx="2808287" cy="11287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49543" name="Text Box 7"/>
          <p:cNvSpPr txBox="1">
            <a:spLocks noChangeArrowheads="1"/>
          </p:cNvSpPr>
          <p:nvPr/>
        </p:nvSpPr>
        <p:spPr bwMode="auto">
          <a:xfrm>
            <a:off x="539750" y="5013325"/>
            <a:ext cx="8382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996633"/>
              </a:buClr>
              <a:buFont typeface="Wingdings" panose="05000000000000000000" pitchFamily="2" charset="2"/>
              <a:buBlip>
                <a:blip r:embed="rId3"/>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3"/>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3"/>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zh-CN" altLang="en-US" sz="2800" b="1">
                <a:solidFill>
                  <a:srgbClr val="FF3300"/>
                </a:solidFill>
                <a:ea typeface="楷体_GB2312" pitchFamily="49" charset="-122"/>
              </a:rPr>
              <a:t>数学期望</a:t>
            </a:r>
            <a:r>
              <a:rPr lang="zh-CN" altLang="en-US" sz="2800"/>
              <a:t>简称为</a:t>
            </a:r>
            <a:r>
              <a:rPr lang="zh-CN" altLang="en-US" sz="2800" b="1">
                <a:solidFill>
                  <a:srgbClr val="FF3300"/>
                </a:solidFill>
                <a:ea typeface="楷体_GB2312" pitchFamily="49" charset="-122"/>
              </a:rPr>
              <a:t>期望</a:t>
            </a:r>
            <a:r>
              <a:rPr lang="en-US" altLang="zh-CN" sz="2800"/>
              <a:t>,</a:t>
            </a:r>
            <a:r>
              <a:rPr lang="zh-CN" altLang="en-US" sz="2800"/>
              <a:t>又称为</a:t>
            </a:r>
            <a:r>
              <a:rPr lang="zh-CN" altLang="en-US" sz="2800" b="1">
                <a:solidFill>
                  <a:srgbClr val="FF3300"/>
                </a:solidFill>
                <a:ea typeface="楷体_GB2312" pitchFamily="49" charset="-122"/>
              </a:rPr>
              <a:t>均值</a:t>
            </a:r>
            <a:r>
              <a:rPr lang="en-US" altLang="zh-CN" sz="2800"/>
              <a:t>.</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49543"/>
                                        </p:tgtEl>
                                        <p:attrNameLst>
                                          <p:attrName>style.visibility</p:attrName>
                                        </p:attrNameLst>
                                      </p:cBhvr>
                                      <p:to>
                                        <p:strVal val="visible"/>
                                      </p:to>
                                    </p:set>
                                    <p:anim calcmode="lin" valueType="num">
                                      <p:cBhvr additive="base">
                                        <p:cTn id="7" dur="500" fill="hold"/>
                                        <p:tgtEl>
                                          <p:spTgt spid="449543"/>
                                        </p:tgtEl>
                                        <p:attrNameLst>
                                          <p:attrName>ppt_x</p:attrName>
                                        </p:attrNameLst>
                                      </p:cBhvr>
                                      <p:tavLst>
                                        <p:tav tm="0">
                                          <p:val>
                                            <p:strVal val="0-#ppt_w/2"/>
                                          </p:val>
                                        </p:tav>
                                        <p:tav tm="100000">
                                          <p:val>
                                            <p:strVal val="#ppt_x"/>
                                          </p:val>
                                        </p:tav>
                                      </p:tavLst>
                                    </p:anim>
                                    <p:anim calcmode="lin" valueType="num">
                                      <p:cBhvr additive="base">
                                        <p:cTn id="8" dur="500" fill="hold"/>
                                        <p:tgtEl>
                                          <p:spTgt spid="44954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9543" grpId="0" autoUpdateAnimBg="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06" name="Text Box 10"/>
          <p:cNvSpPr txBox="1">
            <a:spLocks noChangeArrowheads="1"/>
          </p:cNvSpPr>
          <p:nvPr/>
        </p:nvSpPr>
        <p:spPr bwMode="auto">
          <a:xfrm>
            <a:off x="723900" y="808038"/>
            <a:ext cx="19812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996633"/>
              </a:buClr>
              <a:buFont typeface="Wingdings" panose="05000000000000000000" pitchFamily="2" charset="2"/>
              <a:buBlip>
                <a:blip r:embed="rId3"/>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3"/>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3"/>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9pPr>
          </a:lstStyle>
          <a:p>
            <a:pPr>
              <a:spcBef>
                <a:spcPct val="50000"/>
              </a:spcBef>
              <a:buClrTx/>
              <a:buFontTx/>
              <a:buNone/>
            </a:pPr>
            <a:r>
              <a:rPr lang="zh-CN" altLang="en-US" sz="2800">
                <a:solidFill>
                  <a:srgbClr val="FF0066"/>
                </a:solidFill>
              </a:rPr>
              <a:t>定理：</a:t>
            </a:r>
            <a:endParaRPr lang="zh-CN" altLang="en-US" sz="2800">
              <a:solidFill>
                <a:schemeClr val="accent2"/>
              </a:solidFill>
            </a:endParaRPr>
          </a:p>
        </p:txBody>
      </p:sp>
      <p:graphicFrame>
        <p:nvGraphicFramePr>
          <p:cNvPr id="29707" name="Object 11"/>
          <p:cNvGraphicFramePr>
            <a:graphicFrameLocks noChangeAspect="1"/>
          </p:cNvGraphicFramePr>
          <p:nvPr/>
        </p:nvGraphicFramePr>
        <p:xfrm>
          <a:off x="468313" y="3833813"/>
          <a:ext cx="8453437" cy="979487"/>
        </p:xfrm>
        <a:graphic>
          <a:graphicData uri="http://schemas.openxmlformats.org/presentationml/2006/ole">
            <mc:AlternateContent xmlns:mc="http://schemas.openxmlformats.org/markup-compatibility/2006">
              <mc:Choice xmlns:v="urn:schemas-microsoft-com:vml" Requires="v">
                <p:oleObj spid="_x0000_s6625" name="文档" r:id="rId4" imgW="4495800" imgH="466725" progId="Word.Document.8">
                  <p:embed/>
                </p:oleObj>
              </mc:Choice>
              <mc:Fallback>
                <p:oleObj name="文档" r:id="rId4" imgW="4495800" imgH="466725" progId="Word.Document.8">
                  <p:embed/>
                  <p:pic>
                    <p:nvPicPr>
                      <p:cNvPr id="0" name="Object 1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8313" y="3833813"/>
                        <a:ext cx="8453437" cy="979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9708" name="Object 12"/>
          <p:cNvGraphicFramePr>
            <a:graphicFrameLocks noChangeAspect="1"/>
          </p:cNvGraphicFramePr>
          <p:nvPr/>
        </p:nvGraphicFramePr>
        <p:xfrm>
          <a:off x="719138" y="4743450"/>
          <a:ext cx="4449762" cy="1035050"/>
        </p:xfrm>
        <a:graphic>
          <a:graphicData uri="http://schemas.openxmlformats.org/presentationml/2006/ole">
            <mc:AlternateContent xmlns:mc="http://schemas.openxmlformats.org/markup-compatibility/2006">
              <mc:Choice xmlns:v="urn:schemas-microsoft-com:vml" Requires="v">
                <p:oleObj spid="_x0000_s6626" name="Document" r:id="rId6" imgW="2025441" imgH="469816" progId="Word.Document.8">
                  <p:embed/>
                </p:oleObj>
              </mc:Choice>
              <mc:Fallback>
                <p:oleObj name="Document" r:id="rId6" imgW="2025441" imgH="469816" progId="Word.Document.8">
                  <p:embed/>
                  <p:pic>
                    <p:nvPicPr>
                      <p:cNvPr id="0" name="Object 1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19138" y="4743450"/>
                        <a:ext cx="4449762" cy="1035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2" name="Group 25"/>
          <p:cNvGrpSpPr>
            <a:grpSpLocks/>
          </p:cNvGrpSpPr>
          <p:nvPr/>
        </p:nvGrpSpPr>
        <p:grpSpPr bwMode="auto">
          <a:xfrm>
            <a:off x="685800" y="1557338"/>
            <a:ext cx="7696200" cy="2081212"/>
            <a:chOff x="432" y="1200"/>
            <a:chExt cx="4848" cy="1311"/>
          </a:xfrm>
        </p:grpSpPr>
        <p:sp>
          <p:nvSpPr>
            <p:cNvPr id="6152" name="Text Box 19"/>
            <p:cNvSpPr txBox="1">
              <a:spLocks noChangeArrowheads="1"/>
            </p:cNvSpPr>
            <p:nvPr/>
          </p:nvSpPr>
          <p:spPr bwMode="auto">
            <a:xfrm>
              <a:off x="432" y="1200"/>
              <a:ext cx="4704" cy="1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996633"/>
                </a:buClr>
                <a:buFont typeface="Wingdings" panose="05000000000000000000" pitchFamily="2" charset="2"/>
                <a:buBlip>
                  <a:blip r:embed="rId3"/>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3"/>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3"/>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9pPr>
            </a:lstStyle>
            <a:p>
              <a:pPr>
                <a:spcBef>
                  <a:spcPct val="50000"/>
                </a:spcBef>
                <a:buClrTx/>
                <a:buFontTx/>
                <a:buNone/>
              </a:pPr>
              <a:r>
                <a:rPr lang="zh-CN" altLang="en-US" sz="2800" dirty="0">
                  <a:solidFill>
                    <a:schemeClr val="accent2"/>
                  </a:solidFill>
                </a:rPr>
                <a:t>设 </a:t>
              </a:r>
              <a:r>
                <a:rPr lang="en-US" altLang="zh-CN" sz="2800" dirty="0">
                  <a:solidFill>
                    <a:schemeClr val="accent2"/>
                  </a:solidFill>
                </a:rPr>
                <a:t>Y=g(X), g(x) </a:t>
              </a:r>
              <a:r>
                <a:rPr lang="zh-CN" altLang="en-US" sz="2800" dirty="0">
                  <a:solidFill>
                    <a:schemeClr val="accent2"/>
                  </a:solidFill>
                </a:rPr>
                <a:t>是连续函数，</a:t>
              </a:r>
            </a:p>
            <a:p>
              <a:pPr>
                <a:spcBef>
                  <a:spcPct val="50000"/>
                </a:spcBef>
                <a:buClrTx/>
                <a:buFontTx/>
                <a:buNone/>
              </a:pPr>
              <a:r>
                <a:rPr lang="zh-CN" altLang="en-US" sz="2800" dirty="0">
                  <a:solidFill>
                    <a:schemeClr val="accent2"/>
                  </a:solidFill>
                </a:rPr>
                <a:t>（</a:t>
              </a:r>
              <a:r>
                <a:rPr lang="en-US" altLang="zh-CN" sz="2800" dirty="0">
                  <a:solidFill>
                    <a:schemeClr val="accent2"/>
                  </a:solidFill>
                </a:rPr>
                <a:t>1</a:t>
              </a:r>
              <a:r>
                <a:rPr lang="zh-CN" altLang="en-US" sz="2800" dirty="0">
                  <a:solidFill>
                    <a:schemeClr val="accent2"/>
                  </a:solidFill>
                </a:rPr>
                <a:t>）若 </a:t>
              </a:r>
              <a:r>
                <a:rPr lang="en-US" altLang="zh-CN" sz="2800" dirty="0">
                  <a:solidFill>
                    <a:schemeClr val="accent2"/>
                  </a:solidFill>
                </a:rPr>
                <a:t>X </a:t>
              </a:r>
              <a:r>
                <a:rPr lang="zh-CN" altLang="en-US" sz="2800" dirty="0">
                  <a:solidFill>
                    <a:schemeClr val="accent2"/>
                  </a:solidFill>
                </a:rPr>
                <a:t>的分布律为</a:t>
              </a:r>
            </a:p>
            <a:p>
              <a:pPr>
                <a:spcBef>
                  <a:spcPct val="50000"/>
                </a:spcBef>
                <a:buClrTx/>
                <a:buFontTx/>
                <a:buNone/>
              </a:pPr>
              <a:r>
                <a:rPr lang="zh-CN" altLang="en-US" sz="2800" dirty="0">
                  <a:solidFill>
                    <a:schemeClr val="accent2"/>
                  </a:solidFill>
                </a:rPr>
                <a:t>且                         </a:t>
              </a:r>
              <a:r>
                <a:rPr lang="zh-CN" altLang="en-US" sz="2800" b="1" dirty="0">
                  <a:solidFill>
                    <a:srgbClr val="FF0000"/>
                  </a:solidFill>
                </a:rPr>
                <a:t>绝对收敛</a:t>
              </a:r>
              <a:r>
                <a:rPr lang="en-US" altLang="zh-CN" sz="2800" dirty="0">
                  <a:solidFill>
                    <a:schemeClr val="accent2"/>
                  </a:solidFill>
                </a:rPr>
                <a:t>,  </a:t>
              </a:r>
              <a:r>
                <a:rPr lang="zh-CN" altLang="en-US" sz="2800" dirty="0">
                  <a:solidFill>
                    <a:schemeClr val="accent2"/>
                  </a:solidFill>
                </a:rPr>
                <a:t>则     </a:t>
              </a:r>
              <a:r>
                <a:rPr lang="en-US" altLang="zh-CN" sz="2800" dirty="0">
                  <a:solidFill>
                    <a:schemeClr val="accent2"/>
                  </a:solidFill>
                </a:rPr>
                <a:t>E(Y)=</a:t>
              </a:r>
            </a:p>
          </p:txBody>
        </p:sp>
        <p:graphicFrame>
          <p:nvGraphicFramePr>
            <p:cNvPr id="6153" name="Object 20"/>
            <p:cNvGraphicFramePr>
              <a:graphicFrameLocks noChangeAspect="1"/>
            </p:cNvGraphicFramePr>
            <p:nvPr/>
          </p:nvGraphicFramePr>
          <p:xfrm>
            <a:off x="2784" y="1622"/>
            <a:ext cx="1440" cy="324"/>
          </p:xfrm>
          <a:graphic>
            <a:graphicData uri="http://schemas.openxmlformats.org/presentationml/2006/ole">
              <mc:AlternateContent xmlns:mc="http://schemas.openxmlformats.org/markup-compatibility/2006">
                <mc:Choice xmlns:v="urn:schemas-microsoft-com:vml" Requires="v">
                  <p:oleObj spid="_x0000_s6627" name="公式" r:id="rId8" imgW="1016000" imgH="228600" progId="Equation.3">
                    <p:embed/>
                  </p:oleObj>
                </mc:Choice>
                <mc:Fallback>
                  <p:oleObj name="公式" r:id="rId8" imgW="1016000" imgH="228600" progId="Equation.3">
                    <p:embed/>
                    <p:pic>
                      <p:nvPicPr>
                        <p:cNvPr id="0" name="Object 2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784" y="1622"/>
                          <a:ext cx="1440" cy="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154" name="Object 21"/>
            <p:cNvGraphicFramePr>
              <a:graphicFrameLocks noChangeAspect="1"/>
            </p:cNvGraphicFramePr>
            <p:nvPr/>
          </p:nvGraphicFramePr>
          <p:xfrm>
            <a:off x="4247" y="1884"/>
            <a:ext cx="928" cy="561"/>
          </p:xfrm>
          <a:graphic>
            <a:graphicData uri="http://schemas.openxmlformats.org/presentationml/2006/ole">
              <mc:AlternateContent xmlns:mc="http://schemas.openxmlformats.org/markup-compatibility/2006">
                <mc:Choice xmlns:v="urn:schemas-microsoft-com:vml" Requires="v">
                  <p:oleObj spid="_x0000_s6628" name="公式" r:id="rId10" imgW="710891" imgH="431613" progId="Equation.3">
                    <p:embed/>
                  </p:oleObj>
                </mc:Choice>
                <mc:Fallback>
                  <p:oleObj name="公式" r:id="rId10" imgW="710891" imgH="431613" progId="Equation.3">
                    <p:embed/>
                    <p:pic>
                      <p:nvPicPr>
                        <p:cNvPr id="0" name="Object 21"/>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247" y="1884"/>
                          <a:ext cx="928" cy="5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155" name="Object 23"/>
            <p:cNvGraphicFramePr>
              <a:graphicFrameLocks noChangeAspect="1"/>
            </p:cNvGraphicFramePr>
            <p:nvPr/>
          </p:nvGraphicFramePr>
          <p:xfrm>
            <a:off x="4368" y="1680"/>
            <a:ext cx="912" cy="274"/>
          </p:xfrm>
          <a:graphic>
            <a:graphicData uri="http://schemas.openxmlformats.org/presentationml/2006/ole">
              <mc:AlternateContent xmlns:mc="http://schemas.openxmlformats.org/markup-compatibility/2006">
                <mc:Choice xmlns:v="urn:schemas-microsoft-com:vml" Requires="v">
                  <p:oleObj spid="_x0000_s6629" name="公式" r:id="rId12" imgW="634725" imgH="190417" progId="Equation.3">
                    <p:embed/>
                  </p:oleObj>
                </mc:Choice>
                <mc:Fallback>
                  <p:oleObj name="公式" r:id="rId12" imgW="634725" imgH="190417" progId="Equation.3">
                    <p:embed/>
                    <p:pic>
                      <p:nvPicPr>
                        <p:cNvPr id="0" name="Object 23"/>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368" y="1680"/>
                          <a:ext cx="912" cy="2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156" name="Object 24"/>
            <p:cNvGraphicFramePr>
              <a:graphicFrameLocks noChangeAspect="1"/>
            </p:cNvGraphicFramePr>
            <p:nvPr/>
          </p:nvGraphicFramePr>
          <p:xfrm>
            <a:off x="960" y="1872"/>
            <a:ext cx="1056" cy="639"/>
          </p:xfrm>
          <a:graphic>
            <a:graphicData uri="http://schemas.openxmlformats.org/presentationml/2006/ole">
              <mc:AlternateContent xmlns:mc="http://schemas.openxmlformats.org/markup-compatibility/2006">
                <mc:Choice xmlns:v="urn:schemas-microsoft-com:vml" Requires="v">
                  <p:oleObj spid="_x0000_s6630" name="公式" r:id="rId14" imgW="710891" imgH="431613" progId="Equation.3">
                    <p:embed/>
                  </p:oleObj>
                </mc:Choice>
                <mc:Fallback>
                  <p:oleObj name="公式" r:id="rId14" imgW="710891" imgH="431613" progId="Equation.3">
                    <p:embed/>
                    <p:pic>
                      <p:nvPicPr>
                        <p:cNvPr id="0" name="Object 24"/>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960" y="1872"/>
                          <a:ext cx="1056" cy="6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6150" name="Text Box 4"/>
          <p:cNvSpPr txBox="1">
            <a:spLocks noChangeArrowheads="1"/>
          </p:cNvSpPr>
          <p:nvPr/>
        </p:nvSpPr>
        <p:spPr bwMode="auto">
          <a:xfrm>
            <a:off x="1998492" y="0"/>
            <a:ext cx="4752975" cy="579437"/>
          </a:xfrm>
          <a:prstGeom prst="rect">
            <a:avLst/>
          </a:prstGeom>
          <a:noFill/>
          <a:ln>
            <a:noFill/>
          </a:ln>
        </p:spPr>
        <p:txBody>
          <a:bodyPr>
            <a:spAutoFit/>
          </a:bodyPr>
          <a:lstStyle>
            <a:lvl1pPr>
              <a:spcBef>
                <a:spcPct val="20000"/>
              </a:spcBef>
              <a:buClr>
                <a:srgbClr val="996633"/>
              </a:buClr>
              <a:buFont typeface="Wingdings" panose="05000000000000000000" pitchFamily="2" charset="2"/>
              <a:buBlip>
                <a:blip r:embed="rId3"/>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3"/>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3"/>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zh-CN" altLang="en-US" b="1" dirty="0">
                <a:solidFill>
                  <a:srgbClr val="FFFF00"/>
                </a:solidFill>
                <a:ea typeface="楷体_GB2312" pitchFamily="49" charset="-122"/>
              </a:rPr>
              <a:t>随机变量函数的数学期望</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9706"/>
                                        </p:tgtEl>
                                        <p:attrNameLst>
                                          <p:attrName>style.visibility</p:attrName>
                                        </p:attrNameLst>
                                      </p:cBhvr>
                                      <p:to>
                                        <p:strVal val="visible"/>
                                      </p:to>
                                    </p:set>
                                    <p:animEffect transition="in" filter="wipe(left)">
                                      <p:cBhvr>
                                        <p:cTn id="7" dur="500"/>
                                        <p:tgtEl>
                                          <p:spTgt spid="2970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29707"/>
                                        </p:tgtEl>
                                        <p:attrNameLst>
                                          <p:attrName>style.visibility</p:attrName>
                                        </p:attrNameLst>
                                      </p:cBhvr>
                                      <p:to>
                                        <p:strVal val="visible"/>
                                      </p:to>
                                    </p:set>
                                    <p:animEffect transition="in" filter="wipe(left)">
                                      <p:cBhvr>
                                        <p:cTn id="17" dur="500"/>
                                        <p:tgtEl>
                                          <p:spTgt spid="2970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29708"/>
                                        </p:tgtEl>
                                        <p:attrNameLst>
                                          <p:attrName>style.visibility</p:attrName>
                                        </p:attrNameLst>
                                      </p:cBhvr>
                                      <p:to>
                                        <p:strVal val="visible"/>
                                      </p:to>
                                    </p:set>
                                    <p:animEffect transition="in" filter="wipe(left)">
                                      <p:cBhvr>
                                        <p:cTn id="22" dur="500"/>
                                        <p:tgtEl>
                                          <p:spTgt spid="297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706" grpId="0" autoUpdateAnimBg="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9" name="Rectangle 9"/>
          <p:cNvSpPr>
            <a:spLocks noChangeArrowheads="1"/>
          </p:cNvSpPr>
          <p:nvPr/>
        </p:nvSpPr>
        <p:spPr bwMode="auto">
          <a:xfrm>
            <a:off x="1143000" y="620688"/>
            <a:ext cx="54102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rgbClr val="996633"/>
              </a:buClr>
              <a:buFont typeface="Wingdings" panose="05000000000000000000" pitchFamily="2" charset="2"/>
              <a:buBlip>
                <a:blip r:embed="rId3"/>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3"/>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3"/>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r>
              <a:rPr lang="en-US" altLang="zh-CN" sz="2800" b="1">
                <a:solidFill>
                  <a:schemeClr val="accent2"/>
                </a:solidFill>
                <a:latin typeface="楷体_GB2312" pitchFamily="49" charset="-122"/>
              </a:rPr>
              <a:t>1. </a:t>
            </a:r>
            <a:r>
              <a:rPr lang="zh-CN" altLang="en-US" sz="2800" b="1">
                <a:solidFill>
                  <a:schemeClr val="accent2"/>
                </a:solidFill>
                <a:latin typeface="楷体_GB2312" pitchFamily="49" charset="-122"/>
              </a:rPr>
              <a:t>设</a:t>
            </a:r>
            <a:r>
              <a:rPr lang="en-US" altLang="zh-CN" sz="2800" b="1" i="1">
                <a:solidFill>
                  <a:schemeClr val="accent2"/>
                </a:solidFill>
              </a:rPr>
              <a:t>C </a:t>
            </a:r>
            <a:r>
              <a:rPr lang="zh-CN" altLang="en-US" sz="2800" b="1">
                <a:solidFill>
                  <a:schemeClr val="accent2"/>
                </a:solidFill>
                <a:latin typeface="楷体_GB2312" pitchFamily="49" charset="-122"/>
              </a:rPr>
              <a:t>是常数，则</a:t>
            </a:r>
            <a:r>
              <a:rPr lang="en-US" altLang="zh-CN" sz="2800" b="1" i="1">
                <a:solidFill>
                  <a:schemeClr val="accent2"/>
                </a:solidFill>
              </a:rPr>
              <a:t>E</a:t>
            </a:r>
            <a:r>
              <a:rPr lang="en-US" altLang="zh-CN" sz="2800" b="1">
                <a:solidFill>
                  <a:schemeClr val="accent2"/>
                </a:solidFill>
              </a:rPr>
              <a:t>(</a:t>
            </a:r>
            <a:r>
              <a:rPr lang="en-US" altLang="zh-CN" sz="2800" b="1" i="1">
                <a:solidFill>
                  <a:schemeClr val="accent2"/>
                </a:solidFill>
              </a:rPr>
              <a:t>C </a:t>
            </a:r>
            <a:r>
              <a:rPr lang="en-US" altLang="zh-CN" sz="2800" b="1">
                <a:solidFill>
                  <a:schemeClr val="accent2"/>
                </a:solidFill>
              </a:rPr>
              <a:t>)=</a:t>
            </a:r>
            <a:r>
              <a:rPr lang="en-US" altLang="zh-CN" sz="2800" b="1" i="1">
                <a:solidFill>
                  <a:schemeClr val="accent2"/>
                </a:solidFill>
              </a:rPr>
              <a:t>C</a:t>
            </a:r>
            <a:r>
              <a:rPr lang="en-US" altLang="zh-CN" sz="2800" b="1" i="1">
                <a:solidFill>
                  <a:schemeClr val="accent2"/>
                </a:solidFill>
                <a:latin typeface="楷体_GB2312" pitchFamily="49" charset="-122"/>
              </a:rPr>
              <a:t> </a:t>
            </a:r>
            <a:r>
              <a:rPr lang="en-US" altLang="zh-CN" sz="2800" b="1">
                <a:solidFill>
                  <a:schemeClr val="accent2"/>
                </a:solidFill>
                <a:latin typeface="楷体_GB2312" pitchFamily="49" charset="-122"/>
              </a:rPr>
              <a:t>;</a:t>
            </a:r>
          </a:p>
        </p:txBody>
      </p:sp>
      <p:sp>
        <p:nvSpPr>
          <p:cNvPr id="35850" name="Rectangle 10"/>
          <p:cNvSpPr>
            <a:spLocks noChangeArrowheads="1"/>
          </p:cNvSpPr>
          <p:nvPr/>
        </p:nvSpPr>
        <p:spPr bwMode="auto">
          <a:xfrm>
            <a:off x="1143000" y="1467248"/>
            <a:ext cx="6477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rgbClr val="996633"/>
              </a:buClr>
              <a:buFont typeface="Wingdings" panose="05000000000000000000" pitchFamily="2" charset="2"/>
              <a:buBlip>
                <a:blip r:embed="rId3"/>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3"/>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3"/>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r>
              <a:rPr lang="en-US" altLang="zh-CN" sz="2800" b="1" dirty="0">
                <a:solidFill>
                  <a:schemeClr val="accent2"/>
                </a:solidFill>
                <a:latin typeface="楷体_GB2312" pitchFamily="49" charset="-122"/>
              </a:rPr>
              <a:t>2. </a:t>
            </a:r>
            <a:r>
              <a:rPr lang="zh-CN" altLang="en-US" sz="2800" b="1" dirty="0">
                <a:solidFill>
                  <a:schemeClr val="accent2"/>
                </a:solidFill>
                <a:latin typeface="楷体_GB2312" pitchFamily="49" charset="-122"/>
              </a:rPr>
              <a:t>若</a:t>
            </a:r>
            <a:r>
              <a:rPr lang="en-US" altLang="zh-CN" sz="2800" b="1" i="1" dirty="0">
                <a:solidFill>
                  <a:schemeClr val="accent2"/>
                </a:solidFill>
              </a:rPr>
              <a:t>k </a:t>
            </a:r>
            <a:r>
              <a:rPr lang="zh-CN" altLang="en-US" sz="2800" b="1" dirty="0">
                <a:solidFill>
                  <a:schemeClr val="accent2"/>
                </a:solidFill>
                <a:latin typeface="楷体_GB2312" pitchFamily="49" charset="-122"/>
              </a:rPr>
              <a:t>是常数，则</a:t>
            </a:r>
            <a:r>
              <a:rPr lang="en-US" altLang="zh-CN" sz="2800" b="1" i="1" dirty="0">
                <a:solidFill>
                  <a:schemeClr val="accent2"/>
                </a:solidFill>
              </a:rPr>
              <a:t>E</a:t>
            </a:r>
            <a:r>
              <a:rPr lang="en-US" altLang="zh-CN" sz="2800" b="1" dirty="0">
                <a:solidFill>
                  <a:schemeClr val="accent2"/>
                </a:solidFill>
              </a:rPr>
              <a:t>(</a:t>
            </a:r>
            <a:r>
              <a:rPr lang="en-US" altLang="zh-CN" sz="2800" b="1" i="1" dirty="0" err="1">
                <a:solidFill>
                  <a:schemeClr val="accent2"/>
                </a:solidFill>
              </a:rPr>
              <a:t>kX</a:t>
            </a:r>
            <a:r>
              <a:rPr lang="en-US" altLang="zh-CN" sz="2800" b="1" i="1" dirty="0">
                <a:solidFill>
                  <a:schemeClr val="accent2"/>
                </a:solidFill>
              </a:rPr>
              <a:t> </a:t>
            </a:r>
            <a:r>
              <a:rPr lang="en-US" altLang="zh-CN" sz="2800" b="1" dirty="0">
                <a:solidFill>
                  <a:schemeClr val="accent2"/>
                </a:solidFill>
              </a:rPr>
              <a:t>) = </a:t>
            </a:r>
            <a:r>
              <a:rPr lang="en-US" altLang="zh-CN" sz="2800" b="1" i="1" dirty="0" err="1">
                <a:solidFill>
                  <a:schemeClr val="accent2"/>
                </a:solidFill>
              </a:rPr>
              <a:t>kE</a:t>
            </a:r>
            <a:r>
              <a:rPr lang="en-US" altLang="zh-CN" sz="2800" b="1" dirty="0">
                <a:solidFill>
                  <a:schemeClr val="accent2"/>
                </a:solidFill>
              </a:rPr>
              <a:t>(</a:t>
            </a:r>
            <a:r>
              <a:rPr lang="en-US" altLang="zh-CN" sz="2800" b="1" i="1" dirty="0">
                <a:solidFill>
                  <a:schemeClr val="accent2"/>
                </a:solidFill>
              </a:rPr>
              <a:t>X </a:t>
            </a:r>
            <a:r>
              <a:rPr lang="en-US" altLang="zh-CN" sz="2800" b="1" dirty="0">
                <a:solidFill>
                  <a:schemeClr val="accent2"/>
                </a:solidFill>
              </a:rPr>
              <a:t>);</a:t>
            </a:r>
          </a:p>
        </p:txBody>
      </p:sp>
      <p:sp>
        <p:nvSpPr>
          <p:cNvPr id="35851" name="Rectangle 11"/>
          <p:cNvSpPr>
            <a:spLocks noChangeArrowheads="1"/>
          </p:cNvSpPr>
          <p:nvPr/>
        </p:nvSpPr>
        <p:spPr bwMode="auto">
          <a:xfrm>
            <a:off x="1162050" y="2113037"/>
            <a:ext cx="738187"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rgbClr val="996633"/>
              </a:buClr>
              <a:buFont typeface="Wingdings" panose="05000000000000000000" pitchFamily="2" charset="2"/>
              <a:buBlip>
                <a:blip r:embed="rId3"/>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3"/>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3"/>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r>
              <a:rPr lang="en-US" altLang="zh-CN" sz="2800" b="1" dirty="0">
                <a:solidFill>
                  <a:schemeClr val="accent2"/>
                </a:solidFill>
                <a:latin typeface="楷体_GB2312" pitchFamily="49" charset="-122"/>
              </a:rPr>
              <a:t>3.</a:t>
            </a:r>
          </a:p>
        </p:txBody>
      </p:sp>
      <p:sp>
        <p:nvSpPr>
          <p:cNvPr id="35852" name="Rectangle 12"/>
          <p:cNvSpPr>
            <a:spLocks noChangeArrowheads="1"/>
          </p:cNvSpPr>
          <p:nvPr/>
        </p:nvSpPr>
        <p:spPr bwMode="auto">
          <a:xfrm>
            <a:off x="2987824" y="61913"/>
            <a:ext cx="40386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6633"/>
              </a:buClr>
              <a:buFont typeface="Wingdings" panose="05000000000000000000" pitchFamily="2" charset="2"/>
              <a:buBlip>
                <a:blip r:embed="rId3"/>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3"/>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3"/>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r>
              <a:rPr lang="zh-CN" altLang="en-US" sz="2800" b="1" dirty="0">
                <a:solidFill>
                  <a:srgbClr val="FFFF00"/>
                </a:solidFill>
                <a:latin typeface="楷体_GB2312" pitchFamily="49" charset="-122"/>
              </a:rPr>
              <a:t>数学期望的性质</a:t>
            </a:r>
            <a:endParaRPr lang="zh-CN" altLang="en-US" sz="2800" b="1" dirty="0">
              <a:solidFill>
                <a:srgbClr val="FFFF00"/>
              </a:solidFill>
            </a:endParaRPr>
          </a:p>
        </p:txBody>
      </p:sp>
      <p:sp>
        <p:nvSpPr>
          <p:cNvPr id="35853" name="Text Box 13"/>
          <p:cNvSpPr txBox="1">
            <a:spLocks noChangeArrowheads="1"/>
          </p:cNvSpPr>
          <p:nvPr/>
        </p:nvSpPr>
        <p:spPr bwMode="auto">
          <a:xfrm>
            <a:off x="971550" y="2852936"/>
            <a:ext cx="185737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996633"/>
              </a:buClr>
              <a:buFont typeface="Wingdings" panose="05000000000000000000" pitchFamily="2" charset="2"/>
              <a:buBlip>
                <a:blip r:embed="rId3"/>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3"/>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3"/>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9pPr>
          </a:lstStyle>
          <a:p>
            <a:pPr>
              <a:spcBef>
                <a:spcPct val="50000"/>
              </a:spcBef>
              <a:buClrTx/>
              <a:buFontTx/>
              <a:buNone/>
            </a:pPr>
            <a:r>
              <a:rPr lang="zh-CN" altLang="en-US" sz="2400">
                <a:solidFill>
                  <a:srgbClr val="0000FF"/>
                </a:solidFill>
                <a:latin typeface="楷体_GB2312" pitchFamily="49" charset="-122"/>
              </a:rPr>
              <a:t>证明</a:t>
            </a:r>
            <a:r>
              <a:rPr lang="en-US" altLang="zh-CN" sz="2400">
                <a:solidFill>
                  <a:srgbClr val="0000FF"/>
                </a:solidFill>
                <a:latin typeface="楷体_GB2312" pitchFamily="49" charset="-122"/>
              </a:rPr>
              <a:t>:  </a:t>
            </a:r>
            <a:r>
              <a:rPr lang="zh-CN" altLang="en-US" sz="2400">
                <a:solidFill>
                  <a:schemeClr val="accent2"/>
                </a:solidFill>
                <a:latin typeface="楷体_GB2312" pitchFamily="49" charset="-122"/>
              </a:rPr>
              <a:t>设</a:t>
            </a:r>
          </a:p>
        </p:txBody>
      </p:sp>
      <p:graphicFrame>
        <p:nvGraphicFramePr>
          <p:cNvPr id="35854" name="Object 14"/>
          <p:cNvGraphicFramePr>
            <a:graphicFrameLocks noChangeAspect="1"/>
          </p:cNvGraphicFramePr>
          <p:nvPr>
            <p:extLst>
              <p:ext uri="{D42A27DB-BD31-4B8C-83A1-F6EECF244321}">
                <p14:modId xmlns:p14="http://schemas.microsoft.com/office/powerpoint/2010/main" val="768634838"/>
              </p:ext>
            </p:extLst>
          </p:nvPr>
        </p:nvGraphicFramePr>
        <p:xfrm>
          <a:off x="1371600" y="3343474"/>
          <a:ext cx="4286250" cy="939800"/>
        </p:xfrm>
        <a:graphic>
          <a:graphicData uri="http://schemas.openxmlformats.org/presentationml/2006/ole">
            <mc:AlternateContent xmlns:mc="http://schemas.openxmlformats.org/markup-compatibility/2006">
              <mc:Choice xmlns:v="urn:schemas-microsoft-com:vml" Requires="v">
                <p:oleObj spid="_x0000_s7730" name="Microsoft Equation 3.0" r:id="rId4" imgW="51501655" imgH="11268180" progId="Equation.3">
                  <p:embed/>
                </p:oleObj>
              </mc:Choice>
              <mc:Fallback>
                <p:oleObj name="Microsoft Equation 3.0" r:id="rId4" imgW="51501655" imgH="11268180" progId="Equation.3">
                  <p:embed/>
                  <p:pic>
                    <p:nvPicPr>
                      <p:cNvPr id="0" name="Object 1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71600" y="3343474"/>
                        <a:ext cx="4286250" cy="93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5855" name="Object 15"/>
          <p:cNvGraphicFramePr>
            <a:graphicFrameLocks noChangeAspect="1"/>
          </p:cNvGraphicFramePr>
          <p:nvPr>
            <p:extLst>
              <p:ext uri="{D42A27DB-BD31-4B8C-83A1-F6EECF244321}">
                <p14:modId xmlns:p14="http://schemas.microsoft.com/office/powerpoint/2010/main" val="3241500082"/>
              </p:ext>
            </p:extLst>
          </p:nvPr>
        </p:nvGraphicFramePr>
        <p:xfrm>
          <a:off x="2514600" y="4130874"/>
          <a:ext cx="2332038" cy="938212"/>
        </p:xfrm>
        <a:graphic>
          <a:graphicData uri="http://schemas.openxmlformats.org/presentationml/2006/ole">
            <mc:AlternateContent xmlns:mc="http://schemas.openxmlformats.org/markup-compatibility/2006">
              <mc:Choice xmlns:v="urn:schemas-microsoft-com:vml" Requires="v">
                <p:oleObj spid="_x0000_s7731" name="Microsoft Equation 3.0" r:id="rId6" imgW="28031965" imgH="11268180" progId="Equation.3">
                  <p:embed/>
                </p:oleObj>
              </mc:Choice>
              <mc:Fallback>
                <p:oleObj name="Microsoft Equation 3.0" r:id="rId6" imgW="28031965" imgH="11268180" progId="Equation.3">
                  <p:embed/>
                  <p:pic>
                    <p:nvPicPr>
                      <p:cNvPr id="0" name="Object 1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514600" y="4130874"/>
                        <a:ext cx="2332038" cy="938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5856" name="Object 16"/>
          <p:cNvGraphicFramePr>
            <a:graphicFrameLocks noChangeAspect="1"/>
          </p:cNvGraphicFramePr>
          <p:nvPr>
            <p:extLst>
              <p:ext uri="{D42A27DB-BD31-4B8C-83A1-F6EECF244321}">
                <p14:modId xmlns:p14="http://schemas.microsoft.com/office/powerpoint/2010/main" val="3731027939"/>
              </p:ext>
            </p:extLst>
          </p:nvPr>
        </p:nvGraphicFramePr>
        <p:xfrm>
          <a:off x="4876800" y="4130874"/>
          <a:ext cx="2332038" cy="938212"/>
        </p:xfrm>
        <a:graphic>
          <a:graphicData uri="http://schemas.openxmlformats.org/presentationml/2006/ole">
            <mc:AlternateContent xmlns:mc="http://schemas.openxmlformats.org/markup-compatibility/2006">
              <mc:Choice xmlns:v="urn:schemas-microsoft-com:vml" Requires="v">
                <p:oleObj spid="_x0000_s7732" name="Microsoft Equation 3.0" r:id="rId8" imgW="28031965" imgH="11268180" progId="Equation.3">
                  <p:embed/>
                </p:oleObj>
              </mc:Choice>
              <mc:Fallback>
                <p:oleObj name="Microsoft Equation 3.0" r:id="rId8" imgW="28031965" imgH="11268180" progId="Equation.3">
                  <p:embed/>
                  <p:pic>
                    <p:nvPicPr>
                      <p:cNvPr id="0" name="Object 1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876800" y="4130874"/>
                        <a:ext cx="2332038" cy="938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5857" name="Object 17"/>
          <p:cNvGraphicFramePr>
            <a:graphicFrameLocks noChangeAspect="1"/>
          </p:cNvGraphicFramePr>
          <p:nvPr>
            <p:extLst>
              <p:ext uri="{D42A27DB-BD31-4B8C-83A1-F6EECF244321}">
                <p14:modId xmlns:p14="http://schemas.microsoft.com/office/powerpoint/2010/main" val="70423079"/>
              </p:ext>
            </p:extLst>
          </p:nvPr>
        </p:nvGraphicFramePr>
        <p:xfrm>
          <a:off x="2786063" y="2870399"/>
          <a:ext cx="2714625" cy="577850"/>
        </p:xfrm>
        <a:graphic>
          <a:graphicData uri="http://schemas.openxmlformats.org/presentationml/2006/ole">
            <mc:AlternateContent xmlns:mc="http://schemas.openxmlformats.org/markup-compatibility/2006">
              <mc:Choice xmlns:v="urn:schemas-microsoft-com:vml" Requires="v">
                <p:oleObj spid="_x0000_s7733" name="Equation" r:id="rId10" imgW="1066337" imgH="253890" progId="Equation.DSMT4">
                  <p:embed/>
                </p:oleObj>
              </mc:Choice>
              <mc:Fallback>
                <p:oleObj name="Equation" r:id="rId10" imgW="1066337" imgH="253890" progId="Equation.DSMT4">
                  <p:embed/>
                  <p:pic>
                    <p:nvPicPr>
                      <p:cNvPr id="0" name="Object 1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786063" y="2870399"/>
                        <a:ext cx="2714625" cy="57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5858" name="Object 18"/>
          <p:cNvGraphicFramePr>
            <a:graphicFrameLocks noChangeAspect="1"/>
          </p:cNvGraphicFramePr>
          <p:nvPr>
            <p:extLst>
              <p:ext uri="{D42A27DB-BD31-4B8C-83A1-F6EECF244321}">
                <p14:modId xmlns:p14="http://schemas.microsoft.com/office/powerpoint/2010/main" val="3288093615"/>
              </p:ext>
            </p:extLst>
          </p:nvPr>
        </p:nvGraphicFramePr>
        <p:xfrm>
          <a:off x="1794669" y="2189237"/>
          <a:ext cx="4248150" cy="447675"/>
        </p:xfrm>
        <a:graphic>
          <a:graphicData uri="http://schemas.openxmlformats.org/presentationml/2006/ole">
            <mc:AlternateContent xmlns:mc="http://schemas.openxmlformats.org/markup-compatibility/2006">
              <mc:Choice xmlns:v="urn:schemas-microsoft-com:vml" Requires="v">
                <p:oleObj spid="_x0000_s7734" name="Equation" r:id="rId12" imgW="3594100" imgH="393700" progId="Equation.DSMT4">
                  <p:embed/>
                </p:oleObj>
              </mc:Choice>
              <mc:Fallback>
                <p:oleObj name="Equation" r:id="rId12" imgW="3594100" imgH="393700" progId="Equation.DSMT4">
                  <p:embed/>
                  <p:pic>
                    <p:nvPicPr>
                      <p:cNvPr id="0" name="Object 18"/>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794669" y="2189237"/>
                        <a:ext cx="4248150" cy="44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5860" name="Object 20"/>
          <p:cNvGraphicFramePr>
            <a:graphicFrameLocks noChangeAspect="1"/>
          </p:cNvGraphicFramePr>
          <p:nvPr>
            <p:extLst>
              <p:ext uri="{D42A27DB-BD31-4B8C-83A1-F6EECF244321}">
                <p14:modId xmlns:p14="http://schemas.microsoft.com/office/powerpoint/2010/main" val="3042896799"/>
              </p:ext>
            </p:extLst>
          </p:nvPr>
        </p:nvGraphicFramePr>
        <p:xfrm>
          <a:off x="2514600" y="5273874"/>
          <a:ext cx="2082800" cy="369887"/>
        </p:xfrm>
        <a:graphic>
          <a:graphicData uri="http://schemas.openxmlformats.org/presentationml/2006/ole">
            <mc:AlternateContent xmlns:mc="http://schemas.openxmlformats.org/markup-compatibility/2006">
              <mc:Choice xmlns:v="urn:schemas-microsoft-com:vml" Requires="v">
                <p:oleObj spid="_x0000_s7735" name="Equation" r:id="rId14" imgW="2171700" imgH="393700" progId="Equation.DSMT4">
                  <p:embed/>
                </p:oleObj>
              </mc:Choice>
              <mc:Fallback>
                <p:oleObj name="Equation" r:id="rId14" imgW="2171700" imgH="393700" progId="Equation.DSMT4">
                  <p:embed/>
                  <p:pic>
                    <p:nvPicPr>
                      <p:cNvPr id="0" name="Object 20"/>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514600" y="5273874"/>
                        <a:ext cx="20828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 name="Object 13"/>
          <p:cNvGraphicFramePr>
            <a:graphicFrameLocks noChangeAspect="1"/>
          </p:cNvGraphicFramePr>
          <p:nvPr>
            <p:extLst>
              <p:ext uri="{D42A27DB-BD31-4B8C-83A1-F6EECF244321}">
                <p14:modId xmlns:p14="http://schemas.microsoft.com/office/powerpoint/2010/main" val="3327505953"/>
              </p:ext>
            </p:extLst>
          </p:nvPr>
        </p:nvGraphicFramePr>
        <p:xfrm>
          <a:off x="2400751" y="1072330"/>
          <a:ext cx="3257550" cy="523875"/>
        </p:xfrm>
        <a:graphic>
          <a:graphicData uri="http://schemas.openxmlformats.org/presentationml/2006/ole">
            <mc:AlternateContent xmlns:mc="http://schemas.openxmlformats.org/markup-compatibility/2006">
              <mc:Choice xmlns:v="urn:schemas-microsoft-com:vml" Requires="v">
                <p:oleObj spid="_x0000_s7736" name="Equation" r:id="rId16" imgW="1104900" imgH="203200" progId="Equation.DSMT4">
                  <p:embed/>
                </p:oleObj>
              </mc:Choice>
              <mc:Fallback>
                <p:oleObj name="Equation" r:id="rId16" imgW="1104900" imgH="203200" progId="Equation.DSMT4">
                  <p:embed/>
                  <p:pic>
                    <p:nvPicPr>
                      <p:cNvPr id="0" name="Object 13"/>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400751" y="1072330"/>
                        <a:ext cx="32575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182" name="矩形 2"/>
          <p:cNvSpPr>
            <a:spLocks noChangeArrowheads="1"/>
          </p:cNvSpPr>
          <p:nvPr/>
        </p:nvSpPr>
        <p:spPr bwMode="auto">
          <a:xfrm>
            <a:off x="5985310" y="4987813"/>
            <a:ext cx="2784475" cy="831850"/>
          </a:xfrm>
          <a:prstGeom prst="rect">
            <a:avLst/>
          </a:prstGeom>
          <a:solidFill>
            <a:srgbClr val="FFCC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996633"/>
              </a:buClr>
              <a:buFont typeface="Wingdings" panose="05000000000000000000" pitchFamily="2" charset="2"/>
              <a:buBlip>
                <a:blip r:embed="rId3"/>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3"/>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3"/>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r>
              <a:rPr lang="zh-CN" altLang="en-US" sz="2400" b="1" dirty="0">
                <a:solidFill>
                  <a:srgbClr val="FF0000"/>
                </a:solidFill>
              </a:rPr>
              <a:t>没有规定</a:t>
            </a:r>
            <a:r>
              <a:rPr lang="en-US" altLang="zh-CN" sz="2400" b="1" dirty="0">
                <a:solidFill>
                  <a:srgbClr val="FF0000"/>
                </a:solidFill>
              </a:rPr>
              <a:t>X</a:t>
            </a:r>
            <a:r>
              <a:rPr lang="zh-CN" altLang="en-US" sz="2400" b="1" dirty="0">
                <a:solidFill>
                  <a:srgbClr val="FF0000"/>
                </a:solidFill>
              </a:rPr>
              <a:t>、</a:t>
            </a:r>
            <a:r>
              <a:rPr lang="en-US" altLang="zh-CN" sz="2400" b="1" dirty="0">
                <a:solidFill>
                  <a:srgbClr val="FF0000"/>
                </a:solidFill>
              </a:rPr>
              <a:t>Y</a:t>
            </a:r>
            <a:r>
              <a:rPr lang="zh-CN" altLang="en-US" sz="2400" b="1" dirty="0">
                <a:solidFill>
                  <a:srgbClr val="FF0000"/>
                </a:solidFill>
              </a:rPr>
              <a:t>之间</a:t>
            </a:r>
            <a:endParaRPr lang="en-US" altLang="zh-CN" sz="2400" b="1" dirty="0">
              <a:solidFill>
                <a:srgbClr val="FF0000"/>
              </a:solidFill>
            </a:endParaRPr>
          </a:p>
          <a:p>
            <a:pPr>
              <a:spcBef>
                <a:spcPct val="0"/>
              </a:spcBef>
              <a:buClrTx/>
              <a:buFontTx/>
              <a:buNone/>
            </a:pPr>
            <a:r>
              <a:rPr lang="zh-CN" altLang="en-US" sz="2400" b="1" dirty="0">
                <a:solidFill>
                  <a:srgbClr val="FF0000"/>
                </a:solidFill>
              </a:rPr>
              <a:t>的关系</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5852">
                                            <p:txEl>
                                              <p:pRg st="0" end="0"/>
                                            </p:txEl>
                                          </p:spTgt>
                                        </p:tgtEl>
                                        <p:attrNameLst>
                                          <p:attrName>style.visibility</p:attrName>
                                        </p:attrNameLst>
                                      </p:cBhvr>
                                      <p:to>
                                        <p:strVal val="visible"/>
                                      </p:to>
                                    </p:set>
                                    <p:animEffect transition="in" filter="wipe(left)">
                                      <p:cBhvr>
                                        <p:cTn id="7" dur="500"/>
                                        <p:tgtEl>
                                          <p:spTgt spid="35852">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5849"/>
                                        </p:tgtEl>
                                        <p:attrNameLst>
                                          <p:attrName>style.visibility</p:attrName>
                                        </p:attrNameLst>
                                      </p:cBhvr>
                                      <p:to>
                                        <p:strVal val="visible"/>
                                      </p:to>
                                    </p:set>
                                    <p:animEffect transition="in" filter="wipe(left)">
                                      <p:cBhvr>
                                        <p:cTn id="12" dur="500"/>
                                        <p:tgtEl>
                                          <p:spTgt spid="3584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5850"/>
                                        </p:tgtEl>
                                        <p:attrNameLst>
                                          <p:attrName>style.visibility</p:attrName>
                                        </p:attrNameLst>
                                      </p:cBhvr>
                                      <p:to>
                                        <p:strVal val="visible"/>
                                      </p:to>
                                    </p:set>
                                    <p:animEffect transition="in" filter="wipe(left)">
                                      <p:cBhvr>
                                        <p:cTn id="17" dur="500"/>
                                        <p:tgtEl>
                                          <p:spTgt spid="3585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5851"/>
                                        </p:tgtEl>
                                        <p:attrNameLst>
                                          <p:attrName>style.visibility</p:attrName>
                                        </p:attrNameLst>
                                      </p:cBhvr>
                                      <p:to>
                                        <p:strVal val="visible"/>
                                      </p:to>
                                    </p:set>
                                    <p:animEffect transition="in" filter="wipe(left)">
                                      <p:cBhvr>
                                        <p:cTn id="22" dur="500"/>
                                        <p:tgtEl>
                                          <p:spTgt spid="35851"/>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35858"/>
                                        </p:tgtEl>
                                        <p:attrNameLst>
                                          <p:attrName>style.visibility</p:attrName>
                                        </p:attrNameLst>
                                      </p:cBhvr>
                                      <p:to>
                                        <p:strVal val="visible"/>
                                      </p:to>
                                    </p:set>
                                    <p:animEffect transition="in" filter="wipe(left)">
                                      <p:cBhvr>
                                        <p:cTn id="27" dur="500"/>
                                        <p:tgtEl>
                                          <p:spTgt spid="35858"/>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35853">
                                            <p:txEl>
                                              <p:pRg st="0" end="0"/>
                                            </p:txEl>
                                          </p:spTgt>
                                        </p:tgtEl>
                                        <p:attrNameLst>
                                          <p:attrName>style.visibility</p:attrName>
                                        </p:attrNameLst>
                                      </p:cBhvr>
                                      <p:to>
                                        <p:strVal val="visible"/>
                                      </p:to>
                                    </p:set>
                                    <p:animEffect transition="in" filter="wipe(left)">
                                      <p:cBhvr>
                                        <p:cTn id="32" dur="500"/>
                                        <p:tgtEl>
                                          <p:spTgt spid="35853">
                                            <p:txEl>
                                              <p:pRg st="0" end="0"/>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35857"/>
                                        </p:tgtEl>
                                        <p:attrNameLst>
                                          <p:attrName>style.visibility</p:attrName>
                                        </p:attrNameLst>
                                      </p:cBhvr>
                                      <p:to>
                                        <p:strVal val="visible"/>
                                      </p:to>
                                    </p:set>
                                    <p:animEffect transition="in" filter="wipe(left)">
                                      <p:cBhvr>
                                        <p:cTn id="37" dur="500"/>
                                        <p:tgtEl>
                                          <p:spTgt spid="35857"/>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35854"/>
                                        </p:tgtEl>
                                        <p:attrNameLst>
                                          <p:attrName>style.visibility</p:attrName>
                                        </p:attrNameLst>
                                      </p:cBhvr>
                                      <p:to>
                                        <p:strVal val="visible"/>
                                      </p:to>
                                    </p:set>
                                    <p:animEffect transition="in" filter="wipe(left)">
                                      <p:cBhvr>
                                        <p:cTn id="42" dur="500"/>
                                        <p:tgtEl>
                                          <p:spTgt spid="35854"/>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35855"/>
                                        </p:tgtEl>
                                        <p:attrNameLst>
                                          <p:attrName>style.visibility</p:attrName>
                                        </p:attrNameLst>
                                      </p:cBhvr>
                                      <p:to>
                                        <p:strVal val="visible"/>
                                      </p:to>
                                    </p:set>
                                    <p:animEffect transition="in" filter="wipe(left)">
                                      <p:cBhvr>
                                        <p:cTn id="47" dur="500"/>
                                        <p:tgtEl>
                                          <p:spTgt spid="35855"/>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nodeType="clickEffect">
                                  <p:stCondLst>
                                    <p:cond delay="0"/>
                                  </p:stCondLst>
                                  <p:childTnLst>
                                    <p:set>
                                      <p:cBhvr>
                                        <p:cTn id="51" dur="1" fill="hold">
                                          <p:stCondLst>
                                            <p:cond delay="0"/>
                                          </p:stCondLst>
                                        </p:cTn>
                                        <p:tgtEl>
                                          <p:spTgt spid="35856"/>
                                        </p:tgtEl>
                                        <p:attrNameLst>
                                          <p:attrName>style.visibility</p:attrName>
                                        </p:attrNameLst>
                                      </p:cBhvr>
                                      <p:to>
                                        <p:strVal val="visible"/>
                                      </p:to>
                                    </p:set>
                                    <p:animEffect transition="in" filter="wipe(left)">
                                      <p:cBhvr>
                                        <p:cTn id="52" dur="500"/>
                                        <p:tgtEl>
                                          <p:spTgt spid="35856"/>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nodeType="clickEffect">
                                  <p:stCondLst>
                                    <p:cond delay="0"/>
                                  </p:stCondLst>
                                  <p:childTnLst>
                                    <p:set>
                                      <p:cBhvr>
                                        <p:cTn id="56" dur="1" fill="hold">
                                          <p:stCondLst>
                                            <p:cond delay="0"/>
                                          </p:stCondLst>
                                        </p:cTn>
                                        <p:tgtEl>
                                          <p:spTgt spid="35860"/>
                                        </p:tgtEl>
                                        <p:attrNameLst>
                                          <p:attrName>style.visibility</p:attrName>
                                        </p:attrNameLst>
                                      </p:cBhvr>
                                      <p:to>
                                        <p:strVal val="visible"/>
                                      </p:to>
                                    </p:set>
                                    <p:animEffect transition="in" filter="wipe(left)">
                                      <p:cBhvr>
                                        <p:cTn id="57" dur="500"/>
                                        <p:tgtEl>
                                          <p:spTgt spid="35860"/>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8" fill="hold" nodeType="clickEffect">
                                  <p:stCondLst>
                                    <p:cond delay="0"/>
                                  </p:stCondLst>
                                  <p:childTnLst>
                                    <p:set>
                                      <p:cBhvr>
                                        <p:cTn id="61" dur="1" fill="hold">
                                          <p:stCondLst>
                                            <p:cond delay="0"/>
                                          </p:stCondLst>
                                        </p:cTn>
                                        <p:tgtEl>
                                          <p:spTgt spid="2"/>
                                        </p:tgtEl>
                                        <p:attrNameLst>
                                          <p:attrName>style.visibility</p:attrName>
                                        </p:attrNameLst>
                                      </p:cBhvr>
                                      <p:to>
                                        <p:strVal val="visible"/>
                                      </p:to>
                                    </p:set>
                                    <p:animEffect transition="in" filter="wipe(left)">
                                      <p:cBhvr>
                                        <p:cTn id="6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9" grpId="0" autoUpdateAnimBg="0"/>
      <p:bldP spid="35850" grpId="0" autoUpdateAnimBg="0"/>
      <p:bldP spid="35851" grpId="0" autoUpdateAnimBg="0"/>
      <p:bldP spid="35852" grpId="0" build="p" autoUpdateAnimBg="0"/>
      <p:bldP spid="35853" grpId="0" build="p" autoUpdateAnimBg="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5140" name="Text Box 4"/>
          <p:cNvSpPr txBox="1">
            <a:spLocks noChangeArrowheads="1"/>
          </p:cNvSpPr>
          <p:nvPr/>
        </p:nvSpPr>
        <p:spPr bwMode="auto">
          <a:xfrm>
            <a:off x="534988" y="551569"/>
            <a:ext cx="80010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996633"/>
              </a:buClr>
              <a:buFont typeface="Wingdings" panose="05000000000000000000" pitchFamily="2" charset="2"/>
              <a:buBlip>
                <a:blip r:embed="rId3"/>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3"/>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3"/>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zh-CN" altLang="en-US" sz="2800" dirty="0"/>
              <a:t>性质</a:t>
            </a:r>
            <a:r>
              <a:rPr lang="en-US" altLang="zh-CN" sz="2800" dirty="0"/>
              <a:t>(2)(3)</a:t>
            </a:r>
            <a:r>
              <a:rPr lang="zh-CN" altLang="en-US" sz="2800" dirty="0"/>
              <a:t>称为数学期望的线性性质</a:t>
            </a:r>
            <a:r>
              <a:rPr lang="en-US" altLang="zh-CN" sz="2800" dirty="0"/>
              <a:t>,</a:t>
            </a:r>
            <a:r>
              <a:rPr lang="zh-CN" altLang="en-US" sz="2800" dirty="0"/>
              <a:t>可写成</a:t>
            </a:r>
          </a:p>
        </p:txBody>
      </p:sp>
      <p:graphicFrame>
        <p:nvGraphicFramePr>
          <p:cNvPr id="475141" name="Object 5"/>
          <p:cNvGraphicFramePr>
            <a:graphicFrameLocks noChangeAspect="1"/>
          </p:cNvGraphicFramePr>
          <p:nvPr>
            <p:extLst>
              <p:ext uri="{D42A27DB-BD31-4B8C-83A1-F6EECF244321}">
                <p14:modId xmlns:p14="http://schemas.microsoft.com/office/powerpoint/2010/main" val="2256345239"/>
              </p:ext>
            </p:extLst>
          </p:nvPr>
        </p:nvGraphicFramePr>
        <p:xfrm>
          <a:off x="1792288" y="1030288"/>
          <a:ext cx="5486400" cy="565150"/>
        </p:xfrm>
        <a:graphic>
          <a:graphicData uri="http://schemas.openxmlformats.org/presentationml/2006/ole">
            <mc:AlternateContent xmlns:mc="http://schemas.openxmlformats.org/markup-compatibility/2006">
              <mc:Choice xmlns:v="urn:schemas-microsoft-com:vml" Requires="v">
                <p:oleObj spid="_x0000_s8596" name="Equation" r:id="rId4" imgW="1943066" imgH="152280" progId="Equation.DSMT4">
                  <p:embed/>
                </p:oleObj>
              </mc:Choice>
              <mc:Fallback>
                <p:oleObj name="Equation" r:id="rId4" imgW="1943066" imgH="152280" progId="Equation.DSMT4">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92288" y="1030288"/>
                        <a:ext cx="5486400" cy="565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196" name="Text Box 6"/>
          <p:cNvSpPr txBox="1">
            <a:spLocks noChangeArrowheads="1"/>
          </p:cNvSpPr>
          <p:nvPr/>
        </p:nvSpPr>
        <p:spPr bwMode="auto">
          <a:xfrm>
            <a:off x="214313" y="1428751"/>
            <a:ext cx="11430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996633"/>
              </a:buClr>
              <a:buFont typeface="Wingdings" panose="05000000000000000000" pitchFamily="2" charset="2"/>
              <a:buBlip>
                <a:blip r:embed="rId3"/>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3"/>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3"/>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zh-CN" altLang="en-US" b="1" dirty="0">
                <a:solidFill>
                  <a:schemeClr val="accent2"/>
                </a:solidFill>
                <a:ea typeface="楷体_GB2312" pitchFamily="49" charset="-122"/>
              </a:rPr>
              <a:t>证明</a:t>
            </a:r>
          </a:p>
        </p:txBody>
      </p:sp>
      <p:graphicFrame>
        <p:nvGraphicFramePr>
          <p:cNvPr id="475143" name="Object 7"/>
          <p:cNvGraphicFramePr>
            <a:graphicFrameLocks noChangeAspect="1"/>
          </p:cNvGraphicFramePr>
          <p:nvPr>
            <p:extLst>
              <p:ext uri="{D42A27DB-BD31-4B8C-83A1-F6EECF244321}">
                <p14:modId xmlns:p14="http://schemas.microsoft.com/office/powerpoint/2010/main" val="1185672574"/>
              </p:ext>
            </p:extLst>
          </p:nvPr>
        </p:nvGraphicFramePr>
        <p:xfrm>
          <a:off x="981397" y="1808187"/>
          <a:ext cx="6769100" cy="1169988"/>
        </p:xfrm>
        <a:graphic>
          <a:graphicData uri="http://schemas.openxmlformats.org/presentationml/2006/ole">
            <mc:AlternateContent xmlns:mc="http://schemas.openxmlformats.org/markup-compatibility/2006">
              <mc:Choice xmlns:v="urn:schemas-microsoft-com:vml" Requires="v">
                <p:oleObj spid="_x0000_s8597" name="Equation" r:id="rId6" imgW="2641600" imgH="457200" progId="Equation.DSMT4">
                  <p:embed/>
                </p:oleObj>
              </mc:Choice>
              <mc:Fallback>
                <p:oleObj name="Equation" r:id="rId6" imgW="2641600" imgH="457200" progId="Equation.DSMT4">
                  <p:embed/>
                  <p:pic>
                    <p:nvPicPr>
                      <p:cNvPr id="0"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81397" y="1808187"/>
                        <a:ext cx="6769100" cy="11699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75144" name="Object 8"/>
          <p:cNvGraphicFramePr>
            <a:graphicFrameLocks noChangeAspect="1"/>
          </p:cNvGraphicFramePr>
          <p:nvPr>
            <p:extLst>
              <p:ext uri="{D42A27DB-BD31-4B8C-83A1-F6EECF244321}">
                <p14:modId xmlns:p14="http://schemas.microsoft.com/office/powerpoint/2010/main" val="4153834786"/>
              </p:ext>
            </p:extLst>
          </p:nvPr>
        </p:nvGraphicFramePr>
        <p:xfrm>
          <a:off x="1629097" y="3032150"/>
          <a:ext cx="7191375" cy="1189037"/>
        </p:xfrm>
        <a:graphic>
          <a:graphicData uri="http://schemas.openxmlformats.org/presentationml/2006/ole">
            <mc:AlternateContent xmlns:mc="http://schemas.openxmlformats.org/markup-compatibility/2006">
              <mc:Choice xmlns:v="urn:schemas-microsoft-com:vml" Requires="v">
                <p:oleObj spid="_x0000_s8598" name="Equation" r:id="rId8" imgW="2654300" imgH="457200" progId="Equation.DSMT4">
                  <p:embed/>
                </p:oleObj>
              </mc:Choice>
              <mc:Fallback>
                <p:oleObj name="Equation" r:id="rId8" imgW="2654300" imgH="457200" progId="Equation.DSMT4">
                  <p:embed/>
                  <p:pic>
                    <p:nvPicPr>
                      <p:cNvPr id="0" name="Object 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629097" y="3032150"/>
                        <a:ext cx="7191375" cy="11890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75145" name="Object 9"/>
          <p:cNvGraphicFramePr>
            <a:graphicFrameLocks noChangeAspect="1"/>
          </p:cNvGraphicFramePr>
          <p:nvPr>
            <p:extLst>
              <p:ext uri="{D42A27DB-BD31-4B8C-83A1-F6EECF244321}">
                <p14:modId xmlns:p14="http://schemas.microsoft.com/office/powerpoint/2010/main" val="1867667470"/>
              </p:ext>
            </p:extLst>
          </p:nvPr>
        </p:nvGraphicFramePr>
        <p:xfrm>
          <a:off x="1654497" y="5526112"/>
          <a:ext cx="3241675" cy="628650"/>
        </p:xfrm>
        <a:graphic>
          <a:graphicData uri="http://schemas.openxmlformats.org/presentationml/2006/ole">
            <mc:AlternateContent xmlns:mc="http://schemas.openxmlformats.org/markup-compatibility/2006">
              <mc:Choice xmlns:v="urn:schemas-microsoft-com:vml" Requires="v">
                <p:oleObj spid="_x0000_s8599" name="Equation" r:id="rId10" imgW="1181100" imgH="228600" progId="Equation.DSMT4">
                  <p:embed/>
                </p:oleObj>
              </mc:Choice>
              <mc:Fallback>
                <p:oleObj name="Equation" r:id="rId10" imgW="1181100" imgH="228600" progId="Equation.DSMT4">
                  <p:embed/>
                  <p:pic>
                    <p:nvPicPr>
                      <p:cNvPr id="0" name="Object 9"/>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654497" y="5526112"/>
                        <a:ext cx="3241675" cy="628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 name="Object 8"/>
          <p:cNvGraphicFramePr>
            <a:graphicFrameLocks noChangeAspect="1"/>
          </p:cNvGraphicFramePr>
          <p:nvPr>
            <p:extLst>
              <p:ext uri="{D42A27DB-BD31-4B8C-83A1-F6EECF244321}">
                <p14:modId xmlns:p14="http://schemas.microsoft.com/office/powerpoint/2010/main" val="1786707540"/>
              </p:ext>
            </p:extLst>
          </p:nvPr>
        </p:nvGraphicFramePr>
        <p:xfrm>
          <a:off x="1654497" y="4148162"/>
          <a:ext cx="5126037" cy="1189038"/>
        </p:xfrm>
        <a:graphic>
          <a:graphicData uri="http://schemas.openxmlformats.org/presentationml/2006/ole">
            <mc:AlternateContent xmlns:mc="http://schemas.openxmlformats.org/markup-compatibility/2006">
              <mc:Choice xmlns:v="urn:schemas-microsoft-com:vml" Requires="v">
                <p:oleObj spid="_x0000_s8600" name="Equation" r:id="rId12" imgW="1892300" imgH="457200" progId="Equation.DSMT4">
                  <p:embed/>
                </p:oleObj>
              </mc:Choice>
              <mc:Fallback>
                <p:oleObj name="Equation" r:id="rId12" imgW="1892300" imgH="457200" progId="Equation.DSMT4">
                  <p:embed/>
                  <p:pic>
                    <p:nvPicPr>
                      <p:cNvPr id="0" name="Object 8"/>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654497" y="4148162"/>
                        <a:ext cx="5126037" cy="11890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 name="椭圆 1"/>
          <p:cNvSpPr/>
          <p:nvPr/>
        </p:nvSpPr>
        <p:spPr bwMode="auto">
          <a:xfrm>
            <a:off x="2924497" y="4400575"/>
            <a:ext cx="792162" cy="647700"/>
          </a:xfrm>
          <a:prstGeom prst="ellipse">
            <a:avLst/>
          </a:prstGeom>
          <a:noFill/>
          <a:ln w="19050" cap="flat" cmpd="sng" algn="ctr">
            <a:solidFill>
              <a:srgbClr val="FF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342900" indent="-342900" eaLnBrk="1" hangingPunct="1">
              <a:lnSpc>
                <a:spcPct val="90000"/>
              </a:lnSpc>
              <a:spcBef>
                <a:spcPct val="20000"/>
              </a:spcBef>
              <a:buClr>
                <a:srgbClr val="996633"/>
              </a:buClr>
              <a:buFont typeface="Wingdings" panose="05000000000000000000" pitchFamily="2" charset="2"/>
              <a:buBlip>
                <a:blip r:embed="rId3"/>
              </a:buBlip>
              <a:defRPr/>
            </a:pPr>
            <a:endParaRPr lang="zh-CN" altLang="en-US">
              <a:effectLst>
                <a:outerShdw blurRad="38100" dist="38100" dir="2700000" algn="tl">
                  <a:srgbClr val="000000">
                    <a:alpha val="43137"/>
                  </a:srgbClr>
                </a:outerShdw>
              </a:effectLst>
            </a:endParaRPr>
          </a:p>
        </p:txBody>
      </p:sp>
      <p:sp>
        <p:nvSpPr>
          <p:cNvPr id="10" name="椭圆 9"/>
          <p:cNvSpPr/>
          <p:nvPr/>
        </p:nvSpPr>
        <p:spPr bwMode="auto">
          <a:xfrm>
            <a:off x="5445447" y="4418037"/>
            <a:ext cx="792162" cy="647700"/>
          </a:xfrm>
          <a:prstGeom prst="ellipse">
            <a:avLst/>
          </a:prstGeom>
          <a:noFill/>
          <a:ln w="19050" cap="flat" cmpd="sng" algn="ctr">
            <a:solidFill>
              <a:srgbClr val="FF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342900" indent="-342900" eaLnBrk="1" hangingPunct="1">
              <a:lnSpc>
                <a:spcPct val="90000"/>
              </a:lnSpc>
              <a:spcBef>
                <a:spcPct val="20000"/>
              </a:spcBef>
              <a:buClr>
                <a:srgbClr val="996633"/>
              </a:buClr>
              <a:buFont typeface="Wingdings" panose="05000000000000000000" pitchFamily="2" charset="2"/>
              <a:buBlip>
                <a:blip r:embed="rId3"/>
              </a:buBlip>
              <a:defRPr/>
            </a:pPr>
            <a:endParaRPr lang="zh-CN" altLang="en-US">
              <a:effectLst>
                <a:outerShdw blurRad="38100" dist="38100" dir="2700000" algn="tl">
                  <a:srgbClr val="000000">
                    <a:alpha val="43137"/>
                  </a:srgbClr>
                </a:outerShdw>
              </a:effectLst>
            </a:endParaRPr>
          </a:p>
        </p:txBody>
      </p:sp>
      <p:cxnSp>
        <p:nvCxnSpPr>
          <p:cNvPr id="8203" name="直接箭头连接符 3"/>
          <p:cNvCxnSpPr>
            <a:cxnSpLocks noChangeShapeType="1"/>
            <a:endCxn id="2" idx="0"/>
          </p:cNvCxnSpPr>
          <p:nvPr/>
        </p:nvCxnSpPr>
        <p:spPr bwMode="auto">
          <a:xfrm flipH="1">
            <a:off x="3321372" y="3897337"/>
            <a:ext cx="107950" cy="503238"/>
          </a:xfrm>
          <a:prstGeom prst="straightConnector1">
            <a:avLst/>
          </a:prstGeom>
          <a:noFill/>
          <a:ln w="28575" algn="ctr">
            <a:solidFill>
              <a:srgbClr val="FF0000"/>
            </a:solidFill>
            <a:round/>
            <a:headEnd type="arrow"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204" name="直接箭头连接符 5"/>
          <p:cNvCxnSpPr>
            <a:cxnSpLocks noChangeShapeType="1"/>
          </p:cNvCxnSpPr>
          <p:nvPr/>
        </p:nvCxnSpPr>
        <p:spPr bwMode="auto">
          <a:xfrm flipH="1">
            <a:off x="6021709" y="3959250"/>
            <a:ext cx="1223963" cy="458787"/>
          </a:xfrm>
          <a:prstGeom prst="straightConnector1">
            <a:avLst/>
          </a:prstGeom>
          <a:noFill/>
          <a:ln w="28575" algn="ctr">
            <a:solidFill>
              <a:srgbClr val="FF00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475140"/>
                                        </p:tgtEl>
                                        <p:attrNameLst>
                                          <p:attrName>style.visibility</p:attrName>
                                        </p:attrNameLst>
                                      </p:cBhvr>
                                      <p:to>
                                        <p:strVal val="visible"/>
                                      </p:to>
                                    </p:set>
                                    <p:animEffect transition="in" filter="slide(fromBottom)">
                                      <p:cBhvr>
                                        <p:cTn id="7" dur="500"/>
                                        <p:tgtEl>
                                          <p:spTgt spid="475140"/>
                                        </p:tgtEl>
                                      </p:cBhvr>
                                    </p:animEffect>
                                  </p:childTnLst>
                                </p:cTn>
                              </p:par>
                              <p:par>
                                <p:cTn id="8" presetID="12" presetClass="entr" presetSubtype="4" fill="hold" nodeType="withEffect">
                                  <p:stCondLst>
                                    <p:cond delay="0"/>
                                  </p:stCondLst>
                                  <p:childTnLst>
                                    <p:set>
                                      <p:cBhvr>
                                        <p:cTn id="9" dur="1" fill="hold">
                                          <p:stCondLst>
                                            <p:cond delay="0"/>
                                          </p:stCondLst>
                                        </p:cTn>
                                        <p:tgtEl>
                                          <p:spTgt spid="475141"/>
                                        </p:tgtEl>
                                        <p:attrNameLst>
                                          <p:attrName>style.visibility</p:attrName>
                                        </p:attrNameLst>
                                      </p:cBhvr>
                                      <p:to>
                                        <p:strVal val="visible"/>
                                      </p:to>
                                    </p:set>
                                    <p:animEffect transition="in" filter="slide(fromBottom)">
                                      <p:cBhvr>
                                        <p:cTn id="10" dur="500"/>
                                        <p:tgtEl>
                                          <p:spTgt spid="475141"/>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2" presetClass="entr" presetSubtype="8" fill="hold" nodeType="clickEffect">
                                  <p:stCondLst>
                                    <p:cond delay="0"/>
                                  </p:stCondLst>
                                  <p:childTnLst>
                                    <p:set>
                                      <p:cBhvr>
                                        <p:cTn id="14" dur="1" fill="hold">
                                          <p:stCondLst>
                                            <p:cond delay="0"/>
                                          </p:stCondLst>
                                        </p:cTn>
                                        <p:tgtEl>
                                          <p:spTgt spid="475143"/>
                                        </p:tgtEl>
                                        <p:attrNameLst>
                                          <p:attrName>style.visibility</p:attrName>
                                        </p:attrNameLst>
                                      </p:cBhvr>
                                      <p:to>
                                        <p:strVal val="visible"/>
                                      </p:to>
                                    </p:set>
                                    <p:anim calcmode="lin" valueType="num">
                                      <p:cBhvr additive="base">
                                        <p:cTn id="15" dur="500" fill="hold"/>
                                        <p:tgtEl>
                                          <p:spTgt spid="475143"/>
                                        </p:tgtEl>
                                        <p:attrNameLst>
                                          <p:attrName>ppt_x</p:attrName>
                                        </p:attrNameLst>
                                      </p:cBhvr>
                                      <p:tavLst>
                                        <p:tav tm="0">
                                          <p:val>
                                            <p:strVal val="0-#ppt_w/2"/>
                                          </p:val>
                                        </p:tav>
                                        <p:tav tm="100000">
                                          <p:val>
                                            <p:strVal val="#ppt_x"/>
                                          </p:val>
                                        </p:tav>
                                      </p:tavLst>
                                    </p:anim>
                                    <p:anim calcmode="lin" valueType="num">
                                      <p:cBhvr additive="base">
                                        <p:cTn id="16" dur="500" fill="hold"/>
                                        <p:tgtEl>
                                          <p:spTgt spid="475143"/>
                                        </p:tgtEl>
                                        <p:attrNameLst>
                                          <p:attrName>ppt_y</p:attrName>
                                        </p:attrNameLst>
                                      </p:cBhvr>
                                      <p:tavLst>
                                        <p:tav tm="0">
                                          <p:val>
                                            <p:strVal val="#ppt_y"/>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2" presetClass="entr" presetSubtype="8" fill="hold" nodeType="clickEffect">
                                  <p:stCondLst>
                                    <p:cond delay="0"/>
                                  </p:stCondLst>
                                  <p:childTnLst>
                                    <p:set>
                                      <p:cBhvr>
                                        <p:cTn id="20" dur="1" fill="hold">
                                          <p:stCondLst>
                                            <p:cond delay="0"/>
                                          </p:stCondLst>
                                        </p:cTn>
                                        <p:tgtEl>
                                          <p:spTgt spid="475144"/>
                                        </p:tgtEl>
                                        <p:attrNameLst>
                                          <p:attrName>style.visibility</p:attrName>
                                        </p:attrNameLst>
                                      </p:cBhvr>
                                      <p:to>
                                        <p:strVal val="visible"/>
                                      </p:to>
                                    </p:set>
                                    <p:anim calcmode="lin" valueType="num">
                                      <p:cBhvr additive="base">
                                        <p:cTn id="21" dur="500" fill="hold"/>
                                        <p:tgtEl>
                                          <p:spTgt spid="475144"/>
                                        </p:tgtEl>
                                        <p:attrNameLst>
                                          <p:attrName>ppt_x</p:attrName>
                                        </p:attrNameLst>
                                      </p:cBhvr>
                                      <p:tavLst>
                                        <p:tav tm="0">
                                          <p:val>
                                            <p:strVal val="0-#ppt_w/2"/>
                                          </p:val>
                                        </p:tav>
                                        <p:tav tm="100000">
                                          <p:val>
                                            <p:strVal val="#ppt_x"/>
                                          </p:val>
                                        </p:tav>
                                      </p:tavLst>
                                    </p:anim>
                                    <p:anim calcmode="lin" valueType="num">
                                      <p:cBhvr additive="base">
                                        <p:cTn id="22" dur="500" fill="hold"/>
                                        <p:tgtEl>
                                          <p:spTgt spid="475144"/>
                                        </p:tgtEl>
                                        <p:attrNameLst>
                                          <p:attrName>ppt_y</p:attrName>
                                        </p:attrNameLst>
                                      </p:cBhvr>
                                      <p:tavLst>
                                        <p:tav tm="0">
                                          <p:val>
                                            <p:strVal val="#ppt_y"/>
                                          </p:val>
                                        </p:tav>
                                        <p:tav tm="100000">
                                          <p:val>
                                            <p:strVal val="#ppt_y"/>
                                          </p:val>
                                        </p:tav>
                                      </p:tavLst>
                                    </p:anim>
                                  </p:childTnLst>
                                </p:cTn>
                              </p:par>
                            </p:childTnLst>
                          </p:cTn>
                        </p:par>
                      </p:childTnLst>
                    </p:cTn>
                  </p:par>
                  <p:par>
                    <p:cTn id="23" fill="hold" nodeType="clickPar">
                      <p:stCondLst>
                        <p:cond delay="indefinite"/>
                      </p:stCondLst>
                      <p:childTnLst>
                        <p:par>
                          <p:cTn id="24" fill="hold" nodeType="withGroup">
                            <p:stCondLst>
                              <p:cond delay="0"/>
                            </p:stCondLst>
                            <p:childTnLst>
                              <p:par>
                                <p:cTn id="25" presetID="12" presetClass="entr" presetSubtype="4" fill="hold" nodeType="clickEffect">
                                  <p:stCondLst>
                                    <p:cond delay="0"/>
                                  </p:stCondLst>
                                  <p:childTnLst>
                                    <p:set>
                                      <p:cBhvr>
                                        <p:cTn id="26" dur="1" fill="hold">
                                          <p:stCondLst>
                                            <p:cond delay="0"/>
                                          </p:stCondLst>
                                        </p:cTn>
                                        <p:tgtEl>
                                          <p:spTgt spid="475145"/>
                                        </p:tgtEl>
                                        <p:attrNameLst>
                                          <p:attrName>style.visibility</p:attrName>
                                        </p:attrNameLst>
                                      </p:cBhvr>
                                      <p:to>
                                        <p:strVal val="visible"/>
                                      </p:to>
                                    </p:set>
                                    <p:animEffect transition="in" filter="slide(fromBottom)">
                                      <p:cBhvr>
                                        <p:cTn id="27" dur="500"/>
                                        <p:tgtEl>
                                          <p:spTgt spid="475145"/>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 presetClass="entr" presetSubtype="8" fill="hold" nodeType="clickEffect">
                                  <p:stCondLst>
                                    <p:cond delay="0"/>
                                  </p:stCondLst>
                                  <p:childTnLst>
                                    <p:set>
                                      <p:cBhvr>
                                        <p:cTn id="31" dur="1" fill="hold">
                                          <p:stCondLst>
                                            <p:cond delay="0"/>
                                          </p:stCondLst>
                                        </p:cTn>
                                        <p:tgtEl>
                                          <p:spTgt spid="8"/>
                                        </p:tgtEl>
                                        <p:attrNameLst>
                                          <p:attrName>style.visibility</p:attrName>
                                        </p:attrNameLst>
                                      </p:cBhvr>
                                      <p:to>
                                        <p:strVal val="visible"/>
                                      </p:to>
                                    </p:set>
                                    <p:anim calcmode="lin" valueType="num">
                                      <p:cBhvr additive="base">
                                        <p:cTn id="32" dur="500" fill="hold"/>
                                        <p:tgtEl>
                                          <p:spTgt spid="8"/>
                                        </p:tgtEl>
                                        <p:attrNameLst>
                                          <p:attrName>ppt_x</p:attrName>
                                        </p:attrNameLst>
                                      </p:cBhvr>
                                      <p:tavLst>
                                        <p:tav tm="0">
                                          <p:val>
                                            <p:strVal val="0-#ppt_w/2"/>
                                          </p:val>
                                        </p:tav>
                                        <p:tav tm="100000">
                                          <p:val>
                                            <p:strVal val="#ppt_x"/>
                                          </p:val>
                                        </p:tav>
                                      </p:tavLst>
                                    </p:anim>
                                    <p:anim calcmode="lin" valueType="num">
                                      <p:cBhvr additive="base">
                                        <p:cTn id="33" dur="500" fill="hold"/>
                                        <p:tgtEl>
                                          <p:spTgt spid="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5140"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ChangeArrowheads="1"/>
          </p:cNvSpPr>
          <p:nvPr/>
        </p:nvSpPr>
        <p:spPr bwMode="auto">
          <a:xfrm>
            <a:off x="484981" y="546101"/>
            <a:ext cx="81534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rgbClr val="996633"/>
              </a:buClr>
              <a:buFont typeface="Wingdings" panose="05000000000000000000" pitchFamily="2" charset="2"/>
              <a:buBlip>
                <a:blip r:embed="rId3"/>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3"/>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3"/>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r>
              <a:rPr lang="en-US" altLang="zh-CN" sz="2800" b="1" dirty="0">
                <a:solidFill>
                  <a:schemeClr val="accent2"/>
                </a:solidFill>
                <a:latin typeface="楷体_GB2312" pitchFamily="49" charset="-122"/>
              </a:rPr>
              <a:t>4. </a:t>
            </a:r>
            <a:r>
              <a:rPr lang="zh-CN" altLang="en-US" sz="2800" b="1" dirty="0">
                <a:solidFill>
                  <a:schemeClr val="accent2"/>
                </a:solidFill>
                <a:latin typeface="楷体_GB2312" pitchFamily="49" charset="-122"/>
              </a:rPr>
              <a:t>设</a:t>
            </a:r>
            <a:r>
              <a:rPr lang="en-US" altLang="zh-CN" sz="2800" b="1" i="1" dirty="0">
                <a:solidFill>
                  <a:schemeClr val="accent2"/>
                </a:solidFill>
              </a:rPr>
              <a:t>X</a:t>
            </a:r>
            <a:r>
              <a:rPr lang="zh-CN" altLang="en-US" sz="2800" b="1" dirty="0">
                <a:solidFill>
                  <a:schemeClr val="accent2"/>
                </a:solidFill>
              </a:rPr>
              <a:t>、</a:t>
            </a:r>
            <a:r>
              <a:rPr lang="en-US" altLang="zh-CN" sz="2800" b="1" i="1" dirty="0">
                <a:solidFill>
                  <a:schemeClr val="accent2"/>
                </a:solidFill>
              </a:rPr>
              <a:t>Y</a:t>
            </a:r>
            <a:r>
              <a:rPr lang="en-US" altLang="zh-CN" sz="2800" b="1" i="1" dirty="0">
                <a:solidFill>
                  <a:schemeClr val="accent2"/>
                </a:solidFill>
                <a:latin typeface="楷体_GB2312" pitchFamily="49" charset="-122"/>
              </a:rPr>
              <a:t> </a:t>
            </a:r>
            <a:r>
              <a:rPr lang="zh-CN" altLang="en-US" sz="2800" b="1" dirty="0">
                <a:solidFill>
                  <a:schemeClr val="accent2"/>
                </a:solidFill>
                <a:latin typeface="楷体_GB2312" pitchFamily="49" charset="-122"/>
              </a:rPr>
              <a:t>独立，则 </a:t>
            </a:r>
            <a:r>
              <a:rPr lang="en-US" altLang="zh-CN" sz="2800" b="1" i="1" dirty="0">
                <a:solidFill>
                  <a:schemeClr val="accent2"/>
                </a:solidFill>
              </a:rPr>
              <a:t>E</a:t>
            </a:r>
            <a:r>
              <a:rPr lang="en-US" altLang="zh-CN" sz="2800" b="1" dirty="0">
                <a:solidFill>
                  <a:schemeClr val="accent2"/>
                </a:solidFill>
              </a:rPr>
              <a:t>(</a:t>
            </a:r>
            <a:r>
              <a:rPr lang="en-US" altLang="zh-CN" sz="2800" b="1" i="1" dirty="0">
                <a:solidFill>
                  <a:schemeClr val="accent2"/>
                </a:solidFill>
              </a:rPr>
              <a:t>XY </a:t>
            </a:r>
            <a:r>
              <a:rPr lang="en-US" altLang="zh-CN" sz="2800" b="1" dirty="0">
                <a:solidFill>
                  <a:schemeClr val="accent2"/>
                </a:solidFill>
              </a:rPr>
              <a:t>)=</a:t>
            </a:r>
            <a:r>
              <a:rPr lang="en-US" altLang="zh-CN" sz="2800" b="1" i="1" dirty="0">
                <a:solidFill>
                  <a:schemeClr val="accent2"/>
                </a:solidFill>
              </a:rPr>
              <a:t>E</a:t>
            </a:r>
            <a:r>
              <a:rPr lang="en-US" altLang="zh-CN" sz="2800" b="1" dirty="0">
                <a:solidFill>
                  <a:schemeClr val="accent2"/>
                </a:solidFill>
              </a:rPr>
              <a:t>(</a:t>
            </a:r>
            <a:r>
              <a:rPr lang="en-US" altLang="zh-CN" sz="2800" b="1" i="1" dirty="0">
                <a:solidFill>
                  <a:schemeClr val="accent2"/>
                </a:solidFill>
              </a:rPr>
              <a:t>X </a:t>
            </a:r>
            <a:r>
              <a:rPr lang="en-US" altLang="zh-CN" sz="2800" b="1" dirty="0">
                <a:solidFill>
                  <a:schemeClr val="accent2"/>
                </a:solidFill>
              </a:rPr>
              <a:t>)</a:t>
            </a:r>
            <a:r>
              <a:rPr lang="en-US" altLang="zh-CN" sz="2800" b="1" i="1" dirty="0">
                <a:solidFill>
                  <a:schemeClr val="accent2"/>
                </a:solidFill>
              </a:rPr>
              <a:t>E</a:t>
            </a:r>
            <a:r>
              <a:rPr lang="en-US" altLang="zh-CN" sz="2800" b="1" dirty="0">
                <a:solidFill>
                  <a:schemeClr val="accent2"/>
                </a:solidFill>
              </a:rPr>
              <a:t>(</a:t>
            </a:r>
            <a:r>
              <a:rPr lang="en-US" altLang="zh-CN" sz="2800" b="1" i="1" dirty="0">
                <a:solidFill>
                  <a:schemeClr val="accent2"/>
                </a:solidFill>
              </a:rPr>
              <a:t>Y </a:t>
            </a:r>
            <a:r>
              <a:rPr lang="en-US" altLang="zh-CN" sz="2800" b="1" dirty="0">
                <a:solidFill>
                  <a:schemeClr val="accent2"/>
                </a:solidFill>
              </a:rPr>
              <a:t>);</a:t>
            </a:r>
          </a:p>
        </p:txBody>
      </p:sp>
      <p:sp>
        <p:nvSpPr>
          <p:cNvPr id="36867" name="Text Box 3"/>
          <p:cNvSpPr txBox="1">
            <a:spLocks noChangeArrowheads="1"/>
          </p:cNvSpPr>
          <p:nvPr/>
        </p:nvSpPr>
        <p:spPr bwMode="auto">
          <a:xfrm>
            <a:off x="796925" y="1306513"/>
            <a:ext cx="22098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996633"/>
              </a:buClr>
              <a:buFont typeface="Wingdings" panose="05000000000000000000" pitchFamily="2" charset="2"/>
              <a:buBlip>
                <a:blip r:embed="rId3"/>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3"/>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3"/>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9pPr>
          </a:lstStyle>
          <a:p>
            <a:pPr>
              <a:spcBef>
                <a:spcPct val="50000"/>
              </a:spcBef>
              <a:buClrTx/>
              <a:buFontTx/>
              <a:buNone/>
            </a:pPr>
            <a:r>
              <a:rPr lang="zh-CN" altLang="en-US" sz="2800">
                <a:solidFill>
                  <a:srgbClr val="0000FF"/>
                </a:solidFill>
                <a:latin typeface="楷体_GB2312" pitchFamily="49" charset="-122"/>
              </a:rPr>
              <a:t>证明</a:t>
            </a:r>
            <a:r>
              <a:rPr lang="en-US" altLang="zh-CN" sz="2800">
                <a:solidFill>
                  <a:srgbClr val="0000FF"/>
                </a:solidFill>
                <a:latin typeface="楷体_GB2312" pitchFamily="49" charset="-122"/>
              </a:rPr>
              <a:t>:</a:t>
            </a:r>
            <a:r>
              <a:rPr lang="en-US" altLang="zh-CN" sz="2800">
                <a:solidFill>
                  <a:schemeClr val="accent2"/>
                </a:solidFill>
                <a:latin typeface="楷体_GB2312" pitchFamily="49" charset="-122"/>
              </a:rPr>
              <a:t> </a:t>
            </a:r>
            <a:r>
              <a:rPr lang="zh-CN" altLang="en-US" sz="2800">
                <a:solidFill>
                  <a:schemeClr val="accent2"/>
                </a:solidFill>
                <a:latin typeface="楷体_GB2312" pitchFamily="49" charset="-122"/>
              </a:rPr>
              <a:t>设</a:t>
            </a:r>
          </a:p>
        </p:txBody>
      </p:sp>
      <p:graphicFrame>
        <p:nvGraphicFramePr>
          <p:cNvPr id="36868" name="Object 4"/>
          <p:cNvGraphicFramePr>
            <a:graphicFrameLocks noChangeAspect="1"/>
          </p:cNvGraphicFramePr>
          <p:nvPr/>
        </p:nvGraphicFramePr>
        <p:xfrm>
          <a:off x="1254125" y="1839913"/>
          <a:ext cx="4141788" cy="1033462"/>
        </p:xfrm>
        <a:graphic>
          <a:graphicData uri="http://schemas.openxmlformats.org/presentationml/2006/ole">
            <mc:AlternateContent xmlns:mc="http://schemas.openxmlformats.org/markup-compatibility/2006">
              <mc:Choice xmlns:v="urn:schemas-microsoft-com:vml" Requires="v">
                <p:oleObj spid="_x0000_s9621" name="Microsoft Equation 3.0" r:id="rId4" imgW="40833565" imgH="11268180" progId="Equation.3">
                  <p:embed/>
                </p:oleObj>
              </mc:Choice>
              <mc:Fallback>
                <p:oleObj name="Microsoft Equation 3.0" r:id="rId4" imgW="40833565" imgH="11268180" progId="Equation.3">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54125" y="1839913"/>
                        <a:ext cx="4141788" cy="1033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6869" name="Object 5"/>
          <p:cNvGraphicFramePr>
            <a:graphicFrameLocks noChangeAspect="1"/>
          </p:cNvGraphicFramePr>
          <p:nvPr/>
        </p:nvGraphicFramePr>
        <p:xfrm>
          <a:off x="2495550" y="2898775"/>
          <a:ext cx="4132263" cy="1079500"/>
        </p:xfrm>
        <a:graphic>
          <a:graphicData uri="http://schemas.openxmlformats.org/presentationml/2006/ole">
            <mc:AlternateContent xmlns:mc="http://schemas.openxmlformats.org/markup-compatibility/2006">
              <mc:Choice xmlns:v="urn:schemas-microsoft-com:vml" Requires="v">
                <p:oleObj spid="_x0000_s9622" name="Microsoft Equation 3.0" r:id="rId6" imgW="36261565" imgH="11268180" progId="Equation.3">
                  <p:embed/>
                </p:oleObj>
              </mc:Choice>
              <mc:Fallback>
                <p:oleObj name="Microsoft Equation 3.0" r:id="rId6" imgW="36261565" imgH="11268180" progId="Equation.3">
                  <p:embed/>
                  <p:pic>
                    <p:nvPicPr>
                      <p:cNvPr id="0"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495550" y="2898775"/>
                        <a:ext cx="4132263"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6870" name="Object 6"/>
          <p:cNvGraphicFramePr>
            <a:graphicFrameLocks noChangeAspect="1"/>
          </p:cNvGraphicFramePr>
          <p:nvPr/>
        </p:nvGraphicFramePr>
        <p:xfrm>
          <a:off x="2266950" y="1306513"/>
          <a:ext cx="2482850" cy="601662"/>
        </p:xfrm>
        <a:graphic>
          <a:graphicData uri="http://schemas.openxmlformats.org/presentationml/2006/ole">
            <mc:AlternateContent xmlns:mc="http://schemas.openxmlformats.org/markup-compatibility/2006">
              <mc:Choice xmlns:v="urn:schemas-microsoft-com:vml" Requires="v">
                <p:oleObj spid="_x0000_s9623" name="Equation" r:id="rId8" imgW="1066337" imgH="253890" progId="Equation.DSMT4">
                  <p:embed/>
                </p:oleObj>
              </mc:Choice>
              <mc:Fallback>
                <p:oleObj name="Equation" r:id="rId8" imgW="1066337" imgH="253890" progId="Equation.DSMT4">
                  <p:embed/>
                  <p:pic>
                    <p:nvPicPr>
                      <p:cNvPr id="0" name="Object 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266950" y="1306513"/>
                        <a:ext cx="2482850" cy="601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6871" name="Object 7"/>
          <p:cNvGraphicFramePr>
            <a:graphicFrameLocks noChangeAspect="1"/>
          </p:cNvGraphicFramePr>
          <p:nvPr/>
        </p:nvGraphicFramePr>
        <p:xfrm>
          <a:off x="2617788" y="3965575"/>
          <a:ext cx="4052887" cy="1081088"/>
        </p:xfrm>
        <a:graphic>
          <a:graphicData uri="http://schemas.openxmlformats.org/presentationml/2006/ole">
            <mc:AlternateContent xmlns:mc="http://schemas.openxmlformats.org/markup-compatibility/2006">
              <mc:Choice xmlns:v="urn:schemas-microsoft-com:vml" Requires="v">
                <p:oleObj spid="_x0000_s9624" name="Microsoft Equation 3.0" r:id="rId10" imgW="42357655" imgH="11268180" progId="Equation.3">
                  <p:embed/>
                </p:oleObj>
              </mc:Choice>
              <mc:Fallback>
                <p:oleObj name="Microsoft Equation 3.0" r:id="rId10" imgW="42357655" imgH="11268180" progId="Equation.3">
                  <p:embed/>
                  <p:pic>
                    <p:nvPicPr>
                      <p:cNvPr id="0" name="Object 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617788" y="3965575"/>
                        <a:ext cx="4052887" cy="1081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6872" name="Object 8"/>
          <p:cNvGraphicFramePr>
            <a:graphicFrameLocks noChangeAspect="1"/>
          </p:cNvGraphicFramePr>
          <p:nvPr/>
        </p:nvGraphicFramePr>
        <p:xfrm>
          <a:off x="2643188" y="5286375"/>
          <a:ext cx="2101850" cy="500063"/>
        </p:xfrm>
        <a:graphic>
          <a:graphicData uri="http://schemas.openxmlformats.org/presentationml/2006/ole">
            <mc:AlternateContent xmlns:mc="http://schemas.openxmlformats.org/markup-compatibility/2006">
              <mc:Choice xmlns:v="urn:schemas-microsoft-com:vml" Requires="v">
                <p:oleObj spid="_x0000_s9625" name="Equation" r:id="rId12" imgW="825500" imgH="203200" progId="Equation.DSMT4">
                  <p:embed/>
                </p:oleObj>
              </mc:Choice>
              <mc:Fallback>
                <p:oleObj name="Equation" r:id="rId12" imgW="825500" imgH="203200" progId="Equation.DSMT4">
                  <p:embed/>
                  <p:pic>
                    <p:nvPicPr>
                      <p:cNvPr id="0" name="Object 8"/>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643188" y="5286375"/>
                        <a:ext cx="210185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6883" name="Text Box 19"/>
          <p:cNvSpPr txBox="1">
            <a:spLocks noChangeArrowheads="1"/>
          </p:cNvSpPr>
          <p:nvPr/>
        </p:nvSpPr>
        <p:spPr bwMode="auto">
          <a:xfrm>
            <a:off x="4667250" y="1308100"/>
            <a:ext cx="40957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996633"/>
              </a:buClr>
              <a:buFont typeface="Wingdings" panose="05000000000000000000" pitchFamily="2" charset="2"/>
              <a:buBlip>
                <a:blip r:embed="rId3"/>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3"/>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3"/>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r>
              <a:rPr lang="zh-CN" altLang="en-US" sz="2800">
                <a:solidFill>
                  <a:srgbClr val="FF3300"/>
                </a:solidFill>
              </a:rPr>
              <a:t>注：该性质不是充要条件</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6866"/>
                                        </p:tgtEl>
                                        <p:attrNameLst>
                                          <p:attrName>style.visibility</p:attrName>
                                        </p:attrNameLst>
                                      </p:cBhvr>
                                      <p:to>
                                        <p:strVal val="visible"/>
                                      </p:to>
                                    </p:set>
                                    <p:animEffect transition="in" filter="wipe(left)">
                                      <p:cBhvr>
                                        <p:cTn id="7" dur="500"/>
                                        <p:tgtEl>
                                          <p:spTgt spid="3686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6867">
                                            <p:txEl>
                                              <p:pRg st="0" end="0"/>
                                            </p:txEl>
                                          </p:spTgt>
                                        </p:tgtEl>
                                        <p:attrNameLst>
                                          <p:attrName>style.visibility</p:attrName>
                                        </p:attrNameLst>
                                      </p:cBhvr>
                                      <p:to>
                                        <p:strVal val="visible"/>
                                      </p:to>
                                    </p:set>
                                    <p:animEffect transition="in" filter="wipe(left)">
                                      <p:cBhvr>
                                        <p:cTn id="12" dur="500"/>
                                        <p:tgtEl>
                                          <p:spTgt spid="36867">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36870"/>
                                        </p:tgtEl>
                                        <p:attrNameLst>
                                          <p:attrName>style.visibility</p:attrName>
                                        </p:attrNameLst>
                                      </p:cBhvr>
                                      <p:to>
                                        <p:strVal val="visible"/>
                                      </p:to>
                                    </p:set>
                                    <p:animEffect transition="in" filter="wipe(left)">
                                      <p:cBhvr>
                                        <p:cTn id="17" dur="500"/>
                                        <p:tgtEl>
                                          <p:spTgt spid="3687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36868"/>
                                        </p:tgtEl>
                                        <p:attrNameLst>
                                          <p:attrName>style.visibility</p:attrName>
                                        </p:attrNameLst>
                                      </p:cBhvr>
                                      <p:to>
                                        <p:strVal val="visible"/>
                                      </p:to>
                                    </p:set>
                                    <p:animEffect transition="in" filter="wipe(left)">
                                      <p:cBhvr>
                                        <p:cTn id="22" dur="500"/>
                                        <p:tgtEl>
                                          <p:spTgt spid="36868"/>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36869"/>
                                        </p:tgtEl>
                                        <p:attrNameLst>
                                          <p:attrName>style.visibility</p:attrName>
                                        </p:attrNameLst>
                                      </p:cBhvr>
                                      <p:to>
                                        <p:strVal val="visible"/>
                                      </p:to>
                                    </p:set>
                                    <p:animEffect transition="in" filter="wipe(left)">
                                      <p:cBhvr>
                                        <p:cTn id="27" dur="500"/>
                                        <p:tgtEl>
                                          <p:spTgt spid="36869"/>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36871"/>
                                        </p:tgtEl>
                                        <p:attrNameLst>
                                          <p:attrName>style.visibility</p:attrName>
                                        </p:attrNameLst>
                                      </p:cBhvr>
                                      <p:to>
                                        <p:strVal val="visible"/>
                                      </p:to>
                                    </p:set>
                                    <p:animEffect transition="in" filter="wipe(left)">
                                      <p:cBhvr>
                                        <p:cTn id="32" dur="500"/>
                                        <p:tgtEl>
                                          <p:spTgt spid="36871"/>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36872"/>
                                        </p:tgtEl>
                                        <p:attrNameLst>
                                          <p:attrName>style.visibility</p:attrName>
                                        </p:attrNameLst>
                                      </p:cBhvr>
                                      <p:to>
                                        <p:strVal val="visible"/>
                                      </p:to>
                                    </p:set>
                                    <p:animEffect transition="in" filter="wipe(left)">
                                      <p:cBhvr>
                                        <p:cTn id="37" dur="500"/>
                                        <p:tgtEl>
                                          <p:spTgt spid="36872"/>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36883"/>
                                        </p:tgtEl>
                                        <p:attrNameLst>
                                          <p:attrName>style.visibility</p:attrName>
                                        </p:attrNameLst>
                                      </p:cBhvr>
                                      <p:to>
                                        <p:strVal val="visible"/>
                                      </p:to>
                                    </p:set>
                                    <p:animEffect transition="in" filter="wipe(left)">
                                      <p:cBhvr>
                                        <p:cTn id="42" dur="500"/>
                                        <p:tgtEl>
                                          <p:spTgt spid="368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66" grpId="0" autoUpdateAnimBg="0"/>
      <p:bldP spid="36867" grpId="0" build="p" autoUpdateAnimBg="0"/>
      <p:bldP spid="3688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5030" name="Text Box 6"/>
          <p:cNvSpPr txBox="1">
            <a:spLocks noChangeArrowheads="1"/>
          </p:cNvSpPr>
          <p:nvPr/>
        </p:nvSpPr>
        <p:spPr bwMode="auto">
          <a:xfrm>
            <a:off x="357188" y="928688"/>
            <a:ext cx="81534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996633"/>
              </a:buClr>
              <a:buFont typeface="Wingdings" panose="05000000000000000000" pitchFamily="2" charset="2"/>
              <a:buBlip>
                <a:blip r:embed="rId3"/>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3"/>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3"/>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zh-CN" altLang="en-US" sz="2800" b="1"/>
              <a:t>性质</a:t>
            </a:r>
            <a:r>
              <a:rPr lang="en-US" altLang="zh-CN" sz="2800" b="1"/>
              <a:t>(3)</a:t>
            </a:r>
            <a:r>
              <a:rPr lang="zh-CN" altLang="en-US" sz="2800" b="1"/>
              <a:t>和</a:t>
            </a:r>
            <a:r>
              <a:rPr lang="en-US" altLang="zh-CN" sz="2800" b="1"/>
              <a:t>(4)</a:t>
            </a:r>
            <a:r>
              <a:rPr lang="zh-CN" altLang="en-US" sz="2800" b="1"/>
              <a:t>可推广到</a:t>
            </a:r>
            <a:r>
              <a:rPr lang="en-US" altLang="zh-CN" sz="2800" b="1" i="1"/>
              <a:t>n</a:t>
            </a:r>
            <a:r>
              <a:rPr lang="zh-CN" altLang="en-US" sz="2800" b="1"/>
              <a:t>维随机变量的情形</a:t>
            </a:r>
            <a:r>
              <a:rPr lang="en-US" altLang="zh-CN" sz="2800" b="1"/>
              <a:t>.</a:t>
            </a:r>
          </a:p>
        </p:txBody>
      </p:sp>
      <p:graphicFrame>
        <p:nvGraphicFramePr>
          <p:cNvPr id="385031" name="Object 7"/>
          <p:cNvGraphicFramePr>
            <a:graphicFrameLocks noChangeAspect="1"/>
          </p:cNvGraphicFramePr>
          <p:nvPr/>
        </p:nvGraphicFramePr>
        <p:xfrm>
          <a:off x="971550" y="2214563"/>
          <a:ext cx="7554913" cy="576262"/>
        </p:xfrm>
        <a:graphic>
          <a:graphicData uri="http://schemas.openxmlformats.org/presentationml/2006/ole">
            <mc:AlternateContent xmlns:mc="http://schemas.openxmlformats.org/markup-compatibility/2006">
              <mc:Choice xmlns:v="urn:schemas-microsoft-com:vml" Requires="v">
                <p:oleObj spid="_x0000_s10484" name="Equation" r:id="rId4" imgW="2857466" imgH="152280" progId="Equation.DSMT4">
                  <p:embed/>
                </p:oleObj>
              </mc:Choice>
              <mc:Fallback>
                <p:oleObj name="Equation" r:id="rId4" imgW="2857466" imgH="152280" progId="Equation.DSMT4">
                  <p:embed/>
                  <p:pic>
                    <p:nvPicPr>
                      <p:cNvPr id="0"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71550" y="2214563"/>
                        <a:ext cx="7554913" cy="5762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85032" name="Text Box 8"/>
          <p:cNvSpPr txBox="1">
            <a:spLocks noChangeArrowheads="1"/>
          </p:cNvSpPr>
          <p:nvPr/>
        </p:nvSpPr>
        <p:spPr bwMode="auto">
          <a:xfrm>
            <a:off x="250825" y="2143125"/>
            <a:ext cx="9144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996633"/>
              </a:buClr>
              <a:buFont typeface="Wingdings" panose="05000000000000000000" pitchFamily="2" charset="2"/>
              <a:buBlip>
                <a:blip r:embed="rId3"/>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3"/>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3"/>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en-US" altLang="zh-CN"/>
              <a:t>(5)</a:t>
            </a:r>
          </a:p>
        </p:txBody>
      </p:sp>
      <p:sp>
        <p:nvSpPr>
          <p:cNvPr id="385033" name="Text Box 9"/>
          <p:cNvSpPr txBox="1">
            <a:spLocks noChangeArrowheads="1"/>
          </p:cNvSpPr>
          <p:nvPr/>
        </p:nvSpPr>
        <p:spPr bwMode="auto">
          <a:xfrm>
            <a:off x="0" y="4005263"/>
            <a:ext cx="6588125"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996633"/>
              </a:buClr>
              <a:buFont typeface="Wingdings" panose="05000000000000000000" pitchFamily="2" charset="2"/>
              <a:buBlip>
                <a:blip r:embed="rId3"/>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3"/>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3"/>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zh-CN" altLang="en-US"/>
              <a:t>          若                     相互独立</a:t>
            </a:r>
            <a:r>
              <a:rPr lang="en-US" altLang="zh-CN"/>
              <a:t>,</a:t>
            </a:r>
            <a:r>
              <a:rPr lang="zh-CN" altLang="en-US"/>
              <a:t>则有</a:t>
            </a:r>
          </a:p>
        </p:txBody>
      </p:sp>
      <p:graphicFrame>
        <p:nvGraphicFramePr>
          <p:cNvPr id="385034" name="Object 10"/>
          <p:cNvGraphicFramePr>
            <a:graphicFrameLocks noChangeAspect="1"/>
          </p:cNvGraphicFramePr>
          <p:nvPr/>
        </p:nvGraphicFramePr>
        <p:xfrm>
          <a:off x="1547813" y="4005263"/>
          <a:ext cx="2087562" cy="576262"/>
        </p:xfrm>
        <a:graphic>
          <a:graphicData uri="http://schemas.openxmlformats.org/presentationml/2006/ole">
            <mc:AlternateContent xmlns:mc="http://schemas.openxmlformats.org/markup-compatibility/2006">
              <mc:Choice xmlns:v="urn:schemas-microsoft-com:vml" Requires="v">
                <p:oleObj spid="_x0000_s10485" name="Equation" r:id="rId6" imgW="889000" imgH="228600" progId="Equation.DSMT4">
                  <p:embed/>
                </p:oleObj>
              </mc:Choice>
              <mc:Fallback>
                <p:oleObj name="Equation" r:id="rId6" imgW="889000" imgH="228600" progId="Equation.DSMT4">
                  <p:embed/>
                  <p:pic>
                    <p:nvPicPr>
                      <p:cNvPr id="0" name="Object 1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547813" y="4005263"/>
                        <a:ext cx="2087562" cy="5762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85035" name="Object 11"/>
          <p:cNvGraphicFramePr>
            <a:graphicFrameLocks noChangeAspect="1"/>
          </p:cNvGraphicFramePr>
          <p:nvPr/>
        </p:nvGraphicFramePr>
        <p:xfrm>
          <a:off x="684213" y="4797425"/>
          <a:ext cx="7129462" cy="635000"/>
        </p:xfrm>
        <a:graphic>
          <a:graphicData uri="http://schemas.openxmlformats.org/presentationml/2006/ole">
            <mc:AlternateContent xmlns:mc="http://schemas.openxmlformats.org/markup-compatibility/2006">
              <mc:Choice xmlns:v="urn:schemas-microsoft-com:vml" Requires="v">
                <p:oleObj spid="_x0000_s10486" name="Equation" r:id="rId8" imgW="2390677" imgH="152280" progId="Equation.DSMT4">
                  <p:embed/>
                </p:oleObj>
              </mc:Choice>
              <mc:Fallback>
                <p:oleObj name="Equation" r:id="rId8" imgW="2390677" imgH="152280" progId="Equation.DSMT4">
                  <p:embed/>
                  <p:pic>
                    <p:nvPicPr>
                      <p:cNvPr id="0" name="Object 1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84213" y="4797425"/>
                        <a:ext cx="7129462" cy="635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85036" name="Text Box 12"/>
          <p:cNvSpPr txBox="1">
            <a:spLocks noChangeArrowheads="1"/>
          </p:cNvSpPr>
          <p:nvPr/>
        </p:nvSpPr>
        <p:spPr bwMode="auto">
          <a:xfrm>
            <a:off x="304800" y="4005263"/>
            <a:ext cx="7620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996633"/>
              </a:buClr>
              <a:buFont typeface="Wingdings" panose="05000000000000000000" pitchFamily="2" charset="2"/>
              <a:buBlip>
                <a:blip r:embed="rId3"/>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3"/>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3"/>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en-US" altLang="zh-CN" dirty="0"/>
              <a:t>(6)</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385030"/>
                                        </p:tgtEl>
                                        <p:attrNameLst>
                                          <p:attrName>style.visibility</p:attrName>
                                        </p:attrNameLst>
                                      </p:cBhvr>
                                      <p:to>
                                        <p:strVal val="visible"/>
                                      </p:to>
                                    </p:set>
                                    <p:animEffect transition="in" filter="slide(fromBottom)">
                                      <p:cBhvr>
                                        <p:cTn id="7" dur="500"/>
                                        <p:tgtEl>
                                          <p:spTgt spid="38503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4" fill="hold" nodeType="clickEffect">
                                  <p:stCondLst>
                                    <p:cond delay="0"/>
                                  </p:stCondLst>
                                  <p:childTnLst>
                                    <p:set>
                                      <p:cBhvr>
                                        <p:cTn id="11" dur="1" fill="hold">
                                          <p:stCondLst>
                                            <p:cond delay="0"/>
                                          </p:stCondLst>
                                        </p:cTn>
                                        <p:tgtEl>
                                          <p:spTgt spid="385031"/>
                                        </p:tgtEl>
                                        <p:attrNameLst>
                                          <p:attrName>style.visibility</p:attrName>
                                        </p:attrNameLst>
                                      </p:cBhvr>
                                      <p:to>
                                        <p:strVal val="visible"/>
                                      </p:to>
                                    </p:set>
                                    <p:animEffect transition="in" filter="slide(fromBottom)">
                                      <p:cBhvr>
                                        <p:cTn id="12" dur="500"/>
                                        <p:tgtEl>
                                          <p:spTgt spid="385031"/>
                                        </p:tgtEl>
                                      </p:cBhvr>
                                    </p:animEffect>
                                  </p:childTnLst>
                                </p:cTn>
                              </p:par>
                              <p:par>
                                <p:cTn id="13" presetID="12" presetClass="entr" presetSubtype="4" fill="hold" grpId="0" nodeType="withEffect">
                                  <p:stCondLst>
                                    <p:cond delay="0"/>
                                  </p:stCondLst>
                                  <p:childTnLst>
                                    <p:set>
                                      <p:cBhvr>
                                        <p:cTn id="14" dur="1" fill="hold">
                                          <p:stCondLst>
                                            <p:cond delay="0"/>
                                          </p:stCondLst>
                                        </p:cTn>
                                        <p:tgtEl>
                                          <p:spTgt spid="385032"/>
                                        </p:tgtEl>
                                        <p:attrNameLst>
                                          <p:attrName>style.visibility</p:attrName>
                                        </p:attrNameLst>
                                      </p:cBhvr>
                                      <p:to>
                                        <p:strVal val="visible"/>
                                      </p:to>
                                    </p:set>
                                    <p:animEffect transition="in" filter="slide(fromBottom)">
                                      <p:cBhvr>
                                        <p:cTn id="15" dur="500"/>
                                        <p:tgtEl>
                                          <p:spTgt spid="385032"/>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85033"/>
                                        </p:tgtEl>
                                        <p:attrNameLst>
                                          <p:attrName>style.visibility</p:attrName>
                                        </p:attrNameLst>
                                      </p:cBhvr>
                                      <p:to>
                                        <p:strVal val="visible"/>
                                      </p:to>
                                    </p:set>
                                    <p:animEffect transition="in" filter="slide(fromBottom)">
                                      <p:cBhvr>
                                        <p:cTn id="20" dur="500"/>
                                        <p:tgtEl>
                                          <p:spTgt spid="385033"/>
                                        </p:tgtEl>
                                      </p:cBhvr>
                                    </p:animEffect>
                                  </p:childTnLst>
                                </p:cTn>
                              </p:par>
                              <p:par>
                                <p:cTn id="21" presetID="12" presetClass="entr" presetSubtype="4" fill="hold" nodeType="withEffect">
                                  <p:stCondLst>
                                    <p:cond delay="0"/>
                                  </p:stCondLst>
                                  <p:childTnLst>
                                    <p:set>
                                      <p:cBhvr>
                                        <p:cTn id="22" dur="1" fill="hold">
                                          <p:stCondLst>
                                            <p:cond delay="0"/>
                                          </p:stCondLst>
                                        </p:cTn>
                                        <p:tgtEl>
                                          <p:spTgt spid="385034"/>
                                        </p:tgtEl>
                                        <p:attrNameLst>
                                          <p:attrName>style.visibility</p:attrName>
                                        </p:attrNameLst>
                                      </p:cBhvr>
                                      <p:to>
                                        <p:strVal val="visible"/>
                                      </p:to>
                                    </p:set>
                                    <p:animEffect transition="in" filter="slide(fromBottom)">
                                      <p:cBhvr>
                                        <p:cTn id="23" dur="500"/>
                                        <p:tgtEl>
                                          <p:spTgt spid="385034"/>
                                        </p:tgtEl>
                                      </p:cBhvr>
                                    </p:animEffect>
                                  </p:childTnLst>
                                </p:cTn>
                              </p:par>
                              <p:par>
                                <p:cTn id="24" presetID="12" presetClass="entr" presetSubtype="4" fill="hold" nodeType="withEffect">
                                  <p:stCondLst>
                                    <p:cond delay="0"/>
                                  </p:stCondLst>
                                  <p:childTnLst>
                                    <p:set>
                                      <p:cBhvr>
                                        <p:cTn id="25" dur="1" fill="hold">
                                          <p:stCondLst>
                                            <p:cond delay="0"/>
                                          </p:stCondLst>
                                        </p:cTn>
                                        <p:tgtEl>
                                          <p:spTgt spid="385035"/>
                                        </p:tgtEl>
                                        <p:attrNameLst>
                                          <p:attrName>style.visibility</p:attrName>
                                        </p:attrNameLst>
                                      </p:cBhvr>
                                      <p:to>
                                        <p:strVal val="visible"/>
                                      </p:to>
                                    </p:set>
                                    <p:animEffect transition="in" filter="slide(fromBottom)">
                                      <p:cBhvr>
                                        <p:cTn id="26" dur="500"/>
                                        <p:tgtEl>
                                          <p:spTgt spid="385035"/>
                                        </p:tgtEl>
                                      </p:cBhvr>
                                    </p:animEffect>
                                  </p:childTnLst>
                                </p:cTn>
                              </p:par>
                              <p:par>
                                <p:cTn id="27" presetID="12" presetClass="entr" presetSubtype="4" fill="hold" grpId="0" nodeType="withEffect">
                                  <p:stCondLst>
                                    <p:cond delay="0"/>
                                  </p:stCondLst>
                                  <p:childTnLst>
                                    <p:set>
                                      <p:cBhvr>
                                        <p:cTn id="28" dur="1" fill="hold">
                                          <p:stCondLst>
                                            <p:cond delay="0"/>
                                          </p:stCondLst>
                                        </p:cTn>
                                        <p:tgtEl>
                                          <p:spTgt spid="385036"/>
                                        </p:tgtEl>
                                        <p:attrNameLst>
                                          <p:attrName>style.visibility</p:attrName>
                                        </p:attrNameLst>
                                      </p:cBhvr>
                                      <p:to>
                                        <p:strVal val="visible"/>
                                      </p:to>
                                    </p:set>
                                    <p:animEffect transition="in" filter="slide(fromBottom)">
                                      <p:cBhvr>
                                        <p:cTn id="29" dur="500"/>
                                        <p:tgtEl>
                                          <p:spTgt spid="3850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5030" grpId="0"/>
      <p:bldP spid="385032" grpId="0"/>
      <p:bldP spid="385033" grpId="0"/>
      <p:bldP spid="385036"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7266" name="Rectangle 2"/>
          <p:cNvSpPr>
            <a:spLocks noGrp="1" noChangeArrowheads="1"/>
          </p:cNvSpPr>
          <p:nvPr>
            <p:ph type="title"/>
          </p:nvPr>
        </p:nvSpPr>
        <p:spPr>
          <a:xfrm>
            <a:off x="1043608" y="1"/>
            <a:ext cx="6743700" cy="548680"/>
          </a:xfrm>
          <a:noFill/>
        </p:spPr>
        <p:txBody>
          <a:bodyPr/>
          <a:lstStyle/>
          <a:p>
            <a:r>
              <a:rPr lang="zh-CN" altLang="en-US" sz="3200" smtClean="0">
                <a:solidFill>
                  <a:srgbClr val="FFFF00"/>
                </a:solidFill>
              </a:rPr>
              <a:t>总结数学期望的计算方法</a:t>
            </a:r>
          </a:p>
        </p:txBody>
      </p:sp>
      <p:sp>
        <p:nvSpPr>
          <p:cNvPr id="2187267" name="Rectangle 3"/>
          <p:cNvSpPr>
            <a:spLocks noGrp="1" noChangeArrowheads="1"/>
          </p:cNvSpPr>
          <p:nvPr>
            <p:ph idx="1"/>
          </p:nvPr>
        </p:nvSpPr>
        <p:spPr>
          <a:xfrm>
            <a:off x="673100" y="836712"/>
            <a:ext cx="7785100" cy="4851400"/>
          </a:xfrm>
        </p:spPr>
        <p:txBody>
          <a:bodyPr/>
          <a:lstStyle/>
          <a:p>
            <a:r>
              <a:rPr lang="zh-CN" altLang="en-US" b="1" dirty="0" smtClean="0">
                <a:effectLst/>
              </a:rPr>
              <a:t>数学期望的定义</a:t>
            </a:r>
          </a:p>
          <a:p>
            <a:r>
              <a:rPr lang="zh-CN" altLang="en-US" b="1" dirty="0" smtClean="0">
                <a:effectLst/>
              </a:rPr>
              <a:t>数学期望的性质</a:t>
            </a:r>
          </a:p>
          <a:p>
            <a:r>
              <a:rPr lang="zh-CN" altLang="en-US" b="1" dirty="0" smtClean="0">
                <a:effectLst/>
              </a:rPr>
              <a:t>随机变量函数的数学期望</a:t>
            </a:r>
          </a:p>
          <a:p>
            <a:r>
              <a:rPr lang="zh-CN" altLang="en-US" b="1" dirty="0" smtClean="0">
                <a:effectLst/>
              </a:rPr>
              <a:t>“</a:t>
            </a:r>
            <a:r>
              <a:rPr lang="en-US" altLang="zh-CN" b="1" dirty="0" smtClean="0">
                <a:solidFill>
                  <a:schemeClr val="accent2"/>
                </a:solidFill>
                <a:effectLst/>
              </a:rPr>
              <a:t>X</a:t>
            </a:r>
            <a:r>
              <a:rPr lang="zh-CN" altLang="en-US" b="1" dirty="0" smtClean="0">
                <a:solidFill>
                  <a:schemeClr val="accent2"/>
                </a:solidFill>
                <a:effectLst/>
              </a:rPr>
              <a:t>分解成数个随机变量之和，利用</a:t>
            </a:r>
            <a:r>
              <a:rPr lang="en-US" altLang="zh-CN" b="1" dirty="0" smtClean="0">
                <a:solidFill>
                  <a:schemeClr val="accent2"/>
                </a:solidFill>
                <a:effectLst/>
              </a:rPr>
              <a:t>E(X)=E(X</a:t>
            </a:r>
            <a:r>
              <a:rPr lang="en-US" altLang="zh-CN" b="1" baseline="-25000" dirty="0" smtClean="0">
                <a:solidFill>
                  <a:schemeClr val="accent2"/>
                </a:solidFill>
                <a:effectLst/>
              </a:rPr>
              <a:t>1</a:t>
            </a:r>
            <a:r>
              <a:rPr lang="en-US" altLang="zh-CN" b="1" dirty="0" smtClean="0">
                <a:solidFill>
                  <a:schemeClr val="accent2"/>
                </a:solidFill>
                <a:effectLst/>
              </a:rPr>
              <a:t> +X</a:t>
            </a:r>
            <a:r>
              <a:rPr lang="en-US" altLang="zh-CN" b="1" baseline="-25000" dirty="0" smtClean="0">
                <a:solidFill>
                  <a:schemeClr val="accent2"/>
                </a:solidFill>
                <a:effectLst/>
              </a:rPr>
              <a:t>2</a:t>
            </a:r>
            <a:r>
              <a:rPr lang="en-US" altLang="zh-CN" b="1" dirty="0">
                <a:solidFill>
                  <a:schemeClr val="accent2"/>
                </a:solidFill>
              </a:rPr>
              <a:t>+</a:t>
            </a:r>
            <a:r>
              <a:rPr lang="en-US" altLang="en-US" b="1" dirty="0">
                <a:solidFill>
                  <a:schemeClr val="accent2"/>
                </a:solidFill>
              </a:rPr>
              <a:t>…</a:t>
            </a:r>
            <a:r>
              <a:rPr lang="en-US" altLang="zh-CN" b="1" dirty="0">
                <a:solidFill>
                  <a:schemeClr val="accent2"/>
                </a:solidFill>
              </a:rPr>
              <a:t>+</a:t>
            </a:r>
            <a:r>
              <a:rPr lang="en-US" altLang="zh-CN" b="1" dirty="0" err="1">
                <a:solidFill>
                  <a:schemeClr val="accent2"/>
                </a:solidFill>
              </a:rPr>
              <a:t>Xn</a:t>
            </a:r>
            <a:r>
              <a:rPr lang="en-US" altLang="zh-CN" b="1" dirty="0" smtClean="0">
                <a:solidFill>
                  <a:schemeClr val="accent2"/>
                </a:solidFill>
                <a:effectLst/>
              </a:rPr>
              <a:t>)= E(X</a:t>
            </a:r>
            <a:r>
              <a:rPr lang="en-US" altLang="zh-CN" b="1" baseline="-25000" dirty="0" smtClean="0">
                <a:solidFill>
                  <a:schemeClr val="accent2"/>
                </a:solidFill>
                <a:effectLst/>
              </a:rPr>
              <a:t>1</a:t>
            </a:r>
            <a:r>
              <a:rPr lang="en-US" altLang="zh-CN" b="1" dirty="0" smtClean="0">
                <a:solidFill>
                  <a:schemeClr val="accent2"/>
                </a:solidFill>
                <a:effectLst/>
              </a:rPr>
              <a:t>)+ E(X</a:t>
            </a:r>
            <a:r>
              <a:rPr lang="en-US" altLang="zh-CN" b="1" baseline="-25000" dirty="0" smtClean="0">
                <a:solidFill>
                  <a:schemeClr val="accent2"/>
                </a:solidFill>
                <a:effectLst/>
              </a:rPr>
              <a:t>2</a:t>
            </a:r>
            <a:r>
              <a:rPr lang="en-US" altLang="zh-CN" b="1" dirty="0">
                <a:solidFill>
                  <a:schemeClr val="accent2"/>
                </a:solidFill>
              </a:rPr>
              <a:t>)+… +E(</a:t>
            </a:r>
            <a:r>
              <a:rPr lang="en-US" altLang="zh-CN" b="1" dirty="0" err="1">
                <a:solidFill>
                  <a:schemeClr val="accent2"/>
                </a:solidFill>
              </a:rPr>
              <a:t>Xn</a:t>
            </a:r>
            <a:r>
              <a:rPr lang="en-US" altLang="zh-CN" b="1" dirty="0" smtClean="0">
                <a:solidFill>
                  <a:schemeClr val="accent2"/>
                </a:solidFill>
                <a:effectLst/>
              </a:rPr>
              <a:t>)</a:t>
            </a:r>
            <a:r>
              <a:rPr lang="en-US" altLang="zh-CN" b="1" dirty="0">
                <a:solidFill>
                  <a:schemeClr val="accent2"/>
                </a:solidFill>
              </a:rPr>
              <a:t>”</a:t>
            </a:r>
          </a:p>
          <a:p>
            <a:pPr>
              <a:buFontTx/>
              <a:buNone/>
            </a:pPr>
            <a:r>
              <a:rPr lang="en-US" altLang="zh-CN" b="1" dirty="0" smtClean="0">
                <a:effectLst/>
              </a:rPr>
              <a:t>    </a:t>
            </a:r>
            <a:r>
              <a:rPr lang="zh-CN" altLang="en-US" b="1" dirty="0" smtClean="0">
                <a:effectLst/>
              </a:rPr>
              <a:t>根据题型，以上方法可能独立使用，也可能结合使用。</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87266"/>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187267">
                                            <p:txEl>
                                              <p:pRg st="0" end="0"/>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187267">
                                            <p:txEl>
                                              <p:pRg st="1" end="1"/>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187267">
                                            <p:txEl>
                                              <p:pRg st="2" end="2"/>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187267">
                                            <p:txEl>
                                              <p:pRg st="3" end="3"/>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18726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87266" grpId="0"/>
      <p:bldP spid="2187267"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6163" name="Text Box 3"/>
          <p:cNvSpPr txBox="1">
            <a:spLocks noChangeArrowheads="1"/>
          </p:cNvSpPr>
          <p:nvPr/>
        </p:nvSpPr>
        <p:spPr bwMode="auto">
          <a:xfrm>
            <a:off x="355600" y="595313"/>
            <a:ext cx="8640763" cy="1816100"/>
          </a:xfrm>
          <a:prstGeom prst="rect">
            <a:avLst/>
          </a:prstGeom>
          <a:solidFill>
            <a:srgbClr val="CCCC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996633"/>
              </a:buClr>
              <a:buFont typeface="Wingdings" panose="05000000000000000000" pitchFamily="2" charset="2"/>
              <a:buBlip>
                <a:blip r:embed="rId2"/>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2"/>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2"/>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2"/>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2"/>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2"/>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2"/>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2"/>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2"/>
              </a:buBlip>
              <a:defRPr kumimoji="1" sz="2000">
                <a:solidFill>
                  <a:schemeClr val="tx1"/>
                </a:solidFill>
                <a:latin typeface="Times New Roman" panose="02020603050405020304" pitchFamily="18" charset="0"/>
                <a:ea typeface="宋体" panose="02010600030101010101" pitchFamily="2" charset="-122"/>
              </a:defRPr>
            </a:lvl9pPr>
          </a:lstStyle>
          <a:p>
            <a:pPr>
              <a:spcBef>
                <a:spcPct val="50000"/>
              </a:spcBef>
              <a:buClrTx/>
              <a:buFontTx/>
              <a:buNone/>
            </a:pPr>
            <a:r>
              <a:rPr lang="zh-CN" altLang="en-US" sz="2800" b="1">
                <a:latin typeface="Arial" panose="020B0604020202020204" pitchFamily="34" charset="0"/>
              </a:rPr>
              <a:t>     </a:t>
            </a:r>
            <a:r>
              <a:rPr lang="zh-CN" altLang="en-US" sz="2800" b="1">
                <a:latin typeface="Arial" panose="020B0604020202020204" pitchFamily="34" charset="0"/>
                <a:ea typeface="楷体_GB2312" pitchFamily="49" charset="-122"/>
              </a:rPr>
              <a:t>数学期望</a:t>
            </a:r>
            <a:r>
              <a:rPr lang="zh-CN" altLang="en-US" sz="2800" b="1">
                <a:latin typeface="Arial" panose="020B0604020202020204" pitchFamily="34" charset="0"/>
              </a:rPr>
              <a:t>是随机变量取值的平均值，是一种</a:t>
            </a:r>
            <a:r>
              <a:rPr lang="zh-CN" altLang="en-US" sz="2800" b="1">
                <a:latin typeface="Arial" panose="020B0604020202020204" pitchFamily="34" charset="0"/>
                <a:ea typeface="楷体_GB2312" pitchFamily="49" charset="-122"/>
              </a:rPr>
              <a:t>位置特征数</a:t>
            </a:r>
            <a:r>
              <a:rPr lang="zh-CN" altLang="en-US" sz="2800" b="1">
                <a:latin typeface="Arial" panose="020B0604020202020204" pitchFamily="34" charset="0"/>
              </a:rPr>
              <a:t>，但数学期望毕竟只反映了中心位置，它无法反映出随机变量围绕中心位置取值的“波动”的幅度大小． </a:t>
            </a:r>
          </a:p>
        </p:txBody>
      </p:sp>
      <p:pic>
        <p:nvPicPr>
          <p:cNvPr id="12291" name="图片 2"/>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411787" y="4005064"/>
            <a:ext cx="2928938" cy="2084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292" name="图片 3"/>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355600" y="2483396"/>
            <a:ext cx="4225925" cy="281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293" name="矩形 4"/>
          <p:cNvSpPr>
            <a:spLocks noChangeArrowheads="1"/>
          </p:cNvSpPr>
          <p:nvPr/>
        </p:nvSpPr>
        <p:spPr bwMode="auto">
          <a:xfrm>
            <a:off x="5003800" y="2565400"/>
            <a:ext cx="3744913" cy="1476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996633"/>
              </a:buClr>
              <a:buFont typeface="Wingdings" panose="05000000000000000000" pitchFamily="2" charset="2"/>
              <a:buBlip>
                <a:blip r:embed="rId2"/>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2"/>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2"/>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2"/>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2"/>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2"/>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2"/>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2"/>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2"/>
              </a:buBlip>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r>
              <a:rPr lang="en-US" altLang="zh-CN" sz="1800" dirty="0">
                <a:solidFill>
                  <a:srgbClr val="000000"/>
                </a:solidFill>
                <a:latin typeface="Microsoft YaHei" panose="020B0503020204020204" pitchFamily="34" charset="-122"/>
                <a:ea typeface="Microsoft YaHei" panose="020B0503020204020204" pitchFamily="34" charset="-122"/>
              </a:rPr>
              <a:t>2016</a:t>
            </a:r>
            <a:r>
              <a:rPr lang="zh-CN" altLang="en-US" sz="1800" dirty="0">
                <a:solidFill>
                  <a:srgbClr val="000000"/>
                </a:solidFill>
                <a:latin typeface="Microsoft YaHei" panose="020B0503020204020204" pitchFamily="34" charset="-122"/>
                <a:ea typeface="Microsoft YaHei" panose="020B0503020204020204" pitchFamily="34" charset="-122"/>
              </a:rPr>
              <a:t>年</a:t>
            </a:r>
            <a:r>
              <a:rPr lang="en-US" altLang="zh-CN" sz="1800" dirty="0">
                <a:solidFill>
                  <a:srgbClr val="000000"/>
                </a:solidFill>
                <a:latin typeface="Microsoft YaHei" panose="020B0503020204020204" pitchFamily="34" charset="-122"/>
                <a:ea typeface="Microsoft YaHei" panose="020B0503020204020204" pitchFamily="34" charset="-122"/>
              </a:rPr>
              <a:t>11</a:t>
            </a:r>
            <a:r>
              <a:rPr lang="zh-CN" altLang="en-US" sz="1800" dirty="0">
                <a:solidFill>
                  <a:srgbClr val="000000"/>
                </a:solidFill>
                <a:latin typeface="Microsoft YaHei" panose="020B0503020204020204" pitchFamily="34" charset="-122"/>
                <a:ea typeface="Microsoft YaHei" panose="020B0503020204020204" pitchFamily="34" charset="-122"/>
              </a:rPr>
              <a:t>月</a:t>
            </a:r>
            <a:r>
              <a:rPr lang="en-US" altLang="zh-CN" sz="1800" dirty="0">
                <a:solidFill>
                  <a:srgbClr val="000000"/>
                </a:solidFill>
                <a:latin typeface="Microsoft YaHei" panose="020B0503020204020204" pitchFamily="34" charset="-122"/>
                <a:ea typeface="Microsoft YaHei" panose="020B0503020204020204" pitchFamily="34" charset="-122"/>
              </a:rPr>
              <a:t>11</a:t>
            </a:r>
            <a:r>
              <a:rPr lang="zh-CN" altLang="en-US" sz="1800" dirty="0">
                <a:solidFill>
                  <a:srgbClr val="000000"/>
                </a:solidFill>
                <a:latin typeface="Microsoft YaHei" panose="020B0503020204020204" pitchFamily="34" charset="-122"/>
                <a:ea typeface="Microsoft YaHei" panose="020B0503020204020204" pitchFamily="34" charset="-122"/>
              </a:rPr>
              <a:t>日</a:t>
            </a:r>
            <a:r>
              <a:rPr lang="en-US" altLang="zh-CN" sz="1800" dirty="0">
                <a:solidFill>
                  <a:srgbClr val="000000"/>
                </a:solidFill>
                <a:latin typeface="Microsoft YaHei" panose="020B0503020204020204" pitchFamily="34" charset="-122"/>
                <a:ea typeface="Microsoft YaHei" panose="020B0503020204020204" pitchFamily="34" charset="-122"/>
              </a:rPr>
              <a:t>24</a:t>
            </a:r>
            <a:r>
              <a:rPr lang="zh-CN" altLang="en-US" sz="1800" dirty="0">
                <a:solidFill>
                  <a:srgbClr val="000000"/>
                </a:solidFill>
                <a:latin typeface="Microsoft YaHei" panose="020B0503020204020204" pitchFamily="34" charset="-122"/>
                <a:ea typeface="Microsoft YaHei" panose="020B0503020204020204" pitchFamily="34" charset="-122"/>
              </a:rPr>
              <a:t>：</a:t>
            </a:r>
            <a:r>
              <a:rPr lang="en-US" altLang="zh-CN" sz="1800" dirty="0">
                <a:solidFill>
                  <a:srgbClr val="000000"/>
                </a:solidFill>
                <a:latin typeface="Microsoft YaHei" panose="020B0503020204020204" pitchFamily="34" charset="-122"/>
                <a:ea typeface="Microsoft YaHei" panose="020B0503020204020204" pitchFamily="34" charset="-122"/>
              </a:rPr>
              <a:t>00</a:t>
            </a:r>
            <a:r>
              <a:rPr lang="zh-CN" altLang="en-US" sz="1800" dirty="0">
                <a:solidFill>
                  <a:srgbClr val="000000"/>
                </a:solidFill>
                <a:latin typeface="Microsoft YaHei" panose="020B0503020204020204" pitchFamily="34" charset="-122"/>
                <a:ea typeface="Microsoft YaHei" panose="020B0503020204020204" pitchFamily="34" charset="-122"/>
              </a:rPr>
              <a:t>：</a:t>
            </a:r>
            <a:r>
              <a:rPr lang="en-US" altLang="zh-CN" sz="1800" dirty="0">
                <a:solidFill>
                  <a:srgbClr val="000000"/>
                </a:solidFill>
                <a:latin typeface="Microsoft YaHei" panose="020B0503020204020204" pitchFamily="34" charset="-122"/>
                <a:ea typeface="Microsoft YaHei" panose="020B0503020204020204" pitchFamily="34" charset="-122"/>
              </a:rPr>
              <a:t>00</a:t>
            </a:r>
            <a:r>
              <a:rPr lang="zh-CN" altLang="en-US" sz="1800" dirty="0">
                <a:solidFill>
                  <a:srgbClr val="000000"/>
                </a:solidFill>
                <a:latin typeface="Microsoft YaHei" panose="020B0503020204020204" pitchFamily="34" charset="-122"/>
                <a:ea typeface="Microsoft YaHei" panose="020B0503020204020204" pitchFamily="34" charset="-122"/>
              </a:rPr>
              <a:t>，天猫“双十一”全球狂欢节交易额冲破</a:t>
            </a:r>
            <a:r>
              <a:rPr lang="en-US" altLang="zh-CN" sz="1800" dirty="0">
                <a:solidFill>
                  <a:srgbClr val="000000"/>
                </a:solidFill>
                <a:latin typeface="Microsoft YaHei" panose="020B0503020204020204" pitchFamily="34" charset="-122"/>
                <a:ea typeface="Microsoft YaHei" panose="020B0503020204020204" pitchFamily="34" charset="-122"/>
              </a:rPr>
              <a:t>1207</a:t>
            </a:r>
            <a:r>
              <a:rPr lang="zh-CN" altLang="en-US" sz="1800" dirty="0">
                <a:solidFill>
                  <a:srgbClr val="000000"/>
                </a:solidFill>
                <a:latin typeface="Microsoft YaHei" panose="020B0503020204020204" pitchFamily="34" charset="-122"/>
                <a:ea typeface="Microsoft YaHei" panose="020B0503020204020204" pitchFamily="34" charset="-122"/>
              </a:rPr>
              <a:t>亿元，</a:t>
            </a:r>
            <a:r>
              <a:rPr lang="zh-CN" altLang="en-US" sz="1800" dirty="0" smtClean="0">
                <a:solidFill>
                  <a:srgbClr val="000000"/>
                </a:solidFill>
                <a:latin typeface="Microsoft YaHei" panose="020B0503020204020204" pitchFamily="34" charset="-122"/>
                <a:ea typeface="Microsoft YaHei" panose="020B0503020204020204" pitchFamily="34" charset="-122"/>
              </a:rPr>
              <a:t>超过</a:t>
            </a:r>
            <a:r>
              <a:rPr lang="en-US" altLang="zh-CN" sz="1800" dirty="0" smtClean="0">
                <a:solidFill>
                  <a:srgbClr val="000000"/>
                </a:solidFill>
                <a:latin typeface="Microsoft YaHei" panose="020B0503020204020204" pitchFamily="34" charset="-122"/>
                <a:ea typeface="Microsoft YaHei" panose="020B0503020204020204" pitchFamily="34" charset="-122"/>
              </a:rPr>
              <a:t>2015</a:t>
            </a:r>
            <a:r>
              <a:rPr lang="zh-CN" altLang="en-US" sz="1800" dirty="0" smtClean="0">
                <a:solidFill>
                  <a:srgbClr val="000000"/>
                </a:solidFill>
                <a:latin typeface="Microsoft YaHei" panose="020B0503020204020204" pitchFamily="34" charset="-122"/>
                <a:ea typeface="Microsoft YaHei" panose="020B0503020204020204" pitchFamily="34" charset="-122"/>
              </a:rPr>
              <a:t>年</a:t>
            </a:r>
            <a:r>
              <a:rPr lang="zh-CN" altLang="en-US" sz="1800" dirty="0">
                <a:solidFill>
                  <a:srgbClr val="000000"/>
                </a:solidFill>
                <a:latin typeface="Microsoft YaHei" panose="020B0503020204020204" pitchFamily="34" charset="-122"/>
                <a:ea typeface="Microsoft YaHei" panose="020B0503020204020204" pitchFamily="34" charset="-122"/>
              </a:rPr>
              <a:t>“双十一”全天交易额的</a:t>
            </a:r>
            <a:r>
              <a:rPr lang="en-US" altLang="zh-CN" sz="1800" dirty="0">
                <a:solidFill>
                  <a:srgbClr val="000000"/>
                </a:solidFill>
                <a:latin typeface="Microsoft YaHei" panose="020B0503020204020204" pitchFamily="34" charset="-122"/>
                <a:ea typeface="Microsoft YaHei" panose="020B0503020204020204" pitchFamily="34" charset="-122"/>
              </a:rPr>
              <a:t>912</a:t>
            </a:r>
            <a:r>
              <a:rPr lang="zh-CN" altLang="en-US" sz="1800" dirty="0">
                <a:solidFill>
                  <a:srgbClr val="000000"/>
                </a:solidFill>
                <a:latin typeface="Microsoft YaHei" panose="020B0503020204020204" pitchFamily="34" charset="-122"/>
                <a:ea typeface="Microsoft YaHei" panose="020B0503020204020204" pitchFamily="34" charset="-122"/>
              </a:rPr>
              <a:t>亿元，迈入“千亿时代”。</a:t>
            </a:r>
            <a:endParaRPr lang="zh-CN" altLang="en-US" sz="1800" dirty="0">
              <a:solidFill>
                <a:schemeClr val="accent2"/>
              </a:solidFill>
            </a:endParaRPr>
          </a:p>
        </p:txBody>
      </p:sp>
      <p:sp>
        <p:nvSpPr>
          <p:cNvPr id="12294" name="矩形 5"/>
          <p:cNvSpPr>
            <a:spLocks noChangeArrowheads="1"/>
          </p:cNvSpPr>
          <p:nvPr/>
        </p:nvSpPr>
        <p:spPr bwMode="auto">
          <a:xfrm>
            <a:off x="335890" y="5399804"/>
            <a:ext cx="4564063"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996633"/>
              </a:buClr>
              <a:buFont typeface="Wingdings" panose="05000000000000000000" pitchFamily="2" charset="2"/>
              <a:buBlip>
                <a:blip r:embed="rId2"/>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2"/>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2"/>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2"/>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2"/>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2"/>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2"/>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2"/>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2"/>
              </a:buBlip>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r>
              <a:rPr lang="zh-CN" altLang="en-US" sz="2000" dirty="0">
                <a:solidFill>
                  <a:srgbClr val="000000"/>
                </a:solidFill>
                <a:latin typeface="Microsoft YaHei" panose="020B0503020204020204" pitchFamily="34" charset="-122"/>
                <a:ea typeface="Microsoft YaHei" panose="020B0503020204020204" pitchFamily="34" charset="-122"/>
              </a:rPr>
              <a:t>山东人均花费</a:t>
            </a:r>
            <a:r>
              <a:rPr lang="en-US" altLang="zh-CN" sz="2000" dirty="0">
                <a:solidFill>
                  <a:srgbClr val="000000"/>
                </a:solidFill>
                <a:latin typeface="Microsoft YaHei" panose="020B0503020204020204" pitchFamily="34" charset="-122"/>
                <a:ea typeface="Microsoft YaHei" panose="020B0503020204020204" pitchFamily="34" charset="-122"/>
              </a:rPr>
              <a:t>60.7</a:t>
            </a:r>
            <a:r>
              <a:rPr lang="zh-CN" altLang="en-US" sz="2000" dirty="0">
                <a:solidFill>
                  <a:srgbClr val="000000"/>
                </a:solidFill>
                <a:latin typeface="Microsoft YaHei" panose="020B0503020204020204" pitchFamily="34" charset="-122"/>
                <a:ea typeface="Microsoft YaHei" panose="020B0503020204020204" pitchFamily="34" charset="-122"/>
              </a:rPr>
              <a:t>元（山东人口按照</a:t>
            </a:r>
            <a:r>
              <a:rPr lang="en-US" altLang="zh-CN" sz="2000" dirty="0">
                <a:solidFill>
                  <a:srgbClr val="000000"/>
                </a:solidFill>
                <a:latin typeface="Microsoft YaHei" panose="020B0503020204020204" pitchFamily="34" charset="-122"/>
                <a:ea typeface="Microsoft YaHei" panose="020B0503020204020204" pitchFamily="34" charset="-122"/>
              </a:rPr>
              <a:t>9789</a:t>
            </a:r>
            <a:r>
              <a:rPr lang="zh-CN" altLang="en-US" sz="2000" dirty="0">
                <a:solidFill>
                  <a:srgbClr val="000000"/>
                </a:solidFill>
                <a:latin typeface="Microsoft YaHei" panose="020B0503020204020204" pitchFamily="34" charset="-122"/>
                <a:ea typeface="Microsoft YaHei" panose="020B0503020204020204" pitchFamily="34" charset="-122"/>
              </a:rPr>
              <a:t>万来计算）。</a:t>
            </a:r>
            <a:endParaRPr lang="zh-CN" altLang="en-US" sz="2000" dirty="0">
              <a:solidFill>
                <a:schemeClr val="accent2"/>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7" presetClass="entr" presetSubtype="0" fill="hold" grpId="0" nodeType="clickEffect">
                                  <p:stCondLst>
                                    <p:cond delay="0"/>
                                  </p:stCondLst>
                                  <p:iterate type="lt">
                                    <p:tmPct val="50000"/>
                                  </p:iterate>
                                  <p:childTnLst>
                                    <p:set>
                                      <p:cBhvr>
                                        <p:cTn id="6" dur="1" fill="hold">
                                          <p:stCondLst>
                                            <p:cond delay="0"/>
                                          </p:stCondLst>
                                        </p:cTn>
                                        <p:tgtEl>
                                          <p:spTgt spid="476163"/>
                                        </p:tgtEl>
                                        <p:attrNameLst>
                                          <p:attrName>style.visibility</p:attrName>
                                        </p:attrNameLst>
                                      </p:cBhvr>
                                      <p:to>
                                        <p:strVal val="visible"/>
                                      </p:to>
                                    </p:set>
                                    <p:anim calcmode="discrete" valueType="clr">
                                      <p:cBhvr override="childStyle">
                                        <p:cTn id="7" dur="80"/>
                                        <p:tgtEl>
                                          <p:spTgt spid="476163"/>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476163"/>
                                        </p:tgtEl>
                                        <p:attrNameLst>
                                          <p:attrName>fillcolor</p:attrName>
                                        </p:attrNameLst>
                                      </p:cBhvr>
                                      <p:tavLst>
                                        <p:tav tm="0">
                                          <p:val>
                                            <p:clrVal>
                                              <a:schemeClr val="accent2"/>
                                            </p:clrVal>
                                          </p:val>
                                        </p:tav>
                                        <p:tav tm="50000">
                                          <p:val>
                                            <p:clrVal>
                                              <a:schemeClr val="hlink"/>
                                            </p:clrVal>
                                          </p:val>
                                        </p:tav>
                                      </p:tavLst>
                                    </p:anim>
                                    <p:set>
                                      <p:cBhvr>
                                        <p:cTn id="9" dur="80"/>
                                        <p:tgtEl>
                                          <p:spTgt spid="476163"/>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6163"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206" name="Rectangle 22"/>
          <p:cNvSpPr>
            <a:spLocks noChangeArrowheads="1"/>
          </p:cNvSpPr>
          <p:nvPr/>
        </p:nvSpPr>
        <p:spPr bwMode="auto">
          <a:xfrm>
            <a:off x="569913" y="614363"/>
            <a:ext cx="3889375"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996633"/>
              </a:buClr>
              <a:buFont typeface="Wingdings" panose="05000000000000000000" pitchFamily="2" charset="2"/>
              <a:buBlip>
                <a:blip r:embed="rId3"/>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3"/>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3"/>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r>
              <a:rPr lang="zh-CN" altLang="en-US" b="1">
                <a:solidFill>
                  <a:schemeClr val="accent2"/>
                </a:solidFill>
                <a:ea typeface="黑体" panose="02010609060101010101" pitchFamily="49" charset="-122"/>
              </a:rPr>
              <a:t>概念的引入</a:t>
            </a:r>
          </a:p>
        </p:txBody>
      </p:sp>
      <p:sp>
        <p:nvSpPr>
          <p:cNvPr id="93207" name="Text Box 23"/>
          <p:cNvSpPr txBox="1">
            <a:spLocks noChangeArrowheads="1"/>
          </p:cNvSpPr>
          <p:nvPr/>
        </p:nvSpPr>
        <p:spPr bwMode="auto">
          <a:xfrm>
            <a:off x="350043" y="1454999"/>
            <a:ext cx="8367713" cy="757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996633"/>
              </a:buClr>
              <a:buFont typeface="Wingdings" panose="05000000000000000000" pitchFamily="2" charset="2"/>
              <a:buBlip>
                <a:blip r:embed="rId3"/>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3"/>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3"/>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9pPr>
          </a:lstStyle>
          <a:p>
            <a:pPr>
              <a:lnSpc>
                <a:spcPct val="120000"/>
              </a:lnSpc>
              <a:spcBef>
                <a:spcPct val="35000"/>
              </a:spcBef>
              <a:buClrTx/>
              <a:buFontTx/>
              <a:buNone/>
            </a:pPr>
            <a:r>
              <a:rPr lang="zh-CN" altLang="en-US" sz="3600" b="1" dirty="0">
                <a:solidFill>
                  <a:srgbClr val="000000"/>
                </a:solidFill>
                <a:latin typeface="宋体" panose="02010600030101010101" pitchFamily="2" charset="-122"/>
              </a:rPr>
              <a:t>方差</a:t>
            </a:r>
            <a:r>
              <a:rPr lang="zh-CN" altLang="en-US" sz="2800" b="1" dirty="0">
                <a:solidFill>
                  <a:srgbClr val="000000"/>
                </a:solidFill>
                <a:latin typeface="宋体" panose="02010600030101010101" pitchFamily="2" charset="-122"/>
              </a:rPr>
              <a:t>是一个常用来体现随机变量</a:t>
            </a:r>
            <a:r>
              <a:rPr lang="zh-CN" altLang="en-US" sz="2800" b="1" dirty="0">
                <a:solidFill>
                  <a:srgbClr val="FF0000"/>
                </a:solidFill>
                <a:latin typeface="宋体" panose="02010600030101010101" pitchFamily="2" charset="-122"/>
              </a:rPr>
              <a:t>取值分散程度</a:t>
            </a:r>
            <a:r>
              <a:rPr lang="zh-CN" altLang="en-US" sz="2800" b="1" dirty="0">
                <a:solidFill>
                  <a:srgbClr val="000000"/>
                </a:solidFill>
                <a:latin typeface="宋体" panose="02010600030101010101" pitchFamily="2" charset="-122"/>
              </a:rPr>
              <a:t>的量</a:t>
            </a:r>
            <a:r>
              <a:rPr lang="en-US" altLang="zh-CN" sz="2800" b="1" dirty="0">
                <a:solidFill>
                  <a:srgbClr val="000000"/>
                </a:solidFill>
              </a:rPr>
              <a:t>.</a:t>
            </a:r>
          </a:p>
        </p:txBody>
      </p:sp>
      <p:sp>
        <p:nvSpPr>
          <p:cNvPr id="93208" name="Text Box 24"/>
          <p:cNvSpPr txBox="1">
            <a:spLocks noChangeArrowheads="1"/>
          </p:cNvSpPr>
          <p:nvPr/>
        </p:nvSpPr>
        <p:spPr bwMode="auto">
          <a:xfrm>
            <a:off x="467544" y="2399825"/>
            <a:ext cx="835818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996633"/>
              </a:buClr>
              <a:buFont typeface="Wingdings" panose="05000000000000000000" pitchFamily="2" charset="2"/>
              <a:buBlip>
                <a:blip r:embed="rId3"/>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3"/>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3"/>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r>
              <a:rPr lang="zh-CN" altLang="en-US" sz="2800" b="1" dirty="0">
                <a:solidFill>
                  <a:schemeClr val="accent2"/>
                </a:solidFill>
                <a:latin typeface="黑体" panose="02010609060101010101" pitchFamily="49" charset="-122"/>
                <a:ea typeface="黑体" panose="02010609060101010101" pitchFamily="49" charset="-122"/>
              </a:rPr>
              <a:t>实例 </a:t>
            </a:r>
            <a:r>
              <a:rPr lang="zh-CN" altLang="en-US" sz="2800" b="1" dirty="0">
                <a:solidFill>
                  <a:schemeClr val="accent2"/>
                </a:solidFill>
              </a:rPr>
              <a:t> </a:t>
            </a:r>
            <a:r>
              <a:rPr lang="zh-CN" altLang="en-US" sz="2800" b="1" dirty="0">
                <a:solidFill>
                  <a:srgbClr val="000000"/>
                </a:solidFill>
              </a:rPr>
              <a:t>有两批灯泡</a:t>
            </a:r>
            <a:r>
              <a:rPr lang="en-US" altLang="zh-CN" sz="2800" b="1" dirty="0">
                <a:solidFill>
                  <a:srgbClr val="000000"/>
                </a:solidFill>
              </a:rPr>
              <a:t>,</a:t>
            </a:r>
            <a:r>
              <a:rPr lang="zh-CN" altLang="en-US" sz="2800" b="1" dirty="0">
                <a:solidFill>
                  <a:srgbClr val="000000"/>
                </a:solidFill>
              </a:rPr>
              <a:t>其平均寿命都是 </a:t>
            </a:r>
            <a:r>
              <a:rPr lang="en-US" altLang="zh-CN" sz="2800" b="1" i="1" dirty="0">
                <a:solidFill>
                  <a:srgbClr val="000000"/>
                </a:solidFill>
              </a:rPr>
              <a:t>E</a:t>
            </a:r>
            <a:r>
              <a:rPr lang="en-US" altLang="zh-CN" sz="2800" b="1" dirty="0">
                <a:solidFill>
                  <a:srgbClr val="000000"/>
                </a:solidFill>
              </a:rPr>
              <a:t>(</a:t>
            </a:r>
            <a:r>
              <a:rPr lang="en-US" altLang="zh-CN" sz="2800" b="1" i="1" dirty="0">
                <a:solidFill>
                  <a:srgbClr val="000000"/>
                </a:solidFill>
              </a:rPr>
              <a:t>X</a:t>
            </a:r>
            <a:r>
              <a:rPr lang="en-US" altLang="zh-CN" sz="2800" b="1" dirty="0">
                <a:solidFill>
                  <a:srgbClr val="000000"/>
                </a:solidFill>
              </a:rPr>
              <a:t>)=1000</a:t>
            </a:r>
            <a:r>
              <a:rPr lang="zh-CN" altLang="en-US" sz="2800" b="1" dirty="0">
                <a:solidFill>
                  <a:srgbClr val="000000"/>
                </a:solidFill>
              </a:rPr>
              <a:t>小时</a:t>
            </a:r>
            <a:r>
              <a:rPr lang="en-US" altLang="zh-CN" sz="2800" b="1" dirty="0">
                <a:solidFill>
                  <a:srgbClr val="000000"/>
                </a:solidFill>
              </a:rPr>
              <a:t>.</a:t>
            </a:r>
            <a:r>
              <a:rPr lang="en-US" altLang="zh-CN" sz="2800" dirty="0">
                <a:solidFill>
                  <a:schemeClr val="accent2"/>
                </a:solidFill>
              </a:rPr>
              <a:t>                              </a:t>
            </a:r>
          </a:p>
        </p:txBody>
      </p:sp>
      <p:grpSp>
        <p:nvGrpSpPr>
          <p:cNvPr id="2" name="Group 25"/>
          <p:cNvGrpSpPr>
            <a:grpSpLocks/>
          </p:cNvGrpSpPr>
          <p:nvPr/>
        </p:nvGrpSpPr>
        <p:grpSpPr bwMode="auto">
          <a:xfrm>
            <a:off x="1219200" y="4071938"/>
            <a:ext cx="6507163" cy="546100"/>
            <a:chOff x="768" y="2400"/>
            <a:chExt cx="4099" cy="344"/>
          </a:xfrm>
        </p:grpSpPr>
        <p:sp>
          <p:nvSpPr>
            <p:cNvPr id="13347" name="Line 26"/>
            <p:cNvSpPr>
              <a:spLocks noChangeShapeType="1"/>
            </p:cNvSpPr>
            <p:nvPr/>
          </p:nvSpPr>
          <p:spPr bwMode="auto">
            <a:xfrm>
              <a:off x="864" y="2448"/>
              <a:ext cx="3984" cy="0"/>
            </a:xfrm>
            <a:prstGeom prst="line">
              <a:avLst/>
            </a:prstGeom>
            <a:noFill/>
            <a:ln w="28575">
              <a:solidFill>
                <a:srgbClr val="008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13348" name="Object 27"/>
            <p:cNvGraphicFramePr>
              <a:graphicFrameLocks noChangeAspect="1"/>
            </p:cNvGraphicFramePr>
            <p:nvPr/>
          </p:nvGraphicFramePr>
          <p:xfrm>
            <a:off x="768" y="2400"/>
            <a:ext cx="183" cy="344"/>
          </p:xfrm>
          <a:graphic>
            <a:graphicData uri="http://schemas.openxmlformats.org/presentationml/2006/ole">
              <mc:AlternateContent xmlns:mc="http://schemas.openxmlformats.org/markup-compatibility/2006">
                <mc:Choice xmlns:v="urn:schemas-microsoft-com:vml" Requires="v">
                  <p:oleObj spid="_x0000_s78710" name="Equation" r:id="rId4" imgW="291973" imgH="545863" progId="Equation.3">
                    <p:embed/>
                  </p:oleObj>
                </mc:Choice>
                <mc:Fallback>
                  <p:oleObj name="Equation" r:id="rId4" imgW="291973" imgH="545863" progId="Equation.3">
                    <p:embed/>
                    <p:pic>
                      <p:nvPicPr>
                        <p:cNvPr id="0" name="Object 2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68" y="2400"/>
                          <a:ext cx="183" cy="3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349" name="Object 28"/>
            <p:cNvGraphicFramePr>
              <a:graphicFrameLocks noChangeAspect="1"/>
            </p:cNvGraphicFramePr>
            <p:nvPr/>
          </p:nvGraphicFramePr>
          <p:xfrm>
            <a:off x="4708" y="2548"/>
            <a:ext cx="159" cy="151"/>
          </p:xfrm>
          <a:graphic>
            <a:graphicData uri="http://schemas.openxmlformats.org/presentationml/2006/ole">
              <mc:AlternateContent xmlns:mc="http://schemas.openxmlformats.org/markup-compatibility/2006">
                <mc:Choice xmlns:v="urn:schemas-microsoft-com:vml" Requires="v">
                  <p:oleObj spid="_x0000_s78711" name="Equation" r:id="rId6" imgW="253890" imgH="241195" progId="Equation.3">
                    <p:embed/>
                  </p:oleObj>
                </mc:Choice>
                <mc:Fallback>
                  <p:oleObj name="Equation" r:id="rId6" imgW="253890" imgH="241195" progId="Equation.3">
                    <p:embed/>
                    <p:pic>
                      <p:nvPicPr>
                        <p:cNvPr id="0" name="Object 2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708" y="2548"/>
                          <a:ext cx="159" cy="15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3" name="Group 29"/>
          <p:cNvGrpSpPr>
            <a:grpSpLocks/>
          </p:cNvGrpSpPr>
          <p:nvPr/>
        </p:nvGrpSpPr>
        <p:grpSpPr bwMode="auto">
          <a:xfrm>
            <a:off x="2743200" y="4043363"/>
            <a:ext cx="3402013" cy="201612"/>
            <a:chOff x="1728" y="2556"/>
            <a:chExt cx="2143" cy="127"/>
          </a:xfrm>
        </p:grpSpPr>
        <p:graphicFrame>
          <p:nvGraphicFramePr>
            <p:cNvPr id="13339" name="Object 30"/>
            <p:cNvGraphicFramePr>
              <a:graphicFrameLocks noChangeAspect="1"/>
            </p:cNvGraphicFramePr>
            <p:nvPr/>
          </p:nvGraphicFramePr>
          <p:xfrm>
            <a:off x="1728" y="2556"/>
            <a:ext cx="127" cy="127"/>
          </p:xfrm>
          <a:graphic>
            <a:graphicData uri="http://schemas.openxmlformats.org/presentationml/2006/ole">
              <mc:AlternateContent xmlns:mc="http://schemas.openxmlformats.org/markup-compatibility/2006">
                <mc:Choice xmlns:v="urn:schemas-microsoft-com:vml" Requires="v">
                  <p:oleObj spid="_x0000_s78712" name="Equation" r:id="rId8" imgW="203024" imgH="203024" progId="Equation.3">
                    <p:embed/>
                  </p:oleObj>
                </mc:Choice>
                <mc:Fallback>
                  <p:oleObj name="Equation" r:id="rId8" imgW="203024" imgH="203024" progId="Equation.3">
                    <p:embed/>
                    <p:pic>
                      <p:nvPicPr>
                        <p:cNvPr id="0" name="Object 3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728" y="2556"/>
                          <a:ext cx="127" cy="1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340" name="Object 31"/>
            <p:cNvGraphicFramePr>
              <a:graphicFrameLocks noChangeAspect="1"/>
            </p:cNvGraphicFramePr>
            <p:nvPr/>
          </p:nvGraphicFramePr>
          <p:xfrm>
            <a:off x="3072" y="2556"/>
            <a:ext cx="127" cy="127"/>
          </p:xfrm>
          <a:graphic>
            <a:graphicData uri="http://schemas.openxmlformats.org/presentationml/2006/ole">
              <mc:AlternateContent xmlns:mc="http://schemas.openxmlformats.org/markup-compatibility/2006">
                <mc:Choice xmlns:v="urn:schemas-microsoft-com:vml" Requires="v">
                  <p:oleObj spid="_x0000_s78713" name="Equation" r:id="rId10" imgW="203024" imgH="203024" progId="Equation.3">
                    <p:embed/>
                  </p:oleObj>
                </mc:Choice>
                <mc:Fallback>
                  <p:oleObj name="Equation" r:id="rId10" imgW="203024" imgH="203024" progId="Equation.3">
                    <p:embed/>
                    <p:pic>
                      <p:nvPicPr>
                        <p:cNvPr id="0" name="Object 3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072" y="2556"/>
                          <a:ext cx="127" cy="1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341" name="Object 32"/>
            <p:cNvGraphicFramePr>
              <a:graphicFrameLocks noChangeAspect="1"/>
            </p:cNvGraphicFramePr>
            <p:nvPr/>
          </p:nvGraphicFramePr>
          <p:xfrm>
            <a:off x="3216" y="2556"/>
            <a:ext cx="127" cy="127"/>
          </p:xfrm>
          <a:graphic>
            <a:graphicData uri="http://schemas.openxmlformats.org/presentationml/2006/ole">
              <mc:AlternateContent xmlns:mc="http://schemas.openxmlformats.org/markup-compatibility/2006">
                <mc:Choice xmlns:v="urn:schemas-microsoft-com:vml" Requires="v">
                  <p:oleObj spid="_x0000_s78714" name="Equation" r:id="rId11" imgW="203024" imgH="203024" progId="Equation.3">
                    <p:embed/>
                  </p:oleObj>
                </mc:Choice>
                <mc:Fallback>
                  <p:oleObj name="Equation" r:id="rId11" imgW="203024" imgH="203024" progId="Equation.3">
                    <p:embed/>
                    <p:pic>
                      <p:nvPicPr>
                        <p:cNvPr id="0" name="Object 3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216" y="2556"/>
                          <a:ext cx="127" cy="1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342" name="Object 33"/>
            <p:cNvGraphicFramePr>
              <a:graphicFrameLocks noChangeAspect="1"/>
            </p:cNvGraphicFramePr>
            <p:nvPr/>
          </p:nvGraphicFramePr>
          <p:xfrm>
            <a:off x="3744" y="2556"/>
            <a:ext cx="127" cy="127"/>
          </p:xfrm>
          <a:graphic>
            <a:graphicData uri="http://schemas.openxmlformats.org/presentationml/2006/ole">
              <mc:AlternateContent xmlns:mc="http://schemas.openxmlformats.org/markup-compatibility/2006">
                <mc:Choice xmlns:v="urn:schemas-microsoft-com:vml" Requires="v">
                  <p:oleObj spid="_x0000_s78715" name="Equation" r:id="rId12" imgW="203024" imgH="203024" progId="Equation.3">
                    <p:embed/>
                  </p:oleObj>
                </mc:Choice>
                <mc:Fallback>
                  <p:oleObj name="Equation" r:id="rId12" imgW="203024" imgH="203024" progId="Equation.3">
                    <p:embed/>
                    <p:pic>
                      <p:nvPicPr>
                        <p:cNvPr id="0" name="Object 3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744" y="2556"/>
                          <a:ext cx="127" cy="1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343" name="Object 34"/>
            <p:cNvGraphicFramePr>
              <a:graphicFrameLocks noChangeAspect="1"/>
            </p:cNvGraphicFramePr>
            <p:nvPr/>
          </p:nvGraphicFramePr>
          <p:xfrm>
            <a:off x="1968" y="2556"/>
            <a:ext cx="127" cy="127"/>
          </p:xfrm>
          <a:graphic>
            <a:graphicData uri="http://schemas.openxmlformats.org/presentationml/2006/ole">
              <mc:AlternateContent xmlns:mc="http://schemas.openxmlformats.org/markup-compatibility/2006">
                <mc:Choice xmlns:v="urn:schemas-microsoft-com:vml" Requires="v">
                  <p:oleObj spid="_x0000_s78716" name="Equation" r:id="rId13" imgW="203024" imgH="203024" progId="Equation.3">
                    <p:embed/>
                  </p:oleObj>
                </mc:Choice>
                <mc:Fallback>
                  <p:oleObj name="Equation" r:id="rId13" imgW="203024" imgH="203024" progId="Equation.3">
                    <p:embed/>
                    <p:pic>
                      <p:nvPicPr>
                        <p:cNvPr id="0" name="Object 3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968" y="2556"/>
                          <a:ext cx="127" cy="1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344" name="Object 35"/>
            <p:cNvGraphicFramePr>
              <a:graphicFrameLocks noChangeAspect="1"/>
            </p:cNvGraphicFramePr>
            <p:nvPr/>
          </p:nvGraphicFramePr>
          <p:xfrm>
            <a:off x="2256" y="2556"/>
            <a:ext cx="127" cy="127"/>
          </p:xfrm>
          <a:graphic>
            <a:graphicData uri="http://schemas.openxmlformats.org/presentationml/2006/ole">
              <mc:AlternateContent xmlns:mc="http://schemas.openxmlformats.org/markup-compatibility/2006">
                <mc:Choice xmlns:v="urn:schemas-microsoft-com:vml" Requires="v">
                  <p:oleObj spid="_x0000_s78717" name="Equation" r:id="rId14" imgW="203024" imgH="203024" progId="Equation.3">
                    <p:embed/>
                  </p:oleObj>
                </mc:Choice>
                <mc:Fallback>
                  <p:oleObj name="Equation" r:id="rId14" imgW="203024" imgH="203024" progId="Equation.3">
                    <p:embed/>
                    <p:pic>
                      <p:nvPicPr>
                        <p:cNvPr id="0" name="Object 3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256" y="2556"/>
                          <a:ext cx="127" cy="1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345" name="Object 36"/>
            <p:cNvGraphicFramePr>
              <a:graphicFrameLocks noChangeAspect="1"/>
            </p:cNvGraphicFramePr>
            <p:nvPr/>
          </p:nvGraphicFramePr>
          <p:xfrm>
            <a:off x="2448" y="2556"/>
            <a:ext cx="127" cy="127"/>
          </p:xfrm>
          <a:graphic>
            <a:graphicData uri="http://schemas.openxmlformats.org/presentationml/2006/ole">
              <mc:AlternateContent xmlns:mc="http://schemas.openxmlformats.org/markup-compatibility/2006">
                <mc:Choice xmlns:v="urn:schemas-microsoft-com:vml" Requires="v">
                  <p:oleObj spid="_x0000_s78718" name="Equation" r:id="rId15" imgW="203024" imgH="203024" progId="Equation.3">
                    <p:embed/>
                  </p:oleObj>
                </mc:Choice>
                <mc:Fallback>
                  <p:oleObj name="Equation" r:id="rId15" imgW="203024" imgH="203024" progId="Equation.3">
                    <p:embed/>
                    <p:pic>
                      <p:nvPicPr>
                        <p:cNvPr id="0" name="Object 3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448" y="2556"/>
                          <a:ext cx="127" cy="1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346" name="Object 37"/>
            <p:cNvGraphicFramePr>
              <a:graphicFrameLocks noChangeAspect="1"/>
            </p:cNvGraphicFramePr>
            <p:nvPr/>
          </p:nvGraphicFramePr>
          <p:xfrm>
            <a:off x="3504" y="2556"/>
            <a:ext cx="127" cy="127"/>
          </p:xfrm>
          <a:graphic>
            <a:graphicData uri="http://schemas.openxmlformats.org/presentationml/2006/ole">
              <mc:AlternateContent xmlns:mc="http://schemas.openxmlformats.org/markup-compatibility/2006">
                <mc:Choice xmlns:v="urn:schemas-microsoft-com:vml" Requires="v">
                  <p:oleObj spid="_x0000_s78719" name="Equation" r:id="rId16" imgW="203024" imgH="203024" progId="Equation.3">
                    <p:embed/>
                  </p:oleObj>
                </mc:Choice>
                <mc:Fallback>
                  <p:oleObj name="Equation" r:id="rId16" imgW="203024" imgH="203024" progId="Equation.3">
                    <p:embed/>
                    <p:pic>
                      <p:nvPicPr>
                        <p:cNvPr id="0" name="Object 3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504" y="2556"/>
                          <a:ext cx="127" cy="1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4" name="Group 38"/>
          <p:cNvGrpSpPr>
            <a:grpSpLocks/>
          </p:cNvGrpSpPr>
          <p:nvPr/>
        </p:nvGrpSpPr>
        <p:grpSpPr bwMode="auto">
          <a:xfrm>
            <a:off x="1219200" y="5187950"/>
            <a:ext cx="6494463" cy="533400"/>
            <a:chOff x="768" y="3360"/>
            <a:chExt cx="4091" cy="336"/>
          </a:xfrm>
        </p:grpSpPr>
        <p:sp>
          <p:nvSpPr>
            <p:cNvPr id="13336" name="Line 39"/>
            <p:cNvSpPr>
              <a:spLocks noChangeShapeType="1"/>
            </p:cNvSpPr>
            <p:nvPr/>
          </p:nvSpPr>
          <p:spPr bwMode="auto">
            <a:xfrm>
              <a:off x="856" y="3428"/>
              <a:ext cx="3984" cy="0"/>
            </a:xfrm>
            <a:prstGeom prst="line">
              <a:avLst/>
            </a:prstGeom>
            <a:noFill/>
            <a:ln w="28575">
              <a:solidFill>
                <a:srgbClr val="008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13337" name="Object 40"/>
            <p:cNvGraphicFramePr>
              <a:graphicFrameLocks noChangeAspect="1"/>
            </p:cNvGraphicFramePr>
            <p:nvPr/>
          </p:nvGraphicFramePr>
          <p:xfrm>
            <a:off x="768" y="3360"/>
            <a:ext cx="179" cy="336"/>
          </p:xfrm>
          <a:graphic>
            <a:graphicData uri="http://schemas.openxmlformats.org/presentationml/2006/ole">
              <mc:AlternateContent xmlns:mc="http://schemas.openxmlformats.org/markup-compatibility/2006">
                <mc:Choice xmlns:v="urn:schemas-microsoft-com:vml" Requires="v">
                  <p:oleObj spid="_x0000_s78720" name="Equation" r:id="rId17" imgW="291973" imgH="545863" progId="Equation.3">
                    <p:embed/>
                  </p:oleObj>
                </mc:Choice>
                <mc:Fallback>
                  <p:oleObj name="Equation" r:id="rId17" imgW="291973" imgH="545863" progId="Equation.3">
                    <p:embed/>
                    <p:pic>
                      <p:nvPicPr>
                        <p:cNvPr id="0" name="Object 4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68" y="3360"/>
                          <a:ext cx="179" cy="3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338" name="Object 41"/>
            <p:cNvGraphicFramePr>
              <a:graphicFrameLocks noChangeAspect="1"/>
            </p:cNvGraphicFramePr>
            <p:nvPr/>
          </p:nvGraphicFramePr>
          <p:xfrm>
            <a:off x="4700" y="3528"/>
            <a:ext cx="159" cy="151"/>
          </p:xfrm>
          <a:graphic>
            <a:graphicData uri="http://schemas.openxmlformats.org/presentationml/2006/ole">
              <mc:AlternateContent xmlns:mc="http://schemas.openxmlformats.org/markup-compatibility/2006">
                <mc:Choice xmlns:v="urn:schemas-microsoft-com:vml" Requires="v">
                  <p:oleObj spid="_x0000_s78721" name="Equation" r:id="rId18" imgW="253890" imgH="241195" progId="Equation.3">
                    <p:embed/>
                  </p:oleObj>
                </mc:Choice>
                <mc:Fallback>
                  <p:oleObj name="Equation" r:id="rId18" imgW="253890" imgH="241195" progId="Equation.3">
                    <p:embed/>
                    <p:pic>
                      <p:nvPicPr>
                        <p:cNvPr id="0" name="Object 4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700" y="3528"/>
                          <a:ext cx="159" cy="15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5" name="Group 42"/>
          <p:cNvGrpSpPr>
            <a:grpSpLocks/>
          </p:cNvGrpSpPr>
          <p:nvPr/>
        </p:nvGrpSpPr>
        <p:grpSpPr bwMode="auto">
          <a:xfrm>
            <a:off x="1828800" y="5187950"/>
            <a:ext cx="5307013" cy="201613"/>
            <a:chOff x="1152" y="3268"/>
            <a:chExt cx="3343" cy="127"/>
          </a:xfrm>
        </p:grpSpPr>
        <p:graphicFrame>
          <p:nvGraphicFramePr>
            <p:cNvPr id="13328" name="Object 43"/>
            <p:cNvGraphicFramePr>
              <a:graphicFrameLocks noChangeAspect="1"/>
            </p:cNvGraphicFramePr>
            <p:nvPr/>
          </p:nvGraphicFramePr>
          <p:xfrm>
            <a:off x="3216" y="3268"/>
            <a:ext cx="127" cy="127"/>
          </p:xfrm>
          <a:graphic>
            <a:graphicData uri="http://schemas.openxmlformats.org/presentationml/2006/ole">
              <mc:AlternateContent xmlns:mc="http://schemas.openxmlformats.org/markup-compatibility/2006">
                <mc:Choice xmlns:v="urn:schemas-microsoft-com:vml" Requires="v">
                  <p:oleObj spid="_x0000_s78722" name="Equation" r:id="rId19" imgW="203024" imgH="203024" progId="Equation.3">
                    <p:embed/>
                  </p:oleObj>
                </mc:Choice>
                <mc:Fallback>
                  <p:oleObj name="Equation" r:id="rId19" imgW="203024" imgH="203024" progId="Equation.3">
                    <p:embed/>
                    <p:pic>
                      <p:nvPicPr>
                        <p:cNvPr id="0" name="Object 4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216" y="3268"/>
                          <a:ext cx="127" cy="1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329" name="Object 44"/>
            <p:cNvGraphicFramePr>
              <a:graphicFrameLocks noChangeAspect="1"/>
            </p:cNvGraphicFramePr>
            <p:nvPr/>
          </p:nvGraphicFramePr>
          <p:xfrm>
            <a:off x="3744" y="3268"/>
            <a:ext cx="127" cy="127"/>
          </p:xfrm>
          <a:graphic>
            <a:graphicData uri="http://schemas.openxmlformats.org/presentationml/2006/ole">
              <mc:AlternateContent xmlns:mc="http://schemas.openxmlformats.org/markup-compatibility/2006">
                <mc:Choice xmlns:v="urn:schemas-microsoft-com:vml" Requires="v">
                  <p:oleObj spid="_x0000_s78723" name="Equation" r:id="rId20" imgW="203024" imgH="203024" progId="Equation.3">
                    <p:embed/>
                  </p:oleObj>
                </mc:Choice>
                <mc:Fallback>
                  <p:oleObj name="Equation" r:id="rId20" imgW="203024" imgH="203024" progId="Equation.3">
                    <p:embed/>
                    <p:pic>
                      <p:nvPicPr>
                        <p:cNvPr id="0" name="Object 4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744" y="3268"/>
                          <a:ext cx="127" cy="1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330" name="Object 45"/>
            <p:cNvGraphicFramePr>
              <a:graphicFrameLocks noChangeAspect="1"/>
            </p:cNvGraphicFramePr>
            <p:nvPr/>
          </p:nvGraphicFramePr>
          <p:xfrm>
            <a:off x="4128" y="3268"/>
            <a:ext cx="127" cy="127"/>
          </p:xfrm>
          <a:graphic>
            <a:graphicData uri="http://schemas.openxmlformats.org/presentationml/2006/ole">
              <mc:AlternateContent xmlns:mc="http://schemas.openxmlformats.org/markup-compatibility/2006">
                <mc:Choice xmlns:v="urn:schemas-microsoft-com:vml" Requires="v">
                  <p:oleObj spid="_x0000_s78724" name="Equation" r:id="rId21" imgW="203024" imgH="203024" progId="Equation.3">
                    <p:embed/>
                  </p:oleObj>
                </mc:Choice>
                <mc:Fallback>
                  <p:oleObj name="Equation" r:id="rId21" imgW="203024" imgH="203024" progId="Equation.3">
                    <p:embed/>
                    <p:pic>
                      <p:nvPicPr>
                        <p:cNvPr id="0" name="Object 4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128" y="3268"/>
                          <a:ext cx="127" cy="1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331" name="Object 46"/>
            <p:cNvGraphicFramePr>
              <a:graphicFrameLocks noChangeAspect="1"/>
            </p:cNvGraphicFramePr>
            <p:nvPr/>
          </p:nvGraphicFramePr>
          <p:xfrm>
            <a:off x="4368" y="3268"/>
            <a:ext cx="127" cy="127"/>
          </p:xfrm>
          <a:graphic>
            <a:graphicData uri="http://schemas.openxmlformats.org/presentationml/2006/ole">
              <mc:AlternateContent xmlns:mc="http://schemas.openxmlformats.org/markup-compatibility/2006">
                <mc:Choice xmlns:v="urn:schemas-microsoft-com:vml" Requires="v">
                  <p:oleObj spid="_x0000_s78725" name="Equation" r:id="rId22" imgW="203024" imgH="203024" progId="Equation.3">
                    <p:embed/>
                  </p:oleObj>
                </mc:Choice>
                <mc:Fallback>
                  <p:oleObj name="Equation" r:id="rId22" imgW="203024" imgH="203024" progId="Equation.3">
                    <p:embed/>
                    <p:pic>
                      <p:nvPicPr>
                        <p:cNvPr id="0" name="Object 4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368" y="3268"/>
                          <a:ext cx="127" cy="1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332" name="Object 47"/>
            <p:cNvGraphicFramePr>
              <a:graphicFrameLocks noChangeAspect="1"/>
            </p:cNvGraphicFramePr>
            <p:nvPr/>
          </p:nvGraphicFramePr>
          <p:xfrm>
            <a:off x="1872" y="3268"/>
            <a:ext cx="127" cy="127"/>
          </p:xfrm>
          <a:graphic>
            <a:graphicData uri="http://schemas.openxmlformats.org/presentationml/2006/ole">
              <mc:AlternateContent xmlns:mc="http://schemas.openxmlformats.org/markup-compatibility/2006">
                <mc:Choice xmlns:v="urn:schemas-microsoft-com:vml" Requires="v">
                  <p:oleObj spid="_x0000_s78726" name="Equation" r:id="rId23" imgW="203024" imgH="203024" progId="Equation.3">
                    <p:embed/>
                  </p:oleObj>
                </mc:Choice>
                <mc:Fallback>
                  <p:oleObj name="Equation" r:id="rId23" imgW="203024" imgH="203024" progId="Equation.3">
                    <p:embed/>
                    <p:pic>
                      <p:nvPicPr>
                        <p:cNvPr id="0" name="Object 4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872" y="3268"/>
                          <a:ext cx="127" cy="1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333" name="Object 48"/>
            <p:cNvGraphicFramePr>
              <a:graphicFrameLocks noChangeAspect="1"/>
            </p:cNvGraphicFramePr>
            <p:nvPr/>
          </p:nvGraphicFramePr>
          <p:xfrm>
            <a:off x="1584" y="3268"/>
            <a:ext cx="127" cy="127"/>
          </p:xfrm>
          <a:graphic>
            <a:graphicData uri="http://schemas.openxmlformats.org/presentationml/2006/ole">
              <mc:AlternateContent xmlns:mc="http://schemas.openxmlformats.org/markup-compatibility/2006">
                <mc:Choice xmlns:v="urn:schemas-microsoft-com:vml" Requires="v">
                  <p:oleObj spid="_x0000_s78727" name="Equation" r:id="rId24" imgW="203024" imgH="203024" progId="Equation.3">
                    <p:embed/>
                  </p:oleObj>
                </mc:Choice>
                <mc:Fallback>
                  <p:oleObj name="Equation" r:id="rId24" imgW="203024" imgH="203024" progId="Equation.3">
                    <p:embed/>
                    <p:pic>
                      <p:nvPicPr>
                        <p:cNvPr id="0" name="Object 4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584" y="3268"/>
                          <a:ext cx="127" cy="1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334" name="Object 49"/>
            <p:cNvGraphicFramePr>
              <a:graphicFrameLocks noChangeAspect="1"/>
            </p:cNvGraphicFramePr>
            <p:nvPr/>
          </p:nvGraphicFramePr>
          <p:xfrm>
            <a:off x="1296" y="3268"/>
            <a:ext cx="127" cy="127"/>
          </p:xfrm>
          <a:graphic>
            <a:graphicData uri="http://schemas.openxmlformats.org/presentationml/2006/ole">
              <mc:AlternateContent xmlns:mc="http://schemas.openxmlformats.org/markup-compatibility/2006">
                <mc:Choice xmlns:v="urn:schemas-microsoft-com:vml" Requires="v">
                  <p:oleObj spid="_x0000_s78728" name="Equation" r:id="rId25" imgW="203024" imgH="203024" progId="Equation.3">
                    <p:embed/>
                  </p:oleObj>
                </mc:Choice>
                <mc:Fallback>
                  <p:oleObj name="Equation" r:id="rId25" imgW="203024" imgH="203024" progId="Equation.3">
                    <p:embed/>
                    <p:pic>
                      <p:nvPicPr>
                        <p:cNvPr id="0" name="Object 4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296" y="3268"/>
                          <a:ext cx="127" cy="1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335" name="Object 50"/>
            <p:cNvGraphicFramePr>
              <a:graphicFrameLocks noChangeAspect="1"/>
            </p:cNvGraphicFramePr>
            <p:nvPr/>
          </p:nvGraphicFramePr>
          <p:xfrm>
            <a:off x="1152" y="3268"/>
            <a:ext cx="127" cy="127"/>
          </p:xfrm>
          <a:graphic>
            <a:graphicData uri="http://schemas.openxmlformats.org/presentationml/2006/ole">
              <mc:AlternateContent xmlns:mc="http://schemas.openxmlformats.org/markup-compatibility/2006">
                <mc:Choice xmlns:v="urn:schemas-microsoft-com:vml" Requires="v">
                  <p:oleObj spid="_x0000_s78729" name="Equation" r:id="rId26" imgW="203024" imgH="203024" progId="Equation.3">
                    <p:embed/>
                  </p:oleObj>
                </mc:Choice>
                <mc:Fallback>
                  <p:oleObj name="Equation" r:id="rId26" imgW="203024" imgH="203024" progId="Equation.3">
                    <p:embed/>
                    <p:pic>
                      <p:nvPicPr>
                        <p:cNvPr id="0" name="Object 5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152" y="3268"/>
                          <a:ext cx="127" cy="1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6" name="Group 51"/>
          <p:cNvGrpSpPr>
            <a:grpSpLocks/>
          </p:cNvGrpSpPr>
          <p:nvPr/>
        </p:nvGrpSpPr>
        <p:grpSpPr bwMode="auto">
          <a:xfrm>
            <a:off x="4038600" y="4022725"/>
            <a:ext cx="723900" cy="581025"/>
            <a:chOff x="2544" y="2534"/>
            <a:chExt cx="456" cy="366"/>
          </a:xfrm>
        </p:grpSpPr>
        <p:graphicFrame>
          <p:nvGraphicFramePr>
            <p:cNvPr id="13326" name="Object 52"/>
            <p:cNvGraphicFramePr>
              <a:graphicFrameLocks noChangeAspect="1"/>
            </p:cNvGraphicFramePr>
            <p:nvPr/>
          </p:nvGraphicFramePr>
          <p:xfrm>
            <a:off x="2688" y="2534"/>
            <a:ext cx="144" cy="144"/>
          </p:xfrm>
          <a:graphic>
            <a:graphicData uri="http://schemas.openxmlformats.org/presentationml/2006/ole">
              <mc:AlternateContent xmlns:mc="http://schemas.openxmlformats.org/markup-compatibility/2006">
                <mc:Choice xmlns:v="urn:schemas-microsoft-com:vml" Requires="v">
                  <p:oleObj spid="_x0000_s78730" name="Equation" r:id="rId27" imgW="133446" imgH="133380" progId="Equation.3">
                    <p:embed/>
                  </p:oleObj>
                </mc:Choice>
                <mc:Fallback>
                  <p:oleObj name="Equation" r:id="rId27" imgW="133446" imgH="133380" progId="Equation.3">
                    <p:embed/>
                    <p:pic>
                      <p:nvPicPr>
                        <p:cNvPr id="0" name="Object 52"/>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2688" y="2534"/>
                          <a:ext cx="144" cy="144"/>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9525">
                              <a:solidFill>
                                <a:srgbClr val="FF505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327" name="Object 53"/>
            <p:cNvGraphicFramePr>
              <a:graphicFrameLocks noChangeAspect="1"/>
            </p:cNvGraphicFramePr>
            <p:nvPr/>
          </p:nvGraphicFramePr>
          <p:xfrm>
            <a:off x="2544" y="2700"/>
            <a:ext cx="456" cy="200"/>
          </p:xfrm>
          <a:graphic>
            <a:graphicData uri="http://schemas.openxmlformats.org/presentationml/2006/ole">
              <mc:AlternateContent xmlns:mc="http://schemas.openxmlformats.org/markup-compatibility/2006">
                <mc:Choice xmlns:v="urn:schemas-microsoft-com:vml" Requires="v">
                  <p:oleObj spid="_x0000_s78731" name="Equation" r:id="rId29" imgW="723586" imgH="317362" progId="Equation.3">
                    <p:embed/>
                  </p:oleObj>
                </mc:Choice>
                <mc:Fallback>
                  <p:oleObj name="Equation" r:id="rId29" imgW="723586" imgH="317362" progId="Equation.3">
                    <p:embed/>
                    <p:pic>
                      <p:nvPicPr>
                        <p:cNvPr id="0" name="Object 53"/>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2544" y="2700"/>
                          <a:ext cx="456" cy="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7" name="Group 54"/>
          <p:cNvGrpSpPr>
            <a:grpSpLocks/>
          </p:cNvGrpSpPr>
          <p:nvPr/>
        </p:nvGrpSpPr>
        <p:grpSpPr bwMode="auto">
          <a:xfrm>
            <a:off x="4038600" y="5160963"/>
            <a:ext cx="723900" cy="573087"/>
            <a:chOff x="2544" y="3251"/>
            <a:chExt cx="456" cy="361"/>
          </a:xfrm>
        </p:grpSpPr>
        <p:graphicFrame>
          <p:nvGraphicFramePr>
            <p:cNvPr id="13324" name="Object 55"/>
            <p:cNvGraphicFramePr>
              <a:graphicFrameLocks noChangeAspect="1"/>
            </p:cNvGraphicFramePr>
            <p:nvPr/>
          </p:nvGraphicFramePr>
          <p:xfrm>
            <a:off x="2688" y="3251"/>
            <a:ext cx="144" cy="144"/>
          </p:xfrm>
          <a:graphic>
            <a:graphicData uri="http://schemas.openxmlformats.org/presentationml/2006/ole">
              <mc:AlternateContent xmlns:mc="http://schemas.openxmlformats.org/markup-compatibility/2006">
                <mc:Choice xmlns:v="urn:schemas-microsoft-com:vml" Requires="v">
                  <p:oleObj spid="_x0000_s78732" name="Equation" r:id="rId31" imgW="142900" imgH="142830" progId="Equation.3">
                    <p:embed/>
                  </p:oleObj>
                </mc:Choice>
                <mc:Fallback>
                  <p:oleObj name="Equation" r:id="rId31" imgW="142900" imgH="142830" progId="Equation.3">
                    <p:embed/>
                    <p:pic>
                      <p:nvPicPr>
                        <p:cNvPr id="0" name="Object 55"/>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2688" y="3251"/>
                          <a:ext cx="144" cy="144"/>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9525">
                              <a:solidFill>
                                <a:srgbClr val="FF505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325" name="Object 56"/>
            <p:cNvGraphicFramePr>
              <a:graphicFrameLocks noChangeAspect="1"/>
            </p:cNvGraphicFramePr>
            <p:nvPr/>
          </p:nvGraphicFramePr>
          <p:xfrm>
            <a:off x="2544" y="3412"/>
            <a:ext cx="456" cy="200"/>
          </p:xfrm>
          <a:graphic>
            <a:graphicData uri="http://schemas.openxmlformats.org/presentationml/2006/ole">
              <mc:AlternateContent xmlns:mc="http://schemas.openxmlformats.org/markup-compatibility/2006">
                <mc:Choice xmlns:v="urn:schemas-microsoft-com:vml" Requires="v">
                  <p:oleObj spid="_x0000_s78733" name="Equation" r:id="rId33" imgW="723586" imgH="317362" progId="Equation.3">
                    <p:embed/>
                  </p:oleObj>
                </mc:Choice>
                <mc:Fallback>
                  <p:oleObj name="Equation" r:id="rId33" imgW="723586" imgH="317362" progId="Equation.3">
                    <p:embed/>
                    <p:pic>
                      <p:nvPicPr>
                        <p:cNvPr id="0" name="Object 56"/>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2544" y="3412"/>
                          <a:ext cx="456" cy="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3206"/>
                                        </p:tgtEl>
                                        <p:attrNameLst>
                                          <p:attrName>style.visibility</p:attrName>
                                        </p:attrNameLst>
                                      </p:cBhvr>
                                      <p:to>
                                        <p:strVal val="visible"/>
                                      </p:to>
                                    </p:set>
                                    <p:animEffect transition="in" filter="wipe(left)">
                                      <p:cBhvr>
                                        <p:cTn id="7" dur="500"/>
                                        <p:tgtEl>
                                          <p:spTgt spid="9320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3207"/>
                                        </p:tgtEl>
                                        <p:attrNameLst>
                                          <p:attrName>style.visibility</p:attrName>
                                        </p:attrNameLst>
                                      </p:cBhvr>
                                      <p:to>
                                        <p:strVal val="visible"/>
                                      </p:to>
                                    </p:set>
                                    <p:animEffect transition="in" filter="wipe(left)">
                                      <p:cBhvr>
                                        <p:cTn id="12" dur="500"/>
                                        <p:tgtEl>
                                          <p:spTgt spid="9320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93208"/>
                                        </p:tgtEl>
                                        <p:attrNameLst>
                                          <p:attrName>style.visibility</p:attrName>
                                        </p:attrNameLst>
                                      </p:cBhvr>
                                      <p:to>
                                        <p:strVal val="visible"/>
                                      </p:to>
                                    </p:set>
                                    <p:animEffect transition="in" filter="wipe(left)">
                                      <p:cBhvr>
                                        <p:cTn id="17" dur="500"/>
                                        <p:tgtEl>
                                          <p:spTgt spid="9320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wipe(left)">
                                      <p:cBhvr>
                                        <p:cTn id="22" dur="500"/>
                                        <p:tgtEl>
                                          <p:spTgt spid="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wipe(left)">
                                      <p:cBhvr>
                                        <p:cTn id="27" dur="500"/>
                                        <p:tgtEl>
                                          <p:spTgt spid="6"/>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3"/>
                                        </p:tgtEl>
                                        <p:attrNameLst>
                                          <p:attrName>style.visibility</p:attrName>
                                        </p:attrNameLst>
                                      </p:cBhvr>
                                      <p:to>
                                        <p:strVal val="visible"/>
                                      </p:to>
                                    </p:set>
                                    <p:animEffect transition="in" filter="wipe(left)">
                                      <p:cBhvr>
                                        <p:cTn id="32" dur="500"/>
                                        <p:tgtEl>
                                          <p:spTgt spid="3"/>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4"/>
                                        </p:tgtEl>
                                        <p:attrNameLst>
                                          <p:attrName>style.visibility</p:attrName>
                                        </p:attrNameLst>
                                      </p:cBhvr>
                                      <p:to>
                                        <p:strVal val="visible"/>
                                      </p:to>
                                    </p:set>
                                    <p:animEffect transition="in" filter="wipe(left)">
                                      <p:cBhvr>
                                        <p:cTn id="37" dur="500"/>
                                        <p:tgtEl>
                                          <p:spTgt spid="4"/>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7"/>
                                        </p:tgtEl>
                                        <p:attrNameLst>
                                          <p:attrName>style.visibility</p:attrName>
                                        </p:attrNameLst>
                                      </p:cBhvr>
                                      <p:to>
                                        <p:strVal val="visible"/>
                                      </p:to>
                                    </p:set>
                                    <p:animEffect transition="in" filter="wipe(left)">
                                      <p:cBhvr>
                                        <p:cTn id="42" dur="500"/>
                                        <p:tgtEl>
                                          <p:spTgt spid="7"/>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5"/>
                                        </p:tgtEl>
                                        <p:attrNameLst>
                                          <p:attrName>style.visibility</p:attrName>
                                        </p:attrNameLst>
                                      </p:cBhvr>
                                      <p:to>
                                        <p:strVal val="visible"/>
                                      </p:to>
                                    </p:set>
                                    <p:animEffect transition="in" filter="wipe(left)">
                                      <p:cBhvr>
                                        <p:cTn id="4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206" grpId="0" autoUpdateAnimBg="0"/>
      <p:bldP spid="93207" grpId="0" autoUpdateAnimBg="0"/>
      <p:bldP spid="93208" grpId="0"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Text Box 2"/>
          <p:cNvSpPr txBox="1">
            <a:spLocks noChangeArrowheads="1"/>
          </p:cNvSpPr>
          <p:nvPr/>
        </p:nvSpPr>
        <p:spPr bwMode="auto">
          <a:xfrm>
            <a:off x="251520" y="590073"/>
            <a:ext cx="91440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rgbClr val="996633"/>
              </a:buClr>
              <a:buFont typeface="Wingdings" panose="05000000000000000000" pitchFamily="2" charset="2"/>
              <a:buBlip>
                <a:blip r:embed="rId4"/>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4"/>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4"/>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9pPr>
          </a:lstStyle>
          <a:p>
            <a:pPr>
              <a:spcBef>
                <a:spcPct val="50000"/>
              </a:spcBef>
              <a:buClrTx/>
              <a:buFontTx/>
              <a:buNone/>
            </a:pPr>
            <a:r>
              <a:rPr lang="zh-CN" altLang="en-US" sz="2800" b="1" dirty="0">
                <a:solidFill>
                  <a:schemeClr val="accent2"/>
                </a:solidFill>
                <a:latin typeface="楷体_GB2312" pitchFamily="49" charset="-122"/>
              </a:rPr>
              <a:t>     甲、乙两门炮同时向一目标射击</a:t>
            </a:r>
            <a:r>
              <a:rPr lang="en-US" altLang="zh-CN" sz="2800" b="1" dirty="0">
                <a:solidFill>
                  <a:schemeClr val="accent2"/>
                </a:solidFill>
                <a:latin typeface="楷体_GB2312" pitchFamily="49" charset="-122"/>
              </a:rPr>
              <a:t>10</a:t>
            </a:r>
            <a:r>
              <a:rPr lang="zh-CN" altLang="en-US" sz="2800" b="1" dirty="0">
                <a:solidFill>
                  <a:schemeClr val="accent2"/>
                </a:solidFill>
                <a:latin typeface="楷体_GB2312" pitchFamily="49" charset="-122"/>
              </a:rPr>
              <a:t>发炮弹，</a:t>
            </a:r>
          </a:p>
        </p:txBody>
      </p:sp>
      <p:sp>
        <p:nvSpPr>
          <p:cNvPr id="118787" name="Rectangle 3"/>
          <p:cNvSpPr>
            <a:spLocks noChangeArrowheads="1"/>
          </p:cNvSpPr>
          <p:nvPr/>
        </p:nvSpPr>
        <p:spPr bwMode="auto">
          <a:xfrm>
            <a:off x="4157663" y="1174750"/>
            <a:ext cx="457676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rgbClr val="996633"/>
              </a:buClr>
              <a:buFont typeface="Wingdings" panose="05000000000000000000" pitchFamily="2" charset="2"/>
              <a:buBlip>
                <a:blip r:embed="rId4"/>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4"/>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4"/>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9pPr>
          </a:lstStyle>
          <a:p>
            <a:pPr algn="ctr">
              <a:spcBef>
                <a:spcPct val="0"/>
              </a:spcBef>
              <a:buClrTx/>
              <a:buFontTx/>
              <a:buNone/>
            </a:pPr>
            <a:r>
              <a:rPr lang="zh-CN" altLang="en-US" sz="2800" b="1">
                <a:solidFill>
                  <a:schemeClr val="accent2"/>
                </a:solidFill>
                <a:latin typeface="楷体_GB2312" pitchFamily="49" charset="-122"/>
              </a:rPr>
              <a:t>哪门炮射击效果好一些呢</a:t>
            </a:r>
            <a:r>
              <a:rPr lang="en-US" altLang="zh-CN" sz="2800" b="1">
                <a:solidFill>
                  <a:schemeClr val="accent2"/>
                </a:solidFill>
                <a:latin typeface="楷体_GB2312" pitchFamily="49" charset="-122"/>
              </a:rPr>
              <a:t>?</a:t>
            </a:r>
          </a:p>
        </p:txBody>
      </p:sp>
      <p:sp>
        <p:nvSpPr>
          <p:cNvPr id="118788" name="Rectangle 4"/>
          <p:cNvSpPr>
            <a:spLocks noChangeArrowheads="1"/>
          </p:cNvSpPr>
          <p:nvPr/>
        </p:nvSpPr>
        <p:spPr bwMode="auto">
          <a:xfrm>
            <a:off x="1600200" y="3444875"/>
            <a:ext cx="2473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rgbClr val="996633"/>
              </a:buClr>
              <a:buFont typeface="Wingdings" panose="05000000000000000000" pitchFamily="2" charset="2"/>
              <a:buBlip>
                <a:blip r:embed="rId4"/>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4"/>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4"/>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9pPr>
          </a:lstStyle>
          <a:p>
            <a:pPr algn="ctr">
              <a:spcBef>
                <a:spcPct val="0"/>
              </a:spcBef>
              <a:buClrTx/>
              <a:buFontTx/>
              <a:buNone/>
            </a:pPr>
            <a:r>
              <a:rPr lang="zh-CN" altLang="en-US" sz="2800" b="1">
                <a:solidFill>
                  <a:schemeClr val="accent2"/>
                </a:solidFill>
                <a:latin typeface="楷体_GB2312" pitchFamily="49" charset="-122"/>
              </a:rPr>
              <a:t>甲炮射击结果</a:t>
            </a:r>
          </a:p>
        </p:txBody>
      </p:sp>
      <p:sp>
        <p:nvSpPr>
          <p:cNvPr id="118789" name="Rectangle 5"/>
          <p:cNvSpPr>
            <a:spLocks noChangeArrowheads="1"/>
          </p:cNvSpPr>
          <p:nvPr/>
        </p:nvSpPr>
        <p:spPr bwMode="auto">
          <a:xfrm>
            <a:off x="4606925" y="3444875"/>
            <a:ext cx="26257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rgbClr val="996633"/>
              </a:buClr>
              <a:buFont typeface="Wingdings" panose="05000000000000000000" pitchFamily="2" charset="2"/>
              <a:buBlip>
                <a:blip r:embed="rId4"/>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4"/>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4"/>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9pPr>
          </a:lstStyle>
          <a:p>
            <a:pPr algn="ctr">
              <a:spcBef>
                <a:spcPct val="0"/>
              </a:spcBef>
              <a:buClrTx/>
              <a:buFontTx/>
              <a:buNone/>
            </a:pPr>
            <a:r>
              <a:rPr lang="zh-CN" altLang="en-US" sz="2800" b="1">
                <a:solidFill>
                  <a:schemeClr val="accent2"/>
                </a:solidFill>
                <a:latin typeface="楷体_GB2312" pitchFamily="49" charset="-122"/>
              </a:rPr>
              <a:t>乙炮射击结果</a:t>
            </a:r>
          </a:p>
        </p:txBody>
      </p:sp>
      <p:grpSp>
        <p:nvGrpSpPr>
          <p:cNvPr id="2" name="Group 6"/>
          <p:cNvGrpSpPr>
            <a:grpSpLocks/>
          </p:cNvGrpSpPr>
          <p:nvPr/>
        </p:nvGrpSpPr>
        <p:grpSpPr bwMode="auto">
          <a:xfrm>
            <a:off x="1330325" y="1920875"/>
            <a:ext cx="6553200" cy="1447800"/>
            <a:chOff x="816" y="2160"/>
            <a:chExt cx="4128" cy="912"/>
          </a:xfrm>
        </p:grpSpPr>
        <p:sp>
          <p:nvSpPr>
            <p:cNvPr id="14349" name="Text Box 7"/>
            <p:cNvSpPr txBox="1">
              <a:spLocks noChangeArrowheads="1"/>
            </p:cNvSpPr>
            <p:nvPr/>
          </p:nvSpPr>
          <p:spPr bwMode="auto">
            <a:xfrm>
              <a:off x="816" y="2189"/>
              <a:ext cx="4128"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996633"/>
                </a:buClr>
                <a:buFont typeface="Wingdings" panose="05000000000000000000" pitchFamily="2" charset="2"/>
                <a:buBlip>
                  <a:blip r:embed="rId4"/>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4"/>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4"/>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9pPr>
            </a:lstStyle>
            <a:p>
              <a:pPr algn="ctr">
                <a:spcBef>
                  <a:spcPct val="50000"/>
                </a:spcBef>
                <a:buClrTx/>
                <a:buFontTx/>
                <a:buNone/>
              </a:pPr>
              <a:r>
                <a:rPr lang="en-US" altLang="zh-CN" b="1">
                  <a:solidFill>
                    <a:schemeClr val="accent2"/>
                  </a:solidFill>
                  <a:latin typeface="楷体_GB2312" pitchFamily="49" charset="-122"/>
                </a:rPr>
                <a:t> </a:t>
              </a:r>
            </a:p>
          </p:txBody>
        </p:sp>
        <p:sp>
          <p:nvSpPr>
            <p:cNvPr id="14350" name="Rectangle 8"/>
            <p:cNvSpPr>
              <a:spLocks noChangeArrowheads="1"/>
            </p:cNvSpPr>
            <p:nvPr/>
          </p:nvSpPr>
          <p:spPr bwMode="auto">
            <a:xfrm>
              <a:off x="2900" y="2160"/>
              <a:ext cx="1649" cy="912"/>
            </a:xfrm>
            <a:prstGeom prst="rect">
              <a:avLst/>
            </a:prstGeom>
            <a:solidFill>
              <a:schemeClr val="hlink"/>
            </a:solidFill>
            <a:ln w="9525">
              <a:solidFill>
                <a:schemeClr val="tx1"/>
              </a:solidFill>
              <a:miter lim="800000"/>
              <a:headEnd/>
              <a:tailEnd/>
            </a:ln>
          </p:spPr>
          <p:txBody>
            <a:bodyPr wrap="none" anchor="ctr"/>
            <a:lstStyle>
              <a:lvl1pPr>
                <a:spcBef>
                  <a:spcPct val="20000"/>
                </a:spcBef>
                <a:buClr>
                  <a:srgbClr val="996633"/>
                </a:buClr>
                <a:buFont typeface="Wingdings" panose="05000000000000000000" pitchFamily="2" charset="2"/>
                <a:buBlip>
                  <a:blip r:embed="rId4"/>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4"/>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4"/>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endParaRPr lang="zh-CN" altLang="en-US" b="1">
                <a:solidFill>
                  <a:schemeClr val="accent2"/>
                </a:solidFill>
              </a:endParaRPr>
            </a:p>
          </p:txBody>
        </p:sp>
        <p:sp>
          <p:nvSpPr>
            <p:cNvPr id="14351" name="Rectangle 9"/>
            <p:cNvSpPr>
              <a:spLocks noChangeArrowheads="1"/>
            </p:cNvSpPr>
            <p:nvPr/>
          </p:nvSpPr>
          <p:spPr bwMode="auto">
            <a:xfrm>
              <a:off x="948" y="2160"/>
              <a:ext cx="1649" cy="912"/>
            </a:xfrm>
            <a:prstGeom prst="rect">
              <a:avLst/>
            </a:prstGeom>
            <a:solidFill>
              <a:schemeClr val="hlink"/>
            </a:solidFill>
            <a:ln w="9525">
              <a:solidFill>
                <a:schemeClr val="tx1"/>
              </a:solidFill>
              <a:miter lim="800000"/>
              <a:headEnd/>
              <a:tailEnd/>
            </a:ln>
          </p:spPr>
          <p:txBody>
            <a:bodyPr wrap="none" anchor="ctr"/>
            <a:lstStyle>
              <a:lvl1pPr>
                <a:spcBef>
                  <a:spcPct val="20000"/>
                </a:spcBef>
                <a:buClr>
                  <a:srgbClr val="996633"/>
                </a:buClr>
                <a:buFont typeface="Wingdings" panose="05000000000000000000" pitchFamily="2" charset="2"/>
                <a:buBlip>
                  <a:blip r:embed="rId4"/>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4"/>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4"/>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endParaRPr lang="zh-CN" altLang="en-US" b="1">
                <a:solidFill>
                  <a:schemeClr val="accent2"/>
                </a:solidFill>
              </a:endParaRPr>
            </a:p>
          </p:txBody>
        </p:sp>
        <p:graphicFrame>
          <p:nvGraphicFramePr>
            <p:cNvPr id="14352" name="Object 10"/>
            <p:cNvGraphicFramePr>
              <a:graphicFrameLocks noChangeAspect="1"/>
            </p:cNvGraphicFramePr>
            <p:nvPr/>
          </p:nvGraphicFramePr>
          <p:xfrm>
            <a:off x="2336" y="2588"/>
            <a:ext cx="151" cy="99"/>
          </p:xfrm>
          <a:graphic>
            <a:graphicData uri="http://schemas.openxmlformats.org/presentationml/2006/ole">
              <mc:AlternateContent xmlns:mc="http://schemas.openxmlformats.org/markup-compatibility/2006">
                <mc:Choice xmlns:v="urn:schemas-microsoft-com:vml" Requires="v">
                  <p:oleObj spid="_x0000_s79424" name="Equation" r:id="rId5" imgW="2733745" imgH="2733750" progId="Equation.DSMT4">
                    <p:embed/>
                  </p:oleObj>
                </mc:Choice>
                <mc:Fallback>
                  <p:oleObj name="Equation" r:id="rId5" imgW="2733745" imgH="2733750" progId="Equation.DSMT4">
                    <p:embed/>
                    <p:pic>
                      <p:nvPicPr>
                        <p:cNvPr id="0" name="Object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36" y="2588"/>
                          <a:ext cx="151" cy="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4353" name="Object 11"/>
            <p:cNvGraphicFramePr>
              <a:graphicFrameLocks noChangeAspect="1"/>
            </p:cNvGraphicFramePr>
            <p:nvPr/>
          </p:nvGraphicFramePr>
          <p:xfrm>
            <a:off x="2076" y="2474"/>
            <a:ext cx="151" cy="99"/>
          </p:xfrm>
          <a:graphic>
            <a:graphicData uri="http://schemas.openxmlformats.org/presentationml/2006/ole">
              <mc:AlternateContent xmlns:mc="http://schemas.openxmlformats.org/markup-compatibility/2006">
                <mc:Choice xmlns:v="urn:schemas-microsoft-com:vml" Requires="v">
                  <p:oleObj spid="_x0000_s79425" name="Equation" r:id="rId7" imgW="104812" imgH="104760" progId="Equation.DSMT4">
                    <p:embed/>
                  </p:oleObj>
                </mc:Choice>
                <mc:Fallback>
                  <p:oleObj name="Equation" r:id="rId7" imgW="104812" imgH="104760" progId="Equation.DSMT4">
                    <p:embed/>
                    <p:pic>
                      <p:nvPicPr>
                        <p:cNvPr id="0" name="Object 1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076" y="2474"/>
                          <a:ext cx="151" cy="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4354" name="Object 12"/>
            <p:cNvGraphicFramePr>
              <a:graphicFrameLocks noChangeAspect="1"/>
            </p:cNvGraphicFramePr>
            <p:nvPr/>
          </p:nvGraphicFramePr>
          <p:xfrm>
            <a:off x="3421" y="2588"/>
            <a:ext cx="151" cy="99"/>
          </p:xfrm>
          <a:graphic>
            <a:graphicData uri="http://schemas.openxmlformats.org/presentationml/2006/ole">
              <mc:AlternateContent xmlns:mc="http://schemas.openxmlformats.org/markup-compatibility/2006">
                <mc:Choice xmlns:v="urn:schemas-microsoft-com:vml" Requires="v">
                  <p:oleObj spid="_x0000_s79426" name="Equation" r:id="rId9" imgW="104812" imgH="104760" progId="Equation.DSMT4">
                    <p:embed/>
                  </p:oleObj>
                </mc:Choice>
                <mc:Fallback>
                  <p:oleObj name="Equation" r:id="rId9" imgW="104812" imgH="104760" progId="Equation.DSMT4">
                    <p:embed/>
                    <p:pic>
                      <p:nvPicPr>
                        <p:cNvPr id="0" name="Object 1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421" y="2588"/>
                          <a:ext cx="151" cy="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4355" name="Object 13"/>
            <p:cNvGraphicFramePr>
              <a:graphicFrameLocks noChangeAspect="1"/>
            </p:cNvGraphicFramePr>
            <p:nvPr/>
          </p:nvGraphicFramePr>
          <p:xfrm>
            <a:off x="1772" y="2360"/>
            <a:ext cx="151" cy="99"/>
          </p:xfrm>
          <a:graphic>
            <a:graphicData uri="http://schemas.openxmlformats.org/presentationml/2006/ole">
              <mc:AlternateContent xmlns:mc="http://schemas.openxmlformats.org/markup-compatibility/2006">
                <mc:Choice xmlns:v="urn:schemas-microsoft-com:vml" Requires="v">
                  <p:oleObj spid="_x0000_s79427" name="Equation" r:id="rId11" imgW="104812" imgH="104760" progId="Equation.DSMT4">
                    <p:embed/>
                  </p:oleObj>
                </mc:Choice>
                <mc:Fallback>
                  <p:oleObj name="Equation" r:id="rId11" imgW="104812" imgH="104760" progId="Equation.DSMT4">
                    <p:embed/>
                    <p:pic>
                      <p:nvPicPr>
                        <p:cNvPr id="0" name="Object 1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772" y="2360"/>
                          <a:ext cx="151" cy="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4356" name="Object 14"/>
            <p:cNvGraphicFramePr>
              <a:graphicFrameLocks noChangeAspect="1"/>
            </p:cNvGraphicFramePr>
            <p:nvPr/>
          </p:nvGraphicFramePr>
          <p:xfrm>
            <a:off x="3638" y="2445"/>
            <a:ext cx="151" cy="99"/>
          </p:xfrm>
          <a:graphic>
            <a:graphicData uri="http://schemas.openxmlformats.org/presentationml/2006/ole">
              <mc:AlternateContent xmlns:mc="http://schemas.openxmlformats.org/markup-compatibility/2006">
                <mc:Choice xmlns:v="urn:schemas-microsoft-com:vml" Requires="v">
                  <p:oleObj spid="_x0000_s79428" name="Equation" r:id="rId13" imgW="104812" imgH="104760" progId="Equation.DSMT4">
                    <p:embed/>
                  </p:oleObj>
                </mc:Choice>
                <mc:Fallback>
                  <p:oleObj name="Equation" r:id="rId13" imgW="104812" imgH="104760" progId="Equation.DSMT4">
                    <p:embed/>
                    <p:pic>
                      <p:nvPicPr>
                        <p:cNvPr id="0" name="Object 14"/>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638" y="2445"/>
                          <a:ext cx="151" cy="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4357" name="Object 15"/>
            <p:cNvGraphicFramePr>
              <a:graphicFrameLocks noChangeAspect="1"/>
            </p:cNvGraphicFramePr>
            <p:nvPr/>
          </p:nvGraphicFramePr>
          <p:xfrm>
            <a:off x="3551" y="2559"/>
            <a:ext cx="151" cy="99"/>
          </p:xfrm>
          <a:graphic>
            <a:graphicData uri="http://schemas.openxmlformats.org/presentationml/2006/ole">
              <mc:AlternateContent xmlns:mc="http://schemas.openxmlformats.org/markup-compatibility/2006">
                <mc:Choice xmlns:v="urn:schemas-microsoft-com:vml" Requires="v">
                  <p:oleObj spid="_x0000_s79429" name="Equation" r:id="rId15" imgW="104812" imgH="104760" progId="Equation.DSMT4">
                    <p:embed/>
                  </p:oleObj>
                </mc:Choice>
                <mc:Fallback>
                  <p:oleObj name="Equation" r:id="rId15" imgW="104812" imgH="104760" progId="Equation.DSMT4">
                    <p:embed/>
                    <p:pic>
                      <p:nvPicPr>
                        <p:cNvPr id="0" name="Object 15"/>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551" y="2559"/>
                          <a:ext cx="151" cy="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4358" name="Object 16"/>
            <p:cNvGraphicFramePr>
              <a:graphicFrameLocks noChangeAspect="1"/>
            </p:cNvGraphicFramePr>
            <p:nvPr/>
          </p:nvGraphicFramePr>
          <p:xfrm>
            <a:off x="1252" y="2360"/>
            <a:ext cx="151" cy="99"/>
          </p:xfrm>
          <a:graphic>
            <a:graphicData uri="http://schemas.openxmlformats.org/presentationml/2006/ole">
              <mc:AlternateContent xmlns:mc="http://schemas.openxmlformats.org/markup-compatibility/2006">
                <mc:Choice xmlns:v="urn:schemas-microsoft-com:vml" Requires="v">
                  <p:oleObj spid="_x0000_s79430" name="Equation" r:id="rId17" imgW="104812" imgH="104760" progId="Equation.DSMT4">
                    <p:embed/>
                  </p:oleObj>
                </mc:Choice>
                <mc:Fallback>
                  <p:oleObj name="Equation" r:id="rId17" imgW="104812" imgH="104760" progId="Equation.DSMT4">
                    <p:embed/>
                    <p:pic>
                      <p:nvPicPr>
                        <p:cNvPr id="0" name="Object 16"/>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252" y="2360"/>
                          <a:ext cx="151" cy="99"/>
                        </a:xfrm>
                        <a:prstGeom prst="rect">
                          <a:avLst/>
                        </a:prstGeom>
                        <a:noFill/>
                        <a:ln>
                          <a:noFill/>
                        </a:ln>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2"/>
                              </a:solidFill>
                              <a:miter lim="800000"/>
                              <a:headEnd/>
                              <a:tailEnd/>
                            </a14:hiddenLine>
                          </a:ext>
                        </a:extLst>
                      </p:spPr>
                    </p:pic>
                  </p:oleObj>
                </mc:Fallback>
              </mc:AlternateContent>
            </a:graphicData>
          </a:graphic>
        </p:graphicFrame>
        <p:graphicFrame>
          <p:nvGraphicFramePr>
            <p:cNvPr id="14359" name="Object 17"/>
            <p:cNvGraphicFramePr>
              <a:graphicFrameLocks noChangeAspect="1"/>
            </p:cNvGraphicFramePr>
            <p:nvPr/>
          </p:nvGraphicFramePr>
          <p:xfrm>
            <a:off x="1902" y="2616"/>
            <a:ext cx="151" cy="99"/>
          </p:xfrm>
          <a:graphic>
            <a:graphicData uri="http://schemas.openxmlformats.org/presentationml/2006/ole">
              <mc:AlternateContent xmlns:mc="http://schemas.openxmlformats.org/markup-compatibility/2006">
                <mc:Choice xmlns:v="urn:schemas-microsoft-com:vml" Requires="v">
                  <p:oleObj spid="_x0000_s79431" name="Equation" r:id="rId19" imgW="104812" imgH="104760" progId="Equation.DSMT4">
                    <p:embed/>
                  </p:oleObj>
                </mc:Choice>
                <mc:Fallback>
                  <p:oleObj name="Equation" r:id="rId19" imgW="104812" imgH="104760" progId="Equation.DSMT4">
                    <p:embed/>
                    <p:pic>
                      <p:nvPicPr>
                        <p:cNvPr id="0" name="Object 17"/>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902" y="2616"/>
                          <a:ext cx="151" cy="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4360" name="Object 18"/>
            <p:cNvGraphicFramePr>
              <a:graphicFrameLocks noChangeAspect="1"/>
            </p:cNvGraphicFramePr>
            <p:nvPr/>
          </p:nvGraphicFramePr>
          <p:xfrm>
            <a:off x="3681" y="2588"/>
            <a:ext cx="151" cy="99"/>
          </p:xfrm>
          <a:graphic>
            <a:graphicData uri="http://schemas.openxmlformats.org/presentationml/2006/ole">
              <mc:AlternateContent xmlns:mc="http://schemas.openxmlformats.org/markup-compatibility/2006">
                <mc:Choice xmlns:v="urn:schemas-microsoft-com:vml" Requires="v">
                  <p:oleObj spid="_x0000_s79432" name="Equation" r:id="rId21" imgW="104812" imgH="104760" progId="Equation.DSMT4">
                    <p:embed/>
                  </p:oleObj>
                </mc:Choice>
                <mc:Fallback>
                  <p:oleObj name="Equation" r:id="rId21" imgW="104812" imgH="104760" progId="Equation.DSMT4">
                    <p:embed/>
                    <p:pic>
                      <p:nvPicPr>
                        <p:cNvPr id="0" name="Object 18"/>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3681" y="2588"/>
                          <a:ext cx="151" cy="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4361" name="Object 19"/>
            <p:cNvGraphicFramePr>
              <a:graphicFrameLocks noChangeAspect="1"/>
            </p:cNvGraphicFramePr>
            <p:nvPr/>
          </p:nvGraphicFramePr>
          <p:xfrm>
            <a:off x="3942" y="2559"/>
            <a:ext cx="151" cy="99"/>
          </p:xfrm>
          <a:graphic>
            <a:graphicData uri="http://schemas.openxmlformats.org/presentationml/2006/ole">
              <mc:AlternateContent xmlns:mc="http://schemas.openxmlformats.org/markup-compatibility/2006">
                <mc:Choice xmlns:v="urn:schemas-microsoft-com:vml" Requires="v">
                  <p:oleObj spid="_x0000_s79433" name="Equation" r:id="rId23" imgW="104812" imgH="104760" progId="Equation.DSMT4">
                    <p:embed/>
                  </p:oleObj>
                </mc:Choice>
                <mc:Fallback>
                  <p:oleObj name="Equation" r:id="rId23" imgW="104812" imgH="104760" progId="Equation.DSMT4">
                    <p:embed/>
                    <p:pic>
                      <p:nvPicPr>
                        <p:cNvPr id="0" name="Object 19"/>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3942" y="2559"/>
                          <a:ext cx="151" cy="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4362" name="Object 20"/>
            <p:cNvGraphicFramePr>
              <a:graphicFrameLocks noChangeAspect="1"/>
            </p:cNvGraphicFramePr>
            <p:nvPr/>
          </p:nvGraphicFramePr>
          <p:xfrm>
            <a:off x="1555" y="2559"/>
            <a:ext cx="151" cy="99"/>
          </p:xfrm>
          <a:graphic>
            <a:graphicData uri="http://schemas.openxmlformats.org/presentationml/2006/ole">
              <mc:AlternateContent xmlns:mc="http://schemas.openxmlformats.org/markup-compatibility/2006">
                <mc:Choice xmlns:v="urn:schemas-microsoft-com:vml" Requires="v">
                  <p:oleObj spid="_x0000_s79434" name="Equation" r:id="rId25" imgW="104812" imgH="104760" progId="Equation.DSMT4">
                    <p:embed/>
                  </p:oleObj>
                </mc:Choice>
                <mc:Fallback>
                  <p:oleObj name="Equation" r:id="rId25" imgW="104812" imgH="104760" progId="Equation.DSMT4">
                    <p:embed/>
                    <p:pic>
                      <p:nvPicPr>
                        <p:cNvPr id="0" name="Object 20"/>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1555" y="2559"/>
                          <a:ext cx="151" cy="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4363" name="Object 21"/>
            <p:cNvGraphicFramePr>
              <a:graphicFrameLocks noChangeAspect="1"/>
            </p:cNvGraphicFramePr>
            <p:nvPr/>
          </p:nvGraphicFramePr>
          <p:xfrm>
            <a:off x="3855" y="2645"/>
            <a:ext cx="151" cy="99"/>
          </p:xfrm>
          <a:graphic>
            <a:graphicData uri="http://schemas.openxmlformats.org/presentationml/2006/ole">
              <mc:AlternateContent xmlns:mc="http://schemas.openxmlformats.org/markup-compatibility/2006">
                <mc:Choice xmlns:v="urn:schemas-microsoft-com:vml" Requires="v">
                  <p:oleObj spid="_x0000_s79435" name="Equation" r:id="rId27" imgW="104812" imgH="104760" progId="Equation.DSMT4">
                    <p:embed/>
                  </p:oleObj>
                </mc:Choice>
                <mc:Fallback>
                  <p:oleObj name="Equation" r:id="rId27" imgW="104812" imgH="104760" progId="Equation.DSMT4">
                    <p:embed/>
                    <p:pic>
                      <p:nvPicPr>
                        <p:cNvPr id="0" name="Object 21"/>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3855" y="2645"/>
                          <a:ext cx="151" cy="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4364" name="Object 22"/>
            <p:cNvGraphicFramePr>
              <a:graphicFrameLocks noChangeAspect="1"/>
            </p:cNvGraphicFramePr>
            <p:nvPr/>
          </p:nvGraphicFramePr>
          <p:xfrm>
            <a:off x="1772" y="2901"/>
            <a:ext cx="151" cy="99"/>
          </p:xfrm>
          <a:graphic>
            <a:graphicData uri="http://schemas.openxmlformats.org/presentationml/2006/ole">
              <mc:AlternateContent xmlns:mc="http://schemas.openxmlformats.org/markup-compatibility/2006">
                <mc:Choice xmlns:v="urn:schemas-microsoft-com:vml" Requires="v">
                  <p:oleObj spid="_x0000_s79436" name="Equation" r:id="rId29" imgW="104812" imgH="104760" progId="Equation.DSMT4">
                    <p:embed/>
                  </p:oleObj>
                </mc:Choice>
                <mc:Fallback>
                  <p:oleObj name="Equation" r:id="rId29" imgW="104812" imgH="104760" progId="Equation.DSMT4">
                    <p:embed/>
                    <p:pic>
                      <p:nvPicPr>
                        <p:cNvPr id="0" name="Object 22"/>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1772" y="2901"/>
                          <a:ext cx="151" cy="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4365" name="Object 23"/>
            <p:cNvGraphicFramePr>
              <a:graphicFrameLocks noChangeAspect="1"/>
            </p:cNvGraphicFramePr>
            <p:nvPr/>
          </p:nvGraphicFramePr>
          <p:xfrm>
            <a:off x="1425" y="2873"/>
            <a:ext cx="151" cy="99"/>
          </p:xfrm>
          <a:graphic>
            <a:graphicData uri="http://schemas.openxmlformats.org/presentationml/2006/ole">
              <mc:AlternateContent xmlns:mc="http://schemas.openxmlformats.org/markup-compatibility/2006">
                <mc:Choice xmlns:v="urn:schemas-microsoft-com:vml" Requires="v">
                  <p:oleObj spid="_x0000_s79437" name="Equation" r:id="rId31" imgW="104812" imgH="104760" progId="Equation.DSMT4">
                    <p:embed/>
                  </p:oleObj>
                </mc:Choice>
                <mc:Fallback>
                  <p:oleObj name="Equation" r:id="rId31" imgW="104812" imgH="104760" progId="Equation.DSMT4">
                    <p:embed/>
                    <p:pic>
                      <p:nvPicPr>
                        <p:cNvPr id="0" name="Object 23"/>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1425" y="2873"/>
                          <a:ext cx="151" cy="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4366" name="Object 24"/>
            <p:cNvGraphicFramePr>
              <a:graphicFrameLocks noChangeAspect="1"/>
            </p:cNvGraphicFramePr>
            <p:nvPr/>
          </p:nvGraphicFramePr>
          <p:xfrm>
            <a:off x="3551" y="2730"/>
            <a:ext cx="151" cy="99"/>
          </p:xfrm>
          <a:graphic>
            <a:graphicData uri="http://schemas.openxmlformats.org/presentationml/2006/ole">
              <mc:AlternateContent xmlns:mc="http://schemas.openxmlformats.org/markup-compatibility/2006">
                <mc:Choice xmlns:v="urn:schemas-microsoft-com:vml" Requires="v">
                  <p:oleObj spid="_x0000_s79438" name="Equation" r:id="rId33" imgW="104812" imgH="104760" progId="Equation.DSMT4">
                    <p:embed/>
                  </p:oleObj>
                </mc:Choice>
                <mc:Fallback>
                  <p:oleObj name="Equation" r:id="rId33" imgW="104812" imgH="104760" progId="Equation.DSMT4">
                    <p:embed/>
                    <p:pic>
                      <p:nvPicPr>
                        <p:cNvPr id="0" name="Object 24"/>
                        <p:cNvPicPr>
                          <a:picLocks noChangeAspect="1" noChangeArrowheads="1"/>
                        </p:cNvPicPr>
                        <p:nvPr/>
                      </p:nvPicPr>
                      <p:blipFill>
                        <a:blip r:embed="rId34">
                          <a:extLst>
                            <a:ext uri="{28A0092B-C50C-407E-A947-70E740481C1C}">
                              <a14:useLocalDpi xmlns:a14="http://schemas.microsoft.com/office/drawing/2010/main" val="0"/>
                            </a:ext>
                          </a:extLst>
                        </a:blip>
                        <a:srcRect/>
                        <a:stretch>
                          <a:fillRect/>
                        </a:stretch>
                      </p:blipFill>
                      <p:spPr bwMode="auto">
                        <a:xfrm>
                          <a:off x="3551" y="2730"/>
                          <a:ext cx="151" cy="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4367" name="Object 25"/>
            <p:cNvGraphicFramePr>
              <a:graphicFrameLocks noChangeAspect="1"/>
            </p:cNvGraphicFramePr>
            <p:nvPr/>
          </p:nvGraphicFramePr>
          <p:xfrm>
            <a:off x="2076" y="2730"/>
            <a:ext cx="151" cy="99"/>
          </p:xfrm>
          <a:graphic>
            <a:graphicData uri="http://schemas.openxmlformats.org/presentationml/2006/ole">
              <mc:AlternateContent xmlns:mc="http://schemas.openxmlformats.org/markup-compatibility/2006">
                <mc:Choice xmlns:v="urn:schemas-microsoft-com:vml" Requires="v">
                  <p:oleObj spid="_x0000_s79439" name="Equation" r:id="rId35" imgW="104812" imgH="104760" progId="Equation.DSMT4">
                    <p:embed/>
                  </p:oleObj>
                </mc:Choice>
                <mc:Fallback>
                  <p:oleObj name="Equation" r:id="rId35" imgW="104812" imgH="104760" progId="Equation.DSMT4">
                    <p:embed/>
                    <p:pic>
                      <p:nvPicPr>
                        <p:cNvPr id="0" name="Object 25"/>
                        <p:cNvPicPr>
                          <a:picLocks noChangeAspect="1" noChangeArrowheads="1"/>
                        </p:cNvPicPr>
                        <p:nvPr/>
                      </p:nvPicPr>
                      <p:blipFill>
                        <a:blip r:embed="rId36">
                          <a:extLst>
                            <a:ext uri="{28A0092B-C50C-407E-A947-70E740481C1C}">
                              <a14:useLocalDpi xmlns:a14="http://schemas.microsoft.com/office/drawing/2010/main" val="0"/>
                            </a:ext>
                          </a:extLst>
                        </a:blip>
                        <a:srcRect/>
                        <a:stretch>
                          <a:fillRect/>
                        </a:stretch>
                      </p:blipFill>
                      <p:spPr bwMode="auto">
                        <a:xfrm>
                          <a:off x="2076" y="2730"/>
                          <a:ext cx="151" cy="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4368" name="Object 26"/>
            <p:cNvGraphicFramePr>
              <a:graphicFrameLocks noChangeAspect="1"/>
            </p:cNvGraphicFramePr>
            <p:nvPr/>
          </p:nvGraphicFramePr>
          <p:xfrm>
            <a:off x="3725" y="2730"/>
            <a:ext cx="151" cy="99"/>
          </p:xfrm>
          <a:graphic>
            <a:graphicData uri="http://schemas.openxmlformats.org/presentationml/2006/ole">
              <mc:AlternateContent xmlns:mc="http://schemas.openxmlformats.org/markup-compatibility/2006">
                <mc:Choice xmlns:v="urn:schemas-microsoft-com:vml" Requires="v">
                  <p:oleObj spid="_x0000_s79440" name="Equation" r:id="rId37" imgW="104812" imgH="104760" progId="Equation.DSMT4">
                    <p:embed/>
                  </p:oleObj>
                </mc:Choice>
                <mc:Fallback>
                  <p:oleObj name="Equation" r:id="rId37" imgW="104812" imgH="104760" progId="Equation.DSMT4">
                    <p:embed/>
                    <p:pic>
                      <p:nvPicPr>
                        <p:cNvPr id="0" name="Object 26"/>
                        <p:cNvPicPr>
                          <a:picLocks noChangeAspect="1" noChangeArrowheads="1"/>
                        </p:cNvPicPr>
                        <p:nvPr/>
                      </p:nvPicPr>
                      <p:blipFill>
                        <a:blip r:embed="rId38">
                          <a:extLst>
                            <a:ext uri="{28A0092B-C50C-407E-A947-70E740481C1C}">
                              <a14:useLocalDpi xmlns:a14="http://schemas.microsoft.com/office/drawing/2010/main" val="0"/>
                            </a:ext>
                          </a:extLst>
                        </a:blip>
                        <a:srcRect/>
                        <a:stretch>
                          <a:fillRect/>
                        </a:stretch>
                      </p:blipFill>
                      <p:spPr bwMode="auto">
                        <a:xfrm>
                          <a:off x="3725" y="2730"/>
                          <a:ext cx="151" cy="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4369" name="Object 27"/>
            <p:cNvGraphicFramePr>
              <a:graphicFrameLocks noChangeAspect="1"/>
            </p:cNvGraphicFramePr>
            <p:nvPr/>
          </p:nvGraphicFramePr>
          <p:xfrm>
            <a:off x="3378" y="2759"/>
            <a:ext cx="151" cy="99"/>
          </p:xfrm>
          <a:graphic>
            <a:graphicData uri="http://schemas.openxmlformats.org/presentationml/2006/ole">
              <mc:AlternateContent xmlns:mc="http://schemas.openxmlformats.org/markup-compatibility/2006">
                <mc:Choice xmlns:v="urn:schemas-microsoft-com:vml" Requires="v">
                  <p:oleObj spid="_x0000_s79441" name="Equation" r:id="rId39" imgW="104812" imgH="104760" progId="Equation.DSMT4">
                    <p:embed/>
                  </p:oleObj>
                </mc:Choice>
                <mc:Fallback>
                  <p:oleObj name="Equation" r:id="rId39" imgW="104812" imgH="104760" progId="Equation.DSMT4">
                    <p:embed/>
                    <p:pic>
                      <p:nvPicPr>
                        <p:cNvPr id="0" name="Object 27"/>
                        <p:cNvPicPr>
                          <a:picLocks noChangeAspect="1" noChangeArrowheads="1"/>
                        </p:cNvPicPr>
                        <p:nvPr/>
                      </p:nvPicPr>
                      <p:blipFill>
                        <a:blip r:embed="rId40">
                          <a:extLst>
                            <a:ext uri="{28A0092B-C50C-407E-A947-70E740481C1C}">
                              <a14:useLocalDpi xmlns:a14="http://schemas.microsoft.com/office/drawing/2010/main" val="0"/>
                            </a:ext>
                          </a:extLst>
                        </a:blip>
                        <a:srcRect/>
                        <a:stretch>
                          <a:fillRect/>
                        </a:stretch>
                      </p:blipFill>
                      <p:spPr bwMode="auto">
                        <a:xfrm>
                          <a:off x="3378" y="2759"/>
                          <a:ext cx="151" cy="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4370" name="Object 28"/>
            <p:cNvGraphicFramePr>
              <a:graphicFrameLocks noChangeAspect="1"/>
            </p:cNvGraphicFramePr>
            <p:nvPr/>
          </p:nvGraphicFramePr>
          <p:xfrm>
            <a:off x="1295" y="2702"/>
            <a:ext cx="151" cy="99"/>
          </p:xfrm>
          <a:graphic>
            <a:graphicData uri="http://schemas.openxmlformats.org/presentationml/2006/ole">
              <mc:AlternateContent xmlns:mc="http://schemas.openxmlformats.org/markup-compatibility/2006">
                <mc:Choice xmlns:v="urn:schemas-microsoft-com:vml" Requires="v">
                  <p:oleObj spid="_x0000_s79442" name="Equation" r:id="rId41" imgW="104812" imgH="104760" progId="Equation.DSMT4">
                    <p:embed/>
                  </p:oleObj>
                </mc:Choice>
                <mc:Fallback>
                  <p:oleObj name="Equation" r:id="rId41" imgW="104812" imgH="104760" progId="Equation.DSMT4">
                    <p:embed/>
                    <p:pic>
                      <p:nvPicPr>
                        <p:cNvPr id="0" name="Object 28"/>
                        <p:cNvPicPr>
                          <a:picLocks noChangeAspect="1" noChangeArrowheads="1"/>
                        </p:cNvPicPr>
                        <p:nvPr/>
                      </p:nvPicPr>
                      <p:blipFill>
                        <a:blip r:embed="rId42">
                          <a:extLst>
                            <a:ext uri="{28A0092B-C50C-407E-A947-70E740481C1C}">
                              <a14:useLocalDpi xmlns:a14="http://schemas.microsoft.com/office/drawing/2010/main" val="0"/>
                            </a:ext>
                          </a:extLst>
                        </a:blip>
                        <a:srcRect/>
                        <a:stretch>
                          <a:fillRect/>
                        </a:stretch>
                      </p:blipFill>
                      <p:spPr bwMode="auto">
                        <a:xfrm>
                          <a:off x="1295" y="2702"/>
                          <a:ext cx="151" cy="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4371" name="Object 29"/>
            <p:cNvGraphicFramePr>
              <a:graphicFrameLocks noChangeAspect="1"/>
            </p:cNvGraphicFramePr>
            <p:nvPr/>
          </p:nvGraphicFramePr>
          <p:xfrm>
            <a:off x="3898" y="2730"/>
            <a:ext cx="151" cy="99"/>
          </p:xfrm>
          <a:graphic>
            <a:graphicData uri="http://schemas.openxmlformats.org/presentationml/2006/ole">
              <mc:AlternateContent xmlns:mc="http://schemas.openxmlformats.org/markup-compatibility/2006">
                <mc:Choice xmlns:v="urn:schemas-microsoft-com:vml" Requires="v">
                  <p:oleObj spid="_x0000_s79443" name="Equation" r:id="rId43" imgW="104812" imgH="104760" progId="Equation.DSMT4">
                    <p:embed/>
                  </p:oleObj>
                </mc:Choice>
                <mc:Fallback>
                  <p:oleObj name="Equation" r:id="rId43" imgW="104812" imgH="104760" progId="Equation.DSMT4">
                    <p:embed/>
                    <p:pic>
                      <p:nvPicPr>
                        <p:cNvPr id="0" name="Object 29"/>
                        <p:cNvPicPr>
                          <a:picLocks noChangeAspect="1" noChangeArrowheads="1"/>
                        </p:cNvPicPr>
                        <p:nvPr/>
                      </p:nvPicPr>
                      <p:blipFill>
                        <a:blip r:embed="rId44">
                          <a:extLst>
                            <a:ext uri="{28A0092B-C50C-407E-A947-70E740481C1C}">
                              <a14:useLocalDpi xmlns:a14="http://schemas.microsoft.com/office/drawing/2010/main" val="0"/>
                            </a:ext>
                          </a:extLst>
                        </a:blip>
                        <a:srcRect/>
                        <a:stretch>
                          <a:fillRect/>
                        </a:stretch>
                      </p:blipFill>
                      <p:spPr bwMode="auto">
                        <a:xfrm>
                          <a:off x="3898" y="2730"/>
                          <a:ext cx="151" cy="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4372" name="Oval 30"/>
            <p:cNvSpPr>
              <a:spLocks noChangeArrowheads="1"/>
            </p:cNvSpPr>
            <p:nvPr/>
          </p:nvSpPr>
          <p:spPr bwMode="auto">
            <a:xfrm>
              <a:off x="1738" y="2616"/>
              <a:ext cx="44" cy="29"/>
            </a:xfrm>
            <a:prstGeom prst="ellipse">
              <a:avLst/>
            </a:prstGeom>
            <a:solidFill>
              <a:schemeClr val="tx2"/>
            </a:solidFill>
            <a:ln w="9525">
              <a:solidFill>
                <a:schemeClr val="tx1"/>
              </a:solidFill>
              <a:round/>
              <a:headEnd/>
              <a:tailEnd/>
            </a:ln>
          </p:spPr>
          <p:txBody>
            <a:bodyPr wrap="none" anchor="ctr"/>
            <a:lstStyle>
              <a:lvl1pPr>
                <a:spcBef>
                  <a:spcPct val="20000"/>
                </a:spcBef>
                <a:buClr>
                  <a:srgbClr val="996633"/>
                </a:buClr>
                <a:buFont typeface="Wingdings" panose="05000000000000000000" pitchFamily="2" charset="2"/>
                <a:buBlip>
                  <a:blip r:embed="rId4"/>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4"/>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4"/>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endParaRPr lang="zh-CN" altLang="en-US" b="1">
                <a:solidFill>
                  <a:schemeClr val="accent2"/>
                </a:solidFill>
              </a:endParaRPr>
            </a:p>
          </p:txBody>
        </p:sp>
        <p:sp>
          <p:nvSpPr>
            <p:cNvPr id="14373" name="Rectangle 31"/>
            <p:cNvSpPr>
              <a:spLocks noChangeArrowheads="1"/>
            </p:cNvSpPr>
            <p:nvPr/>
          </p:nvSpPr>
          <p:spPr bwMode="auto">
            <a:xfrm>
              <a:off x="1536" y="2414"/>
              <a:ext cx="635"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rgbClr val="996633"/>
                </a:buClr>
                <a:buFont typeface="Wingdings" panose="05000000000000000000" pitchFamily="2" charset="2"/>
                <a:buBlip>
                  <a:blip r:embed="rId4"/>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4"/>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4"/>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9pPr>
            </a:lstStyle>
            <a:p>
              <a:pPr algn="ctr">
                <a:spcBef>
                  <a:spcPct val="0"/>
                </a:spcBef>
                <a:buClrTx/>
                <a:buFontTx/>
                <a:buNone/>
              </a:pPr>
              <a:r>
                <a:rPr lang="zh-CN" altLang="en-US" b="1">
                  <a:solidFill>
                    <a:schemeClr val="accent2"/>
                  </a:solidFill>
                  <a:latin typeface="楷体_GB2312" pitchFamily="49" charset="-122"/>
                </a:rPr>
                <a:t>中心</a:t>
              </a:r>
            </a:p>
          </p:txBody>
        </p:sp>
        <p:sp>
          <p:nvSpPr>
            <p:cNvPr id="14374" name="Rectangle 32"/>
            <p:cNvSpPr>
              <a:spLocks noChangeArrowheads="1"/>
            </p:cNvSpPr>
            <p:nvPr/>
          </p:nvSpPr>
          <p:spPr bwMode="auto">
            <a:xfrm>
              <a:off x="3391" y="2361"/>
              <a:ext cx="635"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rgbClr val="996633"/>
                </a:buClr>
                <a:buFont typeface="Wingdings" panose="05000000000000000000" pitchFamily="2" charset="2"/>
                <a:buBlip>
                  <a:blip r:embed="rId4"/>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4"/>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4"/>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9pPr>
            </a:lstStyle>
            <a:p>
              <a:pPr algn="ctr">
                <a:spcBef>
                  <a:spcPct val="0"/>
                </a:spcBef>
                <a:buClrTx/>
                <a:buFontTx/>
                <a:buNone/>
              </a:pPr>
              <a:r>
                <a:rPr lang="zh-CN" altLang="en-US" b="1">
                  <a:solidFill>
                    <a:schemeClr val="accent2"/>
                  </a:solidFill>
                  <a:latin typeface="楷体_GB2312" pitchFamily="49" charset="-122"/>
                </a:rPr>
                <a:t>中心</a:t>
              </a:r>
            </a:p>
          </p:txBody>
        </p:sp>
        <p:sp>
          <p:nvSpPr>
            <p:cNvPr id="14375" name="Oval 33"/>
            <p:cNvSpPr>
              <a:spLocks noChangeArrowheads="1"/>
            </p:cNvSpPr>
            <p:nvPr/>
          </p:nvSpPr>
          <p:spPr bwMode="auto">
            <a:xfrm>
              <a:off x="3627" y="2616"/>
              <a:ext cx="43" cy="29"/>
            </a:xfrm>
            <a:prstGeom prst="ellipse">
              <a:avLst/>
            </a:prstGeom>
            <a:solidFill>
              <a:srgbClr val="FF0000"/>
            </a:solidFill>
            <a:ln w="9525">
              <a:solidFill>
                <a:schemeClr val="tx1"/>
              </a:solidFill>
              <a:round/>
              <a:headEnd/>
              <a:tailEnd/>
            </a:ln>
          </p:spPr>
          <p:txBody>
            <a:bodyPr wrap="none" anchor="ctr"/>
            <a:lstStyle>
              <a:lvl1pPr>
                <a:spcBef>
                  <a:spcPct val="20000"/>
                </a:spcBef>
                <a:buClr>
                  <a:srgbClr val="996633"/>
                </a:buClr>
                <a:buFont typeface="Wingdings" panose="05000000000000000000" pitchFamily="2" charset="2"/>
                <a:buBlip>
                  <a:blip r:embed="rId4"/>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4"/>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4"/>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endParaRPr lang="zh-CN" altLang="en-US" b="1">
                <a:solidFill>
                  <a:schemeClr val="accent2"/>
                </a:solidFill>
              </a:endParaRPr>
            </a:p>
          </p:txBody>
        </p:sp>
      </p:grpSp>
      <p:sp>
        <p:nvSpPr>
          <p:cNvPr id="118818" name="Text Box 34"/>
          <p:cNvSpPr txBox="1">
            <a:spLocks noChangeArrowheads="1"/>
          </p:cNvSpPr>
          <p:nvPr/>
        </p:nvSpPr>
        <p:spPr bwMode="auto">
          <a:xfrm>
            <a:off x="-71438" y="1146175"/>
            <a:ext cx="514826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996633"/>
              </a:buClr>
              <a:buFont typeface="Wingdings" panose="05000000000000000000" pitchFamily="2" charset="2"/>
              <a:buBlip>
                <a:blip r:embed="rId4"/>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4"/>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4"/>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9pPr>
          </a:lstStyle>
          <a:p>
            <a:pPr>
              <a:spcBef>
                <a:spcPct val="50000"/>
              </a:spcBef>
              <a:buClrTx/>
              <a:buFontTx/>
              <a:buNone/>
            </a:pPr>
            <a:r>
              <a:rPr lang="zh-CN" altLang="en-US" sz="2800" b="1">
                <a:solidFill>
                  <a:schemeClr val="accent2"/>
                </a:solidFill>
                <a:latin typeface="楷体_GB2312" pitchFamily="49" charset="-122"/>
              </a:rPr>
              <a:t>其落点距目标的位置如图，</a:t>
            </a:r>
          </a:p>
        </p:txBody>
      </p:sp>
      <p:sp>
        <p:nvSpPr>
          <p:cNvPr id="118819" name="Text Box 35"/>
          <p:cNvSpPr txBox="1">
            <a:spLocks noChangeArrowheads="1"/>
          </p:cNvSpPr>
          <p:nvPr/>
        </p:nvSpPr>
        <p:spPr bwMode="auto">
          <a:xfrm>
            <a:off x="144097" y="4012018"/>
            <a:ext cx="8620571"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spcBef>
                <a:spcPct val="20000"/>
              </a:spcBef>
              <a:buClr>
                <a:srgbClr val="996633"/>
              </a:buClr>
              <a:buFont typeface="Wingdings" panose="05000000000000000000" pitchFamily="2" charset="2"/>
              <a:buBlip>
                <a:blip r:embed="rId4"/>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4"/>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4"/>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9pPr>
          </a:lstStyle>
          <a:p>
            <a:pPr>
              <a:spcBef>
                <a:spcPct val="50000"/>
              </a:spcBef>
              <a:buClrTx/>
              <a:buFontTx/>
              <a:buNone/>
            </a:pPr>
            <a:r>
              <a:rPr lang="zh-CN" altLang="en-US" sz="2800" b="1" dirty="0">
                <a:solidFill>
                  <a:srgbClr val="0000FF"/>
                </a:solidFill>
                <a:latin typeface="楷体_GB2312" pitchFamily="49" charset="-122"/>
              </a:rPr>
              <a:t>又如</a:t>
            </a:r>
            <a:r>
              <a:rPr lang="en-US" altLang="zh-CN" sz="2800" b="1" dirty="0">
                <a:solidFill>
                  <a:srgbClr val="0000FF"/>
                </a:solidFill>
                <a:latin typeface="楷体_GB2312" pitchFamily="49" charset="-122"/>
              </a:rPr>
              <a:t>:</a:t>
            </a:r>
            <a:r>
              <a:rPr lang="en-US" altLang="zh-CN" sz="2800" b="1" dirty="0">
                <a:solidFill>
                  <a:schemeClr val="accent2"/>
                </a:solidFill>
                <a:latin typeface="楷体_GB2312" pitchFamily="49" charset="-122"/>
              </a:rPr>
              <a:t> </a:t>
            </a:r>
            <a:r>
              <a:rPr lang="zh-CN" altLang="en-US" sz="2800" b="1" dirty="0" smtClean="0">
                <a:solidFill>
                  <a:schemeClr val="accent2"/>
                </a:solidFill>
                <a:latin typeface="楷体_GB2312" pitchFamily="49" charset="-122"/>
              </a:rPr>
              <a:t>甲乙</a:t>
            </a:r>
            <a:r>
              <a:rPr lang="zh-CN" altLang="en-US" sz="2800" b="1" dirty="0">
                <a:solidFill>
                  <a:schemeClr val="accent2"/>
                </a:solidFill>
                <a:latin typeface="楷体_GB2312" pitchFamily="49" charset="-122"/>
              </a:rPr>
              <a:t>两个合唱队都由</a:t>
            </a:r>
            <a:r>
              <a:rPr lang="en-US" altLang="zh-CN" sz="2800" b="1" dirty="0">
                <a:solidFill>
                  <a:schemeClr val="accent2"/>
                </a:solidFill>
                <a:latin typeface="楷体_GB2312" pitchFamily="49" charset="-122"/>
              </a:rPr>
              <a:t>5</a:t>
            </a:r>
            <a:r>
              <a:rPr lang="zh-CN" altLang="en-US" sz="2800" b="1" dirty="0">
                <a:solidFill>
                  <a:schemeClr val="accent2"/>
                </a:solidFill>
                <a:latin typeface="楷体_GB2312" pitchFamily="49" charset="-122"/>
              </a:rPr>
              <a:t>名成员组成，身高如下：</a:t>
            </a:r>
          </a:p>
        </p:txBody>
      </p:sp>
      <p:sp>
        <p:nvSpPr>
          <p:cNvPr id="118820" name="Text Box 36"/>
          <p:cNvSpPr txBox="1">
            <a:spLocks noChangeArrowheads="1"/>
          </p:cNvSpPr>
          <p:nvPr/>
        </p:nvSpPr>
        <p:spPr bwMode="auto">
          <a:xfrm>
            <a:off x="1539874" y="4611299"/>
            <a:ext cx="549060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996633"/>
              </a:buClr>
              <a:buFont typeface="Wingdings" panose="05000000000000000000" pitchFamily="2" charset="2"/>
              <a:buBlip>
                <a:blip r:embed="rId4"/>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4"/>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4"/>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r>
              <a:rPr lang="zh-CN" altLang="en-US" sz="2800" b="1" dirty="0">
                <a:solidFill>
                  <a:schemeClr val="accent2"/>
                </a:solidFill>
              </a:rPr>
              <a:t>甲：</a:t>
            </a:r>
            <a:r>
              <a:rPr lang="en-US" altLang="zh-CN" sz="2800" b="1" dirty="0">
                <a:solidFill>
                  <a:schemeClr val="accent2"/>
                </a:solidFill>
              </a:rPr>
              <a:t>1.60</a:t>
            </a:r>
            <a:r>
              <a:rPr lang="zh-CN" altLang="en-US" sz="2800" b="1" dirty="0">
                <a:solidFill>
                  <a:schemeClr val="accent2"/>
                </a:solidFill>
              </a:rPr>
              <a:t>、</a:t>
            </a:r>
            <a:r>
              <a:rPr lang="en-US" altLang="zh-CN" sz="2800" b="1" dirty="0">
                <a:solidFill>
                  <a:schemeClr val="accent2"/>
                </a:solidFill>
              </a:rPr>
              <a:t>1.62</a:t>
            </a:r>
            <a:r>
              <a:rPr lang="zh-CN" altLang="en-US" sz="2800" b="1" dirty="0">
                <a:solidFill>
                  <a:schemeClr val="accent2"/>
                </a:solidFill>
              </a:rPr>
              <a:t>、</a:t>
            </a:r>
            <a:r>
              <a:rPr lang="en-US" altLang="zh-CN" sz="2800" b="1" dirty="0">
                <a:solidFill>
                  <a:schemeClr val="accent2"/>
                </a:solidFill>
              </a:rPr>
              <a:t>1.59</a:t>
            </a:r>
            <a:r>
              <a:rPr lang="zh-CN" altLang="en-US" sz="2800" b="1" dirty="0">
                <a:solidFill>
                  <a:schemeClr val="accent2"/>
                </a:solidFill>
              </a:rPr>
              <a:t>、</a:t>
            </a:r>
            <a:r>
              <a:rPr lang="en-US" altLang="zh-CN" sz="2800" b="1" dirty="0">
                <a:solidFill>
                  <a:schemeClr val="accent2"/>
                </a:solidFill>
              </a:rPr>
              <a:t>1.60</a:t>
            </a:r>
            <a:r>
              <a:rPr lang="zh-CN" altLang="en-US" sz="2800" b="1" dirty="0">
                <a:solidFill>
                  <a:schemeClr val="accent2"/>
                </a:solidFill>
              </a:rPr>
              <a:t>、</a:t>
            </a:r>
            <a:r>
              <a:rPr lang="en-US" altLang="zh-CN" sz="2800" b="1" dirty="0">
                <a:solidFill>
                  <a:schemeClr val="accent2"/>
                </a:solidFill>
              </a:rPr>
              <a:t>1.59</a:t>
            </a:r>
          </a:p>
        </p:txBody>
      </p:sp>
      <p:sp>
        <p:nvSpPr>
          <p:cNvPr id="118821" name="Text Box 37"/>
          <p:cNvSpPr txBox="1">
            <a:spLocks noChangeArrowheads="1"/>
          </p:cNvSpPr>
          <p:nvPr/>
        </p:nvSpPr>
        <p:spPr bwMode="auto">
          <a:xfrm>
            <a:off x="1539874" y="5146192"/>
            <a:ext cx="549060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996633"/>
              </a:buClr>
              <a:buFont typeface="Wingdings" panose="05000000000000000000" pitchFamily="2" charset="2"/>
              <a:buBlip>
                <a:blip r:embed="rId4"/>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4"/>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4"/>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r>
              <a:rPr lang="zh-CN" altLang="en-US" sz="2800" b="1" dirty="0">
                <a:solidFill>
                  <a:schemeClr val="accent2"/>
                </a:solidFill>
              </a:rPr>
              <a:t>乙：</a:t>
            </a:r>
            <a:r>
              <a:rPr lang="en-US" altLang="zh-CN" sz="2800" b="1" dirty="0">
                <a:solidFill>
                  <a:schemeClr val="accent2"/>
                </a:solidFill>
              </a:rPr>
              <a:t>1.80</a:t>
            </a:r>
            <a:r>
              <a:rPr lang="zh-CN" altLang="en-US" sz="2800" b="1" dirty="0">
                <a:solidFill>
                  <a:schemeClr val="accent2"/>
                </a:solidFill>
              </a:rPr>
              <a:t>、</a:t>
            </a:r>
            <a:r>
              <a:rPr lang="en-US" altLang="zh-CN" sz="2800" b="1" dirty="0">
                <a:solidFill>
                  <a:schemeClr val="accent2"/>
                </a:solidFill>
              </a:rPr>
              <a:t>1.60</a:t>
            </a:r>
            <a:r>
              <a:rPr lang="zh-CN" altLang="en-US" sz="2800" b="1" dirty="0">
                <a:solidFill>
                  <a:schemeClr val="accent2"/>
                </a:solidFill>
              </a:rPr>
              <a:t>、</a:t>
            </a:r>
            <a:r>
              <a:rPr lang="en-US" altLang="zh-CN" sz="2800" b="1" dirty="0">
                <a:solidFill>
                  <a:schemeClr val="accent2"/>
                </a:solidFill>
              </a:rPr>
              <a:t>1.50</a:t>
            </a:r>
            <a:r>
              <a:rPr lang="zh-CN" altLang="en-US" sz="2800" b="1" dirty="0">
                <a:solidFill>
                  <a:schemeClr val="accent2"/>
                </a:solidFill>
              </a:rPr>
              <a:t>、</a:t>
            </a:r>
            <a:r>
              <a:rPr lang="en-US" altLang="zh-CN" sz="2800" b="1" dirty="0">
                <a:solidFill>
                  <a:schemeClr val="accent2"/>
                </a:solidFill>
              </a:rPr>
              <a:t>1.50</a:t>
            </a:r>
            <a:r>
              <a:rPr lang="zh-CN" altLang="en-US" sz="2800" b="1" dirty="0">
                <a:solidFill>
                  <a:schemeClr val="accent2"/>
                </a:solidFill>
              </a:rPr>
              <a:t>、</a:t>
            </a:r>
            <a:r>
              <a:rPr lang="en-US" altLang="zh-CN" sz="2800" b="1" dirty="0">
                <a:solidFill>
                  <a:schemeClr val="accent2"/>
                </a:solidFill>
              </a:rPr>
              <a:t>1.60</a:t>
            </a:r>
          </a:p>
        </p:txBody>
      </p:sp>
      <p:sp>
        <p:nvSpPr>
          <p:cNvPr id="118822" name="Text Box 38"/>
          <p:cNvSpPr txBox="1">
            <a:spLocks noChangeArrowheads="1"/>
          </p:cNvSpPr>
          <p:nvPr/>
        </p:nvSpPr>
        <p:spPr bwMode="auto">
          <a:xfrm>
            <a:off x="487362" y="5661503"/>
            <a:ext cx="415131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996633"/>
              </a:buClr>
              <a:buFont typeface="Wingdings" panose="05000000000000000000" pitchFamily="2" charset="2"/>
              <a:buBlip>
                <a:blip r:embed="rId4"/>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4"/>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4"/>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r>
              <a:rPr lang="zh-CN" altLang="en-US" sz="2800" b="1" dirty="0">
                <a:solidFill>
                  <a:schemeClr val="accent2"/>
                </a:solidFill>
              </a:rPr>
              <a:t>哪个合唱队演出效果好？</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8786">
                                            <p:txEl>
                                              <p:pRg st="0" end="0"/>
                                            </p:txEl>
                                          </p:spTgt>
                                        </p:tgtEl>
                                        <p:attrNameLst>
                                          <p:attrName>style.visibility</p:attrName>
                                        </p:attrNameLst>
                                      </p:cBhvr>
                                      <p:to>
                                        <p:strVal val="visible"/>
                                      </p:to>
                                    </p:set>
                                    <p:animEffect transition="in" filter="wipe(left)">
                                      <p:cBhvr>
                                        <p:cTn id="7" dur="500"/>
                                        <p:tgtEl>
                                          <p:spTgt spid="118786">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18818">
                                            <p:txEl>
                                              <p:pRg st="0" end="0"/>
                                            </p:txEl>
                                          </p:spTgt>
                                        </p:tgtEl>
                                        <p:attrNameLst>
                                          <p:attrName>style.visibility</p:attrName>
                                        </p:attrNameLst>
                                      </p:cBhvr>
                                      <p:to>
                                        <p:strVal val="visible"/>
                                      </p:to>
                                    </p:set>
                                    <p:animEffect transition="in" filter="wipe(left)">
                                      <p:cBhvr>
                                        <p:cTn id="12" dur="500"/>
                                        <p:tgtEl>
                                          <p:spTgt spid="118818">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18787">
                                            <p:txEl>
                                              <p:pRg st="0" end="0"/>
                                            </p:txEl>
                                          </p:spTgt>
                                        </p:tgtEl>
                                        <p:attrNameLst>
                                          <p:attrName>style.visibility</p:attrName>
                                        </p:attrNameLst>
                                      </p:cBhvr>
                                      <p:to>
                                        <p:strVal val="visible"/>
                                      </p:to>
                                    </p:set>
                                    <p:animEffect transition="in" filter="wipe(left)">
                                      <p:cBhvr>
                                        <p:cTn id="17" dur="500"/>
                                        <p:tgtEl>
                                          <p:spTgt spid="118787">
                                            <p:txEl>
                                              <p:pRg st="0" end="0"/>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wipe(left)">
                                      <p:cBhvr>
                                        <p:cTn id="22" dur="500"/>
                                        <p:tgtEl>
                                          <p:spTgt spid="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18788">
                                            <p:txEl>
                                              <p:pRg st="0" end="0"/>
                                            </p:txEl>
                                          </p:spTgt>
                                        </p:tgtEl>
                                        <p:attrNameLst>
                                          <p:attrName>style.visibility</p:attrName>
                                        </p:attrNameLst>
                                      </p:cBhvr>
                                      <p:to>
                                        <p:strVal val="visible"/>
                                      </p:to>
                                    </p:set>
                                    <p:animEffect transition="in" filter="wipe(left)">
                                      <p:cBhvr>
                                        <p:cTn id="27" dur="500"/>
                                        <p:tgtEl>
                                          <p:spTgt spid="118788">
                                            <p:txEl>
                                              <p:pRg st="0" end="0"/>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18789">
                                            <p:txEl>
                                              <p:pRg st="0" end="0"/>
                                            </p:txEl>
                                          </p:spTgt>
                                        </p:tgtEl>
                                        <p:attrNameLst>
                                          <p:attrName>style.visibility</p:attrName>
                                        </p:attrNameLst>
                                      </p:cBhvr>
                                      <p:to>
                                        <p:strVal val="visible"/>
                                      </p:to>
                                    </p:set>
                                    <p:animEffect transition="in" filter="wipe(left)">
                                      <p:cBhvr>
                                        <p:cTn id="32" dur="500"/>
                                        <p:tgtEl>
                                          <p:spTgt spid="118789">
                                            <p:txEl>
                                              <p:pRg st="0" end="0"/>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18819">
                                            <p:txEl>
                                              <p:pRg st="0" end="0"/>
                                            </p:txEl>
                                          </p:spTgt>
                                        </p:tgtEl>
                                        <p:attrNameLst>
                                          <p:attrName>style.visibility</p:attrName>
                                        </p:attrNameLst>
                                      </p:cBhvr>
                                      <p:to>
                                        <p:strVal val="visible"/>
                                      </p:to>
                                    </p:set>
                                    <p:animEffect transition="in" filter="wipe(left)">
                                      <p:cBhvr>
                                        <p:cTn id="37" dur="500"/>
                                        <p:tgtEl>
                                          <p:spTgt spid="118819">
                                            <p:txEl>
                                              <p:pRg st="0" end="0"/>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18820">
                                            <p:txEl>
                                              <p:pRg st="0" end="0"/>
                                            </p:txEl>
                                          </p:spTgt>
                                        </p:tgtEl>
                                        <p:attrNameLst>
                                          <p:attrName>style.visibility</p:attrName>
                                        </p:attrNameLst>
                                      </p:cBhvr>
                                      <p:to>
                                        <p:strVal val="visible"/>
                                      </p:to>
                                    </p:set>
                                    <p:animEffect transition="in" filter="wipe(left)">
                                      <p:cBhvr>
                                        <p:cTn id="42" dur="500"/>
                                        <p:tgtEl>
                                          <p:spTgt spid="118820">
                                            <p:txEl>
                                              <p:pRg st="0" end="0"/>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18821">
                                            <p:txEl>
                                              <p:pRg st="0" end="0"/>
                                            </p:txEl>
                                          </p:spTgt>
                                        </p:tgtEl>
                                        <p:attrNameLst>
                                          <p:attrName>style.visibility</p:attrName>
                                        </p:attrNameLst>
                                      </p:cBhvr>
                                      <p:to>
                                        <p:strVal val="visible"/>
                                      </p:to>
                                    </p:set>
                                    <p:animEffect transition="in" filter="wipe(left)">
                                      <p:cBhvr>
                                        <p:cTn id="47" dur="500"/>
                                        <p:tgtEl>
                                          <p:spTgt spid="118821">
                                            <p:txEl>
                                              <p:pRg st="0" end="0"/>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118822">
                                            <p:txEl>
                                              <p:pRg st="0" end="0"/>
                                            </p:txEl>
                                          </p:spTgt>
                                        </p:tgtEl>
                                        <p:attrNameLst>
                                          <p:attrName>style.visibility</p:attrName>
                                        </p:attrNameLst>
                                      </p:cBhvr>
                                      <p:to>
                                        <p:strVal val="visible"/>
                                      </p:to>
                                    </p:set>
                                    <p:animEffect transition="in" filter="wipe(left)">
                                      <p:cBhvr>
                                        <p:cTn id="52" dur="500"/>
                                        <p:tgtEl>
                                          <p:spTgt spid="11882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786" grpId="0" build="p" autoUpdateAnimBg="0"/>
      <p:bldP spid="118787" grpId="0" build="p" autoUpdateAnimBg="0"/>
      <p:bldP spid="118788" grpId="0" build="p" autoUpdateAnimBg="0"/>
      <p:bldP spid="118789" grpId="0" build="p" autoUpdateAnimBg="0"/>
      <p:bldP spid="118818" grpId="0" build="p" autoUpdateAnimBg="0"/>
      <p:bldP spid="118819" grpId="0" build="p" autoUpdateAnimBg="0"/>
      <p:bldP spid="118820" grpId="0" build="p" autoUpdateAnimBg="0"/>
      <p:bldP spid="118821" grpId="0" build="p" autoUpdateAnimBg="0"/>
      <p:bldP spid="118822" grpId="0" build="p"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2"/>
          <p:cNvSpPr>
            <a:spLocks noChangeArrowheads="1"/>
          </p:cNvSpPr>
          <p:nvPr/>
        </p:nvSpPr>
        <p:spPr bwMode="auto">
          <a:xfrm>
            <a:off x="304800" y="1949450"/>
            <a:ext cx="60198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996633"/>
              </a:buClr>
              <a:buFont typeface="Wingdings" panose="05000000000000000000" pitchFamily="2" charset="2"/>
              <a:buBlip>
                <a:blip r:embed="rId3"/>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3"/>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3"/>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r>
              <a:rPr lang="zh-CN" altLang="en-US" sz="2800" b="1">
                <a:solidFill>
                  <a:schemeClr val="accent2"/>
                </a:solidFill>
                <a:latin typeface="楷体_GB2312" pitchFamily="49" charset="-122"/>
              </a:rPr>
              <a:t>用什么衡量</a:t>
            </a:r>
            <a:r>
              <a:rPr lang="en-US" altLang="zh-CN" sz="2800" b="1" i="1">
                <a:solidFill>
                  <a:schemeClr val="accent2"/>
                </a:solidFill>
              </a:rPr>
              <a:t>X </a:t>
            </a:r>
            <a:r>
              <a:rPr lang="zh-CN" altLang="en-US" sz="2800" b="1">
                <a:solidFill>
                  <a:schemeClr val="accent2"/>
                </a:solidFill>
                <a:latin typeface="楷体_GB2312" pitchFamily="49" charset="-122"/>
              </a:rPr>
              <a:t>与</a:t>
            </a:r>
            <a:r>
              <a:rPr lang="en-US" altLang="zh-CN" sz="2800" b="1" i="1">
                <a:solidFill>
                  <a:schemeClr val="accent2"/>
                </a:solidFill>
              </a:rPr>
              <a:t>E </a:t>
            </a:r>
            <a:r>
              <a:rPr lang="en-US" altLang="zh-CN" sz="2800" b="1">
                <a:solidFill>
                  <a:schemeClr val="accent2"/>
                </a:solidFill>
              </a:rPr>
              <a:t>( </a:t>
            </a:r>
            <a:r>
              <a:rPr lang="en-US" altLang="zh-CN" sz="2800" b="1" i="1">
                <a:solidFill>
                  <a:schemeClr val="accent2"/>
                </a:solidFill>
              </a:rPr>
              <a:t>X </a:t>
            </a:r>
            <a:r>
              <a:rPr lang="en-US" altLang="zh-CN" sz="2800" b="1">
                <a:solidFill>
                  <a:schemeClr val="accent2"/>
                </a:solidFill>
              </a:rPr>
              <a:t>)</a:t>
            </a:r>
            <a:r>
              <a:rPr lang="zh-CN" altLang="en-US" sz="2800" b="1">
                <a:solidFill>
                  <a:schemeClr val="accent2"/>
                </a:solidFill>
                <a:latin typeface="楷体_GB2312" pitchFamily="49" charset="-122"/>
              </a:rPr>
              <a:t>的偏离程度呢</a:t>
            </a:r>
            <a:r>
              <a:rPr lang="en-US" altLang="zh-CN" sz="2800" b="1">
                <a:solidFill>
                  <a:schemeClr val="accent2"/>
                </a:solidFill>
                <a:latin typeface="楷体_GB2312" pitchFamily="49" charset="-122"/>
              </a:rPr>
              <a:t>?</a:t>
            </a:r>
          </a:p>
        </p:txBody>
      </p:sp>
      <p:sp>
        <p:nvSpPr>
          <p:cNvPr id="120835" name="Rectangle 3"/>
          <p:cNvSpPr>
            <a:spLocks noChangeArrowheads="1"/>
          </p:cNvSpPr>
          <p:nvPr/>
        </p:nvSpPr>
        <p:spPr bwMode="auto">
          <a:xfrm>
            <a:off x="304800" y="2787650"/>
            <a:ext cx="8382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996633"/>
              </a:buClr>
              <a:buFont typeface="Wingdings" panose="05000000000000000000" pitchFamily="2" charset="2"/>
              <a:buBlip>
                <a:blip r:embed="rId3"/>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3"/>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3"/>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r>
              <a:rPr lang="en-US" altLang="zh-CN" sz="2800" b="1">
                <a:solidFill>
                  <a:schemeClr val="accent2"/>
                </a:solidFill>
                <a:latin typeface="楷体_GB2312" pitchFamily="49" charset="-122"/>
              </a:rPr>
              <a:t>1</a:t>
            </a:r>
            <a:r>
              <a:rPr lang="zh-CN" altLang="en-US" sz="2800" b="1">
                <a:solidFill>
                  <a:schemeClr val="accent2"/>
                </a:solidFill>
                <a:latin typeface="楷体_GB2312" pitchFamily="49" charset="-122"/>
              </a:rPr>
              <a:t>、 </a:t>
            </a:r>
          </a:p>
        </p:txBody>
      </p:sp>
      <p:graphicFrame>
        <p:nvGraphicFramePr>
          <p:cNvPr id="120836" name="Object 4"/>
          <p:cNvGraphicFramePr>
            <a:graphicFrameLocks noChangeAspect="1"/>
          </p:cNvGraphicFramePr>
          <p:nvPr/>
        </p:nvGraphicFramePr>
        <p:xfrm>
          <a:off x="971550" y="2863850"/>
          <a:ext cx="2317750" cy="503238"/>
        </p:xfrm>
        <a:graphic>
          <a:graphicData uri="http://schemas.openxmlformats.org/presentationml/2006/ole">
            <mc:AlternateContent xmlns:mc="http://schemas.openxmlformats.org/markup-compatibility/2006">
              <mc:Choice xmlns:v="urn:schemas-microsoft-com:vml" Requires="v">
                <p:oleObj spid="_x0000_s16631" name="Equation" r:id="rId4" imgW="24984055" imgH="5476950" progId="Equation.DSMT4">
                  <p:embed/>
                </p:oleObj>
              </mc:Choice>
              <mc:Fallback>
                <p:oleObj name="Equation" r:id="rId4" imgW="24984055" imgH="5476950" progId="Equation.DSMT4">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71550" y="2863850"/>
                        <a:ext cx="2317750" cy="50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0837" name="Rectangle 5"/>
          <p:cNvSpPr>
            <a:spLocks noChangeArrowheads="1"/>
          </p:cNvSpPr>
          <p:nvPr/>
        </p:nvSpPr>
        <p:spPr bwMode="auto">
          <a:xfrm>
            <a:off x="3219450" y="2806700"/>
            <a:ext cx="57912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996633"/>
              </a:buClr>
              <a:buFont typeface="Wingdings" panose="05000000000000000000" pitchFamily="2" charset="2"/>
              <a:buBlip>
                <a:blip r:embed="rId3"/>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3"/>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3"/>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r>
              <a:rPr lang="zh-CN" altLang="en-US" sz="2800" b="1">
                <a:solidFill>
                  <a:schemeClr val="accent2"/>
                </a:solidFill>
                <a:latin typeface="楷体_GB2312" pitchFamily="49" charset="-122"/>
              </a:rPr>
              <a:t>合理</a:t>
            </a:r>
            <a:r>
              <a:rPr lang="en-US" altLang="zh-CN" sz="2800" b="1">
                <a:solidFill>
                  <a:schemeClr val="accent2"/>
                </a:solidFill>
                <a:latin typeface="楷体_GB2312" pitchFamily="49" charset="-122"/>
              </a:rPr>
              <a:t>,</a:t>
            </a:r>
            <a:r>
              <a:rPr lang="zh-CN" altLang="en-US" sz="2800" b="1">
                <a:solidFill>
                  <a:schemeClr val="accent2"/>
                </a:solidFill>
                <a:latin typeface="楷体_GB2312" pitchFamily="49" charset="-122"/>
              </a:rPr>
              <a:t>但是存在正负相消，不可行</a:t>
            </a:r>
            <a:r>
              <a:rPr lang="en-US" altLang="zh-CN" sz="2800" b="1">
                <a:solidFill>
                  <a:schemeClr val="accent2"/>
                </a:solidFill>
                <a:latin typeface="楷体_GB2312" pitchFamily="49" charset="-122"/>
              </a:rPr>
              <a:t>; </a:t>
            </a:r>
          </a:p>
        </p:txBody>
      </p:sp>
      <p:sp>
        <p:nvSpPr>
          <p:cNvPr id="120838" name="Rectangle 6"/>
          <p:cNvSpPr>
            <a:spLocks noChangeArrowheads="1"/>
          </p:cNvSpPr>
          <p:nvPr/>
        </p:nvSpPr>
        <p:spPr bwMode="auto">
          <a:xfrm>
            <a:off x="323850" y="3587750"/>
            <a:ext cx="914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996633"/>
              </a:buClr>
              <a:buFont typeface="Wingdings" panose="05000000000000000000" pitchFamily="2" charset="2"/>
              <a:buBlip>
                <a:blip r:embed="rId3"/>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3"/>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3"/>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r>
              <a:rPr lang="en-US" altLang="zh-CN" sz="2800" b="1">
                <a:solidFill>
                  <a:schemeClr val="accent2"/>
                </a:solidFill>
                <a:latin typeface="楷体_GB2312" pitchFamily="49" charset="-122"/>
              </a:rPr>
              <a:t>2</a:t>
            </a:r>
            <a:r>
              <a:rPr lang="zh-CN" altLang="en-US" sz="2800" b="1">
                <a:solidFill>
                  <a:schemeClr val="accent2"/>
                </a:solidFill>
                <a:latin typeface="楷体_GB2312" pitchFamily="49" charset="-122"/>
              </a:rPr>
              <a:t>、 </a:t>
            </a:r>
          </a:p>
        </p:txBody>
      </p:sp>
      <p:sp>
        <p:nvSpPr>
          <p:cNvPr id="120839" name="Rectangle 7"/>
          <p:cNvSpPr>
            <a:spLocks noChangeArrowheads="1"/>
          </p:cNvSpPr>
          <p:nvPr/>
        </p:nvSpPr>
        <p:spPr bwMode="auto">
          <a:xfrm>
            <a:off x="3444875" y="3625850"/>
            <a:ext cx="51657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996633"/>
              </a:buClr>
              <a:buFont typeface="Wingdings" panose="05000000000000000000" pitchFamily="2" charset="2"/>
              <a:buBlip>
                <a:blip r:embed="rId3"/>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3"/>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3"/>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r>
              <a:rPr lang="zh-CN" altLang="en-US" sz="2800" b="1">
                <a:solidFill>
                  <a:schemeClr val="accent2"/>
                </a:solidFill>
                <a:latin typeface="楷体_GB2312" pitchFamily="49" charset="-122"/>
              </a:rPr>
              <a:t>带绝对值的运算，不利于分析</a:t>
            </a:r>
            <a:r>
              <a:rPr lang="en-US" altLang="zh-CN" sz="2800" b="1">
                <a:solidFill>
                  <a:schemeClr val="accent2"/>
                </a:solidFill>
                <a:latin typeface="楷体_GB2312" pitchFamily="49" charset="-122"/>
              </a:rPr>
              <a:t>; </a:t>
            </a:r>
          </a:p>
        </p:txBody>
      </p:sp>
      <p:sp>
        <p:nvSpPr>
          <p:cNvPr id="120840" name="Rectangle 8"/>
          <p:cNvSpPr>
            <a:spLocks noChangeArrowheads="1"/>
          </p:cNvSpPr>
          <p:nvPr/>
        </p:nvSpPr>
        <p:spPr bwMode="auto">
          <a:xfrm>
            <a:off x="361950" y="4349750"/>
            <a:ext cx="914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996633"/>
              </a:buClr>
              <a:buFont typeface="Wingdings" panose="05000000000000000000" pitchFamily="2" charset="2"/>
              <a:buBlip>
                <a:blip r:embed="rId3"/>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3"/>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3"/>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r>
              <a:rPr lang="en-US" altLang="zh-CN" sz="2800" b="1">
                <a:solidFill>
                  <a:schemeClr val="accent2"/>
                </a:solidFill>
                <a:latin typeface="楷体_GB2312" pitchFamily="49" charset="-122"/>
              </a:rPr>
              <a:t>3</a:t>
            </a:r>
            <a:r>
              <a:rPr lang="zh-CN" altLang="en-US" sz="2800" b="1">
                <a:solidFill>
                  <a:schemeClr val="accent2"/>
                </a:solidFill>
                <a:latin typeface="楷体_GB2312" pitchFamily="49" charset="-122"/>
              </a:rPr>
              <a:t>、 </a:t>
            </a:r>
          </a:p>
        </p:txBody>
      </p:sp>
      <p:sp>
        <p:nvSpPr>
          <p:cNvPr id="16393" name="Text Box 9"/>
          <p:cNvSpPr txBox="1">
            <a:spLocks noChangeArrowheads="1"/>
          </p:cNvSpPr>
          <p:nvPr/>
        </p:nvSpPr>
        <p:spPr bwMode="auto">
          <a:xfrm>
            <a:off x="566738" y="1225550"/>
            <a:ext cx="8577262"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996633"/>
              </a:buClr>
              <a:buFont typeface="Wingdings" panose="05000000000000000000" pitchFamily="2" charset="2"/>
              <a:buBlip>
                <a:blip r:embed="rId3"/>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3"/>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3"/>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r>
              <a:rPr lang="zh-CN" altLang="en-US" sz="2800" b="1">
                <a:solidFill>
                  <a:schemeClr val="accent2"/>
                </a:solidFill>
              </a:rPr>
              <a:t>在实际问题中常常关心</a:t>
            </a:r>
            <a:r>
              <a:rPr lang="zh-CN" altLang="en-US" sz="2800" b="1">
                <a:solidFill>
                  <a:srgbClr val="FF0000"/>
                </a:solidFill>
              </a:rPr>
              <a:t>随机变量与均值的偏离程度</a:t>
            </a:r>
            <a:r>
              <a:rPr lang="zh-CN" altLang="en-US" sz="2800" b="1">
                <a:solidFill>
                  <a:schemeClr val="accent2"/>
                </a:solidFill>
              </a:rPr>
              <a:t>，  </a:t>
            </a:r>
          </a:p>
        </p:txBody>
      </p:sp>
      <p:graphicFrame>
        <p:nvGraphicFramePr>
          <p:cNvPr id="120842" name="Object 10"/>
          <p:cNvGraphicFramePr>
            <a:graphicFrameLocks noChangeAspect="1"/>
          </p:cNvGraphicFramePr>
          <p:nvPr/>
        </p:nvGraphicFramePr>
        <p:xfrm>
          <a:off x="849313" y="3663950"/>
          <a:ext cx="2600325" cy="503238"/>
        </p:xfrm>
        <a:graphic>
          <a:graphicData uri="http://schemas.openxmlformats.org/presentationml/2006/ole">
            <mc:AlternateContent xmlns:mc="http://schemas.openxmlformats.org/markup-compatibility/2006">
              <mc:Choice xmlns:v="urn:schemas-microsoft-com:vml" Requires="v">
                <p:oleObj spid="_x0000_s16632" name="Equation" r:id="rId6" imgW="28031965" imgH="5476950" progId="Equation.DSMT4">
                  <p:embed/>
                </p:oleObj>
              </mc:Choice>
              <mc:Fallback>
                <p:oleObj name="Equation" r:id="rId6" imgW="28031965" imgH="5476950" progId="Equation.DSMT4">
                  <p:embed/>
                  <p:pic>
                    <p:nvPicPr>
                      <p:cNvPr id="0" name="Object 1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49313" y="3663950"/>
                        <a:ext cx="2600325" cy="50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0843" name="Object 11"/>
          <p:cNvGraphicFramePr>
            <a:graphicFrameLocks noChangeAspect="1"/>
          </p:cNvGraphicFramePr>
          <p:nvPr/>
        </p:nvGraphicFramePr>
        <p:xfrm>
          <a:off x="900113" y="4365625"/>
          <a:ext cx="2798762" cy="587375"/>
        </p:xfrm>
        <a:graphic>
          <a:graphicData uri="http://schemas.openxmlformats.org/presentationml/2006/ole">
            <mc:AlternateContent xmlns:mc="http://schemas.openxmlformats.org/markup-compatibility/2006">
              <mc:Choice xmlns:v="urn:schemas-microsoft-com:vml" Requires="v">
                <p:oleObj spid="_x0000_s16633" name="Equation" r:id="rId8" imgW="30165745" imgH="6391170" progId="Equation.DSMT4">
                  <p:embed/>
                </p:oleObj>
              </mc:Choice>
              <mc:Fallback>
                <p:oleObj name="Equation" r:id="rId8" imgW="30165745" imgH="6391170" progId="Equation.DSMT4">
                  <p:embed/>
                  <p:pic>
                    <p:nvPicPr>
                      <p:cNvPr id="0" name="Object 1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00113" y="4365625"/>
                        <a:ext cx="2798762" cy="58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0834">
                                            <p:txEl>
                                              <p:pRg st="0" end="0"/>
                                            </p:txEl>
                                          </p:spTgt>
                                        </p:tgtEl>
                                        <p:attrNameLst>
                                          <p:attrName>style.visibility</p:attrName>
                                        </p:attrNameLst>
                                      </p:cBhvr>
                                      <p:to>
                                        <p:strVal val="visible"/>
                                      </p:to>
                                    </p:set>
                                    <p:animEffect transition="in" filter="wipe(left)">
                                      <p:cBhvr>
                                        <p:cTn id="7" dur="500"/>
                                        <p:tgtEl>
                                          <p:spTgt spid="120834">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20835">
                                            <p:txEl>
                                              <p:pRg st="0" end="0"/>
                                            </p:txEl>
                                          </p:spTgt>
                                        </p:tgtEl>
                                        <p:attrNameLst>
                                          <p:attrName>style.visibility</p:attrName>
                                        </p:attrNameLst>
                                      </p:cBhvr>
                                      <p:to>
                                        <p:strVal val="visible"/>
                                      </p:to>
                                    </p:set>
                                    <p:animEffect transition="in" filter="wipe(left)">
                                      <p:cBhvr>
                                        <p:cTn id="12" dur="500"/>
                                        <p:tgtEl>
                                          <p:spTgt spid="120835">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20836"/>
                                        </p:tgtEl>
                                        <p:attrNameLst>
                                          <p:attrName>style.visibility</p:attrName>
                                        </p:attrNameLst>
                                      </p:cBhvr>
                                      <p:to>
                                        <p:strVal val="visible"/>
                                      </p:to>
                                    </p:set>
                                    <p:animEffect transition="in" filter="wipe(left)">
                                      <p:cBhvr>
                                        <p:cTn id="17" dur="500"/>
                                        <p:tgtEl>
                                          <p:spTgt spid="12083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20837">
                                            <p:txEl>
                                              <p:pRg st="0" end="0"/>
                                            </p:txEl>
                                          </p:spTgt>
                                        </p:tgtEl>
                                        <p:attrNameLst>
                                          <p:attrName>style.visibility</p:attrName>
                                        </p:attrNameLst>
                                      </p:cBhvr>
                                      <p:to>
                                        <p:strVal val="visible"/>
                                      </p:to>
                                    </p:set>
                                    <p:animEffect transition="in" filter="wipe(left)">
                                      <p:cBhvr>
                                        <p:cTn id="22" dur="500"/>
                                        <p:tgtEl>
                                          <p:spTgt spid="120837">
                                            <p:txEl>
                                              <p:pRg st="0" end="0"/>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20838">
                                            <p:txEl>
                                              <p:pRg st="0" end="0"/>
                                            </p:txEl>
                                          </p:spTgt>
                                        </p:tgtEl>
                                        <p:attrNameLst>
                                          <p:attrName>style.visibility</p:attrName>
                                        </p:attrNameLst>
                                      </p:cBhvr>
                                      <p:to>
                                        <p:strVal val="visible"/>
                                      </p:to>
                                    </p:set>
                                    <p:animEffect transition="in" filter="wipe(left)">
                                      <p:cBhvr>
                                        <p:cTn id="27" dur="500"/>
                                        <p:tgtEl>
                                          <p:spTgt spid="120838">
                                            <p:txEl>
                                              <p:pRg st="0" end="0"/>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120842"/>
                                        </p:tgtEl>
                                        <p:attrNameLst>
                                          <p:attrName>style.visibility</p:attrName>
                                        </p:attrNameLst>
                                      </p:cBhvr>
                                      <p:to>
                                        <p:strVal val="visible"/>
                                      </p:to>
                                    </p:set>
                                    <p:animEffect transition="in" filter="wipe(left)">
                                      <p:cBhvr>
                                        <p:cTn id="32" dur="500"/>
                                        <p:tgtEl>
                                          <p:spTgt spid="120842"/>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20839">
                                            <p:txEl>
                                              <p:pRg st="0" end="0"/>
                                            </p:txEl>
                                          </p:spTgt>
                                        </p:tgtEl>
                                        <p:attrNameLst>
                                          <p:attrName>style.visibility</p:attrName>
                                        </p:attrNameLst>
                                      </p:cBhvr>
                                      <p:to>
                                        <p:strVal val="visible"/>
                                      </p:to>
                                    </p:set>
                                    <p:animEffect transition="in" filter="wipe(left)">
                                      <p:cBhvr>
                                        <p:cTn id="37" dur="500"/>
                                        <p:tgtEl>
                                          <p:spTgt spid="120839">
                                            <p:txEl>
                                              <p:pRg st="0" end="0"/>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20840">
                                            <p:txEl>
                                              <p:pRg st="0" end="0"/>
                                            </p:txEl>
                                          </p:spTgt>
                                        </p:tgtEl>
                                        <p:attrNameLst>
                                          <p:attrName>style.visibility</p:attrName>
                                        </p:attrNameLst>
                                      </p:cBhvr>
                                      <p:to>
                                        <p:strVal val="visible"/>
                                      </p:to>
                                    </p:set>
                                    <p:animEffect transition="in" filter="wipe(left)">
                                      <p:cBhvr>
                                        <p:cTn id="42" dur="500"/>
                                        <p:tgtEl>
                                          <p:spTgt spid="120840">
                                            <p:txEl>
                                              <p:pRg st="0" end="0"/>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120843"/>
                                        </p:tgtEl>
                                        <p:attrNameLst>
                                          <p:attrName>style.visibility</p:attrName>
                                        </p:attrNameLst>
                                      </p:cBhvr>
                                      <p:to>
                                        <p:strVal val="visible"/>
                                      </p:to>
                                    </p:set>
                                    <p:animEffect transition="in" filter="wipe(left)">
                                      <p:cBhvr>
                                        <p:cTn id="47" dur="500"/>
                                        <p:tgtEl>
                                          <p:spTgt spid="1208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0834" grpId="0" build="p" autoUpdateAnimBg="0"/>
      <p:bldP spid="120835" grpId="0" build="p" autoUpdateAnimBg="0"/>
      <p:bldP spid="120837" grpId="0" build="p" autoUpdateAnimBg="0"/>
      <p:bldP spid="120838" grpId="0" build="p" autoUpdateAnimBg="0"/>
      <p:bldP spid="120839" grpId="0" build="p" autoUpdateAnimBg="0"/>
      <p:bldP spid="120840" grpId="0" build="p"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7410" name="Rectangle 2"/>
          <p:cNvSpPr>
            <a:spLocks noChangeArrowheads="1"/>
          </p:cNvSpPr>
          <p:nvPr/>
        </p:nvSpPr>
        <p:spPr bwMode="auto">
          <a:xfrm>
            <a:off x="14288" y="90488"/>
            <a:ext cx="9144000" cy="2362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mpd="dbl">
                <a:solidFill>
                  <a:srgbClr val="000000"/>
                </a:solidFill>
                <a:miter lim="800000"/>
                <a:headEnd/>
                <a:tailEnd/>
              </a14:hiddenLine>
            </a:ext>
          </a:extLst>
        </p:spPr>
        <p:txBody>
          <a:bodyPr wrap="none" anchor="ctr"/>
          <a:lstStyle>
            <a:lvl1pPr>
              <a:spcBef>
                <a:spcPct val="20000"/>
              </a:spcBef>
              <a:buClr>
                <a:srgbClr val="996633"/>
              </a:buClr>
              <a:buFont typeface="Wingdings" panose="05000000000000000000" pitchFamily="2" charset="2"/>
              <a:buBlip>
                <a:blip r:embed="rId2"/>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2"/>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2"/>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2"/>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2"/>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2"/>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2"/>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2"/>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2"/>
              </a:buBlip>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endParaRPr lang="zh-CN" altLang="en-US">
              <a:solidFill>
                <a:schemeClr val="accent2"/>
              </a:solidFill>
            </a:endParaRPr>
          </a:p>
        </p:txBody>
      </p:sp>
      <p:sp>
        <p:nvSpPr>
          <p:cNvPr id="46093" name="Rectangle 13"/>
          <p:cNvSpPr>
            <a:spLocks noGrp="1" noChangeArrowheads="1"/>
          </p:cNvSpPr>
          <p:nvPr>
            <p:ph type="title"/>
          </p:nvPr>
        </p:nvSpPr>
        <p:spPr>
          <a:xfrm>
            <a:off x="2009429" y="1296719"/>
            <a:ext cx="3541737" cy="838200"/>
          </a:xfrm>
        </p:spPr>
        <p:txBody>
          <a:bodyPr lIns="92075" tIns="46038" rIns="92075" bIns="46038"/>
          <a:lstStyle/>
          <a:p>
            <a:r>
              <a:rPr lang="zh-CN" altLang="en-US" sz="4800" dirty="0" smtClean="0">
                <a:solidFill>
                  <a:srgbClr val="0000FF"/>
                </a:solidFill>
                <a:latin typeface="黑体" panose="02010609060101010101" pitchFamily="49" charset="-122"/>
                <a:ea typeface="黑体" panose="02010609060101010101" pitchFamily="49" charset="-122"/>
              </a:rPr>
              <a:t>第二节 </a:t>
            </a:r>
            <a:r>
              <a:rPr lang="zh-CN" altLang="en-US" sz="4800" dirty="0">
                <a:solidFill>
                  <a:srgbClr val="0000FF"/>
                </a:solidFill>
                <a:latin typeface="黑体" panose="02010609060101010101" pitchFamily="49" charset="-122"/>
                <a:ea typeface="黑体" panose="02010609060101010101" pitchFamily="49" charset="-122"/>
              </a:rPr>
              <a:t>方差</a:t>
            </a:r>
            <a:endParaRPr lang="zh-CN" altLang="en-US" sz="4800" dirty="0" smtClean="0">
              <a:solidFill>
                <a:srgbClr val="0000FF"/>
              </a:solidFill>
              <a:latin typeface="黑体" panose="02010609060101010101" pitchFamily="49" charset="-122"/>
              <a:ea typeface="黑体" panose="02010609060101010101" pitchFamily="49" charset="-122"/>
            </a:endParaRPr>
          </a:p>
        </p:txBody>
      </p:sp>
      <p:sp>
        <p:nvSpPr>
          <p:cNvPr id="46094" name="Text Box 14"/>
          <p:cNvSpPr txBox="1">
            <a:spLocks noChangeArrowheads="1"/>
          </p:cNvSpPr>
          <p:nvPr/>
        </p:nvSpPr>
        <p:spPr bwMode="auto">
          <a:xfrm>
            <a:off x="2036763" y="3984894"/>
            <a:ext cx="2964273"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996633"/>
              </a:buClr>
              <a:buFont typeface="Wingdings" panose="05000000000000000000" pitchFamily="2" charset="2"/>
              <a:buBlip>
                <a:blip r:embed="rId2"/>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2"/>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2"/>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2"/>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2"/>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2"/>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2"/>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2"/>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2"/>
              </a:buBlip>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r>
              <a:rPr lang="zh-CN" altLang="en-US" b="1" dirty="0" smtClean="0">
                <a:solidFill>
                  <a:srgbClr val="0000FF"/>
                </a:solidFill>
              </a:rPr>
              <a:t>二  方差</a:t>
            </a:r>
            <a:r>
              <a:rPr lang="zh-CN" altLang="en-US" b="1" dirty="0">
                <a:solidFill>
                  <a:srgbClr val="0000FF"/>
                </a:solidFill>
              </a:rPr>
              <a:t>的性质 </a:t>
            </a:r>
          </a:p>
        </p:txBody>
      </p:sp>
      <p:sp>
        <p:nvSpPr>
          <p:cNvPr id="46095" name="Text Box 15"/>
          <p:cNvSpPr txBox="1">
            <a:spLocks noChangeArrowheads="1"/>
          </p:cNvSpPr>
          <p:nvPr/>
        </p:nvSpPr>
        <p:spPr bwMode="auto">
          <a:xfrm>
            <a:off x="2036763" y="3263900"/>
            <a:ext cx="2964273"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996633"/>
              </a:buClr>
              <a:buFont typeface="Wingdings" panose="05000000000000000000" pitchFamily="2" charset="2"/>
              <a:buBlip>
                <a:blip r:embed="rId2"/>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2"/>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2"/>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2"/>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2"/>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2"/>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2"/>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2"/>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2"/>
              </a:buBlip>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r>
              <a:rPr lang="zh-CN" altLang="en-US" b="1" dirty="0">
                <a:solidFill>
                  <a:srgbClr val="0000FF"/>
                </a:solidFill>
              </a:rPr>
              <a:t>一 </a:t>
            </a:r>
            <a:r>
              <a:rPr lang="zh-CN" altLang="en-US" b="1" dirty="0" smtClean="0">
                <a:solidFill>
                  <a:srgbClr val="0000FF"/>
                </a:solidFill>
              </a:rPr>
              <a:t> 方差</a:t>
            </a:r>
            <a:r>
              <a:rPr lang="zh-CN" altLang="en-US" b="1" dirty="0">
                <a:solidFill>
                  <a:srgbClr val="0000FF"/>
                </a:solidFill>
              </a:rPr>
              <a:t>的定义 </a:t>
            </a:r>
          </a:p>
        </p:txBody>
      </p:sp>
      <p:sp>
        <p:nvSpPr>
          <p:cNvPr id="46096" name="Text Box 16"/>
          <p:cNvSpPr txBox="1">
            <a:spLocks noChangeArrowheads="1"/>
          </p:cNvSpPr>
          <p:nvPr/>
        </p:nvSpPr>
        <p:spPr bwMode="auto">
          <a:xfrm>
            <a:off x="2036763" y="4710650"/>
            <a:ext cx="461216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996633"/>
              </a:buClr>
              <a:buFont typeface="Wingdings" panose="05000000000000000000" pitchFamily="2" charset="2"/>
              <a:buBlip>
                <a:blip r:embed="rId2"/>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2"/>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2"/>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2"/>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2"/>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2"/>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2"/>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2"/>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2"/>
              </a:buBlip>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r>
              <a:rPr lang="zh-CN" altLang="en-US" b="1" dirty="0" smtClean="0">
                <a:solidFill>
                  <a:srgbClr val="0000FF"/>
                </a:solidFill>
              </a:rPr>
              <a:t>三  几种</a:t>
            </a:r>
            <a:r>
              <a:rPr lang="zh-CN" altLang="en-US" b="1" dirty="0">
                <a:solidFill>
                  <a:srgbClr val="0000FF"/>
                </a:solidFill>
              </a:rPr>
              <a:t>重要分布的方差 </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6093">
                                            <p:txEl>
                                              <p:pRg st="0" end="0"/>
                                            </p:txEl>
                                          </p:spTgt>
                                        </p:tgtEl>
                                        <p:attrNameLst>
                                          <p:attrName>style.visibility</p:attrName>
                                        </p:attrNameLst>
                                      </p:cBhvr>
                                      <p:to>
                                        <p:strVal val="visible"/>
                                      </p:to>
                                    </p:set>
                                    <p:animEffect transition="in" filter="wipe(left)">
                                      <p:cBhvr>
                                        <p:cTn id="7" dur="500"/>
                                        <p:tgtEl>
                                          <p:spTgt spid="4609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6095">
                                            <p:txEl>
                                              <p:pRg st="0" end="0"/>
                                            </p:txEl>
                                          </p:spTgt>
                                        </p:tgtEl>
                                        <p:attrNameLst>
                                          <p:attrName>style.visibility</p:attrName>
                                        </p:attrNameLst>
                                      </p:cBhvr>
                                      <p:to>
                                        <p:strVal val="visible"/>
                                      </p:to>
                                    </p:set>
                                    <p:animEffect transition="in" filter="wipe(left)">
                                      <p:cBhvr>
                                        <p:cTn id="12" dur="500"/>
                                        <p:tgtEl>
                                          <p:spTgt spid="46095">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6094">
                                            <p:txEl>
                                              <p:pRg st="0" end="0"/>
                                            </p:txEl>
                                          </p:spTgt>
                                        </p:tgtEl>
                                        <p:attrNameLst>
                                          <p:attrName>style.visibility</p:attrName>
                                        </p:attrNameLst>
                                      </p:cBhvr>
                                      <p:to>
                                        <p:strVal val="visible"/>
                                      </p:to>
                                    </p:set>
                                    <p:animEffect transition="in" filter="wipe(left)">
                                      <p:cBhvr>
                                        <p:cTn id="17" dur="500"/>
                                        <p:tgtEl>
                                          <p:spTgt spid="46094">
                                            <p:txEl>
                                              <p:pRg st="0" end="0"/>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46096">
                                            <p:txEl>
                                              <p:pRg st="0" end="0"/>
                                            </p:txEl>
                                          </p:spTgt>
                                        </p:tgtEl>
                                        <p:attrNameLst>
                                          <p:attrName>style.visibility</p:attrName>
                                        </p:attrNameLst>
                                      </p:cBhvr>
                                      <p:to>
                                        <p:strVal val="visible"/>
                                      </p:to>
                                    </p:set>
                                    <p:animEffect transition="in" filter="wipe(left)">
                                      <p:cBhvr>
                                        <p:cTn id="22" dur="500"/>
                                        <p:tgtEl>
                                          <p:spTgt spid="4609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93" grpId="0" build="p" autoUpdateAnimBg="0"/>
      <p:bldP spid="46094" grpId="0" build="p" autoUpdateAnimBg="0"/>
      <p:bldP spid="46095" grpId="0" build="p" autoUpdateAnimBg="0"/>
      <p:bldP spid="46096" grpId="0" build="p"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bwMode="auto">
          <a:xfrm>
            <a:off x="3455988" y="3769717"/>
            <a:ext cx="3708400" cy="739775"/>
          </a:xfrm>
          <a:prstGeom prst="rect">
            <a:avLst/>
          </a:prstGeom>
          <a:noFill/>
          <a:ln>
            <a:noFill/>
          </a:ln>
          <a:effectLst/>
          <a:extLst/>
        </p:spPr>
        <p:txBody>
          <a:bodyPr/>
          <a:lstStyle/>
          <a:p>
            <a:pPr marL="342900" indent="-342900" eaLnBrk="1" hangingPunct="1">
              <a:lnSpc>
                <a:spcPct val="90000"/>
              </a:lnSpc>
              <a:spcBef>
                <a:spcPct val="20000"/>
              </a:spcBef>
              <a:buClr>
                <a:srgbClr val="996633"/>
              </a:buClr>
              <a:buFont typeface="Wingdings" panose="05000000000000000000" pitchFamily="2" charset="2"/>
              <a:buBlip>
                <a:blip r:embed="rId4"/>
              </a:buBlip>
              <a:defRPr/>
            </a:pPr>
            <a:endParaRPr lang="zh-CN" altLang="en-US">
              <a:effectLst>
                <a:outerShdw blurRad="38100" dist="38100" dir="2700000" algn="tl">
                  <a:srgbClr val="000000">
                    <a:alpha val="43137"/>
                  </a:srgbClr>
                </a:outerShdw>
              </a:effectLst>
            </a:endParaRPr>
          </a:p>
        </p:txBody>
      </p:sp>
      <p:sp>
        <p:nvSpPr>
          <p:cNvPr id="49155" name="Text Box 3"/>
          <p:cNvSpPr txBox="1">
            <a:spLocks noChangeArrowheads="1"/>
          </p:cNvSpPr>
          <p:nvPr/>
        </p:nvSpPr>
        <p:spPr bwMode="auto">
          <a:xfrm>
            <a:off x="30506" y="1873047"/>
            <a:ext cx="32766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rgbClr val="996633"/>
              </a:buClr>
              <a:buFont typeface="Wingdings" panose="05000000000000000000" pitchFamily="2" charset="2"/>
              <a:buBlip>
                <a:blip r:embed="rId4"/>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4"/>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4"/>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9pPr>
          </a:lstStyle>
          <a:p>
            <a:pPr>
              <a:spcBef>
                <a:spcPct val="50000"/>
              </a:spcBef>
              <a:buClrTx/>
              <a:buFontTx/>
              <a:buNone/>
            </a:pPr>
            <a:r>
              <a:rPr lang="en-US" altLang="zh-CN" sz="2800" dirty="0">
                <a:solidFill>
                  <a:schemeClr val="tx2"/>
                </a:solidFill>
                <a:latin typeface="楷体_GB2312" pitchFamily="49" charset="-122"/>
              </a:rPr>
              <a:t> </a:t>
            </a:r>
            <a:r>
              <a:rPr lang="zh-CN" altLang="en-US" sz="2800" dirty="0">
                <a:solidFill>
                  <a:schemeClr val="accent2"/>
                </a:solidFill>
                <a:latin typeface="楷体_GB2312" pitchFamily="49" charset="-122"/>
              </a:rPr>
              <a:t>方差的算术平方根</a:t>
            </a:r>
          </a:p>
        </p:txBody>
      </p:sp>
      <p:sp>
        <p:nvSpPr>
          <p:cNvPr id="49156" name="Rectangle 4"/>
          <p:cNvSpPr>
            <a:spLocks noChangeArrowheads="1"/>
          </p:cNvSpPr>
          <p:nvPr/>
        </p:nvSpPr>
        <p:spPr bwMode="auto">
          <a:xfrm>
            <a:off x="3455988" y="1299023"/>
            <a:ext cx="561181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rgbClr val="996633"/>
              </a:buClr>
              <a:buFont typeface="Wingdings" panose="05000000000000000000" pitchFamily="2" charset="2"/>
              <a:buBlip>
                <a:blip r:embed="rId4"/>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4"/>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4"/>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9pPr>
          </a:lstStyle>
          <a:p>
            <a:pPr algn="ctr">
              <a:spcBef>
                <a:spcPct val="0"/>
              </a:spcBef>
              <a:buClrTx/>
              <a:buFontTx/>
              <a:buNone/>
            </a:pPr>
            <a:r>
              <a:rPr lang="zh-CN" altLang="en-US" sz="2800" dirty="0">
                <a:solidFill>
                  <a:schemeClr val="accent2"/>
                </a:solidFill>
                <a:latin typeface="楷体_GB2312" pitchFamily="49" charset="-122"/>
              </a:rPr>
              <a:t>为</a:t>
            </a:r>
            <a:r>
              <a:rPr lang="en-US" altLang="zh-CN" sz="2800" i="1" dirty="0">
                <a:solidFill>
                  <a:schemeClr val="accent2"/>
                </a:solidFill>
              </a:rPr>
              <a:t>X</a:t>
            </a:r>
            <a:r>
              <a:rPr lang="en-US" altLang="zh-CN" sz="2800" i="1" dirty="0">
                <a:solidFill>
                  <a:schemeClr val="accent2"/>
                </a:solidFill>
                <a:latin typeface="楷体_GB2312" pitchFamily="49" charset="-122"/>
              </a:rPr>
              <a:t> </a:t>
            </a:r>
            <a:r>
              <a:rPr lang="zh-CN" altLang="en-US" sz="2800" dirty="0">
                <a:solidFill>
                  <a:schemeClr val="accent2"/>
                </a:solidFill>
                <a:latin typeface="楷体_GB2312" pitchFamily="49" charset="-122"/>
              </a:rPr>
              <a:t>的方差。记为</a:t>
            </a:r>
            <a:r>
              <a:rPr lang="en-US" altLang="zh-CN" sz="2800" b="1" i="1" dirty="0">
                <a:solidFill>
                  <a:srgbClr val="0000FF"/>
                </a:solidFill>
              </a:rPr>
              <a:t>D</a:t>
            </a:r>
            <a:r>
              <a:rPr lang="en-US" altLang="zh-CN" sz="2800" b="1" dirty="0">
                <a:solidFill>
                  <a:srgbClr val="0000FF"/>
                </a:solidFill>
              </a:rPr>
              <a:t>(</a:t>
            </a:r>
            <a:r>
              <a:rPr lang="en-US" altLang="zh-CN" sz="2800" b="1" i="1" dirty="0">
                <a:solidFill>
                  <a:srgbClr val="0000FF"/>
                </a:solidFill>
              </a:rPr>
              <a:t>X</a:t>
            </a:r>
            <a:r>
              <a:rPr lang="en-US" altLang="zh-CN" sz="2800" b="1" dirty="0">
                <a:solidFill>
                  <a:srgbClr val="0000FF"/>
                </a:solidFill>
              </a:rPr>
              <a:t>)</a:t>
            </a:r>
            <a:r>
              <a:rPr lang="zh-CN" altLang="en-US" sz="2800" b="1" dirty="0">
                <a:solidFill>
                  <a:srgbClr val="FF0000"/>
                </a:solidFill>
                <a:latin typeface="楷体_GB2312" pitchFamily="49" charset="-122"/>
              </a:rPr>
              <a:t>或</a:t>
            </a:r>
            <a:r>
              <a:rPr lang="en-US" altLang="zh-CN" sz="2800" b="1" i="1" dirty="0" err="1">
                <a:solidFill>
                  <a:srgbClr val="0000FF"/>
                </a:solidFill>
              </a:rPr>
              <a:t>V</a:t>
            </a:r>
            <a:r>
              <a:rPr lang="en-US" altLang="zh-CN" sz="2800" b="1" dirty="0" err="1">
                <a:solidFill>
                  <a:srgbClr val="0000FF"/>
                </a:solidFill>
              </a:rPr>
              <a:t>ar</a:t>
            </a:r>
            <a:r>
              <a:rPr lang="en-US" altLang="zh-CN" sz="2800" b="1" dirty="0">
                <a:solidFill>
                  <a:srgbClr val="0000FF"/>
                </a:solidFill>
              </a:rPr>
              <a:t>(</a:t>
            </a:r>
            <a:r>
              <a:rPr lang="en-US" altLang="zh-CN" sz="2800" b="1" i="1" dirty="0">
                <a:solidFill>
                  <a:srgbClr val="0000FF"/>
                </a:solidFill>
              </a:rPr>
              <a:t>X</a:t>
            </a:r>
            <a:r>
              <a:rPr lang="en-US" altLang="zh-CN" sz="2800" b="1" dirty="0">
                <a:solidFill>
                  <a:srgbClr val="0000FF"/>
                </a:solidFill>
              </a:rPr>
              <a:t>)</a:t>
            </a:r>
            <a:r>
              <a:rPr lang="zh-CN" altLang="en-US" sz="2800" dirty="0">
                <a:solidFill>
                  <a:schemeClr val="accent2"/>
                </a:solidFill>
                <a:latin typeface="楷体_GB2312" pitchFamily="49" charset="-122"/>
              </a:rPr>
              <a:t>。</a:t>
            </a:r>
          </a:p>
        </p:txBody>
      </p:sp>
      <p:sp>
        <p:nvSpPr>
          <p:cNvPr id="49157" name="Text Box 5"/>
          <p:cNvSpPr txBox="1">
            <a:spLocks noChangeArrowheads="1"/>
          </p:cNvSpPr>
          <p:nvPr/>
        </p:nvSpPr>
        <p:spPr bwMode="auto">
          <a:xfrm>
            <a:off x="179388" y="665753"/>
            <a:ext cx="5948363" cy="604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rgbClr val="996633"/>
              </a:buClr>
              <a:buFont typeface="Wingdings" panose="05000000000000000000" pitchFamily="2" charset="2"/>
              <a:buBlip>
                <a:blip r:embed="rId4"/>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4"/>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4"/>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9pPr>
          </a:lstStyle>
          <a:p>
            <a:pPr algn="just">
              <a:lnSpc>
                <a:spcPct val="120000"/>
              </a:lnSpc>
              <a:spcBef>
                <a:spcPct val="0"/>
              </a:spcBef>
              <a:buClrTx/>
              <a:buFontTx/>
              <a:buNone/>
            </a:pPr>
            <a:r>
              <a:rPr lang="zh-CN" altLang="en-US" sz="2800" b="1" dirty="0">
                <a:solidFill>
                  <a:srgbClr val="0000FF"/>
                </a:solidFill>
                <a:latin typeface="楷体_GB2312" pitchFamily="49" charset="-122"/>
              </a:rPr>
              <a:t>定义</a:t>
            </a:r>
            <a:r>
              <a:rPr lang="zh-CN" altLang="en-US" sz="2800" dirty="0">
                <a:solidFill>
                  <a:schemeClr val="tx2"/>
                </a:solidFill>
                <a:latin typeface="楷体_GB2312" pitchFamily="49" charset="-122"/>
              </a:rPr>
              <a:t>  </a:t>
            </a:r>
            <a:r>
              <a:rPr lang="zh-CN" altLang="en-US" sz="2800" dirty="0">
                <a:solidFill>
                  <a:schemeClr val="accent2"/>
                </a:solidFill>
                <a:latin typeface="楷体_GB2312" pitchFamily="49" charset="-122"/>
              </a:rPr>
              <a:t>设</a:t>
            </a:r>
            <a:r>
              <a:rPr lang="en-US" altLang="zh-CN" sz="2800" i="1" dirty="0">
                <a:solidFill>
                  <a:schemeClr val="accent2"/>
                </a:solidFill>
              </a:rPr>
              <a:t>X </a:t>
            </a:r>
            <a:r>
              <a:rPr lang="zh-CN" altLang="en-US" sz="2800" dirty="0">
                <a:solidFill>
                  <a:schemeClr val="accent2"/>
                </a:solidFill>
                <a:latin typeface="楷体_GB2312" pitchFamily="49" charset="-122"/>
              </a:rPr>
              <a:t>是一个随机变量，若    </a:t>
            </a:r>
          </a:p>
        </p:txBody>
      </p:sp>
      <p:sp>
        <p:nvSpPr>
          <p:cNvPr id="49158" name="Text Box 6"/>
          <p:cNvSpPr txBox="1">
            <a:spLocks noChangeArrowheads="1"/>
          </p:cNvSpPr>
          <p:nvPr/>
        </p:nvSpPr>
        <p:spPr bwMode="auto">
          <a:xfrm>
            <a:off x="179388" y="1234872"/>
            <a:ext cx="895350" cy="604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996633"/>
              </a:buClr>
              <a:buFont typeface="Wingdings" panose="05000000000000000000" pitchFamily="2" charset="2"/>
              <a:buBlip>
                <a:blip r:embed="rId4"/>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4"/>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4"/>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9pPr>
          </a:lstStyle>
          <a:p>
            <a:pPr algn="ctr">
              <a:lnSpc>
                <a:spcPct val="120000"/>
              </a:lnSpc>
              <a:spcBef>
                <a:spcPct val="0"/>
              </a:spcBef>
              <a:buClrTx/>
              <a:buFontTx/>
              <a:buNone/>
            </a:pPr>
            <a:r>
              <a:rPr lang="zh-CN" altLang="en-US" sz="2800" dirty="0">
                <a:solidFill>
                  <a:schemeClr val="accent2"/>
                </a:solidFill>
                <a:latin typeface="楷体_GB2312" pitchFamily="49" charset="-122"/>
              </a:rPr>
              <a:t>则称</a:t>
            </a:r>
            <a:endParaRPr lang="zh-CN" altLang="en-US" sz="2800" dirty="0">
              <a:solidFill>
                <a:schemeClr val="accent2"/>
              </a:solidFill>
            </a:endParaRPr>
          </a:p>
        </p:txBody>
      </p:sp>
      <p:graphicFrame>
        <p:nvGraphicFramePr>
          <p:cNvPr id="49159" name="Object 7"/>
          <p:cNvGraphicFramePr>
            <a:graphicFrameLocks noChangeAspect="1"/>
          </p:cNvGraphicFramePr>
          <p:nvPr>
            <p:extLst>
              <p:ext uri="{D42A27DB-BD31-4B8C-83A1-F6EECF244321}">
                <p14:modId xmlns:p14="http://schemas.microsoft.com/office/powerpoint/2010/main" val="3838643461"/>
              </p:ext>
            </p:extLst>
          </p:nvPr>
        </p:nvGraphicFramePr>
        <p:xfrm>
          <a:off x="5218112" y="721520"/>
          <a:ext cx="2630488" cy="557212"/>
        </p:xfrm>
        <a:graphic>
          <a:graphicData uri="http://schemas.openxmlformats.org/presentationml/2006/ole">
            <mc:AlternateContent xmlns:mc="http://schemas.openxmlformats.org/markup-compatibility/2006">
              <mc:Choice xmlns:v="urn:schemas-microsoft-com:vml" Requires="v">
                <p:oleObj spid="_x0000_s18764" name="Equation" r:id="rId5" imgW="29860765" imgH="6391170" progId="Equation.DSMT4">
                  <p:embed/>
                </p:oleObj>
              </mc:Choice>
              <mc:Fallback>
                <p:oleObj name="Equation" r:id="rId5" imgW="29860765" imgH="6391170" progId="Equation.DSMT4">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218112" y="721520"/>
                        <a:ext cx="2630488" cy="557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9160" name="Text Box 8"/>
          <p:cNvSpPr txBox="1">
            <a:spLocks noChangeArrowheads="1"/>
          </p:cNvSpPr>
          <p:nvPr/>
        </p:nvSpPr>
        <p:spPr bwMode="auto">
          <a:xfrm>
            <a:off x="4237832" y="1914973"/>
            <a:ext cx="3779837"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996633"/>
              </a:buClr>
              <a:buFont typeface="Wingdings" panose="05000000000000000000" pitchFamily="2" charset="2"/>
              <a:buBlip>
                <a:blip r:embed="rId4"/>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4"/>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4"/>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r>
              <a:rPr lang="zh-CN" altLang="en-US" sz="2800" dirty="0">
                <a:solidFill>
                  <a:schemeClr val="accent2"/>
                </a:solidFill>
              </a:rPr>
              <a:t>称为</a:t>
            </a:r>
            <a:r>
              <a:rPr lang="zh-CN" altLang="en-US" sz="2800" b="1" dirty="0">
                <a:solidFill>
                  <a:srgbClr val="FF0000"/>
                </a:solidFill>
              </a:rPr>
              <a:t>均方差</a:t>
            </a:r>
            <a:r>
              <a:rPr lang="zh-CN" altLang="en-US" sz="2800" dirty="0">
                <a:solidFill>
                  <a:schemeClr val="accent2"/>
                </a:solidFill>
              </a:rPr>
              <a:t>或</a:t>
            </a:r>
            <a:r>
              <a:rPr lang="zh-CN" altLang="en-US" sz="2800" b="1" dirty="0">
                <a:solidFill>
                  <a:srgbClr val="FF0000"/>
                </a:solidFill>
              </a:rPr>
              <a:t>标准差</a:t>
            </a:r>
            <a:r>
              <a:rPr lang="zh-CN" altLang="en-US" sz="2800" dirty="0">
                <a:solidFill>
                  <a:schemeClr val="accent2"/>
                </a:solidFill>
              </a:rPr>
              <a:t>。</a:t>
            </a:r>
          </a:p>
        </p:txBody>
      </p:sp>
      <p:graphicFrame>
        <p:nvGraphicFramePr>
          <p:cNvPr id="49161" name="Object 9"/>
          <p:cNvGraphicFramePr>
            <a:graphicFrameLocks noGrp="1" noChangeAspect="1"/>
          </p:cNvGraphicFramePr>
          <p:nvPr>
            <p:ph idx="4294967295"/>
            <p:extLst>
              <p:ext uri="{D42A27DB-BD31-4B8C-83A1-F6EECF244321}">
                <p14:modId xmlns:p14="http://schemas.microsoft.com/office/powerpoint/2010/main" val="2967813200"/>
              </p:ext>
            </p:extLst>
          </p:nvPr>
        </p:nvGraphicFramePr>
        <p:xfrm>
          <a:off x="929528" y="1285672"/>
          <a:ext cx="2619375" cy="555625"/>
        </p:xfrm>
        <a:graphic>
          <a:graphicData uri="http://schemas.openxmlformats.org/presentationml/2006/ole">
            <mc:AlternateContent xmlns:mc="http://schemas.openxmlformats.org/markup-compatibility/2006">
              <mc:Choice xmlns:v="urn:schemas-microsoft-com:vml" Requires="v">
                <p:oleObj spid="_x0000_s18765" name="Equation" r:id="rId7" imgW="1256755" imgH="266584" progId="Equation.DSMT4">
                  <p:embed/>
                </p:oleObj>
              </mc:Choice>
              <mc:Fallback>
                <p:oleObj name="Equation" r:id="rId7" imgW="1256755" imgH="266584" progId="Equation.DSMT4">
                  <p:embed/>
                  <p:pic>
                    <p:nvPicPr>
                      <p:cNvPr id="0" name="Object 9"/>
                      <p:cNvPicPr>
                        <a:picLocks noGrp="1"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29528" y="1285672"/>
                        <a:ext cx="2619375" cy="555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9162" name="Text Box 10"/>
          <p:cNvSpPr txBox="1">
            <a:spLocks noChangeArrowheads="1"/>
          </p:cNvSpPr>
          <p:nvPr/>
        </p:nvSpPr>
        <p:spPr bwMode="auto">
          <a:xfrm>
            <a:off x="7740352" y="751479"/>
            <a:ext cx="1250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996633"/>
              </a:buClr>
              <a:buFont typeface="Wingdings" panose="05000000000000000000" pitchFamily="2" charset="2"/>
              <a:buBlip>
                <a:blip r:embed="rId4"/>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4"/>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4"/>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r>
              <a:rPr lang="zh-CN" altLang="en-US" sz="2800" dirty="0">
                <a:solidFill>
                  <a:schemeClr val="accent2"/>
                </a:solidFill>
              </a:rPr>
              <a:t>存在，</a:t>
            </a:r>
          </a:p>
        </p:txBody>
      </p:sp>
      <p:graphicFrame>
        <p:nvGraphicFramePr>
          <p:cNvPr id="49163" name="Object 11"/>
          <p:cNvGraphicFramePr>
            <a:graphicFrameLocks noChangeAspect="1"/>
          </p:cNvGraphicFramePr>
          <p:nvPr>
            <p:extLst>
              <p:ext uri="{D42A27DB-BD31-4B8C-83A1-F6EECF244321}">
                <p14:modId xmlns:p14="http://schemas.microsoft.com/office/powerpoint/2010/main" val="33045143"/>
              </p:ext>
            </p:extLst>
          </p:nvPr>
        </p:nvGraphicFramePr>
        <p:xfrm>
          <a:off x="3141219" y="1925984"/>
          <a:ext cx="1235075" cy="582613"/>
        </p:xfrm>
        <a:graphic>
          <a:graphicData uri="http://schemas.openxmlformats.org/presentationml/2006/ole">
            <mc:AlternateContent xmlns:mc="http://schemas.openxmlformats.org/markup-compatibility/2006">
              <mc:Choice xmlns:v="urn:schemas-microsoft-com:vml" Requires="v">
                <p:oleObj spid="_x0000_s18766" name="Equation" r:id="rId9" imgW="520474" imgH="253890" progId="Equation.DSMT4">
                  <p:embed/>
                </p:oleObj>
              </mc:Choice>
              <mc:Fallback>
                <p:oleObj name="Equation" r:id="rId9" imgW="520474" imgH="253890" progId="Equation.DSMT4">
                  <p:embed/>
                  <p:pic>
                    <p:nvPicPr>
                      <p:cNvPr id="0" name="Object 11"/>
                      <p:cNvPicPr>
                        <a:picLocks noChangeAspect="1" noChangeArrowheads="1"/>
                      </p:cNvPicPr>
                      <p:nvPr/>
                    </p:nvPicPr>
                    <p:blipFill>
                      <a:blip r:embed="rId10">
                        <a:lum bright="2000"/>
                        <a:extLst>
                          <a:ext uri="{28A0092B-C50C-407E-A947-70E740481C1C}">
                            <a14:useLocalDpi xmlns:a14="http://schemas.microsoft.com/office/drawing/2010/main" val="0"/>
                          </a:ext>
                        </a:extLst>
                      </a:blip>
                      <a:srcRect/>
                      <a:stretch>
                        <a:fillRect/>
                      </a:stretch>
                    </p:blipFill>
                    <p:spPr bwMode="auto">
                      <a:xfrm>
                        <a:off x="3141219" y="1925984"/>
                        <a:ext cx="1235075" cy="582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9164" name="Object 12"/>
          <p:cNvGraphicFramePr>
            <a:graphicFrameLocks noChangeAspect="1"/>
          </p:cNvGraphicFramePr>
          <p:nvPr>
            <p:extLst>
              <p:ext uri="{D42A27DB-BD31-4B8C-83A1-F6EECF244321}">
                <p14:modId xmlns:p14="http://schemas.microsoft.com/office/powerpoint/2010/main" val="1229847341"/>
              </p:ext>
            </p:extLst>
          </p:nvPr>
        </p:nvGraphicFramePr>
        <p:xfrm>
          <a:off x="1008039" y="2473306"/>
          <a:ext cx="1235075" cy="573088"/>
        </p:xfrm>
        <a:graphic>
          <a:graphicData uri="http://schemas.openxmlformats.org/presentationml/2006/ole">
            <mc:AlternateContent xmlns:mc="http://schemas.openxmlformats.org/markup-compatibility/2006">
              <mc:Choice xmlns:v="urn:schemas-microsoft-com:vml" Requires="v">
                <p:oleObj spid="_x0000_s18767" name="Equation" r:id="rId11" imgW="418918" imgH="203112" progId="Equation.DSMT4">
                  <p:embed/>
                </p:oleObj>
              </mc:Choice>
              <mc:Fallback>
                <p:oleObj name="Equation" r:id="rId11" imgW="418918" imgH="203112" progId="Equation.DSMT4">
                  <p:embed/>
                  <p:pic>
                    <p:nvPicPr>
                      <p:cNvPr id="0" name="Object 12"/>
                      <p:cNvPicPr>
                        <a:picLocks noChangeAspect="1" noChangeArrowheads="1"/>
                      </p:cNvPicPr>
                      <p:nvPr/>
                    </p:nvPicPr>
                    <p:blipFill>
                      <a:blip r:embed="rId12">
                        <a:lum bright="4000"/>
                        <a:extLst>
                          <a:ext uri="{28A0092B-C50C-407E-A947-70E740481C1C}">
                            <a14:useLocalDpi xmlns:a14="http://schemas.microsoft.com/office/drawing/2010/main" val="0"/>
                          </a:ext>
                        </a:extLst>
                      </a:blip>
                      <a:srcRect/>
                      <a:stretch>
                        <a:fillRect/>
                      </a:stretch>
                    </p:blipFill>
                    <p:spPr bwMode="auto">
                      <a:xfrm>
                        <a:off x="1008039" y="2473306"/>
                        <a:ext cx="1235075" cy="57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9165" name="Text Box 13"/>
          <p:cNvSpPr txBox="1">
            <a:spLocks noChangeArrowheads="1"/>
          </p:cNvSpPr>
          <p:nvPr/>
        </p:nvSpPr>
        <p:spPr bwMode="auto">
          <a:xfrm>
            <a:off x="242838" y="2473306"/>
            <a:ext cx="8953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996633"/>
              </a:buClr>
              <a:buFont typeface="Wingdings" panose="05000000000000000000" pitchFamily="2" charset="2"/>
              <a:buBlip>
                <a:blip r:embed="rId4"/>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4"/>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4"/>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r>
              <a:rPr lang="zh-CN" altLang="en-US" sz="2800" dirty="0">
                <a:solidFill>
                  <a:schemeClr val="accent2"/>
                </a:solidFill>
              </a:rPr>
              <a:t>记为</a:t>
            </a:r>
          </a:p>
        </p:txBody>
      </p:sp>
      <p:sp>
        <p:nvSpPr>
          <p:cNvPr id="49166" name="Text Box 14"/>
          <p:cNvSpPr txBox="1">
            <a:spLocks noChangeArrowheads="1"/>
          </p:cNvSpPr>
          <p:nvPr/>
        </p:nvSpPr>
        <p:spPr bwMode="auto">
          <a:xfrm>
            <a:off x="224128" y="3456676"/>
            <a:ext cx="8985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996633"/>
              </a:buClr>
              <a:buFont typeface="Wingdings" panose="05000000000000000000" pitchFamily="2" charset="2"/>
              <a:buBlip>
                <a:blip r:embed="rId4"/>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4"/>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4"/>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r>
              <a:rPr lang="zh-CN" altLang="en-US" sz="2800" b="1" dirty="0">
                <a:solidFill>
                  <a:srgbClr val="FF0000"/>
                </a:solidFill>
              </a:rPr>
              <a:t>注：</a:t>
            </a:r>
            <a:endParaRPr lang="zh-CN" altLang="en-US" sz="2800" dirty="0">
              <a:solidFill>
                <a:srgbClr val="FF0000"/>
              </a:solidFill>
            </a:endParaRPr>
          </a:p>
        </p:txBody>
      </p:sp>
      <p:sp>
        <p:nvSpPr>
          <p:cNvPr id="49167" name="Text Box 15"/>
          <p:cNvSpPr txBox="1">
            <a:spLocks noChangeArrowheads="1"/>
          </p:cNvSpPr>
          <p:nvPr/>
        </p:nvSpPr>
        <p:spPr bwMode="auto">
          <a:xfrm>
            <a:off x="900113" y="3861792"/>
            <a:ext cx="78263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996633"/>
              </a:buClr>
              <a:buFont typeface="Wingdings" panose="05000000000000000000" pitchFamily="2" charset="2"/>
              <a:buBlip>
                <a:blip r:embed="rId4"/>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4"/>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4"/>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r>
              <a:rPr lang="zh-CN" altLang="en-US" sz="2800" dirty="0">
                <a:solidFill>
                  <a:schemeClr val="accent2"/>
                </a:solidFill>
              </a:rPr>
              <a:t>方差实际上就是</a:t>
            </a:r>
            <a:r>
              <a:rPr lang="en-US" altLang="zh-CN" sz="2800" b="1" i="1" dirty="0">
                <a:solidFill>
                  <a:srgbClr val="FF0000"/>
                </a:solidFill>
              </a:rPr>
              <a:t>X</a:t>
            </a:r>
            <a:r>
              <a:rPr lang="zh-CN" altLang="en-US" sz="2800" b="1" dirty="0">
                <a:solidFill>
                  <a:srgbClr val="FF0000"/>
                </a:solidFill>
              </a:rPr>
              <a:t>的函数 </a:t>
            </a:r>
            <a:r>
              <a:rPr lang="en-US" altLang="zh-CN" sz="2800" i="1" dirty="0">
                <a:solidFill>
                  <a:schemeClr val="accent2"/>
                </a:solidFill>
              </a:rPr>
              <a:t>g</a:t>
            </a:r>
            <a:r>
              <a:rPr lang="en-US" altLang="zh-CN" sz="2800" dirty="0">
                <a:solidFill>
                  <a:schemeClr val="accent2"/>
                </a:solidFill>
              </a:rPr>
              <a:t>(</a:t>
            </a:r>
            <a:r>
              <a:rPr lang="en-US" altLang="zh-CN" sz="2800" i="1" dirty="0">
                <a:solidFill>
                  <a:schemeClr val="accent2"/>
                </a:solidFill>
              </a:rPr>
              <a:t>X</a:t>
            </a:r>
            <a:r>
              <a:rPr lang="en-US" altLang="zh-CN" sz="2800" dirty="0">
                <a:solidFill>
                  <a:schemeClr val="accent2"/>
                </a:solidFill>
              </a:rPr>
              <a:t>)=[</a:t>
            </a:r>
            <a:r>
              <a:rPr lang="en-US" altLang="zh-CN" sz="2800" i="1" dirty="0">
                <a:solidFill>
                  <a:schemeClr val="accent2"/>
                </a:solidFill>
              </a:rPr>
              <a:t>X</a:t>
            </a:r>
            <a:r>
              <a:rPr lang="en-US" altLang="zh-CN" sz="2800" dirty="0">
                <a:solidFill>
                  <a:schemeClr val="accent2"/>
                </a:solidFill>
              </a:rPr>
              <a:t>-</a:t>
            </a:r>
            <a:r>
              <a:rPr lang="en-US" altLang="zh-CN" sz="2800" i="1" dirty="0">
                <a:solidFill>
                  <a:schemeClr val="accent2"/>
                </a:solidFill>
              </a:rPr>
              <a:t>E</a:t>
            </a:r>
            <a:r>
              <a:rPr lang="en-US" altLang="zh-CN" sz="2800" dirty="0">
                <a:solidFill>
                  <a:schemeClr val="accent2"/>
                </a:solidFill>
              </a:rPr>
              <a:t>(</a:t>
            </a:r>
            <a:r>
              <a:rPr lang="en-US" altLang="zh-CN" sz="2800" i="1" dirty="0">
                <a:solidFill>
                  <a:schemeClr val="accent2"/>
                </a:solidFill>
              </a:rPr>
              <a:t>X</a:t>
            </a:r>
            <a:r>
              <a:rPr lang="en-US" altLang="zh-CN" sz="2800" dirty="0">
                <a:solidFill>
                  <a:schemeClr val="accent2"/>
                </a:solidFill>
              </a:rPr>
              <a:t>)]</a:t>
            </a:r>
            <a:r>
              <a:rPr lang="en-US" altLang="zh-CN" sz="2800" baseline="30000" dirty="0">
                <a:solidFill>
                  <a:schemeClr val="accent2"/>
                </a:solidFill>
              </a:rPr>
              <a:t>2 </a:t>
            </a:r>
            <a:r>
              <a:rPr lang="zh-CN" altLang="en-US" sz="2800" dirty="0">
                <a:solidFill>
                  <a:schemeClr val="accent2"/>
                </a:solidFill>
              </a:rPr>
              <a:t>的期望。</a:t>
            </a:r>
          </a:p>
        </p:txBody>
      </p:sp>
      <p:sp>
        <p:nvSpPr>
          <p:cNvPr id="49168" name="Text Box 16"/>
          <p:cNvSpPr txBox="1">
            <a:spLocks noChangeArrowheads="1"/>
          </p:cNvSpPr>
          <p:nvPr/>
        </p:nvSpPr>
        <p:spPr bwMode="auto">
          <a:xfrm>
            <a:off x="885825" y="4638080"/>
            <a:ext cx="80073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996633"/>
              </a:buClr>
              <a:buFont typeface="Wingdings" panose="05000000000000000000" pitchFamily="2" charset="2"/>
              <a:buBlip>
                <a:blip r:embed="rId4"/>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4"/>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4"/>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r>
              <a:rPr lang="zh-CN" altLang="en-US" sz="2800" dirty="0">
                <a:solidFill>
                  <a:schemeClr val="accent2"/>
                </a:solidFill>
              </a:rPr>
              <a:t>方差反映了随机变量的取值与平均值的偏离程度。</a:t>
            </a:r>
          </a:p>
        </p:txBody>
      </p:sp>
      <p:sp>
        <p:nvSpPr>
          <p:cNvPr id="49171" name="Text Box 19"/>
          <p:cNvSpPr txBox="1">
            <a:spLocks noChangeArrowheads="1"/>
          </p:cNvSpPr>
          <p:nvPr/>
        </p:nvSpPr>
        <p:spPr bwMode="auto">
          <a:xfrm>
            <a:off x="-325438" y="8871"/>
            <a:ext cx="5138738"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996633"/>
              </a:buClr>
              <a:buFont typeface="Wingdings" panose="05000000000000000000" pitchFamily="2" charset="2"/>
              <a:buBlip>
                <a:blip r:embed="rId4"/>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4"/>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4"/>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9pPr>
          </a:lstStyle>
          <a:p>
            <a:pPr algn="ctr">
              <a:spcBef>
                <a:spcPct val="0"/>
              </a:spcBef>
              <a:buClrTx/>
              <a:buFontTx/>
              <a:buNone/>
            </a:pPr>
            <a:r>
              <a:rPr lang="zh-CN" altLang="en-US" sz="2800" b="1" dirty="0">
                <a:solidFill>
                  <a:srgbClr val="FFFF00"/>
                </a:solidFill>
              </a:rPr>
              <a:t>一、方差</a:t>
            </a:r>
            <a:r>
              <a:rPr lang="en-US" altLang="zh-CN" sz="2800" b="1" dirty="0">
                <a:solidFill>
                  <a:srgbClr val="FFFF00"/>
                </a:solidFill>
              </a:rPr>
              <a:t>(Variance)</a:t>
            </a:r>
            <a:r>
              <a:rPr lang="zh-CN" altLang="en-US" sz="2800" b="1" dirty="0">
                <a:solidFill>
                  <a:srgbClr val="FFFF00"/>
                </a:solidFill>
              </a:rPr>
              <a:t>的定义</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9171">
                                            <p:txEl>
                                              <p:pRg st="0" end="0"/>
                                            </p:txEl>
                                          </p:spTgt>
                                        </p:tgtEl>
                                        <p:attrNameLst>
                                          <p:attrName>style.visibility</p:attrName>
                                        </p:attrNameLst>
                                      </p:cBhvr>
                                      <p:to>
                                        <p:strVal val="visible"/>
                                      </p:to>
                                    </p:set>
                                    <p:animEffect transition="in" filter="wipe(left)">
                                      <p:cBhvr>
                                        <p:cTn id="7" dur="500"/>
                                        <p:tgtEl>
                                          <p:spTgt spid="4917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9157"/>
                                        </p:tgtEl>
                                        <p:attrNameLst>
                                          <p:attrName>style.visibility</p:attrName>
                                        </p:attrNameLst>
                                      </p:cBhvr>
                                      <p:to>
                                        <p:strVal val="visible"/>
                                      </p:to>
                                    </p:set>
                                    <p:animEffect transition="in" filter="wipe(left)">
                                      <p:cBhvr>
                                        <p:cTn id="12" dur="500"/>
                                        <p:tgtEl>
                                          <p:spTgt spid="4915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49159"/>
                                        </p:tgtEl>
                                        <p:attrNameLst>
                                          <p:attrName>style.visibility</p:attrName>
                                        </p:attrNameLst>
                                      </p:cBhvr>
                                      <p:to>
                                        <p:strVal val="visible"/>
                                      </p:to>
                                    </p:set>
                                    <p:animEffect transition="in" filter="wipe(left)">
                                      <p:cBhvr>
                                        <p:cTn id="17" dur="500"/>
                                        <p:tgtEl>
                                          <p:spTgt spid="4915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49162"/>
                                        </p:tgtEl>
                                        <p:attrNameLst>
                                          <p:attrName>style.visibility</p:attrName>
                                        </p:attrNameLst>
                                      </p:cBhvr>
                                      <p:to>
                                        <p:strVal val="visible"/>
                                      </p:to>
                                    </p:set>
                                    <p:animEffect transition="in" filter="wipe(left)">
                                      <p:cBhvr>
                                        <p:cTn id="22" dur="500"/>
                                        <p:tgtEl>
                                          <p:spTgt spid="4916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49158"/>
                                        </p:tgtEl>
                                        <p:attrNameLst>
                                          <p:attrName>style.visibility</p:attrName>
                                        </p:attrNameLst>
                                      </p:cBhvr>
                                      <p:to>
                                        <p:strVal val="visible"/>
                                      </p:to>
                                    </p:set>
                                    <p:animEffect transition="in" filter="wipe(left)">
                                      <p:cBhvr>
                                        <p:cTn id="27" dur="500"/>
                                        <p:tgtEl>
                                          <p:spTgt spid="49158"/>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49161"/>
                                        </p:tgtEl>
                                        <p:attrNameLst>
                                          <p:attrName>style.visibility</p:attrName>
                                        </p:attrNameLst>
                                      </p:cBhvr>
                                      <p:to>
                                        <p:strVal val="visible"/>
                                      </p:to>
                                    </p:set>
                                    <p:animEffect transition="in" filter="wipe(left)">
                                      <p:cBhvr>
                                        <p:cTn id="32" dur="500"/>
                                        <p:tgtEl>
                                          <p:spTgt spid="49161"/>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49156"/>
                                        </p:tgtEl>
                                        <p:attrNameLst>
                                          <p:attrName>style.visibility</p:attrName>
                                        </p:attrNameLst>
                                      </p:cBhvr>
                                      <p:to>
                                        <p:strVal val="visible"/>
                                      </p:to>
                                    </p:set>
                                    <p:animEffect transition="in" filter="wipe(left)">
                                      <p:cBhvr>
                                        <p:cTn id="37" dur="500"/>
                                        <p:tgtEl>
                                          <p:spTgt spid="49156"/>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49155"/>
                                        </p:tgtEl>
                                        <p:attrNameLst>
                                          <p:attrName>style.visibility</p:attrName>
                                        </p:attrNameLst>
                                      </p:cBhvr>
                                      <p:to>
                                        <p:strVal val="visible"/>
                                      </p:to>
                                    </p:set>
                                    <p:animEffect transition="in" filter="wipe(left)">
                                      <p:cBhvr>
                                        <p:cTn id="42" dur="500"/>
                                        <p:tgtEl>
                                          <p:spTgt spid="49155"/>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49163"/>
                                        </p:tgtEl>
                                        <p:attrNameLst>
                                          <p:attrName>style.visibility</p:attrName>
                                        </p:attrNameLst>
                                      </p:cBhvr>
                                      <p:to>
                                        <p:strVal val="visible"/>
                                      </p:to>
                                    </p:set>
                                    <p:animEffect transition="in" filter="wipe(left)">
                                      <p:cBhvr>
                                        <p:cTn id="47" dur="500"/>
                                        <p:tgtEl>
                                          <p:spTgt spid="49163"/>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49160"/>
                                        </p:tgtEl>
                                        <p:attrNameLst>
                                          <p:attrName>style.visibility</p:attrName>
                                        </p:attrNameLst>
                                      </p:cBhvr>
                                      <p:to>
                                        <p:strVal val="visible"/>
                                      </p:to>
                                    </p:set>
                                    <p:animEffect transition="in" filter="wipe(left)">
                                      <p:cBhvr>
                                        <p:cTn id="52" dur="500"/>
                                        <p:tgtEl>
                                          <p:spTgt spid="49160"/>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49165"/>
                                        </p:tgtEl>
                                        <p:attrNameLst>
                                          <p:attrName>style.visibility</p:attrName>
                                        </p:attrNameLst>
                                      </p:cBhvr>
                                      <p:to>
                                        <p:strVal val="visible"/>
                                      </p:to>
                                    </p:set>
                                    <p:animEffect transition="in" filter="wipe(left)">
                                      <p:cBhvr>
                                        <p:cTn id="57" dur="500"/>
                                        <p:tgtEl>
                                          <p:spTgt spid="49165"/>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8" fill="hold" nodeType="clickEffect">
                                  <p:stCondLst>
                                    <p:cond delay="0"/>
                                  </p:stCondLst>
                                  <p:childTnLst>
                                    <p:set>
                                      <p:cBhvr>
                                        <p:cTn id="61" dur="1" fill="hold">
                                          <p:stCondLst>
                                            <p:cond delay="0"/>
                                          </p:stCondLst>
                                        </p:cTn>
                                        <p:tgtEl>
                                          <p:spTgt spid="49164"/>
                                        </p:tgtEl>
                                        <p:attrNameLst>
                                          <p:attrName>style.visibility</p:attrName>
                                        </p:attrNameLst>
                                      </p:cBhvr>
                                      <p:to>
                                        <p:strVal val="visible"/>
                                      </p:to>
                                    </p:set>
                                    <p:animEffect transition="in" filter="wipe(left)">
                                      <p:cBhvr>
                                        <p:cTn id="62" dur="500"/>
                                        <p:tgtEl>
                                          <p:spTgt spid="49164"/>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49166"/>
                                        </p:tgtEl>
                                        <p:attrNameLst>
                                          <p:attrName>style.visibility</p:attrName>
                                        </p:attrNameLst>
                                      </p:cBhvr>
                                      <p:to>
                                        <p:strVal val="visible"/>
                                      </p:to>
                                    </p:set>
                                    <p:animEffect transition="in" filter="wipe(left)">
                                      <p:cBhvr>
                                        <p:cTn id="67" dur="500"/>
                                        <p:tgtEl>
                                          <p:spTgt spid="49166"/>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22" presetClass="entr" presetSubtype="8" fill="hold" grpId="0" nodeType="clickEffect">
                                  <p:stCondLst>
                                    <p:cond delay="0"/>
                                  </p:stCondLst>
                                  <p:childTnLst>
                                    <p:set>
                                      <p:cBhvr>
                                        <p:cTn id="71" dur="1" fill="hold">
                                          <p:stCondLst>
                                            <p:cond delay="0"/>
                                          </p:stCondLst>
                                        </p:cTn>
                                        <p:tgtEl>
                                          <p:spTgt spid="49167"/>
                                        </p:tgtEl>
                                        <p:attrNameLst>
                                          <p:attrName>style.visibility</p:attrName>
                                        </p:attrNameLst>
                                      </p:cBhvr>
                                      <p:to>
                                        <p:strVal val="visible"/>
                                      </p:to>
                                    </p:set>
                                    <p:animEffect transition="in" filter="wipe(left)">
                                      <p:cBhvr>
                                        <p:cTn id="72" dur="500"/>
                                        <p:tgtEl>
                                          <p:spTgt spid="49167"/>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22" presetClass="entr" presetSubtype="8" fill="hold" grpId="0" nodeType="clickEffect">
                                  <p:stCondLst>
                                    <p:cond delay="0"/>
                                  </p:stCondLst>
                                  <p:childTnLst>
                                    <p:set>
                                      <p:cBhvr>
                                        <p:cTn id="76" dur="1" fill="hold">
                                          <p:stCondLst>
                                            <p:cond delay="0"/>
                                          </p:stCondLst>
                                        </p:cTn>
                                        <p:tgtEl>
                                          <p:spTgt spid="49168"/>
                                        </p:tgtEl>
                                        <p:attrNameLst>
                                          <p:attrName>style.visibility</p:attrName>
                                        </p:attrNameLst>
                                      </p:cBhvr>
                                      <p:to>
                                        <p:strVal val="visible"/>
                                      </p:to>
                                    </p:set>
                                    <p:animEffect transition="in" filter="wipe(left)">
                                      <p:cBhvr>
                                        <p:cTn id="77" dur="500"/>
                                        <p:tgtEl>
                                          <p:spTgt spid="491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55" grpId="0"/>
      <p:bldP spid="49156" grpId="0"/>
      <p:bldP spid="49157" grpId="0"/>
      <p:bldP spid="49158" grpId="0"/>
      <p:bldP spid="49160" grpId="0"/>
      <p:bldP spid="49162" grpId="0"/>
      <p:bldP spid="49165" grpId="0"/>
      <p:bldP spid="49166" grpId="0"/>
      <p:bldP spid="49167" grpId="0"/>
      <p:bldP spid="49168" grpId="0"/>
      <p:bldP spid="49171" grpId="0" build="p"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2" name="Group 3"/>
          <p:cNvGrpSpPr>
            <a:grpSpLocks/>
          </p:cNvGrpSpPr>
          <p:nvPr/>
        </p:nvGrpSpPr>
        <p:grpSpPr bwMode="auto">
          <a:xfrm>
            <a:off x="457200" y="1595438"/>
            <a:ext cx="7064375" cy="669925"/>
            <a:chOff x="902" y="2218"/>
            <a:chExt cx="4450" cy="422"/>
          </a:xfrm>
        </p:grpSpPr>
        <p:sp>
          <p:nvSpPr>
            <p:cNvPr id="20491" name="Text Box 4"/>
            <p:cNvSpPr txBox="1">
              <a:spLocks noChangeArrowheads="1"/>
            </p:cNvSpPr>
            <p:nvPr/>
          </p:nvSpPr>
          <p:spPr bwMode="auto">
            <a:xfrm>
              <a:off x="902" y="2218"/>
              <a:ext cx="404"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996633"/>
                </a:buClr>
                <a:buFont typeface="Wingdings" panose="05000000000000000000" pitchFamily="2" charset="2"/>
                <a:buBlip>
                  <a:blip r:embed="rId3"/>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3"/>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3"/>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lang="zh-CN" altLang="en-US" sz="3600">
                  <a:ea typeface="楷体_GB2312" pitchFamily="49" charset="-122"/>
                </a:rPr>
                <a:t>称</a:t>
              </a:r>
            </a:p>
          </p:txBody>
        </p:sp>
        <p:graphicFrame>
          <p:nvGraphicFramePr>
            <p:cNvPr id="20492" name="Object 5"/>
            <p:cNvGraphicFramePr>
              <a:graphicFrameLocks noChangeAspect="1"/>
            </p:cNvGraphicFramePr>
            <p:nvPr/>
          </p:nvGraphicFramePr>
          <p:xfrm>
            <a:off x="1366" y="2259"/>
            <a:ext cx="735" cy="358"/>
          </p:xfrm>
          <a:graphic>
            <a:graphicData uri="http://schemas.openxmlformats.org/presentationml/2006/ole">
              <mc:AlternateContent xmlns:mc="http://schemas.openxmlformats.org/markup-compatibility/2006">
                <mc:Choice xmlns:v="urn:schemas-microsoft-com:vml" Requires="v">
                  <p:oleObj spid="_x0000_s20572" name="Equation" r:id="rId4" imgW="466790" imgH="200070" progId="Equation.DSMT4">
                    <p:embed/>
                  </p:oleObj>
                </mc:Choice>
                <mc:Fallback>
                  <p:oleObj name="Equation" r:id="rId4" imgW="466790" imgH="200070" progId="Equation.DSMT4">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66" y="2259"/>
                          <a:ext cx="735" cy="3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0493" name="Text Box 6"/>
            <p:cNvSpPr txBox="1">
              <a:spLocks noChangeArrowheads="1"/>
            </p:cNvSpPr>
            <p:nvPr/>
          </p:nvSpPr>
          <p:spPr bwMode="auto">
            <a:xfrm>
              <a:off x="2246" y="2236"/>
              <a:ext cx="3106"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996633"/>
                </a:buClr>
                <a:buFont typeface="Wingdings" panose="05000000000000000000" pitchFamily="2" charset="2"/>
                <a:buBlip>
                  <a:blip r:embed="rId3"/>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3"/>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3"/>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lang="zh-CN" altLang="en-US" sz="3600">
                  <a:ea typeface="楷体_GB2312" pitchFamily="49" charset="-122"/>
                </a:rPr>
                <a:t>为 </a:t>
              </a:r>
              <a:r>
                <a:rPr lang="en-US" altLang="zh-CN" sz="3600" i="1">
                  <a:ea typeface="楷体_GB2312" pitchFamily="49" charset="-122"/>
                </a:rPr>
                <a:t>X </a:t>
              </a:r>
              <a:r>
                <a:rPr lang="zh-CN" altLang="en-US" sz="3600">
                  <a:ea typeface="楷体_GB2312" pitchFamily="49" charset="-122"/>
                </a:rPr>
                <a:t>的</a:t>
              </a:r>
              <a:r>
                <a:rPr lang="zh-CN" altLang="en-US" sz="3600" b="1">
                  <a:solidFill>
                    <a:srgbClr val="FF0000"/>
                  </a:solidFill>
                  <a:ea typeface="楷体_GB2312" pitchFamily="49" charset="-122"/>
                </a:rPr>
                <a:t>均方差</a:t>
              </a:r>
              <a:r>
                <a:rPr lang="zh-CN" altLang="en-US" sz="3600">
                  <a:ea typeface="楷体_GB2312" pitchFamily="49" charset="-122"/>
                </a:rPr>
                <a:t>或</a:t>
              </a:r>
              <a:r>
                <a:rPr lang="zh-CN" altLang="en-US" sz="3600" b="1">
                  <a:solidFill>
                    <a:srgbClr val="FF0000"/>
                  </a:solidFill>
                  <a:ea typeface="楷体_GB2312" pitchFamily="49" charset="-122"/>
                </a:rPr>
                <a:t>标准差</a:t>
              </a:r>
              <a:r>
                <a:rPr lang="zh-CN" altLang="en-US" sz="3600" b="1">
                  <a:ea typeface="楷体_GB2312" pitchFamily="49" charset="-122"/>
                </a:rPr>
                <a:t>.</a:t>
              </a:r>
            </a:p>
          </p:txBody>
        </p:sp>
      </p:grpSp>
      <p:sp>
        <p:nvSpPr>
          <p:cNvPr id="85003" name="Text Box 11"/>
          <p:cNvSpPr txBox="1">
            <a:spLocks noChangeArrowheads="1"/>
          </p:cNvSpPr>
          <p:nvPr/>
        </p:nvSpPr>
        <p:spPr bwMode="auto">
          <a:xfrm>
            <a:off x="304800" y="833438"/>
            <a:ext cx="5824538" cy="81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996633"/>
              </a:buClr>
              <a:buFont typeface="Wingdings" panose="05000000000000000000" pitchFamily="2" charset="2"/>
              <a:buBlip>
                <a:blip r:embed="rId3"/>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3"/>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3"/>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30000"/>
              </a:lnSpc>
              <a:spcBef>
                <a:spcPct val="0"/>
              </a:spcBef>
              <a:buClrTx/>
              <a:buFontTx/>
              <a:buNone/>
            </a:pPr>
            <a:r>
              <a:rPr lang="en-US" altLang="zh-CN" sz="3600" i="1">
                <a:ea typeface="楷体_GB2312" pitchFamily="49" charset="-122"/>
              </a:rPr>
              <a:t> </a:t>
            </a:r>
            <a:r>
              <a:rPr lang="zh-CN" altLang="en-US" sz="3600">
                <a:ea typeface="楷体_GB2312" pitchFamily="49" charset="-122"/>
              </a:rPr>
              <a:t>即    </a:t>
            </a:r>
            <a:r>
              <a:rPr lang="en-US" altLang="zh-CN" sz="3600" i="1">
                <a:ea typeface="楷体_GB2312" pitchFamily="49" charset="-122"/>
              </a:rPr>
              <a:t>D </a:t>
            </a:r>
            <a:r>
              <a:rPr lang="en-US" altLang="zh-CN" sz="3600">
                <a:ea typeface="楷体_GB2312" pitchFamily="49" charset="-122"/>
              </a:rPr>
              <a:t>(</a:t>
            </a:r>
            <a:r>
              <a:rPr lang="en-US" altLang="zh-CN" sz="3600" i="1">
                <a:ea typeface="楷体_GB2312" pitchFamily="49" charset="-122"/>
              </a:rPr>
              <a:t>X </a:t>
            </a:r>
            <a:r>
              <a:rPr lang="en-US" altLang="zh-CN" sz="3600">
                <a:ea typeface="楷体_GB2312" pitchFamily="49" charset="-122"/>
              </a:rPr>
              <a:t>) = </a:t>
            </a:r>
            <a:r>
              <a:rPr lang="en-US" altLang="zh-CN" sz="3600" i="1">
                <a:ea typeface="楷体_GB2312" pitchFamily="49" charset="-122"/>
              </a:rPr>
              <a:t>E </a:t>
            </a:r>
            <a:r>
              <a:rPr lang="en-US" altLang="zh-CN" sz="3600">
                <a:ea typeface="楷体_GB2312" pitchFamily="49" charset="-122"/>
              </a:rPr>
              <a:t>{[</a:t>
            </a:r>
            <a:r>
              <a:rPr lang="en-US" altLang="zh-CN" sz="3600" i="1">
                <a:ea typeface="楷体_GB2312" pitchFamily="49" charset="-122"/>
              </a:rPr>
              <a:t>X - E</a:t>
            </a:r>
            <a:r>
              <a:rPr lang="en-US" altLang="zh-CN" sz="3600">
                <a:ea typeface="楷体_GB2312" pitchFamily="49" charset="-122"/>
              </a:rPr>
              <a:t>(</a:t>
            </a:r>
            <a:r>
              <a:rPr lang="en-US" altLang="zh-CN" sz="3600" i="1">
                <a:ea typeface="楷体_GB2312" pitchFamily="49" charset="-122"/>
              </a:rPr>
              <a:t>X</a:t>
            </a:r>
            <a:r>
              <a:rPr lang="en-US" altLang="zh-CN" sz="3600">
                <a:ea typeface="楷体_GB2312" pitchFamily="49" charset="-122"/>
              </a:rPr>
              <a:t>)]</a:t>
            </a:r>
            <a:r>
              <a:rPr lang="en-US" altLang="zh-CN" sz="3600" baseline="30000">
                <a:ea typeface="楷体_GB2312" pitchFamily="49" charset="-122"/>
              </a:rPr>
              <a:t>2</a:t>
            </a:r>
            <a:r>
              <a:rPr lang="en-US" altLang="zh-CN" sz="3600">
                <a:ea typeface="楷体_GB2312" pitchFamily="49" charset="-122"/>
              </a:rPr>
              <a:t>} </a:t>
            </a:r>
            <a:endParaRPr lang="zh-CN" altLang="en-US">
              <a:ea typeface="楷体_GB2312" pitchFamily="49" charset="-122"/>
            </a:endParaRPr>
          </a:p>
        </p:txBody>
      </p:sp>
      <p:grpSp>
        <p:nvGrpSpPr>
          <p:cNvPr id="3" name="Group 13"/>
          <p:cNvGrpSpPr>
            <a:grpSpLocks/>
          </p:cNvGrpSpPr>
          <p:nvPr/>
        </p:nvGrpSpPr>
        <p:grpSpPr bwMode="auto">
          <a:xfrm>
            <a:off x="1219200" y="2205038"/>
            <a:ext cx="3175000" cy="1196975"/>
            <a:chOff x="768" y="2736"/>
            <a:chExt cx="2000" cy="754"/>
          </a:xfrm>
        </p:grpSpPr>
        <p:sp>
          <p:nvSpPr>
            <p:cNvPr id="20488" name="Rectangle 14"/>
            <p:cNvSpPr>
              <a:spLocks noChangeArrowheads="1"/>
            </p:cNvSpPr>
            <p:nvPr/>
          </p:nvSpPr>
          <p:spPr bwMode="auto">
            <a:xfrm>
              <a:off x="768" y="2976"/>
              <a:ext cx="2000" cy="514"/>
            </a:xfrm>
            <a:prstGeom prst="rect">
              <a:avLst/>
            </a:prstGeom>
            <a:solidFill>
              <a:srgbClr val="CCCC00"/>
            </a:solidFill>
            <a:ln w="9525">
              <a:solidFill>
                <a:schemeClr val="tx1"/>
              </a:solidFill>
              <a:miter lim="800000"/>
              <a:headEnd/>
              <a:tailEnd/>
            </a:ln>
          </p:spPr>
          <p:txBody>
            <a:bodyPr wrap="none">
              <a:spAutoFit/>
            </a:bodyPr>
            <a:lstStyle>
              <a:lvl1pPr>
                <a:spcBef>
                  <a:spcPct val="20000"/>
                </a:spcBef>
                <a:buClr>
                  <a:srgbClr val="996633"/>
                </a:buClr>
                <a:buFont typeface="Wingdings" panose="05000000000000000000" pitchFamily="2" charset="2"/>
                <a:buBlip>
                  <a:blip r:embed="rId3"/>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3"/>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3"/>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30000"/>
                </a:lnSpc>
                <a:spcBef>
                  <a:spcPct val="0"/>
                </a:spcBef>
                <a:buClrTx/>
                <a:buFontTx/>
                <a:buNone/>
              </a:pPr>
              <a:r>
                <a:rPr lang="zh-CN" altLang="en-US" sz="3600" b="1"/>
                <a:t> 两者量纲相同 </a:t>
              </a:r>
            </a:p>
          </p:txBody>
        </p:sp>
        <p:sp>
          <p:nvSpPr>
            <p:cNvPr id="20489" name="Line 15"/>
            <p:cNvSpPr>
              <a:spLocks noChangeShapeType="1"/>
            </p:cNvSpPr>
            <p:nvPr/>
          </p:nvSpPr>
          <p:spPr bwMode="auto">
            <a:xfrm>
              <a:off x="1152" y="2736"/>
              <a:ext cx="0" cy="24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20490" name="Line 16"/>
            <p:cNvSpPr>
              <a:spLocks noChangeShapeType="1"/>
            </p:cNvSpPr>
            <p:nvPr/>
          </p:nvSpPr>
          <p:spPr bwMode="auto">
            <a:xfrm>
              <a:off x="2160" y="2736"/>
              <a:ext cx="0" cy="24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sp>
        <p:nvSpPr>
          <p:cNvPr id="85010" name="Rectangle 18"/>
          <p:cNvSpPr>
            <a:spLocks noChangeArrowheads="1"/>
          </p:cNvSpPr>
          <p:nvPr/>
        </p:nvSpPr>
        <p:spPr bwMode="auto">
          <a:xfrm>
            <a:off x="457200" y="3957638"/>
            <a:ext cx="8382000" cy="13726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996633"/>
              </a:buClr>
              <a:buFont typeface="Wingdings" panose="05000000000000000000" pitchFamily="2" charset="2"/>
              <a:buBlip>
                <a:blip r:embed="rId3"/>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3"/>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3"/>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30000"/>
              </a:lnSpc>
              <a:spcBef>
                <a:spcPct val="0"/>
              </a:spcBef>
              <a:buClrTx/>
              <a:buFontTx/>
              <a:buNone/>
            </a:pPr>
            <a:r>
              <a:rPr lang="en-US" altLang="zh-CN" i="1" dirty="0">
                <a:ea typeface="楷体_GB2312" pitchFamily="49" charset="-122"/>
              </a:rPr>
              <a:t>D</a:t>
            </a:r>
            <a:r>
              <a:rPr lang="en-US" altLang="zh-CN" dirty="0">
                <a:ea typeface="楷体_GB2312" pitchFamily="49" charset="-122"/>
              </a:rPr>
              <a:t>(</a:t>
            </a:r>
            <a:r>
              <a:rPr lang="en-US" altLang="zh-CN" i="1" dirty="0">
                <a:ea typeface="楷体_GB2312" pitchFamily="49" charset="-122"/>
              </a:rPr>
              <a:t>X </a:t>
            </a:r>
            <a:r>
              <a:rPr lang="en-US" altLang="zh-CN" dirty="0">
                <a:ea typeface="楷体_GB2312" pitchFamily="49" charset="-122"/>
              </a:rPr>
              <a:t>) —— </a:t>
            </a:r>
            <a:r>
              <a:rPr lang="zh-CN" altLang="en-US" dirty="0" smtClean="0">
                <a:ea typeface="楷体_GB2312" pitchFamily="49" charset="-122"/>
              </a:rPr>
              <a:t>描述随机变量</a:t>
            </a:r>
            <a:r>
              <a:rPr lang="en-US" altLang="zh-CN" i="1" dirty="0" smtClean="0">
                <a:ea typeface="楷体_GB2312" pitchFamily="49" charset="-122"/>
              </a:rPr>
              <a:t>X </a:t>
            </a:r>
            <a:r>
              <a:rPr lang="zh-CN" altLang="en-US" dirty="0">
                <a:ea typeface="楷体_GB2312" pitchFamily="49" charset="-122"/>
              </a:rPr>
              <a:t>的取值偏离平均值</a:t>
            </a:r>
          </a:p>
          <a:p>
            <a:pPr eaLnBrk="1" hangingPunct="1">
              <a:lnSpc>
                <a:spcPct val="130000"/>
              </a:lnSpc>
              <a:spcBef>
                <a:spcPct val="0"/>
              </a:spcBef>
              <a:buClrTx/>
              <a:buFontTx/>
              <a:buNone/>
            </a:pPr>
            <a:r>
              <a:rPr lang="zh-CN" altLang="en-US" dirty="0">
                <a:ea typeface="楷体_GB2312" pitchFamily="49" charset="-122"/>
              </a:rPr>
              <a:t>         </a:t>
            </a:r>
            <a:r>
              <a:rPr lang="en-US" altLang="zh-CN" baseline="30000" dirty="0">
                <a:ea typeface="楷体_GB2312" pitchFamily="49" charset="-122"/>
              </a:rPr>
              <a:t> </a:t>
            </a:r>
            <a:r>
              <a:rPr lang="zh-CN" altLang="en-US" dirty="0">
                <a:ea typeface="楷体_GB2312" pitchFamily="49" charset="-122"/>
              </a:rPr>
              <a:t>的</a:t>
            </a:r>
            <a:r>
              <a:rPr lang="zh-CN" altLang="en-US" dirty="0">
                <a:solidFill>
                  <a:srgbClr val="FF0000"/>
                </a:solidFill>
                <a:ea typeface="楷体_GB2312" pitchFamily="49" charset="-122"/>
              </a:rPr>
              <a:t>平均</a:t>
            </a:r>
            <a:r>
              <a:rPr lang="zh-CN" altLang="en-US" dirty="0">
                <a:ea typeface="楷体_GB2312" pitchFamily="49" charset="-122"/>
              </a:rPr>
              <a:t>偏离程度</a:t>
            </a:r>
          </a:p>
        </p:txBody>
      </p:sp>
      <p:sp>
        <p:nvSpPr>
          <p:cNvPr id="85011" name="Text Box 19"/>
          <p:cNvSpPr txBox="1">
            <a:spLocks noChangeArrowheads="1"/>
          </p:cNvSpPr>
          <p:nvPr/>
        </p:nvSpPr>
        <p:spPr bwMode="auto">
          <a:xfrm>
            <a:off x="4568825" y="4645025"/>
            <a:ext cx="1936750" cy="1042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996633"/>
              </a:buClr>
              <a:buFont typeface="Wingdings" panose="05000000000000000000" pitchFamily="2" charset="2"/>
              <a:buBlip>
                <a:blip r:embed="rId3"/>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3"/>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3"/>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30000"/>
              </a:lnSpc>
              <a:spcBef>
                <a:spcPct val="0"/>
              </a:spcBef>
              <a:buClrTx/>
              <a:buFontTx/>
              <a:buNone/>
            </a:pPr>
            <a:r>
              <a:rPr lang="zh-CN" altLang="en-US" sz="3600" dirty="0">
                <a:ea typeface="楷体_GB2312" pitchFamily="49" charset="-122"/>
              </a:rPr>
              <a:t>——</a:t>
            </a:r>
            <a:r>
              <a:rPr lang="zh-CN" altLang="en-US" sz="3600" dirty="0">
                <a:latin typeface="华文隶书" panose="02010800040101010101" pitchFamily="2" charset="-122"/>
                <a:ea typeface="华文隶书" panose="02010800040101010101" pitchFamily="2" charset="-122"/>
              </a:rPr>
              <a:t> </a:t>
            </a:r>
            <a:r>
              <a:rPr lang="zh-CN" altLang="en-US" sz="4800" dirty="0">
                <a:latin typeface="华文隶书" panose="02010800040101010101" pitchFamily="2" charset="-122"/>
                <a:ea typeface="华文隶书" panose="02010800040101010101" pitchFamily="2" charset="-122"/>
              </a:rPr>
              <a:t>数</a:t>
            </a:r>
            <a:endParaRPr lang="zh-CN" altLang="en-US" sz="4800" dirty="0">
              <a:ea typeface="华文隶书" panose="0201080004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5003"/>
                                        </p:tgtEl>
                                        <p:attrNameLst>
                                          <p:attrName>style.visibility</p:attrName>
                                        </p:attrNameLst>
                                      </p:cBhvr>
                                      <p:to>
                                        <p:strVal val="visible"/>
                                      </p:to>
                                    </p:set>
                                    <p:animEffect transition="in" filter="wipe(left)">
                                      <p:cBhvr>
                                        <p:cTn id="7" dur="500"/>
                                        <p:tgtEl>
                                          <p:spTgt spid="85003"/>
                                        </p:tgtEl>
                                      </p:cBhvr>
                                    </p:animEffect>
                                  </p:childTnLst>
                                </p:cTn>
                              </p:par>
                            </p:childTnLst>
                          </p:cTn>
                        </p:par>
                        <p:par>
                          <p:cTn id="8" fill="hold" nodeType="afterGroup">
                            <p:stCondLst>
                              <p:cond delay="500"/>
                            </p:stCondLst>
                            <p:childTnLst>
                              <p:par>
                                <p:cTn id="9" presetID="22" presetClass="entr" presetSubtype="8" fill="hold" nodeType="afterEffect">
                                  <p:stCondLst>
                                    <p:cond delay="3000"/>
                                  </p:stCondLst>
                                  <p:childTnLst>
                                    <p:set>
                                      <p:cBhvr>
                                        <p:cTn id="10" dur="1" fill="hold">
                                          <p:stCondLst>
                                            <p:cond delay="0"/>
                                          </p:stCondLst>
                                        </p:cTn>
                                        <p:tgtEl>
                                          <p:spTgt spid="2"/>
                                        </p:tgtEl>
                                        <p:attrNameLst>
                                          <p:attrName>style.visibility</p:attrName>
                                        </p:attrNameLst>
                                      </p:cBhvr>
                                      <p:to>
                                        <p:strVal val="visible"/>
                                      </p:to>
                                    </p:set>
                                    <p:animEffect transition="in" filter="wipe(left)">
                                      <p:cBhvr>
                                        <p:cTn id="11" dur="500"/>
                                        <p:tgtEl>
                                          <p:spTgt spid="2"/>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1" fill="hold" nodeType="click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wipe(up)">
                                      <p:cBhvr>
                                        <p:cTn id="16" dur="500"/>
                                        <p:tgtEl>
                                          <p:spTgt spid="3"/>
                                        </p:tgtEl>
                                      </p:cBhvr>
                                    </p:animEffect>
                                  </p:childTnLst>
                                </p:cTn>
                              </p:par>
                            </p:childTnLst>
                          </p:cTn>
                        </p:par>
                        <p:par>
                          <p:cTn id="17" fill="hold" nodeType="afterGroup">
                            <p:stCondLst>
                              <p:cond delay="500"/>
                            </p:stCondLst>
                            <p:childTnLst>
                              <p:par>
                                <p:cTn id="18" presetID="22" presetClass="entr" presetSubtype="1" fill="hold" grpId="0" nodeType="afterEffect">
                                  <p:stCondLst>
                                    <p:cond delay="3000"/>
                                  </p:stCondLst>
                                  <p:childTnLst>
                                    <p:set>
                                      <p:cBhvr>
                                        <p:cTn id="19" dur="1" fill="hold">
                                          <p:stCondLst>
                                            <p:cond delay="0"/>
                                          </p:stCondLst>
                                        </p:cTn>
                                        <p:tgtEl>
                                          <p:spTgt spid="85010"/>
                                        </p:tgtEl>
                                        <p:attrNameLst>
                                          <p:attrName>style.visibility</p:attrName>
                                        </p:attrNameLst>
                                      </p:cBhvr>
                                      <p:to>
                                        <p:strVal val="visible"/>
                                      </p:to>
                                    </p:set>
                                    <p:animEffect transition="in" filter="wipe(up)">
                                      <p:cBhvr>
                                        <p:cTn id="20" dur="500"/>
                                        <p:tgtEl>
                                          <p:spTgt spid="85010"/>
                                        </p:tgtEl>
                                      </p:cBhvr>
                                    </p:animEffect>
                                  </p:childTnLst>
                                </p:cTn>
                              </p:par>
                            </p:childTnLst>
                          </p:cTn>
                        </p:par>
                        <p:par>
                          <p:cTn id="21" fill="hold" nodeType="afterGroup">
                            <p:stCondLst>
                              <p:cond delay="4000"/>
                            </p:stCondLst>
                            <p:childTnLst>
                              <p:par>
                                <p:cTn id="22" presetID="12" presetClass="entr" presetSubtype="8" fill="hold" grpId="0" nodeType="afterEffect">
                                  <p:stCondLst>
                                    <p:cond delay="0"/>
                                  </p:stCondLst>
                                  <p:childTnLst>
                                    <p:set>
                                      <p:cBhvr>
                                        <p:cTn id="23" dur="1" fill="hold">
                                          <p:stCondLst>
                                            <p:cond delay="0"/>
                                          </p:stCondLst>
                                        </p:cTn>
                                        <p:tgtEl>
                                          <p:spTgt spid="85011"/>
                                        </p:tgtEl>
                                        <p:attrNameLst>
                                          <p:attrName>style.visibility</p:attrName>
                                        </p:attrNameLst>
                                      </p:cBhvr>
                                      <p:to>
                                        <p:strVal val="visible"/>
                                      </p:to>
                                    </p:set>
                                    <p:animEffect transition="in" filter="slide(fromLeft)">
                                      <p:cBhvr>
                                        <p:cTn id="24" dur="500"/>
                                        <p:tgtEl>
                                          <p:spTgt spid="850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5003" grpId="0" autoUpdateAnimBg="0"/>
      <p:bldP spid="85010" grpId="0" autoUpdateAnimBg="0"/>
      <p:bldP spid="85011" grpId="0"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2"/>
          <p:cNvSpPr>
            <a:spLocks noChangeArrowheads="1"/>
          </p:cNvSpPr>
          <p:nvPr/>
        </p:nvSpPr>
        <p:spPr bwMode="auto">
          <a:xfrm>
            <a:off x="107504" y="1340768"/>
            <a:ext cx="8820472" cy="3970318"/>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buClr>
                <a:srgbClr val="996633"/>
              </a:buClr>
              <a:buFont typeface="Wingdings" panose="05000000000000000000" pitchFamily="2" charset="2"/>
              <a:buBlip>
                <a:blip r:embed="rId2"/>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2"/>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2"/>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2"/>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2"/>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2"/>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2"/>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2"/>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2"/>
              </a:buBlip>
              <a:defRPr kumimoji="1" sz="2000">
                <a:solidFill>
                  <a:schemeClr val="tx1"/>
                </a:solidFill>
                <a:latin typeface="Times New Roman" panose="02020603050405020304" pitchFamily="18" charset="0"/>
                <a:ea typeface="宋体" panose="02010600030101010101" pitchFamily="2" charset="-122"/>
              </a:defRPr>
            </a:lvl9pPr>
          </a:lstStyle>
          <a:p>
            <a:pPr>
              <a:lnSpc>
                <a:spcPct val="160000"/>
              </a:lnSpc>
              <a:spcBef>
                <a:spcPct val="50000"/>
              </a:spcBef>
              <a:buClrTx/>
              <a:buFontTx/>
              <a:buNone/>
            </a:pPr>
            <a:r>
              <a:rPr lang="zh-CN" altLang="en-US" sz="2800" b="1" dirty="0">
                <a:solidFill>
                  <a:srgbClr val="000000"/>
                </a:solidFill>
                <a:latin typeface="宋体" panose="02010600030101010101" pitchFamily="2" charset="-122"/>
              </a:rPr>
              <a:t>方差是一个常用来体现随机变量 </a:t>
            </a:r>
            <a:r>
              <a:rPr lang="en-US" altLang="zh-CN" sz="2800" b="1" i="1" dirty="0">
                <a:solidFill>
                  <a:srgbClr val="000000"/>
                </a:solidFill>
              </a:rPr>
              <a:t>X</a:t>
            </a:r>
            <a:r>
              <a:rPr lang="en-US" altLang="zh-CN" sz="2800" b="1" i="1" dirty="0">
                <a:solidFill>
                  <a:srgbClr val="000000"/>
                </a:solidFill>
                <a:latin typeface="宋体" panose="02010600030101010101" pitchFamily="2" charset="-122"/>
              </a:rPr>
              <a:t> </a:t>
            </a:r>
            <a:r>
              <a:rPr lang="zh-CN" altLang="en-US" sz="2800" b="1" dirty="0">
                <a:solidFill>
                  <a:srgbClr val="000000"/>
                </a:solidFill>
                <a:latin typeface="宋体" panose="02010600030101010101" pitchFamily="2" charset="-122"/>
              </a:rPr>
              <a:t>取值</a:t>
            </a:r>
            <a:r>
              <a:rPr lang="zh-CN" altLang="en-US" sz="2800" b="1" dirty="0">
                <a:solidFill>
                  <a:srgbClr val="FF0000"/>
                </a:solidFill>
                <a:latin typeface="宋体" panose="02010600030101010101" pitchFamily="2" charset="-122"/>
              </a:rPr>
              <a:t>分散程度</a:t>
            </a:r>
            <a:r>
              <a:rPr lang="zh-CN" altLang="en-US" sz="2800" b="1" dirty="0">
                <a:solidFill>
                  <a:srgbClr val="000000"/>
                </a:solidFill>
                <a:latin typeface="宋体" panose="02010600030101010101" pitchFamily="2" charset="-122"/>
              </a:rPr>
              <a:t>的量</a:t>
            </a:r>
            <a:r>
              <a:rPr lang="en-US" altLang="zh-CN" sz="2800" b="1" dirty="0">
                <a:solidFill>
                  <a:srgbClr val="000000"/>
                </a:solidFill>
                <a:latin typeface="宋体" panose="02010600030101010101" pitchFamily="2" charset="-122"/>
              </a:rPr>
              <a:t>. </a:t>
            </a:r>
          </a:p>
          <a:p>
            <a:pPr algn="ctr">
              <a:lnSpc>
                <a:spcPct val="160000"/>
              </a:lnSpc>
              <a:spcBef>
                <a:spcPct val="50000"/>
              </a:spcBef>
              <a:buClrTx/>
              <a:buFontTx/>
              <a:buNone/>
            </a:pPr>
            <a:r>
              <a:rPr lang="zh-CN" altLang="en-US" sz="2800" b="1" dirty="0">
                <a:solidFill>
                  <a:srgbClr val="000000"/>
                </a:solidFill>
                <a:latin typeface="宋体" panose="02010600030101010101" pitchFamily="2" charset="-122"/>
              </a:rPr>
              <a:t>如果 </a:t>
            </a:r>
            <a:r>
              <a:rPr lang="en-US" altLang="zh-CN" sz="2800" b="1" i="1" dirty="0">
                <a:solidFill>
                  <a:srgbClr val="000000"/>
                </a:solidFill>
              </a:rPr>
              <a:t>D</a:t>
            </a:r>
            <a:r>
              <a:rPr lang="en-US" altLang="zh-CN" sz="2800" b="1" dirty="0">
                <a:solidFill>
                  <a:srgbClr val="000000"/>
                </a:solidFill>
              </a:rPr>
              <a:t>(</a:t>
            </a:r>
            <a:r>
              <a:rPr lang="en-US" altLang="zh-CN" sz="2800" b="1" i="1" dirty="0">
                <a:solidFill>
                  <a:srgbClr val="000000"/>
                </a:solidFill>
              </a:rPr>
              <a:t>X</a:t>
            </a:r>
            <a:r>
              <a:rPr lang="en-US" altLang="zh-CN" sz="2800" b="1" dirty="0">
                <a:solidFill>
                  <a:srgbClr val="000000"/>
                </a:solidFill>
              </a:rPr>
              <a:t>)</a:t>
            </a:r>
            <a:r>
              <a:rPr lang="en-US" altLang="zh-CN" sz="2800" b="1" dirty="0">
                <a:solidFill>
                  <a:srgbClr val="000000"/>
                </a:solidFill>
                <a:latin typeface="宋体" panose="02010600030101010101" pitchFamily="2" charset="-122"/>
              </a:rPr>
              <a:t> </a:t>
            </a:r>
            <a:r>
              <a:rPr lang="zh-CN" altLang="en-US" sz="2800" b="1" dirty="0">
                <a:solidFill>
                  <a:srgbClr val="000000"/>
                </a:solidFill>
                <a:latin typeface="宋体" panose="02010600030101010101" pitchFamily="2" charset="-122"/>
              </a:rPr>
              <a:t>值大</a:t>
            </a:r>
            <a:r>
              <a:rPr lang="en-US" altLang="zh-CN" sz="2800" b="1" dirty="0">
                <a:solidFill>
                  <a:srgbClr val="000000"/>
                </a:solidFill>
                <a:latin typeface="宋体" panose="02010600030101010101" pitchFamily="2" charset="-122"/>
              </a:rPr>
              <a:t>, </a:t>
            </a:r>
            <a:r>
              <a:rPr lang="zh-CN" altLang="en-US" sz="2800" b="1" dirty="0">
                <a:solidFill>
                  <a:srgbClr val="000000"/>
                </a:solidFill>
                <a:latin typeface="宋体" panose="02010600030101010101" pitchFamily="2" charset="-122"/>
              </a:rPr>
              <a:t>表示 </a:t>
            </a:r>
            <a:r>
              <a:rPr lang="en-US" altLang="zh-CN" sz="2800" b="1" i="1" dirty="0">
                <a:solidFill>
                  <a:srgbClr val="000000"/>
                </a:solidFill>
              </a:rPr>
              <a:t>X </a:t>
            </a:r>
            <a:r>
              <a:rPr lang="en-US" altLang="zh-CN" sz="2800" b="1" i="1" dirty="0">
                <a:solidFill>
                  <a:srgbClr val="000000"/>
                </a:solidFill>
                <a:latin typeface="宋体" panose="02010600030101010101" pitchFamily="2" charset="-122"/>
              </a:rPr>
              <a:t> </a:t>
            </a:r>
            <a:r>
              <a:rPr lang="zh-CN" altLang="en-US" sz="2800" b="1" dirty="0">
                <a:solidFill>
                  <a:srgbClr val="000000"/>
                </a:solidFill>
                <a:latin typeface="宋体" panose="02010600030101010101" pitchFamily="2" charset="-122"/>
              </a:rPr>
              <a:t>取值</a:t>
            </a:r>
            <a:r>
              <a:rPr lang="zh-CN" altLang="en-US" sz="2800" b="1" dirty="0">
                <a:solidFill>
                  <a:srgbClr val="FF0000"/>
                </a:solidFill>
                <a:latin typeface="宋体" panose="02010600030101010101" pitchFamily="2" charset="-122"/>
              </a:rPr>
              <a:t>分散程度大</a:t>
            </a:r>
            <a:r>
              <a:rPr lang="en-US" altLang="zh-CN" sz="2800" b="1" dirty="0">
                <a:solidFill>
                  <a:srgbClr val="000000"/>
                </a:solidFill>
                <a:latin typeface="宋体" panose="02010600030101010101" pitchFamily="2" charset="-122"/>
              </a:rPr>
              <a:t>, </a:t>
            </a:r>
            <a:r>
              <a:rPr lang="en-US" altLang="zh-CN" sz="2800" b="1" i="1" dirty="0">
                <a:solidFill>
                  <a:srgbClr val="000000"/>
                </a:solidFill>
              </a:rPr>
              <a:t>E</a:t>
            </a:r>
            <a:r>
              <a:rPr lang="en-US" altLang="zh-CN" sz="2800" b="1" dirty="0">
                <a:solidFill>
                  <a:srgbClr val="000000"/>
                </a:solidFill>
              </a:rPr>
              <a:t>(</a:t>
            </a:r>
            <a:r>
              <a:rPr lang="en-US" altLang="zh-CN" sz="2800" b="1" i="1" dirty="0">
                <a:solidFill>
                  <a:srgbClr val="000000"/>
                </a:solidFill>
              </a:rPr>
              <a:t>X</a:t>
            </a:r>
            <a:r>
              <a:rPr lang="en-US" altLang="zh-CN" sz="2800" b="1" dirty="0">
                <a:solidFill>
                  <a:srgbClr val="000000"/>
                </a:solidFill>
              </a:rPr>
              <a:t>)</a:t>
            </a:r>
            <a:r>
              <a:rPr lang="en-US" altLang="zh-CN" sz="2800" b="1" dirty="0">
                <a:solidFill>
                  <a:srgbClr val="000000"/>
                </a:solidFill>
                <a:latin typeface="宋体" panose="02010600030101010101" pitchFamily="2" charset="-122"/>
              </a:rPr>
              <a:t> </a:t>
            </a:r>
            <a:r>
              <a:rPr lang="zh-CN" altLang="en-US" sz="2800" b="1" dirty="0">
                <a:solidFill>
                  <a:srgbClr val="000000"/>
                </a:solidFill>
                <a:latin typeface="宋体" panose="02010600030101010101" pitchFamily="2" charset="-122"/>
              </a:rPr>
              <a:t>的代表性差</a:t>
            </a:r>
            <a:r>
              <a:rPr lang="zh-CN" altLang="en-US" sz="2800" b="1" dirty="0" smtClean="0">
                <a:solidFill>
                  <a:srgbClr val="000000"/>
                </a:solidFill>
                <a:latin typeface="宋体" panose="02010600030101010101" pitchFamily="2" charset="-122"/>
              </a:rPr>
              <a:t>；</a:t>
            </a:r>
            <a:endParaRPr lang="en-US" altLang="zh-CN" sz="2800" b="1" dirty="0">
              <a:solidFill>
                <a:srgbClr val="000000"/>
              </a:solidFill>
              <a:latin typeface="宋体" panose="02010600030101010101" pitchFamily="2" charset="-122"/>
            </a:endParaRPr>
          </a:p>
          <a:p>
            <a:pPr algn="ctr">
              <a:lnSpc>
                <a:spcPct val="160000"/>
              </a:lnSpc>
              <a:spcBef>
                <a:spcPct val="50000"/>
              </a:spcBef>
              <a:buClrTx/>
              <a:buFontTx/>
              <a:buNone/>
            </a:pPr>
            <a:r>
              <a:rPr lang="zh-CN" altLang="en-US" sz="2800" b="1" dirty="0" smtClean="0">
                <a:solidFill>
                  <a:srgbClr val="000000"/>
                </a:solidFill>
                <a:latin typeface="宋体" panose="02010600030101010101" pitchFamily="2" charset="-122"/>
              </a:rPr>
              <a:t>而</a:t>
            </a:r>
            <a:r>
              <a:rPr lang="zh-CN" altLang="en-US" sz="2800" b="1" dirty="0">
                <a:solidFill>
                  <a:srgbClr val="000000"/>
                </a:solidFill>
                <a:latin typeface="宋体" panose="02010600030101010101" pitchFamily="2" charset="-122"/>
              </a:rPr>
              <a:t>如果 </a:t>
            </a:r>
            <a:r>
              <a:rPr lang="en-US" altLang="zh-CN" sz="2800" b="1" i="1" dirty="0">
                <a:solidFill>
                  <a:srgbClr val="000000"/>
                </a:solidFill>
              </a:rPr>
              <a:t>D</a:t>
            </a:r>
            <a:r>
              <a:rPr lang="en-US" altLang="zh-CN" sz="2800" b="1" dirty="0">
                <a:solidFill>
                  <a:srgbClr val="000000"/>
                </a:solidFill>
              </a:rPr>
              <a:t>(</a:t>
            </a:r>
            <a:r>
              <a:rPr lang="en-US" altLang="zh-CN" sz="2800" b="1" i="1" dirty="0">
                <a:solidFill>
                  <a:srgbClr val="000000"/>
                </a:solidFill>
              </a:rPr>
              <a:t>X</a:t>
            </a:r>
            <a:r>
              <a:rPr lang="en-US" altLang="zh-CN" sz="2800" b="1" dirty="0">
                <a:solidFill>
                  <a:srgbClr val="000000"/>
                </a:solidFill>
              </a:rPr>
              <a:t>)</a:t>
            </a:r>
            <a:r>
              <a:rPr lang="en-US" altLang="zh-CN" sz="2800" b="1" dirty="0">
                <a:solidFill>
                  <a:srgbClr val="000000"/>
                </a:solidFill>
                <a:latin typeface="宋体" panose="02010600030101010101" pitchFamily="2" charset="-122"/>
              </a:rPr>
              <a:t> </a:t>
            </a:r>
            <a:r>
              <a:rPr lang="zh-CN" altLang="en-US" sz="2800" b="1" dirty="0">
                <a:solidFill>
                  <a:srgbClr val="000000"/>
                </a:solidFill>
                <a:latin typeface="宋体" panose="02010600030101010101" pitchFamily="2" charset="-122"/>
              </a:rPr>
              <a:t>值小</a:t>
            </a:r>
            <a:r>
              <a:rPr lang="en-US" altLang="zh-CN" sz="2800" b="1" dirty="0" smtClean="0">
                <a:solidFill>
                  <a:srgbClr val="000000"/>
                </a:solidFill>
                <a:latin typeface="宋体" panose="02010600030101010101" pitchFamily="2" charset="-122"/>
              </a:rPr>
              <a:t>, </a:t>
            </a:r>
            <a:r>
              <a:rPr lang="zh-CN" altLang="en-US" sz="2800" b="1" dirty="0" smtClean="0">
                <a:solidFill>
                  <a:srgbClr val="000000"/>
                </a:solidFill>
                <a:latin typeface="宋体" panose="02010600030101010101" pitchFamily="2" charset="-122"/>
              </a:rPr>
              <a:t>则</a:t>
            </a:r>
            <a:r>
              <a:rPr lang="zh-CN" altLang="en-US" sz="2800" b="1" dirty="0">
                <a:solidFill>
                  <a:srgbClr val="000000"/>
                </a:solidFill>
                <a:latin typeface="宋体" panose="02010600030101010101" pitchFamily="2" charset="-122"/>
              </a:rPr>
              <a:t>表示</a:t>
            </a:r>
            <a:r>
              <a:rPr lang="en-US" altLang="zh-CN" sz="2800" b="1" i="1" dirty="0">
                <a:solidFill>
                  <a:srgbClr val="000000"/>
                </a:solidFill>
              </a:rPr>
              <a:t>X </a:t>
            </a:r>
            <a:r>
              <a:rPr lang="zh-CN" altLang="en-US" sz="2800" b="1" dirty="0">
                <a:solidFill>
                  <a:srgbClr val="000000"/>
                </a:solidFill>
                <a:latin typeface="宋体" panose="02010600030101010101" pitchFamily="2" charset="-122"/>
              </a:rPr>
              <a:t>的取值比较集中</a:t>
            </a:r>
            <a:r>
              <a:rPr lang="en-US" altLang="zh-CN" sz="2800" b="1" dirty="0">
                <a:solidFill>
                  <a:srgbClr val="000000"/>
                </a:solidFill>
                <a:latin typeface="宋体" panose="02010600030101010101" pitchFamily="2" charset="-122"/>
              </a:rPr>
              <a:t>, </a:t>
            </a:r>
            <a:r>
              <a:rPr lang="zh-CN" altLang="en-US" sz="2800" b="1" dirty="0">
                <a:solidFill>
                  <a:srgbClr val="000000"/>
                </a:solidFill>
                <a:latin typeface="宋体" panose="02010600030101010101" pitchFamily="2" charset="-122"/>
              </a:rPr>
              <a:t>以 </a:t>
            </a:r>
            <a:r>
              <a:rPr lang="en-US" altLang="zh-CN" sz="2800" b="1" i="1" dirty="0">
                <a:solidFill>
                  <a:srgbClr val="000000"/>
                </a:solidFill>
              </a:rPr>
              <a:t>E</a:t>
            </a:r>
            <a:r>
              <a:rPr lang="en-US" altLang="zh-CN" sz="2800" b="1" dirty="0">
                <a:solidFill>
                  <a:srgbClr val="000000"/>
                </a:solidFill>
              </a:rPr>
              <a:t>(</a:t>
            </a:r>
            <a:r>
              <a:rPr lang="en-US" altLang="zh-CN" sz="2800" b="1" i="1" dirty="0">
                <a:solidFill>
                  <a:srgbClr val="000000"/>
                </a:solidFill>
              </a:rPr>
              <a:t>X</a:t>
            </a:r>
            <a:r>
              <a:rPr lang="en-US" altLang="zh-CN" sz="2800" b="1" dirty="0">
                <a:solidFill>
                  <a:srgbClr val="000000"/>
                </a:solidFill>
              </a:rPr>
              <a:t>)</a:t>
            </a:r>
            <a:r>
              <a:rPr lang="en-US" altLang="zh-CN" sz="2800" b="1" dirty="0">
                <a:solidFill>
                  <a:srgbClr val="000000"/>
                </a:solidFill>
                <a:latin typeface="宋体" panose="02010600030101010101" pitchFamily="2" charset="-122"/>
              </a:rPr>
              <a:t> </a:t>
            </a:r>
            <a:r>
              <a:rPr lang="zh-CN" altLang="en-US" sz="2800" b="1" dirty="0">
                <a:solidFill>
                  <a:srgbClr val="000000"/>
                </a:solidFill>
                <a:latin typeface="宋体" panose="02010600030101010101" pitchFamily="2" charset="-122"/>
              </a:rPr>
              <a:t>作为随机变量的代表性好</a:t>
            </a:r>
            <a:r>
              <a:rPr lang="en-US" altLang="zh-CN" sz="2800" b="1" dirty="0">
                <a:solidFill>
                  <a:srgbClr val="000000"/>
                </a:solidFill>
                <a:latin typeface="宋体" panose="02010600030101010101" pitchFamily="2" charset="-122"/>
              </a:rPr>
              <a:t>.</a:t>
            </a:r>
          </a:p>
        </p:txBody>
      </p:sp>
      <p:sp>
        <p:nvSpPr>
          <p:cNvPr id="21507" name="Rectangle 3"/>
          <p:cNvSpPr>
            <a:spLocks noChangeArrowheads="1"/>
          </p:cNvSpPr>
          <p:nvPr/>
        </p:nvSpPr>
        <p:spPr bwMode="auto">
          <a:xfrm>
            <a:off x="3131840" y="620688"/>
            <a:ext cx="30480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996633"/>
              </a:buClr>
              <a:buFont typeface="Wingdings" panose="05000000000000000000" pitchFamily="2" charset="2"/>
              <a:buBlip>
                <a:blip r:embed="rId2"/>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2"/>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2"/>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2"/>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2"/>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2"/>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2"/>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2"/>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2"/>
              </a:buBlip>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r>
              <a:rPr lang="zh-CN" altLang="en-US" b="1" dirty="0">
                <a:solidFill>
                  <a:schemeClr val="accent2"/>
                </a:solidFill>
                <a:latin typeface="黑体" panose="02010609060101010101" pitchFamily="49" charset="-122"/>
                <a:ea typeface="黑体" panose="02010609060101010101" pitchFamily="49" charset="-122"/>
              </a:rPr>
              <a:t>方差的意义</a:t>
            </a:r>
          </a:p>
        </p:txBody>
      </p:sp>
    </p:spTree>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4930"/>
                                        </p:tgtEl>
                                        <p:attrNameLst>
                                          <p:attrName>style.visibility</p:attrName>
                                        </p:attrNameLst>
                                      </p:cBhvr>
                                      <p:to>
                                        <p:strVal val="visible"/>
                                      </p:to>
                                    </p:set>
                                    <p:animEffect transition="in" filter="wipe(left)">
                                      <p:cBhvr>
                                        <p:cTn id="7" dur="500"/>
                                        <p:tgtEl>
                                          <p:spTgt spid="1249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4930" grpId="0" animBg="1"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6018" name="Object 1026"/>
          <p:cNvGraphicFramePr>
            <a:graphicFrameLocks noChangeAspect="1"/>
          </p:cNvGraphicFramePr>
          <p:nvPr>
            <p:extLst>
              <p:ext uri="{D42A27DB-BD31-4B8C-83A1-F6EECF244321}">
                <p14:modId xmlns:p14="http://schemas.microsoft.com/office/powerpoint/2010/main" val="2960463513"/>
              </p:ext>
            </p:extLst>
          </p:nvPr>
        </p:nvGraphicFramePr>
        <p:xfrm>
          <a:off x="1993241" y="1459650"/>
          <a:ext cx="4687887" cy="615950"/>
        </p:xfrm>
        <a:graphic>
          <a:graphicData uri="http://schemas.openxmlformats.org/presentationml/2006/ole">
            <mc:AlternateContent xmlns:mc="http://schemas.openxmlformats.org/markup-compatibility/2006">
              <mc:Choice xmlns:v="urn:schemas-microsoft-com:vml" Requires="v">
                <p:oleObj spid="_x0000_s22770" name="Equation" r:id="rId3" imgW="1685900" imgH="171450" progId="Equation.DSMT4">
                  <p:embed/>
                </p:oleObj>
              </mc:Choice>
              <mc:Fallback>
                <p:oleObj name="Equation" r:id="rId3" imgW="1685900" imgH="171450" progId="Equation.DSMT4">
                  <p:embed/>
                  <p:pic>
                    <p:nvPicPr>
                      <p:cNvPr id="0" name="Object 102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93241" y="1459650"/>
                        <a:ext cx="4687887"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6019" name="Text Box 1027"/>
          <p:cNvSpPr txBox="1">
            <a:spLocks noChangeArrowheads="1"/>
          </p:cNvSpPr>
          <p:nvPr/>
        </p:nvSpPr>
        <p:spPr bwMode="auto">
          <a:xfrm>
            <a:off x="609600" y="700088"/>
            <a:ext cx="6431569" cy="584775"/>
          </a:xfrm>
          <a:prstGeom prst="rect">
            <a:avLst/>
          </a:prstGeom>
          <a:solidFill>
            <a:srgbClr val="CCCC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996633"/>
              </a:buClr>
              <a:buFont typeface="Wingdings" panose="05000000000000000000" pitchFamily="2" charset="2"/>
              <a:buBlip>
                <a:blip r:embed="rId5"/>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5"/>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5"/>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5"/>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5"/>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5"/>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5"/>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5"/>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5"/>
              </a:buBlip>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lang="zh-CN" altLang="en-US" b="1" dirty="0">
                <a:ea typeface="楷体_GB2312" pitchFamily="49" charset="-122"/>
              </a:rPr>
              <a:t>若</a:t>
            </a:r>
            <a:r>
              <a:rPr lang="zh-CN" altLang="en-US" b="1" i="1" dirty="0">
                <a:ea typeface="楷体_GB2312" pitchFamily="49" charset="-122"/>
              </a:rPr>
              <a:t> </a:t>
            </a:r>
            <a:r>
              <a:rPr lang="en-US" altLang="zh-CN" b="1" i="1" dirty="0">
                <a:ea typeface="楷体_GB2312" pitchFamily="49" charset="-122"/>
              </a:rPr>
              <a:t>X </a:t>
            </a:r>
            <a:r>
              <a:rPr lang="zh-CN" altLang="en-US" b="1" dirty="0">
                <a:ea typeface="楷体_GB2312" pitchFamily="49" charset="-122"/>
              </a:rPr>
              <a:t>为</a:t>
            </a:r>
            <a:r>
              <a:rPr lang="zh-CN" altLang="en-US" b="1" dirty="0">
                <a:solidFill>
                  <a:srgbClr val="FF0000"/>
                </a:solidFill>
                <a:ea typeface="楷体_GB2312" pitchFamily="49" charset="-122"/>
              </a:rPr>
              <a:t>离散</a:t>
            </a:r>
            <a:r>
              <a:rPr lang="zh-CN" altLang="en-US" b="1" dirty="0" smtClean="0">
                <a:solidFill>
                  <a:srgbClr val="FF0000"/>
                </a:solidFill>
                <a:ea typeface="楷体_GB2312" pitchFamily="49" charset="-122"/>
              </a:rPr>
              <a:t>型</a:t>
            </a:r>
            <a:r>
              <a:rPr lang="zh-CN" altLang="en-US" b="1" dirty="0" smtClean="0">
                <a:ea typeface="楷体_GB2312" pitchFamily="49" charset="-122"/>
              </a:rPr>
              <a:t>随机变量</a:t>
            </a:r>
            <a:r>
              <a:rPr lang="en-US" altLang="zh-CN" b="1" dirty="0" smtClean="0">
                <a:ea typeface="楷体_GB2312" pitchFamily="49" charset="-122"/>
              </a:rPr>
              <a:t>，</a:t>
            </a:r>
            <a:r>
              <a:rPr lang="zh-CN" altLang="en-US" b="1" dirty="0">
                <a:ea typeface="楷体_GB2312" pitchFamily="49" charset="-122"/>
              </a:rPr>
              <a:t>分布律为</a:t>
            </a:r>
          </a:p>
        </p:txBody>
      </p:sp>
      <p:graphicFrame>
        <p:nvGraphicFramePr>
          <p:cNvPr id="86020" name="Object 1028"/>
          <p:cNvGraphicFramePr>
            <a:graphicFrameLocks noChangeAspect="1"/>
          </p:cNvGraphicFramePr>
          <p:nvPr>
            <p:extLst>
              <p:ext uri="{D42A27DB-BD31-4B8C-83A1-F6EECF244321}">
                <p14:modId xmlns:p14="http://schemas.microsoft.com/office/powerpoint/2010/main" val="2922427254"/>
              </p:ext>
            </p:extLst>
          </p:nvPr>
        </p:nvGraphicFramePr>
        <p:xfrm>
          <a:off x="1993241" y="2148781"/>
          <a:ext cx="3917950" cy="1001712"/>
        </p:xfrm>
        <a:graphic>
          <a:graphicData uri="http://schemas.openxmlformats.org/presentationml/2006/ole">
            <mc:AlternateContent xmlns:mc="http://schemas.openxmlformats.org/markup-compatibility/2006">
              <mc:Choice xmlns:v="urn:schemas-microsoft-com:vml" Requires="v">
                <p:oleObj spid="_x0000_s22771" name="Equation" r:id="rId6" imgW="1657266" imgH="371520" progId="Equation.DSMT4">
                  <p:embed/>
                </p:oleObj>
              </mc:Choice>
              <mc:Fallback>
                <p:oleObj name="Equation" r:id="rId6" imgW="1657266" imgH="371520" progId="Equation.DSMT4">
                  <p:embed/>
                  <p:pic>
                    <p:nvPicPr>
                      <p:cNvPr id="0" name="Object 102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993241" y="2148781"/>
                        <a:ext cx="3917950" cy="1001712"/>
                      </a:xfrm>
                      <a:prstGeom prst="rect">
                        <a:avLst/>
                      </a:prstGeom>
                      <a:noFill/>
                      <a:ln w="9525">
                        <a:noFill/>
                        <a:miter lim="800000"/>
                        <a:headEnd/>
                        <a:tailEnd/>
                      </a:ln>
                    </p:spPr>
                  </p:pic>
                </p:oleObj>
              </mc:Fallback>
            </mc:AlternateContent>
          </a:graphicData>
        </a:graphic>
      </p:graphicFrame>
      <p:sp>
        <p:nvSpPr>
          <p:cNvPr id="86021" name="Text Box 1029"/>
          <p:cNvSpPr txBox="1">
            <a:spLocks noChangeArrowheads="1"/>
          </p:cNvSpPr>
          <p:nvPr/>
        </p:nvSpPr>
        <p:spPr bwMode="auto">
          <a:xfrm>
            <a:off x="609600" y="3487738"/>
            <a:ext cx="7662675" cy="584775"/>
          </a:xfrm>
          <a:prstGeom prst="rect">
            <a:avLst/>
          </a:prstGeom>
          <a:solidFill>
            <a:srgbClr val="CCCC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996633"/>
              </a:buClr>
              <a:buFont typeface="Wingdings" panose="05000000000000000000" pitchFamily="2" charset="2"/>
              <a:buBlip>
                <a:blip r:embed="rId5"/>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5"/>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5"/>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5"/>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5"/>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5"/>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5"/>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5"/>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5"/>
              </a:buBlip>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lang="zh-CN" altLang="en-US" b="1" dirty="0">
                <a:ea typeface="楷体_GB2312" pitchFamily="49" charset="-122"/>
              </a:rPr>
              <a:t>若</a:t>
            </a:r>
            <a:r>
              <a:rPr lang="zh-CN" altLang="en-US" b="1" i="1" dirty="0">
                <a:ea typeface="楷体_GB2312" pitchFamily="49" charset="-122"/>
              </a:rPr>
              <a:t> </a:t>
            </a:r>
            <a:r>
              <a:rPr lang="en-US" altLang="zh-CN" b="1" i="1" dirty="0">
                <a:ea typeface="楷体_GB2312" pitchFamily="49" charset="-122"/>
              </a:rPr>
              <a:t>X </a:t>
            </a:r>
            <a:r>
              <a:rPr lang="zh-CN" altLang="en-US" b="1" dirty="0">
                <a:ea typeface="楷体_GB2312" pitchFamily="49" charset="-122"/>
              </a:rPr>
              <a:t>为</a:t>
            </a:r>
            <a:r>
              <a:rPr lang="zh-CN" altLang="en-US" b="1" dirty="0" smtClean="0">
                <a:solidFill>
                  <a:srgbClr val="FF0000"/>
                </a:solidFill>
                <a:ea typeface="楷体_GB2312" pitchFamily="49" charset="-122"/>
              </a:rPr>
              <a:t>连续型</a:t>
            </a:r>
            <a:r>
              <a:rPr lang="zh-CN" altLang="en-US" b="1" dirty="0" smtClean="0">
                <a:ea typeface="楷体_GB2312" pitchFamily="49" charset="-122"/>
              </a:rPr>
              <a:t>随机变量，</a:t>
            </a:r>
            <a:r>
              <a:rPr lang="zh-CN" altLang="en-US" b="1" dirty="0">
                <a:ea typeface="楷体_GB2312" pitchFamily="49" charset="-122"/>
              </a:rPr>
              <a:t>概率密度为 </a:t>
            </a:r>
            <a:r>
              <a:rPr lang="en-US" altLang="zh-CN" b="1" i="1" dirty="0">
                <a:ea typeface="楷体_GB2312" pitchFamily="49" charset="-122"/>
              </a:rPr>
              <a:t>f</a:t>
            </a:r>
            <a:r>
              <a:rPr lang="en-US" altLang="zh-CN" b="1" dirty="0">
                <a:ea typeface="楷体_GB2312" pitchFamily="49" charset="-122"/>
              </a:rPr>
              <a:t> (</a:t>
            </a:r>
            <a:r>
              <a:rPr lang="en-US" altLang="zh-CN" b="1" i="1" dirty="0">
                <a:ea typeface="楷体_GB2312" pitchFamily="49" charset="-122"/>
              </a:rPr>
              <a:t>x</a:t>
            </a:r>
            <a:r>
              <a:rPr lang="en-US" altLang="zh-CN" b="1" dirty="0">
                <a:ea typeface="楷体_GB2312" pitchFamily="49" charset="-122"/>
              </a:rPr>
              <a:t>)</a:t>
            </a:r>
          </a:p>
        </p:txBody>
      </p:sp>
      <p:graphicFrame>
        <p:nvGraphicFramePr>
          <p:cNvPr id="86022" name="Object 1030"/>
          <p:cNvGraphicFramePr>
            <a:graphicFrameLocks noChangeAspect="1"/>
          </p:cNvGraphicFramePr>
          <p:nvPr>
            <p:extLst>
              <p:ext uri="{D42A27DB-BD31-4B8C-83A1-F6EECF244321}">
                <p14:modId xmlns:p14="http://schemas.microsoft.com/office/powerpoint/2010/main" val="2261223979"/>
              </p:ext>
            </p:extLst>
          </p:nvPr>
        </p:nvGraphicFramePr>
        <p:xfrm>
          <a:off x="1908175" y="4389438"/>
          <a:ext cx="5346700" cy="1098550"/>
        </p:xfrm>
        <a:graphic>
          <a:graphicData uri="http://schemas.openxmlformats.org/presentationml/2006/ole">
            <mc:AlternateContent xmlns:mc="http://schemas.openxmlformats.org/markup-compatibility/2006">
              <mc:Choice xmlns:v="urn:schemas-microsoft-com:vml" Requires="v">
                <p:oleObj spid="_x0000_s22772" name="Equation" r:id="rId8" imgW="1914432" imgH="323730" progId="Equation.DSMT4">
                  <p:embed/>
                </p:oleObj>
              </mc:Choice>
              <mc:Fallback>
                <p:oleObj name="Equation" r:id="rId8" imgW="1914432" imgH="323730" progId="Equation.DSMT4">
                  <p:embed/>
                  <p:pic>
                    <p:nvPicPr>
                      <p:cNvPr id="0" name="Object 103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908175" y="4389438"/>
                        <a:ext cx="5346700" cy="1098550"/>
                      </a:xfrm>
                      <a:prstGeom prst="rect">
                        <a:avLst/>
                      </a:prstGeom>
                      <a:noFill/>
                      <a:ln w="9525">
                        <a:noFill/>
                        <a:miter lim="800000"/>
                        <a:headEnd/>
                        <a:tailEnd/>
                      </a:ln>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86019"/>
                                        </p:tgtEl>
                                        <p:attrNameLst>
                                          <p:attrName>style.visibility</p:attrName>
                                        </p:attrNameLst>
                                      </p:cBhvr>
                                      <p:to>
                                        <p:strVal val="visible"/>
                                      </p:to>
                                    </p:set>
                                    <p:animEffect transition="in" filter="wipe(up)">
                                      <p:cBhvr>
                                        <p:cTn id="7" dur="500"/>
                                        <p:tgtEl>
                                          <p:spTgt spid="8601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86018"/>
                                        </p:tgtEl>
                                        <p:attrNameLst>
                                          <p:attrName>style.visibility</p:attrName>
                                        </p:attrNameLst>
                                      </p:cBhvr>
                                      <p:to>
                                        <p:strVal val="visible"/>
                                      </p:to>
                                    </p:set>
                                    <p:animEffect transition="in" filter="wipe(up)">
                                      <p:cBhvr>
                                        <p:cTn id="12" dur="500"/>
                                        <p:tgtEl>
                                          <p:spTgt spid="8601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86020"/>
                                        </p:tgtEl>
                                        <p:attrNameLst>
                                          <p:attrName>style.visibility</p:attrName>
                                        </p:attrNameLst>
                                      </p:cBhvr>
                                      <p:to>
                                        <p:strVal val="visible"/>
                                      </p:to>
                                    </p:set>
                                    <p:animEffect transition="in" filter="wipe(up)">
                                      <p:cBhvr>
                                        <p:cTn id="17" dur="500"/>
                                        <p:tgtEl>
                                          <p:spTgt spid="8602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86021"/>
                                        </p:tgtEl>
                                        <p:attrNameLst>
                                          <p:attrName>style.visibility</p:attrName>
                                        </p:attrNameLst>
                                      </p:cBhvr>
                                      <p:to>
                                        <p:strVal val="visible"/>
                                      </p:to>
                                    </p:set>
                                    <p:animEffect transition="in" filter="wipe(up)">
                                      <p:cBhvr>
                                        <p:cTn id="22" dur="500"/>
                                        <p:tgtEl>
                                          <p:spTgt spid="86021"/>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nodeType="clickEffect">
                                  <p:stCondLst>
                                    <p:cond delay="0"/>
                                  </p:stCondLst>
                                  <p:childTnLst>
                                    <p:set>
                                      <p:cBhvr>
                                        <p:cTn id="26" dur="1" fill="hold">
                                          <p:stCondLst>
                                            <p:cond delay="0"/>
                                          </p:stCondLst>
                                        </p:cTn>
                                        <p:tgtEl>
                                          <p:spTgt spid="86022"/>
                                        </p:tgtEl>
                                        <p:attrNameLst>
                                          <p:attrName>style.visibility</p:attrName>
                                        </p:attrNameLst>
                                      </p:cBhvr>
                                      <p:to>
                                        <p:strVal val="visible"/>
                                      </p:to>
                                    </p:set>
                                    <p:animEffect transition="in" filter="wipe(up)">
                                      <p:cBhvr>
                                        <p:cTn id="27" dur="500"/>
                                        <p:tgtEl>
                                          <p:spTgt spid="860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019" grpId="0" animBg="1" autoUpdateAnimBg="0"/>
      <p:bldP spid="86021" grpId="0" animBg="1"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ext Box 2"/>
          <p:cNvSpPr txBox="1">
            <a:spLocks noChangeArrowheads="1"/>
          </p:cNvSpPr>
          <p:nvPr/>
        </p:nvSpPr>
        <p:spPr bwMode="auto">
          <a:xfrm>
            <a:off x="791368" y="2100975"/>
            <a:ext cx="1344612"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996633"/>
              </a:buClr>
              <a:buFont typeface="Wingdings" panose="05000000000000000000" pitchFamily="2" charset="2"/>
              <a:buBlip>
                <a:blip r:embed="rId3"/>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3"/>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3"/>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r>
              <a:rPr lang="zh-CN" altLang="en-US" b="1" dirty="0">
                <a:solidFill>
                  <a:srgbClr val="0000FF"/>
                </a:solidFill>
              </a:rPr>
              <a:t>证明： </a:t>
            </a:r>
          </a:p>
        </p:txBody>
      </p:sp>
      <p:graphicFrame>
        <p:nvGraphicFramePr>
          <p:cNvPr id="23555" name="Object 3"/>
          <p:cNvGraphicFramePr>
            <a:graphicFrameLocks noChangeAspect="1"/>
          </p:cNvGraphicFramePr>
          <p:nvPr>
            <p:extLst>
              <p:ext uri="{D42A27DB-BD31-4B8C-83A1-F6EECF244321}">
                <p14:modId xmlns:p14="http://schemas.microsoft.com/office/powerpoint/2010/main" val="3056693704"/>
              </p:ext>
            </p:extLst>
          </p:nvPr>
        </p:nvGraphicFramePr>
        <p:xfrm>
          <a:off x="2432051" y="1058466"/>
          <a:ext cx="4640262" cy="669925"/>
        </p:xfrm>
        <a:graphic>
          <a:graphicData uri="http://schemas.openxmlformats.org/presentationml/2006/ole">
            <mc:AlternateContent xmlns:mc="http://schemas.openxmlformats.org/markup-compatibility/2006">
              <mc:Choice xmlns:v="urn:schemas-microsoft-com:vml" Requires="v">
                <p:oleObj spid="_x0000_s24113" name="Equation" r:id="rId4" imgW="1587500" imgH="228600" progId="Equation.DSMT4">
                  <p:embed/>
                </p:oleObj>
              </mc:Choice>
              <mc:Fallback>
                <p:oleObj name="Equation" r:id="rId4" imgW="1587500" imgH="228600" progId="Equation.DSMT4">
                  <p:embed/>
                  <p:pic>
                    <p:nvPicPr>
                      <p:cNvPr id="0" name="Object 3"/>
                      <p:cNvPicPr>
                        <a:picLocks noChangeAspect="1" noChangeArrowheads="1"/>
                      </p:cNvPicPr>
                      <p:nvPr/>
                    </p:nvPicPr>
                    <p:blipFill>
                      <a:blip r:embed="rId5">
                        <a:lum bright="-2000"/>
                        <a:extLst>
                          <a:ext uri="{28A0092B-C50C-407E-A947-70E740481C1C}">
                            <a14:useLocalDpi xmlns:a14="http://schemas.microsoft.com/office/drawing/2010/main" val="0"/>
                          </a:ext>
                        </a:extLst>
                      </a:blip>
                      <a:srcRect/>
                      <a:stretch>
                        <a:fillRect/>
                      </a:stretch>
                    </p:blipFill>
                    <p:spPr bwMode="auto">
                      <a:xfrm>
                        <a:off x="2432051" y="1058466"/>
                        <a:ext cx="4640262" cy="66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1204" name="Object 4"/>
          <p:cNvGraphicFramePr>
            <a:graphicFrameLocks noChangeAspect="1"/>
          </p:cNvGraphicFramePr>
          <p:nvPr>
            <p:extLst>
              <p:ext uri="{D42A27DB-BD31-4B8C-83A1-F6EECF244321}">
                <p14:modId xmlns:p14="http://schemas.microsoft.com/office/powerpoint/2010/main" val="2017319661"/>
              </p:ext>
            </p:extLst>
          </p:nvPr>
        </p:nvGraphicFramePr>
        <p:xfrm>
          <a:off x="2193130" y="2068293"/>
          <a:ext cx="4232275" cy="679450"/>
        </p:xfrm>
        <a:graphic>
          <a:graphicData uri="http://schemas.openxmlformats.org/presentationml/2006/ole">
            <mc:AlternateContent xmlns:mc="http://schemas.openxmlformats.org/markup-compatibility/2006">
              <mc:Choice xmlns:v="urn:schemas-microsoft-com:vml" Requires="v">
                <p:oleObj spid="_x0000_s24114" name="公式" r:id="rId6" imgW="1422400" imgH="228600" progId="Equation.3">
                  <p:embed/>
                </p:oleObj>
              </mc:Choice>
              <mc:Fallback>
                <p:oleObj name="公式" r:id="rId6" imgW="1422400" imgH="228600" progId="Equation.3">
                  <p:embed/>
                  <p:pic>
                    <p:nvPicPr>
                      <p:cNvPr id="0" name="Object 4"/>
                      <p:cNvPicPr>
                        <a:picLocks noChangeAspect="1" noChangeArrowheads="1"/>
                      </p:cNvPicPr>
                      <p:nvPr/>
                    </p:nvPicPr>
                    <p:blipFill>
                      <a:blip r:embed="rId7">
                        <a:lum bright="-2000"/>
                        <a:extLst>
                          <a:ext uri="{28A0092B-C50C-407E-A947-70E740481C1C}">
                            <a14:useLocalDpi xmlns:a14="http://schemas.microsoft.com/office/drawing/2010/main" val="0"/>
                          </a:ext>
                        </a:extLst>
                      </a:blip>
                      <a:srcRect/>
                      <a:stretch>
                        <a:fillRect/>
                      </a:stretch>
                    </p:blipFill>
                    <p:spPr bwMode="auto">
                      <a:xfrm>
                        <a:off x="2193130" y="2068293"/>
                        <a:ext cx="4232275" cy="679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1205" name="Object 5"/>
          <p:cNvGraphicFramePr>
            <a:graphicFrameLocks noChangeAspect="1"/>
          </p:cNvGraphicFramePr>
          <p:nvPr>
            <p:extLst>
              <p:ext uri="{D42A27DB-BD31-4B8C-83A1-F6EECF244321}">
                <p14:modId xmlns:p14="http://schemas.microsoft.com/office/powerpoint/2010/main" val="3943828534"/>
              </p:ext>
            </p:extLst>
          </p:nvPr>
        </p:nvGraphicFramePr>
        <p:xfrm>
          <a:off x="3347864" y="2967038"/>
          <a:ext cx="5214937" cy="612775"/>
        </p:xfrm>
        <a:graphic>
          <a:graphicData uri="http://schemas.openxmlformats.org/presentationml/2006/ole">
            <mc:AlternateContent xmlns:mc="http://schemas.openxmlformats.org/markup-compatibility/2006">
              <mc:Choice xmlns:v="urn:schemas-microsoft-com:vml" Requires="v">
                <p:oleObj spid="_x0000_s24115" name="Equation" r:id="rId8" imgW="1943100" imgH="228600" progId="Equation.DSMT4">
                  <p:embed/>
                </p:oleObj>
              </mc:Choice>
              <mc:Fallback>
                <p:oleObj name="Equation" r:id="rId8" imgW="1943100" imgH="228600" progId="Equation.DSMT4">
                  <p:embed/>
                  <p:pic>
                    <p:nvPicPr>
                      <p:cNvPr id="0" name="Object 5"/>
                      <p:cNvPicPr>
                        <a:picLocks noChangeAspect="1" noChangeArrowheads="1"/>
                      </p:cNvPicPr>
                      <p:nvPr/>
                    </p:nvPicPr>
                    <p:blipFill>
                      <a:blip r:embed="rId9">
                        <a:lum bright="-2000"/>
                        <a:extLst>
                          <a:ext uri="{28A0092B-C50C-407E-A947-70E740481C1C}">
                            <a14:useLocalDpi xmlns:a14="http://schemas.microsoft.com/office/drawing/2010/main" val="0"/>
                          </a:ext>
                        </a:extLst>
                      </a:blip>
                      <a:srcRect/>
                      <a:stretch>
                        <a:fillRect/>
                      </a:stretch>
                    </p:blipFill>
                    <p:spPr bwMode="auto">
                      <a:xfrm>
                        <a:off x="3347864" y="2967038"/>
                        <a:ext cx="5214937" cy="61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1206" name="Object 6"/>
          <p:cNvGraphicFramePr>
            <a:graphicFrameLocks noChangeAspect="1"/>
          </p:cNvGraphicFramePr>
          <p:nvPr>
            <p:extLst>
              <p:ext uri="{D42A27DB-BD31-4B8C-83A1-F6EECF244321}">
                <p14:modId xmlns:p14="http://schemas.microsoft.com/office/powerpoint/2010/main" val="2139006371"/>
              </p:ext>
            </p:extLst>
          </p:nvPr>
        </p:nvGraphicFramePr>
        <p:xfrm>
          <a:off x="3347864" y="3824288"/>
          <a:ext cx="5368925" cy="571500"/>
        </p:xfrm>
        <a:graphic>
          <a:graphicData uri="http://schemas.openxmlformats.org/presentationml/2006/ole">
            <mc:AlternateContent xmlns:mc="http://schemas.openxmlformats.org/markup-compatibility/2006">
              <mc:Choice xmlns:v="urn:schemas-microsoft-com:vml" Requires="v">
                <p:oleObj spid="_x0000_s24116" name="Equation" r:id="rId10" imgW="2146300" imgH="228600" progId="Equation.DSMT4">
                  <p:embed/>
                </p:oleObj>
              </mc:Choice>
              <mc:Fallback>
                <p:oleObj name="Equation" r:id="rId10" imgW="2146300" imgH="228600" progId="Equation.DSMT4">
                  <p:embed/>
                  <p:pic>
                    <p:nvPicPr>
                      <p:cNvPr id="0" name="Object 6"/>
                      <p:cNvPicPr>
                        <a:picLocks noChangeAspect="1" noChangeArrowheads="1"/>
                      </p:cNvPicPr>
                      <p:nvPr/>
                    </p:nvPicPr>
                    <p:blipFill>
                      <a:blip r:embed="rId11">
                        <a:lum bright="-2000"/>
                        <a:extLst>
                          <a:ext uri="{28A0092B-C50C-407E-A947-70E740481C1C}">
                            <a14:useLocalDpi xmlns:a14="http://schemas.microsoft.com/office/drawing/2010/main" val="0"/>
                          </a:ext>
                        </a:extLst>
                      </a:blip>
                      <a:srcRect/>
                      <a:stretch>
                        <a:fillRect/>
                      </a:stretch>
                    </p:blipFill>
                    <p:spPr bwMode="auto">
                      <a:xfrm>
                        <a:off x="3347864" y="3824288"/>
                        <a:ext cx="5368925"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1207" name="Object 7"/>
          <p:cNvGraphicFramePr>
            <a:graphicFrameLocks noChangeAspect="1"/>
          </p:cNvGraphicFramePr>
          <p:nvPr>
            <p:extLst>
              <p:ext uri="{D42A27DB-BD31-4B8C-83A1-F6EECF244321}">
                <p14:modId xmlns:p14="http://schemas.microsoft.com/office/powerpoint/2010/main" val="2361482313"/>
              </p:ext>
            </p:extLst>
          </p:nvPr>
        </p:nvGraphicFramePr>
        <p:xfrm>
          <a:off x="3347864" y="4725144"/>
          <a:ext cx="2992438" cy="574675"/>
        </p:xfrm>
        <a:graphic>
          <a:graphicData uri="http://schemas.openxmlformats.org/presentationml/2006/ole">
            <mc:AlternateContent xmlns:mc="http://schemas.openxmlformats.org/markup-compatibility/2006">
              <mc:Choice xmlns:v="urn:schemas-microsoft-com:vml" Requires="v">
                <p:oleObj spid="_x0000_s24117" name="Equation" r:id="rId12" imgW="1193800" imgH="228600" progId="Equation.DSMT4">
                  <p:embed/>
                </p:oleObj>
              </mc:Choice>
              <mc:Fallback>
                <p:oleObj name="Equation" r:id="rId12" imgW="1193800" imgH="228600" progId="Equation.DSMT4">
                  <p:embed/>
                  <p:pic>
                    <p:nvPicPr>
                      <p:cNvPr id="0" name="Object 7"/>
                      <p:cNvPicPr>
                        <a:picLocks noChangeAspect="1" noChangeArrowheads="1"/>
                      </p:cNvPicPr>
                      <p:nvPr/>
                    </p:nvPicPr>
                    <p:blipFill>
                      <a:blip r:embed="rId13">
                        <a:lum bright="-2000"/>
                        <a:extLst>
                          <a:ext uri="{28A0092B-C50C-407E-A947-70E740481C1C}">
                            <a14:useLocalDpi xmlns:a14="http://schemas.microsoft.com/office/drawing/2010/main" val="0"/>
                          </a:ext>
                        </a:extLst>
                      </a:blip>
                      <a:srcRect/>
                      <a:stretch>
                        <a:fillRect/>
                      </a:stretch>
                    </p:blipFill>
                    <p:spPr bwMode="auto">
                      <a:xfrm>
                        <a:off x="3347864" y="4725144"/>
                        <a:ext cx="2992438" cy="57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1208" name="Text Box 8"/>
          <p:cNvSpPr txBox="1">
            <a:spLocks noChangeArrowheads="1"/>
          </p:cNvSpPr>
          <p:nvPr/>
        </p:nvSpPr>
        <p:spPr bwMode="auto">
          <a:xfrm>
            <a:off x="791368" y="5445224"/>
            <a:ext cx="125571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996633"/>
              </a:buClr>
              <a:buFont typeface="Wingdings" panose="05000000000000000000" pitchFamily="2" charset="2"/>
              <a:buBlip>
                <a:blip r:embed="rId3"/>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3"/>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3"/>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r>
              <a:rPr lang="zh-CN" altLang="en-US" b="1" dirty="0">
                <a:solidFill>
                  <a:srgbClr val="0000FF"/>
                </a:solidFill>
              </a:rPr>
              <a:t>推论：</a:t>
            </a:r>
          </a:p>
        </p:txBody>
      </p:sp>
      <p:graphicFrame>
        <p:nvGraphicFramePr>
          <p:cNvPr id="51209" name="Object 9"/>
          <p:cNvGraphicFramePr>
            <a:graphicFrameLocks noChangeAspect="1"/>
          </p:cNvGraphicFramePr>
          <p:nvPr>
            <p:extLst>
              <p:ext uri="{D42A27DB-BD31-4B8C-83A1-F6EECF244321}">
                <p14:modId xmlns:p14="http://schemas.microsoft.com/office/powerpoint/2010/main" val="1863762120"/>
              </p:ext>
            </p:extLst>
          </p:nvPr>
        </p:nvGraphicFramePr>
        <p:xfrm>
          <a:off x="2047081" y="5445224"/>
          <a:ext cx="4524375" cy="652462"/>
        </p:xfrm>
        <a:graphic>
          <a:graphicData uri="http://schemas.openxmlformats.org/presentationml/2006/ole">
            <mc:AlternateContent xmlns:mc="http://schemas.openxmlformats.org/markup-compatibility/2006">
              <mc:Choice xmlns:v="urn:schemas-microsoft-com:vml" Requires="v">
                <p:oleObj spid="_x0000_s24118" name="Equation" r:id="rId14" imgW="1587500" imgH="228600" progId="Equation.DSMT4">
                  <p:embed/>
                </p:oleObj>
              </mc:Choice>
              <mc:Fallback>
                <p:oleObj name="Equation" r:id="rId14" imgW="1587500" imgH="228600" progId="Equation.DSMT4">
                  <p:embed/>
                  <p:pic>
                    <p:nvPicPr>
                      <p:cNvPr id="0" name="Object 9"/>
                      <p:cNvPicPr>
                        <a:picLocks noChangeAspect="1" noChangeArrowheads="1"/>
                      </p:cNvPicPr>
                      <p:nvPr/>
                    </p:nvPicPr>
                    <p:blipFill>
                      <a:blip r:embed="rId15">
                        <a:lum bright="2000"/>
                        <a:extLst>
                          <a:ext uri="{28A0092B-C50C-407E-A947-70E740481C1C}">
                            <a14:useLocalDpi xmlns:a14="http://schemas.microsoft.com/office/drawing/2010/main" val="0"/>
                          </a:ext>
                        </a:extLst>
                      </a:blip>
                      <a:srcRect/>
                      <a:stretch>
                        <a:fillRect/>
                      </a:stretch>
                    </p:blipFill>
                    <p:spPr bwMode="auto">
                      <a:xfrm>
                        <a:off x="2047081" y="5445224"/>
                        <a:ext cx="4524375" cy="652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3562" name="Text Box 11"/>
          <p:cNvSpPr txBox="1">
            <a:spLocks noChangeArrowheads="1"/>
          </p:cNvSpPr>
          <p:nvPr/>
        </p:nvSpPr>
        <p:spPr bwMode="auto">
          <a:xfrm>
            <a:off x="611560" y="520409"/>
            <a:ext cx="268446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996633"/>
              </a:buClr>
              <a:buFont typeface="Wingdings" panose="05000000000000000000" pitchFamily="2" charset="2"/>
              <a:buBlip>
                <a:blip r:embed="rId3"/>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3"/>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3"/>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r>
              <a:rPr lang="zh-CN" altLang="en-US" b="1" dirty="0">
                <a:solidFill>
                  <a:srgbClr val="0000FF"/>
                </a:solidFill>
              </a:rPr>
              <a:t>常用计算公式：</a:t>
            </a:r>
          </a:p>
        </p:txBody>
      </p:sp>
      <p:sp>
        <p:nvSpPr>
          <p:cNvPr id="11" name="矩形 10"/>
          <p:cNvSpPr/>
          <p:nvPr/>
        </p:nvSpPr>
        <p:spPr bwMode="auto">
          <a:xfrm>
            <a:off x="2286000" y="1071563"/>
            <a:ext cx="4786313" cy="857250"/>
          </a:xfrm>
          <a:prstGeom prst="rect">
            <a:avLst/>
          </a:prstGeom>
          <a:noFill/>
          <a:ln w="28575">
            <a:noFill/>
          </a:ln>
          <a:effectLst/>
          <a:extLst/>
        </p:spPr>
        <p:txBody>
          <a:bodyPr/>
          <a:lstStyle/>
          <a:p>
            <a:pPr marL="342900" indent="-342900" eaLnBrk="1" hangingPunct="1">
              <a:lnSpc>
                <a:spcPct val="90000"/>
              </a:lnSpc>
              <a:spcBef>
                <a:spcPct val="20000"/>
              </a:spcBef>
              <a:buClr>
                <a:srgbClr val="996633"/>
              </a:buClr>
              <a:buFont typeface="Wingdings" panose="05000000000000000000" pitchFamily="2" charset="2"/>
              <a:buBlip>
                <a:blip r:embed="rId3"/>
              </a:buBlip>
              <a:defRPr/>
            </a:pPr>
            <a:endParaRPr lang="zh-CN" altLang="en-US">
              <a:effectLst>
                <a:outerShdw blurRad="38100" dist="38100" dir="2700000" algn="tl">
                  <a:srgbClr val="000000">
                    <a:alpha val="43137"/>
                  </a:srgbClr>
                </a:outerShdw>
              </a:effectLst>
            </a:endParaRPr>
          </a:p>
        </p:txBody>
      </p:sp>
      <p:graphicFrame>
        <p:nvGraphicFramePr>
          <p:cNvPr id="12" name="Object 18"/>
          <p:cNvGraphicFramePr>
            <a:graphicFrameLocks noChangeAspect="1"/>
          </p:cNvGraphicFramePr>
          <p:nvPr/>
        </p:nvGraphicFramePr>
        <p:xfrm>
          <a:off x="179388" y="3886200"/>
          <a:ext cx="2878137" cy="303213"/>
        </p:xfrm>
        <a:graphic>
          <a:graphicData uri="http://schemas.openxmlformats.org/presentationml/2006/ole">
            <mc:AlternateContent xmlns:mc="http://schemas.openxmlformats.org/markup-compatibility/2006">
              <mc:Choice xmlns:v="urn:schemas-microsoft-com:vml" Requires="v">
                <p:oleObj spid="_x0000_s24119" name="Equation" r:id="rId16" imgW="3594100" imgH="393700" progId="Equation.DSMT4">
                  <p:embed/>
                </p:oleObj>
              </mc:Choice>
              <mc:Fallback>
                <p:oleObj name="Equation" r:id="rId16" imgW="3594100" imgH="393700" progId="Equation.DSMT4">
                  <p:embed/>
                  <p:pic>
                    <p:nvPicPr>
                      <p:cNvPr id="0" name="Object 18"/>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79388" y="3886200"/>
                        <a:ext cx="2878137" cy="303213"/>
                      </a:xfrm>
                      <a:prstGeom prst="rect">
                        <a:avLst/>
                      </a:prstGeom>
                      <a:solidFill>
                        <a:srgbClr val="92D050"/>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cxnSp>
        <p:nvCxnSpPr>
          <p:cNvPr id="23565" name="直接箭头连接符 2"/>
          <p:cNvCxnSpPr>
            <a:cxnSpLocks noChangeShapeType="1"/>
          </p:cNvCxnSpPr>
          <p:nvPr/>
        </p:nvCxnSpPr>
        <p:spPr bwMode="auto">
          <a:xfrm flipV="1">
            <a:off x="2193130" y="3497685"/>
            <a:ext cx="1820864" cy="361049"/>
          </a:xfrm>
          <a:prstGeom prst="straightConnector1">
            <a:avLst/>
          </a:prstGeom>
          <a:noFill/>
          <a:ln w="28575" algn="ctr">
            <a:solidFill>
              <a:srgbClr val="FF0000"/>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1202">
                                            <p:txEl>
                                              <p:pRg st="0" end="0"/>
                                            </p:txEl>
                                          </p:spTgt>
                                        </p:tgtEl>
                                        <p:attrNameLst>
                                          <p:attrName>style.visibility</p:attrName>
                                        </p:attrNameLst>
                                      </p:cBhvr>
                                      <p:to>
                                        <p:strVal val="visible"/>
                                      </p:to>
                                    </p:set>
                                    <p:animEffect transition="in" filter="wipe(left)">
                                      <p:cBhvr>
                                        <p:cTn id="7" dur="500"/>
                                        <p:tgtEl>
                                          <p:spTgt spid="51202">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51204"/>
                                        </p:tgtEl>
                                        <p:attrNameLst>
                                          <p:attrName>style.visibility</p:attrName>
                                        </p:attrNameLst>
                                      </p:cBhvr>
                                      <p:to>
                                        <p:strVal val="visible"/>
                                      </p:to>
                                    </p:set>
                                    <p:animEffect transition="in" filter="wipe(left)">
                                      <p:cBhvr>
                                        <p:cTn id="12" dur="500"/>
                                        <p:tgtEl>
                                          <p:spTgt spid="5120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51205"/>
                                        </p:tgtEl>
                                        <p:attrNameLst>
                                          <p:attrName>style.visibility</p:attrName>
                                        </p:attrNameLst>
                                      </p:cBhvr>
                                      <p:to>
                                        <p:strVal val="visible"/>
                                      </p:to>
                                    </p:set>
                                    <p:animEffect transition="in" filter="wipe(left)">
                                      <p:cBhvr>
                                        <p:cTn id="17" dur="500"/>
                                        <p:tgtEl>
                                          <p:spTgt spid="5120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51206"/>
                                        </p:tgtEl>
                                        <p:attrNameLst>
                                          <p:attrName>style.visibility</p:attrName>
                                        </p:attrNameLst>
                                      </p:cBhvr>
                                      <p:to>
                                        <p:strVal val="visible"/>
                                      </p:to>
                                    </p:set>
                                    <p:animEffect transition="in" filter="wipe(left)">
                                      <p:cBhvr>
                                        <p:cTn id="22" dur="500"/>
                                        <p:tgtEl>
                                          <p:spTgt spid="5120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51207"/>
                                        </p:tgtEl>
                                        <p:attrNameLst>
                                          <p:attrName>style.visibility</p:attrName>
                                        </p:attrNameLst>
                                      </p:cBhvr>
                                      <p:to>
                                        <p:strVal val="visible"/>
                                      </p:to>
                                    </p:set>
                                    <p:animEffect transition="in" filter="wipe(left)">
                                      <p:cBhvr>
                                        <p:cTn id="27" dur="500"/>
                                        <p:tgtEl>
                                          <p:spTgt spid="51207"/>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51208"/>
                                        </p:tgtEl>
                                        <p:attrNameLst>
                                          <p:attrName>style.visibility</p:attrName>
                                        </p:attrNameLst>
                                      </p:cBhvr>
                                      <p:to>
                                        <p:strVal val="visible"/>
                                      </p:to>
                                    </p:set>
                                    <p:animEffect transition="in" filter="wipe(left)">
                                      <p:cBhvr>
                                        <p:cTn id="32" dur="500"/>
                                        <p:tgtEl>
                                          <p:spTgt spid="51208"/>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51209"/>
                                        </p:tgtEl>
                                        <p:attrNameLst>
                                          <p:attrName>style.visibility</p:attrName>
                                        </p:attrNameLst>
                                      </p:cBhvr>
                                      <p:to>
                                        <p:strVal val="visible"/>
                                      </p:to>
                                    </p:set>
                                    <p:animEffect transition="in" filter="wipe(left)">
                                      <p:cBhvr>
                                        <p:cTn id="37" dur="500"/>
                                        <p:tgtEl>
                                          <p:spTgt spid="51209"/>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12"/>
                                        </p:tgtEl>
                                        <p:attrNameLst>
                                          <p:attrName>style.visibility</p:attrName>
                                        </p:attrNameLst>
                                      </p:cBhvr>
                                      <p:to>
                                        <p:strVal val="visible"/>
                                      </p:to>
                                    </p:set>
                                    <p:animEffect transition="in" filter="wipe(left)">
                                      <p:cBhvr>
                                        <p:cTn id="4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02" grpId="0" build="p" autoUpdateAnimBg="0"/>
      <p:bldP spid="51208"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3"/>
          <p:cNvGrpSpPr>
            <a:grpSpLocks/>
          </p:cNvGrpSpPr>
          <p:nvPr/>
        </p:nvGrpSpPr>
        <p:grpSpPr bwMode="auto">
          <a:xfrm>
            <a:off x="5867400" y="1146175"/>
            <a:ext cx="2211388" cy="1657350"/>
            <a:chOff x="249" y="1434"/>
            <a:chExt cx="1393" cy="1044"/>
          </a:xfrm>
        </p:grpSpPr>
        <p:sp>
          <p:nvSpPr>
            <p:cNvPr id="24592" name="Line 4"/>
            <p:cNvSpPr>
              <a:spLocks noChangeShapeType="1"/>
            </p:cNvSpPr>
            <p:nvPr/>
          </p:nvSpPr>
          <p:spPr bwMode="auto">
            <a:xfrm>
              <a:off x="295" y="2205"/>
              <a:ext cx="127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4593" name="Line 5"/>
            <p:cNvSpPr>
              <a:spLocks noChangeShapeType="1"/>
            </p:cNvSpPr>
            <p:nvPr/>
          </p:nvSpPr>
          <p:spPr bwMode="auto">
            <a:xfrm flipV="1">
              <a:off x="884" y="1434"/>
              <a:ext cx="0" cy="104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4594" name="Line 6"/>
            <p:cNvSpPr>
              <a:spLocks noChangeShapeType="1"/>
            </p:cNvSpPr>
            <p:nvPr/>
          </p:nvSpPr>
          <p:spPr bwMode="auto">
            <a:xfrm flipV="1">
              <a:off x="385" y="1706"/>
              <a:ext cx="499" cy="49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595" name="Line 7"/>
            <p:cNvSpPr>
              <a:spLocks noChangeShapeType="1"/>
            </p:cNvSpPr>
            <p:nvPr/>
          </p:nvSpPr>
          <p:spPr bwMode="auto">
            <a:xfrm>
              <a:off x="884" y="1706"/>
              <a:ext cx="499" cy="49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596" name="Text Box 8"/>
            <p:cNvSpPr txBox="1">
              <a:spLocks noChangeArrowheads="1"/>
            </p:cNvSpPr>
            <p:nvPr/>
          </p:nvSpPr>
          <p:spPr bwMode="auto">
            <a:xfrm>
              <a:off x="249" y="2205"/>
              <a:ext cx="317"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996633"/>
                </a:buClr>
                <a:buFont typeface="Wingdings" panose="05000000000000000000" pitchFamily="2" charset="2"/>
                <a:buBlip>
                  <a:blip r:embed="rId3"/>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3"/>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3"/>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9pPr>
            </a:lstStyle>
            <a:p>
              <a:pPr>
                <a:spcBef>
                  <a:spcPct val="50000"/>
                </a:spcBef>
                <a:buClrTx/>
                <a:buFontTx/>
                <a:buNone/>
              </a:pPr>
              <a:r>
                <a:rPr lang="en-US" altLang="zh-CN" sz="1800">
                  <a:ea typeface="MS Gothic" panose="020B0609070205080204" pitchFamily="49" charset="-128"/>
                </a:rPr>
                <a:t>-</a:t>
              </a:r>
              <a:r>
                <a:rPr lang="en-US" altLang="zh-CN" sz="1800"/>
                <a:t>1</a:t>
              </a:r>
            </a:p>
          </p:txBody>
        </p:sp>
        <p:sp>
          <p:nvSpPr>
            <p:cNvPr id="24597" name="Text Box 9"/>
            <p:cNvSpPr txBox="1">
              <a:spLocks noChangeArrowheads="1"/>
            </p:cNvSpPr>
            <p:nvPr/>
          </p:nvSpPr>
          <p:spPr bwMode="auto">
            <a:xfrm>
              <a:off x="1247" y="2205"/>
              <a:ext cx="317"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996633"/>
                </a:buClr>
                <a:buFont typeface="Wingdings" panose="05000000000000000000" pitchFamily="2" charset="2"/>
                <a:buBlip>
                  <a:blip r:embed="rId3"/>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3"/>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3"/>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9pPr>
            </a:lstStyle>
            <a:p>
              <a:pPr>
                <a:spcBef>
                  <a:spcPct val="50000"/>
                </a:spcBef>
                <a:buClrTx/>
                <a:buFontTx/>
                <a:buNone/>
              </a:pPr>
              <a:r>
                <a:rPr lang="en-US" altLang="zh-CN" sz="1800"/>
                <a:t>1</a:t>
              </a:r>
            </a:p>
          </p:txBody>
        </p:sp>
        <p:graphicFrame>
          <p:nvGraphicFramePr>
            <p:cNvPr id="24598" name="Object 10"/>
            <p:cNvGraphicFramePr>
              <a:graphicFrameLocks noChangeAspect="1"/>
            </p:cNvGraphicFramePr>
            <p:nvPr/>
          </p:nvGraphicFramePr>
          <p:xfrm>
            <a:off x="1519" y="2251"/>
            <a:ext cx="123" cy="135"/>
          </p:xfrm>
          <a:graphic>
            <a:graphicData uri="http://schemas.openxmlformats.org/presentationml/2006/ole">
              <mc:AlternateContent xmlns:mc="http://schemas.openxmlformats.org/markup-compatibility/2006">
                <mc:Choice xmlns:v="urn:schemas-microsoft-com:vml" Requires="v">
                  <p:oleObj spid="_x0000_s25225" name="Equation" r:id="rId4" imgW="126835" imgH="139518" progId="Equation.DSMT4">
                    <p:embed/>
                  </p:oleObj>
                </mc:Choice>
                <mc:Fallback>
                  <p:oleObj name="Equation" r:id="rId4" imgW="126835" imgH="139518" progId="Equation.DSMT4">
                    <p:embed/>
                    <p:pic>
                      <p:nvPicPr>
                        <p:cNvPr id="0" name="Object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19" y="2251"/>
                          <a:ext cx="123" cy="1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4599" name="Object 11"/>
            <p:cNvGraphicFramePr>
              <a:graphicFrameLocks noChangeAspect="1"/>
            </p:cNvGraphicFramePr>
            <p:nvPr/>
          </p:nvGraphicFramePr>
          <p:xfrm>
            <a:off x="748" y="2205"/>
            <a:ext cx="117" cy="136"/>
          </p:xfrm>
          <a:graphic>
            <a:graphicData uri="http://schemas.openxmlformats.org/presentationml/2006/ole">
              <mc:AlternateContent xmlns:mc="http://schemas.openxmlformats.org/markup-compatibility/2006">
                <mc:Choice xmlns:v="urn:schemas-microsoft-com:vml" Requires="v">
                  <p:oleObj spid="_x0000_s25226" name="Equation" r:id="rId6" imgW="152202" imgH="177569" progId="Equation.DSMT4">
                    <p:embed/>
                  </p:oleObj>
                </mc:Choice>
                <mc:Fallback>
                  <p:oleObj name="Equation" r:id="rId6" imgW="152202" imgH="177569" progId="Equation.DSMT4">
                    <p:embed/>
                    <p:pic>
                      <p:nvPicPr>
                        <p:cNvPr id="0" name="Object 1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48" y="2205"/>
                          <a:ext cx="117" cy="1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4600" name="Object 12"/>
            <p:cNvGraphicFramePr>
              <a:graphicFrameLocks noChangeAspect="1"/>
            </p:cNvGraphicFramePr>
            <p:nvPr/>
          </p:nvGraphicFramePr>
          <p:xfrm>
            <a:off x="891" y="1434"/>
            <a:ext cx="374" cy="240"/>
          </p:xfrm>
          <a:graphic>
            <a:graphicData uri="http://schemas.openxmlformats.org/presentationml/2006/ole">
              <mc:AlternateContent xmlns:mc="http://schemas.openxmlformats.org/markup-compatibility/2006">
                <mc:Choice xmlns:v="urn:schemas-microsoft-com:vml" Requires="v">
                  <p:oleObj spid="_x0000_s25227" name="Equation" r:id="rId8" imgW="355446" imgH="228501" progId="Equation.DSMT4">
                    <p:embed/>
                  </p:oleObj>
                </mc:Choice>
                <mc:Fallback>
                  <p:oleObj name="Equation" r:id="rId8" imgW="355446" imgH="228501" progId="Equation.DSMT4">
                    <p:embed/>
                    <p:pic>
                      <p:nvPicPr>
                        <p:cNvPr id="0" name="Object 1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91" y="1434"/>
                          <a:ext cx="374" cy="2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481293" name="Text Box 13"/>
          <p:cNvSpPr txBox="1">
            <a:spLocks noChangeArrowheads="1"/>
          </p:cNvSpPr>
          <p:nvPr/>
        </p:nvSpPr>
        <p:spPr bwMode="auto">
          <a:xfrm>
            <a:off x="539750" y="642938"/>
            <a:ext cx="22320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996633"/>
              </a:buClr>
              <a:buFont typeface="Wingdings" panose="05000000000000000000" pitchFamily="2" charset="2"/>
              <a:buBlip>
                <a:blip r:embed="rId3"/>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3"/>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3"/>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9pPr>
          </a:lstStyle>
          <a:p>
            <a:pPr>
              <a:spcBef>
                <a:spcPct val="50000"/>
              </a:spcBef>
              <a:buClrTx/>
              <a:buFontTx/>
              <a:buNone/>
            </a:pPr>
            <a:r>
              <a:rPr lang="zh-CN" altLang="en-US" sz="2800" b="1">
                <a:solidFill>
                  <a:srgbClr val="FF0000"/>
                </a:solidFill>
                <a:latin typeface="楷体_GB2312" pitchFamily="49" charset="-122"/>
                <a:ea typeface="楷体_GB2312" pitchFamily="49" charset="-122"/>
              </a:rPr>
              <a:t>三角分布</a:t>
            </a:r>
          </a:p>
        </p:txBody>
      </p:sp>
      <p:graphicFrame>
        <p:nvGraphicFramePr>
          <p:cNvPr id="481294" name="Object 14"/>
          <p:cNvGraphicFramePr>
            <a:graphicFrameLocks noChangeAspect="1"/>
          </p:cNvGraphicFramePr>
          <p:nvPr/>
        </p:nvGraphicFramePr>
        <p:xfrm>
          <a:off x="1450975" y="1290638"/>
          <a:ext cx="4010025" cy="1458912"/>
        </p:xfrm>
        <a:graphic>
          <a:graphicData uri="http://schemas.openxmlformats.org/presentationml/2006/ole">
            <mc:AlternateContent xmlns:mc="http://schemas.openxmlformats.org/markup-compatibility/2006">
              <mc:Choice xmlns:v="urn:schemas-microsoft-com:vml" Requires="v">
                <p:oleObj spid="_x0000_s25228" name="Equation" r:id="rId10" imgW="1955800" imgH="711200" progId="Equation.DSMT4">
                  <p:embed/>
                </p:oleObj>
              </mc:Choice>
              <mc:Fallback>
                <p:oleObj name="Equation" r:id="rId10" imgW="1955800" imgH="711200" progId="Equation.DSMT4">
                  <p:embed/>
                  <p:pic>
                    <p:nvPicPr>
                      <p:cNvPr id="0" name="Object 14"/>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450975" y="1290638"/>
                        <a:ext cx="4010025" cy="1458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81296" name="Object 16"/>
          <p:cNvGraphicFramePr>
            <a:graphicFrameLocks noChangeAspect="1"/>
          </p:cNvGraphicFramePr>
          <p:nvPr/>
        </p:nvGraphicFramePr>
        <p:xfrm>
          <a:off x="1116013" y="4530725"/>
          <a:ext cx="6253162" cy="782638"/>
        </p:xfrm>
        <a:graphic>
          <a:graphicData uri="http://schemas.openxmlformats.org/presentationml/2006/ole">
            <mc:AlternateContent xmlns:mc="http://schemas.openxmlformats.org/markup-compatibility/2006">
              <mc:Choice xmlns:v="urn:schemas-microsoft-com:vml" Requires="v">
                <p:oleObj spid="_x0000_s25229" name="Equation" r:id="rId12" imgW="3149600" imgH="393700" progId="Equation.DSMT4">
                  <p:embed/>
                </p:oleObj>
              </mc:Choice>
              <mc:Fallback>
                <p:oleObj name="Equation" r:id="rId12" imgW="3149600" imgH="393700" progId="Equation.DSMT4">
                  <p:embed/>
                  <p:pic>
                    <p:nvPicPr>
                      <p:cNvPr id="0" name="Object 16"/>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116013" y="4530725"/>
                        <a:ext cx="6253162" cy="782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81297" name="Object 17"/>
          <p:cNvGraphicFramePr>
            <a:graphicFrameLocks noChangeAspect="1"/>
          </p:cNvGraphicFramePr>
          <p:nvPr>
            <p:extLst>
              <p:ext uri="{D42A27DB-BD31-4B8C-83A1-F6EECF244321}">
                <p14:modId xmlns:p14="http://schemas.microsoft.com/office/powerpoint/2010/main" val="12145826"/>
              </p:ext>
            </p:extLst>
          </p:nvPr>
        </p:nvGraphicFramePr>
        <p:xfrm>
          <a:off x="1356470" y="5517232"/>
          <a:ext cx="3311525" cy="593725"/>
        </p:xfrm>
        <a:graphic>
          <a:graphicData uri="http://schemas.openxmlformats.org/presentationml/2006/ole">
            <mc:AlternateContent xmlns:mc="http://schemas.openxmlformats.org/markup-compatibility/2006">
              <mc:Choice xmlns:v="urn:schemas-microsoft-com:vml" Requires="v">
                <p:oleObj spid="_x0000_s25230" name="Equation" r:id="rId14" imgW="1485255" imgH="266584" progId="Equation.DSMT4">
                  <p:embed/>
                </p:oleObj>
              </mc:Choice>
              <mc:Fallback>
                <p:oleObj name="Equation" r:id="rId14" imgW="1485255" imgH="266584" progId="Equation.DSMT4">
                  <p:embed/>
                  <p:pic>
                    <p:nvPicPr>
                      <p:cNvPr id="0" name="Object 17"/>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356470" y="5517232"/>
                        <a:ext cx="3311525" cy="5937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81298" name="Text Box 18"/>
          <p:cNvSpPr txBox="1">
            <a:spLocks noChangeArrowheads="1"/>
          </p:cNvSpPr>
          <p:nvPr/>
        </p:nvSpPr>
        <p:spPr bwMode="auto">
          <a:xfrm>
            <a:off x="395288" y="1722438"/>
            <a:ext cx="129698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996633"/>
              </a:buClr>
              <a:buFont typeface="Wingdings" panose="05000000000000000000" pitchFamily="2" charset="2"/>
              <a:buBlip>
                <a:blip r:embed="rId3"/>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3"/>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3"/>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9pPr>
          </a:lstStyle>
          <a:p>
            <a:pPr>
              <a:spcBef>
                <a:spcPct val="50000"/>
              </a:spcBef>
              <a:buClrTx/>
              <a:buFontTx/>
              <a:buNone/>
            </a:pPr>
            <a:r>
              <a:rPr lang="zh-CN" altLang="en-US" sz="2800">
                <a:latin typeface="Arial" panose="020B0604020202020204" pitchFamily="34" charset="0"/>
              </a:rPr>
              <a:t>设</a:t>
            </a:r>
          </a:p>
        </p:txBody>
      </p:sp>
      <p:sp>
        <p:nvSpPr>
          <p:cNvPr id="481299" name="Text Box 19"/>
          <p:cNvSpPr txBox="1">
            <a:spLocks noChangeArrowheads="1"/>
          </p:cNvSpPr>
          <p:nvPr/>
        </p:nvSpPr>
        <p:spPr bwMode="auto">
          <a:xfrm>
            <a:off x="395288" y="3019425"/>
            <a:ext cx="280828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996633"/>
              </a:buClr>
              <a:buFont typeface="Wingdings" panose="05000000000000000000" pitchFamily="2" charset="2"/>
              <a:buBlip>
                <a:blip r:embed="rId3"/>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3"/>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3"/>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9pPr>
          </a:lstStyle>
          <a:p>
            <a:pPr>
              <a:spcBef>
                <a:spcPct val="50000"/>
              </a:spcBef>
              <a:buClrTx/>
              <a:buFontTx/>
              <a:buNone/>
            </a:pPr>
            <a:r>
              <a:rPr lang="zh-CN" altLang="en-US" sz="2800">
                <a:latin typeface="Arial" panose="020B0604020202020204" pitchFamily="34" charset="0"/>
              </a:rPr>
              <a:t>则有</a:t>
            </a:r>
          </a:p>
        </p:txBody>
      </p:sp>
      <p:sp>
        <p:nvSpPr>
          <p:cNvPr id="481300" name="Text Box 20"/>
          <p:cNvSpPr txBox="1">
            <a:spLocks noChangeArrowheads="1"/>
          </p:cNvSpPr>
          <p:nvPr/>
        </p:nvSpPr>
        <p:spPr bwMode="auto">
          <a:xfrm>
            <a:off x="358775" y="3667125"/>
            <a:ext cx="13684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996633"/>
              </a:buClr>
              <a:buFont typeface="Wingdings" panose="05000000000000000000" pitchFamily="2" charset="2"/>
              <a:buBlip>
                <a:blip r:embed="rId3"/>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3"/>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3"/>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9pPr>
          </a:lstStyle>
          <a:p>
            <a:pPr>
              <a:spcBef>
                <a:spcPct val="50000"/>
              </a:spcBef>
              <a:buClrTx/>
              <a:buFontTx/>
              <a:buNone/>
            </a:pPr>
            <a:r>
              <a:rPr lang="zh-CN" altLang="en-US" sz="2800">
                <a:latin typeface="Arial" panose="020B0604020202020204" pitchFamily="34" charset="0"/>
              </a:rPr>
              <a:t>于是</a:t>
            </a:r>
          </a:p>
        </p:txBody>
      </p:sp>
      <p:graphicFrame>
        <p:nvGraphicFramePr>
          <p:cNvPr id="20" name="Object 10"/>
          <p:cNvGraphicFramePr>
            <a:graphicFrameLocks noChangeAspect="1"/>
          </p:cNvGraphicFramePr>
          <p:nvPr/>
        </p:nvGraphicFramePr>
        <p:xfrm>
          <a:off x="1714500" y="3049588"/>
          <a:ext cx="4867275" cy="657225"/>
        </p:xfrm>
        <a:graphic>
          <a:graphicData uri="http://schemas.openxmlformats.org/presentationml/2006/ole">
            <mc:AlternateContent xmlns:mc="http://schemas.openxmlformats.org/markup-compatibility/2006">
              <mc:Choice xmlns:v="urn:schemas-microsoft-com:vml" Requires="v">
                <p:oleObj spid="_x0000_s25231" name="Equation" r:id="rId16" imgW="2451100" imgH="330200" progId="Equation.DSMT4">
                  <p:embed/>
                </p:oleObj>
              </mc:Choice>
              <mc:Fallback>
                <p:oleObj name="Equation" r:id="rId16" imgW="2451100" imgH="330200" progId="Equation.DSMT4">
                  <p:embed/>
                  <p:pic>
                    <p:nvPicPr>
                      <p:cNvPr id="0" name="Object 10"/>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714500" y="3049588"/>
                        <a:ext cx="4867275" cy="657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4587" name="Object 3"/>
          <p:cNvGraphicFramePr>
            <a:graphicFrameLocks noChangeAspect="1"/>
          </p:cNvGraphicFramePr>
          <p:nvPr>
            <p:extLst>
              <p:ext uri="{D42A27DB-BD31-4B8C-83A1-F6EECF244321}">
                <p14:modId xmlns:p14="http://schemas.microsoft.com/office/powerpoint/2010/main" val="715915555"/>
              </p:ext>
            </p:extLst>
          </p:nvPr>
        </p:nvGraphicFramePr>
        <p:xfrm>
          <a:off x="4505746" y="8731"/>
          <a:ext cx="4640262" cy="539949"/>
        </p:xfrm>
        <a:graphic>
          <a:graphicData uri="http://schemas.openxmlformats.org/presentationml/2006/ole">
            <mc:AlternateContent xmlns:mc="http://schemas.openxmlformats.org/markup-compatibility/2006">
              <mc:Choice xmlns:v="urn:schemas-microsoft-com:vml" Requires="v">
                <p:oleObj spid="_x0000_s25232" name="Equation" r:id="rId18" imgW="1587500" imgH="228600" progId="Equation.DSMT4">
                  <p:embed/>
                </p:oleObj>
              </mc:Choice>
              <mc:Fallback>
                <p:oleObj name="Equation" r:id="rId18" imgW="1587500" imgH="228600" progId="Equation.DSMT4">
                  <p:embed/>
                  <p:pic>
                    <p:nvPicPr>
                      <p:cNvPr id="0" name="Object 3"/>
                      <p:cNvPicPr>
                        <a:picLocks noChangeAspect="1" noChangeArrowheads="1"/>
                      </p:cNvPicPr>
                      <p:nvPr/>
                    </p:nvPicPr>
                    <p:blipFill>
                      <a:blip r:embed="rId19">
                        <a:lum bright="-2000"/>
                        <a:extLst>
                          <a:ext uri="{28A0092B-C50C-407E-A947-70E740481C1C}">
                            <a14:useLocalDpi xmlns:a14="http://schemas.microsoft.com/office/drawing/2010/main" val="0"/>
                          </a:ext>
                        </a:extLst>
                      </a:blip>
                      <a:srcRect/>
                      <a:stretch>
                        <a:fillRect/>
                      </a:stretch>
                    </p:blipFill>
                    <p:spPr bwMode="auto">
                      <a:xfrm>
                        <a:off x="4505746" y="8731"/>
                        <a:ext cx="4640262" cy="539949"/>
                      </a:xfrm>
                      <a:prstGeom prst="rect">
                        <a:avLst/>
                      </a:prstGeom>
                      <a:solidFill>
                        <a:srgbClr val="FFFF00"/>
                      </a:solidFill>
                      <a:ln>
                        <a:noFill/>
                      </a:ln>
                    </p:spPr>
                  </p:pic>
                </p:oleObj>
              </mc:Fallback>
            </mc:AlternateContent>
          </a:graphicData>
        </a:graphic>
      </p:graphicFrame>
      <p:sp>
        <p:nvSpPr>
          <p:cNvPr id="3" name="椭圆 2"/>
          <p:cNvSpPr/>
          <p:nvPr/>
        </p:nvSpPr>
        <p:spPr bwMode="auto">
          <a:xfrm>
            <a:off x="1692275" y="3141663"/>
            <a:ext cx="863600" cy="552450"/>
          </a:xfrm>
          <a:prstGeom prst="ellipse">
            <a:avLst/>
          </a:prstGeom>
          <a:noFill/>
          <a:ln w="9525" cap="flat" cmpd="sng" algn="ctr">
            <a:solidFill>
              <a:srgbClr val="FF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342900" indent="-342900" eaLnBrk="1" hangingPunct="1">
              <a:lnSpc>
                <a:spcPct val="90000"/>
              </a:lnSpc>
              <a:spcBef>
                <a:spcPct val="20000"/>
              </a:spcBef>
              <a:buClr>
                <a:srgbClr val="996633"/>
              </a:buClr>
              <a:buFont typeface="Wingdings" panose="05000000000000000000" pitchFamily="2" charset="2"/>
              <a:buBlip>
                <a:blip r:embed="rId3"/>
              </a:buBlip>
              <a:defRPr/>
            </a:pPr>
            <a:endParaRPr lang="zh-CN" altLang="en-US">
              <a:effectLst>
                <a:outerShdw blurRad="38100" dist="38100" dir="2700000" algn="tl">
                  <a:srgbClr val="000000">
                    <a:alpha val="43137"/>
                  </a:srgbClr>
                </a:outerShdw>
              </a:effectLst>
            </a:endParaRPr>
          </a:p>
        </p:txBody>
      </p:sp>
      <p:sp>
        <p:nvSpPr>
          <p:cNvPr id="22" name="椭圆 21"/>
          <p:cNvSpPr/>
          <p:nvPr/>
        </p:nvSpPr>
        <p:spPr bwMode="auto">
          <a:xfrm>
            <a:off x="1106488" y="4645025"/>
            <a:ext cx="863600" cy="554038"/>
          </a:xfrm>
          <a:prstGeom prst="ellipse">
            <a:avLst/>
          </a:prstGeom>
          <a:noFill/>
          <a:ln w="9525" cap="flat" cmpd="sng" algn="ctr">
            <a:solidFill>
              <a:srgbClr val="FF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342900" indent="-342900" eaLnBrk="1" hangingPunct="1">
              <a:lnSpc>
                <a:spcPct val="90000"/>
              </a:lnSpc>
              <a:spcBef>
                <a:spcPct val="20000"/>
              </a:spcBef>
              <a:buClr>
                <a:srgbClr val="996633"/>
              </a:buClr>
              <a:buFont typeface="Wingdings" panose="05000000000000000000" pitchFamily="2" charset="2"/>
              <a:buBlip>
                <a:blip r:embed="rId3"/>
              </a:buBlip>
              <a:defRPr/>
            </a:pPr>
            <a:endParaRPr lang="zh-CN" altLang="en-US">
              <a:effectLst>
                <a:outerShdw blurRad="38100" dist="38100" dir="2700000" algn="tl">
                  <a:srgbClr val="000000">
                    <a:alpha val="43137"/>
                  </a:srgbClr>
                </a:outerShdw>
              </a:effectLst>
            </a:endParaRPr>
          </a:p>
        </p:txBody>
      </p:sp>
      <p:sp>
        <p:nvSpPr>
          <p:cNvPr id="23" name="椭圆 22"/>
          <p:cNvSpPr/>
          <p:nvPr/>
        </p:nvSpPr>
        <p:spPr bwMode="auto">
          <a:xfrm>
            <a:off x="1259632" y="5521995"/>
            <a:ext cx="708025" cy="554037"/>
          </a:xfrm>
          <a:prstGeom prst="ellipse">
            <a:avLst/>
          </a:prstGeom>
          <a:noFill/>
          <a:ln w="9525" cap="flat" cmpd="sng" algn="ctr">
            <a:solidFill>
              <a:srgbClr val="FF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l" rtl="0" eaLnBrk="0" fontAlgn="base" hangingPunct="0">
              <a:spcBef>
                <a:spcPct val="0"/>
              </a:spcBef>
              <a:spcAft>
                <a:spcPct val="0"/>
              </a:spcAft>
              <a:defRPr kumimoji="1" sz="3200" kern="1200">
                <a:solidFill>
                  <a:schemeClr val="accent2"/>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kumimoji="1" sz="3200" kern="1200">
                <a:solidFill>
                  <a:schemeClr val="accent2"/>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kumimoji="1" sz="3200" kern="1200">
                <a:solidFill>
                  <a:schemeClr val="accent2"/>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kumimoji="1" sz="3200" kern="1200">
                <a:solidFill>
                  <a:schemeClr val="accent2"/>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kumimoji="1" sz="3200" kern="1200">
                <a:solidFill>
                  <a:schemeClr val="accent2"/>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3200" kern="1200">
                <a:solidFill>
                  <a:schemeClr val="accent2"/>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3200" kern="1200">
                <a:solidFill>
                  <a:schemeClr val="accent2"/>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3200" kern="1200">
                <a:solidFill>
                  <a:schemeClr val="accent2"/>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3200" kern="1200">
                <a:solidFill>
                  <a:schemeClr val="accent2"/>
                </a:solidFill>
                <a:latin typeface="Times New Roman" panose="02020603050405020304" pitchFamily="18" charset="0"/>
                <a:ea typeface="宋体" panose="02010600030101010101" pitchFamily="2" charset="-122"/>
                <a:cs typeface="+mn-cs"/>
              </a:defRPr>
            </a:lvl9pPr>
          </a:lstStyle>
          <a:p>
            <a:pPr marL="342900" indent="-342900" eaLnBrk="1" hangingPunct="1">
              <a:lnSpc>
                <a:spcPct val="90000"/>
              </a:lnSpc>
              <a:spcBef>
                <a:spcPct val="20000"/>
              </a:spcBef>
              <a:buClr>
                <a:srgbClr val="996633"/>
              </a:buClr>
              <a:buFont typeface="Wingdings" panose="05000000000000000000" pitchFamily="2" charset="2"/>
              <a:buBlip>
                <a:blip r:embed="rId3"/>
              </a:buBlip>
              <a:defRPr/>
            </a:pPr>
            <a:endParaRPr lang="zh-CN" altLang="en-US" smtClean="0">
              <a:effectLst>
                <a:outerShdw blurRad="38100" dist="38100" dir="2700000" algn="tl">
                  <a:srgbClr val="000000">
                    <a:alpha val="43137"/>
                  </a:srgbClr>
                </a:outerShdw>
              </a:effectLst>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7" presetClass="entr" presetSubtype="0" fill="hold" grpId="0" nodeType="clickEffect">
                                  <p:stCondLst>
                                    <p:cond delay="0"/>
                                  </p:stCondLst>
                                  <p:iterate type="lt">
                                    <p:tmPct val="50000"/>
                                  </p:iterate>
                                  <p:childTnLst>
                                    <p:set>
                                      <p:cBhvr>
                                        <p:cTn id="6" dur="1" fill="hold">
                                          <p:stCondLst>
                                            <p:cond delay="0"/>
                                          </p:stCondLst>
                                        </p:cTn>
                                        <p:tgtEl>
                                          <p:spTgt spid="481293"/>
                                        </p:tgtEl>
                                        <p:attrNameLst>
                                          <p:attrName>style.visibility</p:attrName>
                                        </p:attrNameLst>
                                      </p:cBhvr>
                                      <p:to>
                                        <p:strVal val="visible"/>
                                      </p:to>
                                    </p:set>
                                    <p:anim calcmode="discrete" valueType="clr">
                                      <p:cBhvr override="childStyle">
                                        <p:cTn id="7" dur="80"/>
                                        <p:tgtEl>
                                          <p:spTgt spid="481293"/>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481293"/>
                                        </p:tgtEl>
                                        <p:attrNameLst>
                                          <p:attrName>fillcolor</p:attrName>
                                        </p:attrNameLst>
                                      </p:cBhvr>
                                      <p:tavLst>
                                        <p:tav tm="0">
                                          <p:val>
                                            <p:clrVal>
                                              <a:schemeClr val="accent2"/>
                                            </p:clrVal>
                                          </p:val>
                                        </p:tav>
                                        <p:tav tm="50000">
                                          <p:val>
                                            <p:clrVal>
                                              <a:schemeClr val="hlink"/>
                                            </p:clrVal>
                                          </p:val>
                                        </p:tav>
                                      </p:tavLst>
                                    </p:anim>
                                    <p:set>
                                      <p:cBhvr>
                                        <p:cTn id="9" dur="80"/>
                                        <p:tgtEl>
                                          <p:spTgt spid="481293"/>
                                        </p:tgtEl>
                                        <p:attrNameLst>
                                          <p:attrName>fill.type</p:attrName>
                                        </p:attrNameLst>
                                      </p:cBhvr>
                                      <p:to>
                                        <p:strVal val="solid"/>
                                      </p:to>
                                    </p:set>
                                  </p:childTnLst>
                                </p:cTn>
                              </p:par>
                            </p:childTnLst>
                          </p:cTn>
                        </p:par>
                      </p:childTnLst>
                    </p:cTn>
                  </p:par>
                  <p:par>
                    <p:cTn id="10" fill="hold" nodeType="clickPar">
                      <p:stCondLst>
                        <p:cond delay="indefinite"/>
                      </p:stCondLst>
                      <p:childTnLst>
                        <p:par>
                          <p:cTn id="11" fill="hold" nodeType="withGroup">
                            <p:stCondLst>
                              <p:cond delay="0"/>
                            </p:stCondLst>
                            <p:childTnLst>
                              <p:par>
                                <p:cTn id="12" presetID="2" presetClass="entr" presetSubtype="8" fill="hold" grpId="0" nodeType="clickEffect">
                                  <p:stCondLst>
                                    <p:cond delay="0"/>
                                  </p:stCondLst>
                                  <p:childTnLst>
                                    <p:set>
                                      <p:cBhvr>
                                        <p:cTn id="13" dur="1" fill="hold">
                                          <p:stCondLst>
                                            <p:cond delay="0"/>
                                          </p:stCondLst>
                                        </p:cTn>
                                        <p:tgtEl>
                                          <p:spTgt spid="481298"/>
                                        </p:tgtEl>
                                        <p:attrNameLst>
                                          <p:attrName>style.visibility</p:attrName>
                                        </p:attrNameLst>
                                      </p:cBhvr>
                                      <p:to>
                                        <p:strVal val="visible"/>
                                      </p:to>
                                    </p:set>
                                    <p:anim calcmode="lin" valueType="num">
                                      <p:cBhvr additive="base">
                                        <p:cTn id="14" dur="500" fill="hold"/>
                                        <p:tgtEl>
                                          <p:spTgt spid="481298"/>
                                        </p:tgtEl>
                                        <p:attrNameLst>
                                          <p:attrName>ppt_x</p:attrName>
                                        </p:attrNameLst>
                                      </p:cBhvr>
                                      <p:tavLst>
                                        <p:tav tm="0">
                                          <p:val>
                                            <p:strVal val="0-#ppt_w/2"/>
                                          </p:val>
                                        </p:tav>
                                        <p:tav tm="100000">
                                          <p:val>
                                            <p:strVal val="#ppt_x"/>
                                          </p:val>
                                        </p:tav>
                                      </p:tavLst>
                                    </p:anim>
                                    <p:anim calcmode="lin" valueType="num">
                                      <p:cBhvr additive="base">
                                        <p:cTn id="15" dur="500" fill="hold"/>
                                        <p:tgtEl>
                                          <p:spTgt spid="481298"/>
                                        </p:tgtEl>
                                        <p:attrNameLst>
                                          <p:attrName>ppt_y</p:attrName>
                                        </p:attrNameLst>
                                      </p:cBhvr>
                                      <p:tavLst>
                                        <p:tav tm="0">
                                          <p:val>
                                            <p:strVal val="#ppt_y"/>
                                          </p:val>
                                        </p:tav>
                                        <p:tav tm="100000">
                                          <p:val>
                                            <p:strVal val="#ppt_y"/>
                                          </p:val>
                                        </p:tav>
                                      </p:tavLst>
                                    </p:anim>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8" fill="hold" nodeType="clickEffect">
                                  <p:stCondLst>
                                    <p:cond delay="0"/>
                                  </p:stCondLst>
                                  <p:childTnLst>
                                    <p:set>
                                      <p:cBhvr>
                                        <p:cTn id="19" dur="1" fill="hold">
                                          <p:stCondLst>
                                            <p:cond delay="0"/>
                                          </p:stCondLst>
                                        </p:cTn>
                                        <p:tgtEl>
                                          <p:spTgt spid="481294"/>
                                        </p:tgtEl>
                                        <p:attrNameLst>
                                          <p:attrName>style.visibility</p:attrName>
                                        </p:attrNameLst>
                                      </p:cBhvr>
                                      <p:to>
                                        <p:strVal val="visible"/>
                                      </p:to>
                                    </p:set>
                                    <p:animEffect transition="in" filter="wipe(left)">
                                      <p:cBhvr>
                                        <p:cTn id="20" dur="500"/>
                                        <p:tgtEl>
                                          <p:spTgt spid="481294"/>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9" presetClass="entr" presetSubtype="0" fill="hold" nodeType="clickEffect">
                                  <p:stCondLst>
                                    <p:cond delay="0"/>
                                  </p:stCondLst>
                                  <p:childTnLst>
                                    <p:set>
                                      <p:cBhvr>
                                        <p:cTn id="24" dur="1" fill="hold">
                                          <p:stCondLst>
                                            <p:cond delay="0"/>
                                          </p:stCondLst>
                                        </p:cTn>
                                        <p:tgtEl>
                                          <p:spTgt spid="2"/>
                                        </p:tgtEl>
                                        <p:attrNameLst>
                                          <p:attrName>style.visibility</p:attrName>
                                        </p:attrNameLst>
                                      </p:cBhvr>
                                      <p:to>
                                        <p:strVal val="visible"/>
                                      </p:to>
                                    </p:set>
                                    <p:anim calcmode="lin" valueType="num">
                                      <p:cBhvr>
                                        <p:cTn id="25" dur="1000" fill="hold"/>
                                        <p:tgtEl>
                                          <p:spTgt spid="2"/>
                                        </p:tgtEl>
                                        <p:attrNameLst>
                                          <p:attrName>ppt_x</p:attrName>
                                        </p:attrNameLst>
                                      </p:cBhvr>
                                      <p:tavLst>
                                        <p:tav tm="0">
                                          <p:val>
                                            <p:strVal val="#ppt_x-.2"/>
                                          </p:val>
                                        </p:tav>
                                        <p:tav tm="100000">
                                          <p:val>
                                            <p:strVal val="#ppt_x"/>
                                          </p:val>
                                        </p:tav>
                                      </p:tavLst>
                                    </p:anim>
                                    <p:anim calcmode="lin" valueType="num">
                                      <p:cBhvr>
                                        <p:cTn id="26" dur="1000" fill="hold"/>
                                        <p:tgtEl>
                                          <p:spTgt spid="2"/>
                                        </p:tgtEl>
                                        <p:attrNameLst>
                                          <p:attrName>ppt_y</p:attrName>
                                        </p:attrNameLst>
                                      </p:cBhvr>
                                      <p:tavLst>
                                        <p:tav tm="0">
                                          <p:val>
                                            <p:strVal val="#ppt_y"/>
                                          </p:val>
                                        </p:tav>
                                        <p:tav tm="100000">
                                          <p:val>
                                            <p:strVal val="#ppt_y"/>
                                          </p:val>
                                        </p:tav>
                                      </p:tavLst>
                                    </p:anim>
                                    <p:animEffect transition="in" filter="wipe(right)" prLst="gradientSize: 0.1">
                                      <p:cBhvr>
                                        <p:cTn id="27" dur="1000"/>
                                        <p:tgtEl>
                                          <p:spTgt spid="2"/>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7" presetClass="entr" presetSubtype="0" fill="hold" grpId="0" nodeType="clickEffect">
                                  <p:stCondLst>
                                    <p:cond delay="0"/>
                                  </p:stCondLst>
                                  <p:iterate type="lt">
                                    <p:tmPct val="50000"/>
                                  </p:iterate>
                                  <p:childTnLst>
                                    <p:set>
                                      <p:cBhvr>
                                        <p:cTn id="31" dur="1" fill="hold">
                                          <p:stCondLst>
                                            <p:cond delay="0"/>
                                          </p:stCondLst>
                                        </p:cTn>
                                        <p:tgtEl>
                                          <p:spTgt spid="481299"/>
                                        </p:tgtEl>
                                        <p:attrNameLst>
                                          <p:attrName>style.visibility</p:attrName>
                                        </p:attrNameLst>
                                      </p:cBhvr>
                                      <p:to>
                                        <p:strVal val="visible"/>
                                      </p:to>
                                    </p:set>
                                    <p:anim calcmode="discrete" valueType="clr">
                                      <p:cBhvr override="childStyle">
                                        <p:cTn id="32" dur="80"/>
                                        <p:tgtEl>
                                          <p:spTgt spid="481299"/>
                                        </p:tgtEl>
                                        <p:attrNameLst>
                                          <p:attrName>style.color</p:attrName>
                                        </p:attrNameLst>
                                      </p:cBhvr>
                                      <p:tavLst>
                                        <p:tav tm="0">
                                          <p:val>
                                            <p:clrVal>
                                              <a:schemeClr val="accent2"/>
                                            </p:clrVal>
                                          </p:val>
                                        </p:tav>
                                        <p:tav tm="50000">
                                          <p:val>
                                            <p:clrVal>
                                              <a:schemeClr val="hlink"/>
                                            </p:clrVal>
                                          </p:val>
                                        </p:tav>
                                      </p:tavLst>
                                    </p:anim>
                                    <p:anim calcmode="discrete" valueType="clr">
                                      <p:cBhvr>
                                        <p:cTn id="33" dur="80"/>
                                        <p:tgtEl>
                                          <p:spTgt spid="481299"/>
                                        </p:tgtEl>
                                        <p:attrNameLst>
                                          <p:attrName>fillcolor</p:attrName>
                                        </p:attrNameLst>
                                      </p:cBhvr>
                                      <p:tavLst>
                                        <p:tav tm="0">
                                          <p:val>
                                            <p:clrVal>
                                              <a:schemeClr val="accent2"/>
                                            </p:clrVal>
                                          </p:val>
                                        </p:tav>
                                        <p:tav tm="50000">
                                          <p:val>
                                            <p:clrVal>
                                              <a:schemeClr val="hlink"/>
                                            </p:clrVal>
                                          </p:val>
                                        </p:tav>
                                      </p:tavLst>
                                    </p:anim>
                                    <p:set>
                                      <p:cBhvr>
                                        <p:cTn id="34" dur="80"/>
                                        <p:tgtEl>
                                          <p:spTgt spid="481299"/>
                                        </p:tgtEl>
                                        <p:attrNameLst>
                                          <p:attrName>fill.type</p:attrName>
                                        </p:attrNameLst>
                                      </p:cBhvr>
                                      <p:to>
                                        <p:strVal val="solid"/>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2" presetClass="entr" presetSubtype="4" fill="hold" grpId="0" nodeType="clickEffect">
                                  <p:stCondLst>
                                    <p:cond delay="0"/>
                                  </p:stCondLst>
                                  <p:childTnLst>
                                    <p:set>
                                      <p:cBhvr>
                                        <p:cTn id="38" dur="1" fill="hold">
                                          <p:stCondLst>
                                            <p:cond delay="0"/>
                                          </p:stCondLst>
                                        </p:cTn>
                                        <p:tgtEl>
                                          <p:spTgt spid="481300"/>
                                        </p:tgtEl>
                                        <p:attrNameLst>
                                          <p:attrName>style.visibility</p:attrName>
                                        </p:attrNameLst>
                                      </p:cBhvr>
                                      <p:to>
                                        <p:strVal val="visible"/>
                                      </p:to>
                                    </p:set>
                                    <p:animEffect transition="in" filter="slide(fromBottom)">
                                      <p:cBhvr>
                                        <p:cTn id="39" dur="500"/>
                                        <p:tgtEl>
                                          <p:spTgt spid="481300"/>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22" presetClass="entr" presetSubtype="8" fill="hold" nodeType="clickEffect">
                                  <p:stCondLst>
                                    <p:cond delay="0"/>
                                  </p:stCondLst>
                                  <p:childTnLst>
                                    <p:set>
                                      <p:cBhvr>
                                        <p:cTn id="43" dur="1" fill="hold">
                                          <p:stCondLst>
                                            <p:cond delay="0"/>
                                          </p:stCondLst>
                                        </p:cTn>
                                        <p:tgtEl>
                                          <p:spTgt spid="481296"/>
                                        </p:tgtEl>
                                        <p:attrNameLst>
                                          <p:attrName>style.visibility</p:attrName>
                                        </p:attrNameLst>
                                      </p:cBhvr>
                                      <p:to>
                                        <p:strVal val="visible"/>
                                      </p:to>
                                    </p:set>
                                    <p:animEffect transition="in" filter="wipe(left)">
                                      <p:cBhvr>
                                        <p:cTn id="44" dur="3000"/>
                                        <p:tgtEl>
                                          <p:spTgt spid="481296"/>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22" presetClass="entr" presetSubtype="8" fill="hold" nodeType="clickEffect">
                                  <p:stCondLst>
                                    <p:cond delay="0"/>
                                  </p:stCondLst>
                                  <p:childTnLst>
                                    <p:set>
                                      <p:cBhvr>
                                        <p:cTn id="48" dur="1" fill="hold">
                                          <p:stCondLst>
                                            <p:cond delay="0"/>
                                          </p:stCondLst>
                                        </p:cTn>
                                        <p:tgtEl>
                                          <p:spTgt spid="481297"/>
                                        </p:tgtEl>
                                        <p:attrNameLst>
                                          <p:attrName>style.visibility</p:attrName>
                                        </p:attrNameLst>
                                      </p:cBhvr>
                                      <p:to>
                                        <p:strVal val="visible"/>
                                      </p:to>
                                    </p:set>
                                    <p:animEffect transition="in" filter="wipe(left)">
                                      <p:cBhvr>
                                        <p:cTn id="49" dur="3000"/>
                                        <p:tgtEl>
                                          <p:spTgt spid="481297"/>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22" presetClass="entr" presetSubtype="8" fill="hold" nodeType="clickEffect">
                                  <p:stCondLst>
                                    <p:cond delay="0"/>
                                  </p:stCondLst>
                                  <p:childTnLst>
                                    <p:set>
                                      <p:cBhvr>
                                        <p:cTn id="53" dur="1" fill="hold">
                                          <p:stCondLst>
                                            <p:cond delay="0"/>
                                          </p:stCondLst>
                                        </p:cTn>
                                        <p:tgtEl>
                                          <p:spTgt spid="20"/>
                                        </p:tgtEl>
                                        <p:attrNameLst>
                                          <p:attrName>style.visibility</p:attrName>
                                        </p:attrNameLst>
                                      </p:cBhvr>
                                      <p:to>
                                        <p:strVal val="visible"/>
                                      </p:to>
                                    </p:set>
                                    <p:animEffect transition="in" filter="wipe(left)">
                                      <p:cBhvr>
                                        <p:cTn id="54" dur="30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293" grpId="0"/>
      <p:bldP spid="481298" grpId="0"/>
      <p:bldP spid="481299" grpId="0"/>
      <p:bldP spid="481300"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ext Box 2"/>
          <p:cNvSpPr txBox="1">
            <a:spLocks noChangeArrowheads="1"/>
          </p:cNvSpPr>
          <p:nvPr/>
        </p:nvSpPr>
        <p:spPr bwMode="auto">
          <a:xfrm>
            <a:off x="684213" y="642938"/>
            <a:ext cx="28797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996633"/>
              </a:buClr>
              <a:buFont typeface="Wingdings" panose="05000000000000000000" pitchFamily="2" charset="2"/>
              <a:buBlip>
                <a:blip r:embed="rId3"/>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3"/>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3"/>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9pPr>
          </a:lstStyle>
          <a:p>
            <a:pPr>
              <a:spcBef>
                <a:spcPct val="50000"/>
              </a:spcBef>
              <a:buClrTx/>
              <a:buFontTx/>
              <a:buNone/>
            </a:pPr>
            <a:r>
              <a:rPr lang="zh-CN" altLang="en-US" sz="2800" b="1">
                <a:solidFill>
                  <a:srgbClr val="FF0000"/>
                </a:solidFill>
                <a:latin typeface="楷体_GB2312" pitchFamily="49" charset="-122"/>
                <a:ea typeface="楷体_GB2312" pitchFamily="49" charset="-122"/>
              </a:rPr>
              <a:t>倒三角分布</a:t>
            </a:r>
          </a:p>
        </p:txBody>
      </p:sp>
      <p:graphicFrame>
        <p:nvGraphicFramePr>
          <p:cNvPr id="483331" name="Object 3"/>
          <p:cNvGraphicFramePr>
            <a:graphicFrameLocks noChangeAspect="1"/>
          </p:cNvGraphicFramePr>
          <p:nvPr/>
        </p:nvGraphicFramePr>
        <p:xfrm>
          <a:off x="1200150" y="1795463"/>
          <a:ext cx="3854450" cy="1458912"/>
        </p:xfrm>
        <a:graphic>
          <a:graphicData uri="http://schemas.openxmlformats.org/presentationml/2006/ole">
            <mc:AlternateContent xmlns:mc="http://schemas.openxmlformats.org/markup-compatibility/2006">
              <mc:Choice xmlns:v="urn:schemas-microsoft-com:vml" Requires="v">
                <p:oleObj spid="_x0000_s26251" name="Equation" r:id="rId4" imgW="1879600" imgH="711200" progId="Equation.DSMT4">
                  <p:embed/>
                </p:oleObj>
              </mc:Choice>
              <mc:Fallback>
                <p:oleObj name="Equation" r:id="rId4" imgW="1879600" imgH="711200" progId="Equation.DSMT4">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00150" y="1795463"/>
                        <a:ext cx="3854450" cy="1458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83333" name="Object 5"/>
          <p:cNvGraphicFramePr>
            <a:graphicFrameLocks noChangeAspect="1"/>
          </p:cNvGraphicFramePr>
          <p:nvPr/>
        </p:nvGraphicFramePr>
        <p:xfrm>
          <a:off x="1952625" y="4570413"/>
          <a:ext cx="5672138" cy="782637"/>
        </p:xfrm>
        <a:graphic>
          <a:graphicData uri="http://schemas.openxmlformats.org/presentationml/2006/ole">
            <mc:AlternateContent xmlns:mc="http://schemas.openxmlformats.org/markup-compatibility/2006">
              <mc:Choice xmlns:v="urn:schemas-microsoft-com:vml" Requires="v">
                <p:oleObj spid="_x0000_s26252" name="Equation" r:id="rId6" imgW="2857500" imgH="393700" progId="Equation.DSMT4">
                  <p:embed/>
                </p:oleObj>
              </mc:Choice>
              <mc:Fallback>
                <p:oleObj name="Equation" r:id="rId6" imgW="2857500" imgH="393700" progId="Equation.DSMT4">
                  <p:embed/>
                  <p:pic>
                    <p:nvPicPr>
                      <p:cNvPr id="0"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952625" y="4570413"/>
                        <a:ext cx="5672138" cy="7826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83334" name="Object 6"/>
          <p:cNvGraphicFramePr>
            <a:graphicFrameLocks noChangeAspect="1"/>
          </p:cNvGraphicFramePr>
          <p:nvPr>
            <p:extLst>
              <p:ext uri="{D42A27DB-BD31-4B8C-83A1-F6EECF244321}">
                <p14:modId xmlns:p14="http://schemas.microsoft.com/office/powerpoint/2010/main" val="862477973"/>
              </p:ext>
            </p:extLst>
          </p:nvPr>
        </p:nvGraphicFramePr>
        <p:xfrm>
          <a:off x="2260525" y="5517232"/>
          <a:ext cx="3103563" cy="550862"/>
        </p:xfrm>
        <a:graphic>
          <a:graphicData uri="http://schemas.openxmlformats.org/presentationml/2006/ole">
            <mc:AlternateContent xmlns:mc="http://schemas.openxmlformats.org/markup-compatibility/2006">
              <mc:Choice xmlns:v="urn:schemas-microsoft-com:vml" Requires="v">
                <p:oleObj spid="_x0000_s26253" name="Equation" r:id="rId8" imgW="1497950" imgH="266584" progId="Equation.DSMT4">
                  <p:embed/>
                </p:oleObj>
              </mc:Choice>
              <mc:Fallback>
                <p:oleObj name="Equation" r:id="rId8" imgW="1497950" imgH="266584" progId="Equation.DSMT4">
                  <p:embed/>
                  <p:pic>
                    <p:nvPicPr>
                      <p:cNvPr id="0" name="Object 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260525" y="5517232"/>
                        <a:ext cx="3103563" cy="5508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83335" name="Text Box 7"/>
          <p:cNvSpPr txBox="1">
            <a:spLocks noChangeArrowheads="1"/>
          </p:cNvSpPr>
          <p:nvPr/>
        </p:nvSpPr>
        <p:spPr bwMode="auto">
          <a:xfrm>
            <a:off x="395288" y="1508125"/>
            <a:ext cx="129698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996633"/>
              </a:buClr>
              <a:buFont typeface="Wingdings" panose="05000000000000000000" pitchFamily="2" charset="2"/>
              <a:buBlip>
                <a:blip r:embed="rId3"/>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3"/>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3"/>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9pPr>
          </a:lstStyle>
          <a:p>
            <a:pPr>
              <a:spcBef>
                <a:spcPct val="50000"/>
              </a:spcBef>
              <a:buClrTx/>
              <a:buFontTx/>
              <a:buNone/>
            </a:pPr>
            <a:r>
              <a:rPr lang="zh-CN" altLang="en-US" sz="2800">
                <a:latin typeface="Arial" panose="020B0604020202020204" pitchFamily="34" charset="0"/>
              </a:rPr>
              <a:t>设</a:t>
            </a:r>
          </a:p>
        </p:txBody>
      </p:sp>
      <p:sp>
        <p:nvSpPr>
          <p:cNvPr id="483336" name="Text Box 8"/>
          <p:cNvSpPr txBox="1">
            <a:spLocks noChangeArrowheads="1"/>
          </p:cNvSpPr>
          <p:nvPr/>
        </p:nvSpPr>
        <p:spPr bwMode="auto">
          <a:xfrm>
            <a:off x="468313" y="3379788"/>
            <a:ext cx="280828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996633"/>
              </a:buClr>
              <a:buFont typeface="Wingdings" panose="05000000000000000000" pitchFamily="2" charset="2"/>
              <a:buBlip>
                <a:blip r:embed="rId3"/>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3"/>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3"/>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9pPr>
          </a:lstStyle>
          <a:p>
            <a:pPr>
              <a:spcBef>
                <a:spcPct val="50000"/>
              </a:spcBef>
              <a:buClrTx/>
              <a:buFontTx/>
              <a:buNone/>
            </a:pPr>
            <a:r>
              <a:rPr lang="zh-CN" altLang="en-US" sz="2800">
                <a:latin typeface="Arial" panose="020B0604020202020204" pitchFamily="34" charset="0"/>
              </a:rPr>
              <a:t>则有</a:t>
            </a:r>
          </a:p>
        </p:txBody>
      </p:sp>
      <p:sp>
        <p:nvSpPr>
          <p:cNvPr id="483337" name="Text Box 9"/>
          <p:cNvSpPr txBox="1">
            <a:spLocks noChangeArrowheads="1"/>
          </p:cNvSpPr>
          <p:nvPr/>
        </p:nvSpPr>
        <p:spPr bwMode="auto">
          <a:xfrm>
            <a:off x="539750" y="4100513"/>
            <a:ext cx="13684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996633"/>
              </a:buClr>
              <a:buFont typeface="Wingdings" panose="05000000000000000000" pitchFamily="2" charset="2"/>
              <a:buBlip>
                <a:blip r:embed="rId3"/>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3"/>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3"/>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9pPr>
          </a:lstStyle>
          <a:p>
            <a:pPr>
              <a:spcBef>
                <a:spcPct val="50000"/>
              </a:spcBef>
              <a:buClrTx/>
              <a:buFontTx/>
              <a:buNone/>
            </a:pPr>
            <a:r>
              <a:rPr lang="zh-CN" altLang="en-US" sz="2800">
                <a:latin typeface="Arial" panose="020B0604020202020204" pitchFamily="34" charset="0"/>
              </a:rPr>
              <a:t>于是</a:t>
            </a:r>
          </a:p>
        </p:txBody>
      </p:sp>
      <p:grpSp>
        <p:nvGrpSpPr>
          <p:cNvPr id="2" name="Group 10"/>
          <p:cNvGrpSpPr>
            <a:grpSpLocks/>
          </p:cNvGrpSpPr>
          <p:nvPr/>
        </p:nvGrpSpPr>
        <p:grpSpPr bwMode="auto">
          <a:xfrm>
            <a:off x="6011863" y="1579563"/>
            <a:ext cx="2211387" cy="1657350"/>
            <a:chOff x="3833" y="1389"/>
            <a:chExt cx="1393" cy="1044"/>
          </a:xfrm>
        </p:grpSpPr>
        <p:sp>
          <p:nvSpPr>
            <p:cNvPr id="25616" name="Line 11"/>
            <p:cNvSpPr>
              <a:spLocks noChangeShapeType="1"/>
            </p:cNvSpPr>
            <p:nvPr/>
          </p:nvSpPr>
          <p:spPr bwMode="auto">
            <a:xfrm>
              <a:off x="3879" y="2160"/>
              <a:ext cx="127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5617" name="Line 12"/>
            <p:cNvSpPr>
              <a:spLocks noChangeShapeType="1"/>
            </p:cNvSpPr>
            <p:nvPr/>
          </p:nvSpPr>
          <p:spPr bwMode="auto">
            <a:xfrm flipV="1">
              <a:off x="4468" y="1389"/>
              <a:ext cx="0" cy="104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5618" name="Line 13"/>
            <p:cNvSpPr>
              <a:spLocks noChangeShapeType="1"/>
            </p:cNvSpPr>
            <p:nvPr/>
          </p:nvSpPr>
          <p:spPr bwMode="auto">
            <a:xfrm flipV="1">
              <a:off x="4468" y="1661"/>
              <a:ext cx="499" cy="49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619" name="Line 14"/>
            <p:cNvSpPr>
              <a:spLocks noChangeShapeType="1"/>
            </p:cNvSpPr>
            <p:nvPr/>
          </p:nvSpPr>
          <p:spPr bwMode="auto">
            <a:xfrm>
              <a:off x="3969" y="1661"/>
              <a:ext cx="499" cy="49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620" name="Text Box 15"/>
            <p:cNvSpPr txBox="1">
              <a:spLocks noChangeArrowheads="1"/>
            </p:cNvSpPr>
            <p:nvPr/>
          </p:nvSpPr>
          <p:spPr bwMode="auto">
            <a:xfrm>
              <a:off x="3833" y="2160"/>
              <a:ext cx="317"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996633"/>
                </a:buClr>
                <a:buFont typeface="Wingdings" panose="05000000000000000000" pitchFamily="2" charset="2"/>
                <a:buBlip>
                  <a:blip r:embed="rId3"/>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3"/>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3"/>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9pPr>
            </a:lstStyle>
            <a:p>
              <a:pPr>
                <a:spcBef>
                  <a:spcPct val="50000"/>
                </a:spcBef>
                <a:buClrTx/>
                <a:buFontTx/>
                <a:buNone/>
              </a:pPr>
              <a:r>
                <a:rPr lang="en-US" altLang="zh-CN" sz="1800">
                  <a:ea typeface="MS Gothic" panose="020B0609070205080204" pitchFamily="49" charset="-128"/>
                </a:rPr>
                <a:t>-</a:t>
              </a:r>
              <a:r>
                <a:rPr lang="en-US" altLang="zh-CN" sz="1800"/>
                <a:t>1</a:t>
              </a:r>
            </a:p>
          </p:txBody>
        </p:sp>
        <p:sp>
          <p:nvSpPr>
            <p:cNvPr id="25621" name="Text Box 16"/>
            <p:cNvSpPr txBox="1">
              <a:spLocks noChangeArrowheads="1"/>
            </p:cNvSpPr>
            <p:nvPr/>
          </p:nvSpPr>
          <p:spPr bwMode="auto">
            <a:xfrm>
              <a:off x="4831" y="2160"/>
              <a:ext cx="317"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996633"/>
                </a:buClr>
                <a:buFont typeface="Wingdings" panose="05000000000000000000" pitchFamily="2" charset="2"/>
                <a:buBlip>
                  <a:blip r:embed="rId3"/>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3"/>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3"/>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9pPr>
            </a:lstStyle>
            <a:p>
              <a:pPr>
                <a:spcBef>
                  <a:spcPct val="50000"/>
                </a:spcBef>
                <a:buClrTx/>
                <a:buFontTx/>
                <a:buNone/>
              </a:pPr>
              <a:r>
                <a:rPr lang="en-US" altLang="zh-CN" sz="1800"/>
                <a:t>1</a:t>
              </a:r>
            </a:p>
          </p:txBody>
        </p:sp>
        <p:graphicFrame>
          <p:nvGraphicFramePr>
            <p:cNvPr id="25622" name="Object 17"/>
            <p:cNvGraphicFramePr>
              <a:graphicFrameLocks noChangeAspect="1"/>
            </p:cNvGraphicFramePr>
            <p:nvPr/>
          </p:nvGraphicFramePr>
          <p:xfrm>
            <a:off x="5103" y="2206"/>
            <a:ext cx="123" cy="135"/>
          </p:xfrm>
          <a:graphic>
            <a:graphicData uri="http://schemas.openxmlformats.org/presentationml/2006/ole">
              <mc:AlternateContent xmlns:mc="http://schemas.openxmlformats.org/markup-compatibility/2006">
                <mc:Choice xmlns:v="urn:schemas-microsoft-com:vml" Requires="v">
                  <p:oleObj spid="_x0000_s26254" name="Equation" r:id="rId10" imgW="126835" imgH="139518" progId="Equation.DSMT4">
                    <p:embed/>
                  </p:oleObj>
                </mc:Choice>
                <mc:Fallback>
                  <p:oleObj name="Equation" r:id="rId10" imgW="126835" imgH="139518" progId="Equation.DSMT4">
                    <p:embed/>
                    <p:pic>
                      <p:nvPicPr>
                        <p:cNvPr id="0" name="Object 1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103" y="2206"/>
                          <a:ext cx="123" cy="1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623" name="Object 18"/>
            <p:cNvGraphicFramePr>
              <a:graphicFrameLocks noChangeAspect="1"/>
            </p:cNvGraphicFramePr>
            <p:nvPr/>
          </p:nvGraphicFramePr>
          <p:xfrm>
            <a:off x="4332" y="2160"/>
            <a:ext cx="117" cy="136"/>
          </p:xfrm>
          <a:graphic>
            <a:graphicData uri="http://schemas.openxmlformats.org/presentationml/2006/ole">
              <mc:AlternateContent xmlns:mc="http://schemas.openxmlformats.org/markup-compatibility/2006">
                <mc:Choice xmlns:v="urn:schemas-microsoft-com:vml" Requires="v">
                  <p:oleObj spid="_x0000_s26255" name="Equation" r:id="rId12" imgW="152202" imgH="177569" progId="Equation.DSMT4">
                    <p:embed/>
                  </p:oleObj>
                </mc:Choice>
                <mc:Fallback>
                  <p:oleObj name="Equation" r:id="rId12" imgW="152202" imgH="177569" progId="Equation.DSMT4">
                    <p:embed/>
                    <p:pic>
                      <p:nvPicPr>
                        <p:cNvPr id="0" name="Object 18"/>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332" y="2160"/>
                          <a:ext cx="117" cy="1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624" name="Object 19"/>
            <p:cNvGraphicFramePr>
              <a:graphicFrameLocks noChangeAspect="1"/>
            </p:cNvGraphicFramePr>
            <p:nvPr/>
          </p:nvGraphicFramePr>
          <p:xfrm>
            <a:off x="4475" y="1389"/>
            <a:ext cx="374" cy="240"/>
          </p:xfrm>
          <a:graphic>
            <a:graphicData uri="http://schemas.openxmlformats.org/presentationml/2006/ole">
              <mc:AlternateContent xmlns:mc="http://schemas.openxmlformats.org/markup-compatibility/2006">
                <mc:Choice xmlns:v="urn:schemas-microsoft-com:vml" Requires="v">
                  <p:oleObj spid="_x0000_s26256" name="Equation" r:id="rId14" imgW="355446" imgH="228501" progId="Equation.DSMT4">
                    <p:embed/>
                  </p:oleObj>
                </mc:Choice>
                <mc:Fallback>
                  <p:oleObj name="Equation" r:id="rId14" imgW="355446" imgH="228501" progId="Equation.DSMT4">
                    <p:embed/>
                    <p:pic>
                      <p:nvPicPr>
                        <p:cNvPr id="0" name="Object 19"/>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475" y="1389"/>
                          <a:ext cx="374" cy="2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5625" name="Line 20"/>
            <p:cNvSpPr>
              <a:spLocks noChangeShapeType="1"/>
            </p:cNvSpPr>
            <p:nvPr/>
          </p:nvSpPr>
          <p:spPr bwMode="auto">
            <a:xfrm>
              <a:off x="3969" y="1661"/>
              <a:ext cx="0" cy="499"/>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626" name="Line 21"/>
            <p:cNvSpPr>
              <a:spLocks noChangeShapeType="1"/>
            </p:cNvSpPr>
            <p:nvPr/>
          </p:nvSpPr>
          <p:spPr bwMode="auto">
            <a:xfrm>
              <a:off x="4967" y="1661"/>
              <a:ext cx="0" cy="499"/>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grpSp>
      <p:graphicFrame>
        <p:nvGraphicFramePr>
          <p:cNvPr id="25610" name="对象 2"/>
          <p:cNvGraphicFramePr>
            <a:graphicFrameLocks noChangeAspect="1"/>
          </p:cNvGraphicFramePr>
          <p:nvPr/>
        </p:nvGraphicFramePr>
        <p:xfrm>
          <a:off x="2241550" y="3540125"/>
          <a:ext cx="4748213" cy="709613"/>
        </p:xfrm>
        <a:graphic>
          <a:graphicData uri="http://schemas.openxmlformats.org/presentationml/2006/ole">
            <mc:AlternateContent xmlns:mc="http://schemas.openxmlformats.org/markup-compatibility/2006">
              <mc:Choice xmlns:v="urn:schemas-microsoft-com:vml" Requires="v">
                <p:oleObj spid="_x0000_s26257" name="Equation" r:id="rId16" imgW="2209800" imgH="330200" progId="Equation.DSMT4">
                  <p:embed/>
                </p:oleObj>
              </mc:Choice>
              <mc:Fallback>
                <p:oleObj name="Equation" r:id="rId16" imgW="2209800" imgH="330200" progId="Equation.DSMT4">
                  <p:embed/>
                  <p:pic>
                    <p:nvPicPr>
                      <p:cNvPr id="0" name="对象 2"/>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241550" y="3540125"/>
                        <a:ext cx="4748213" cy="709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3" name="椭圆 22"/>
          <p:cNvSpPr/>
          <p:nvPr/>
        </p:nvSpPr>
        <p:spPr bwMode="auto">
          <a:xfrm>
            <a:off x="2266950" y="3648075"/>
            <a:ext cx="863600" cy="554038"/>
          </a:xfrm>
          <a:prstGeom prst="ellipse">
            <a:avLst/>
          </a:prstGeom>
          <a:noFill/>
          <a:ln w="9525" cap="flat" cmpd="sng" algn="ctr">
            <a:solidFill>
              <a:srgbClr val="FF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l" rtl="0" eaLnBrk="0" fontAlgn="base" hangingPunct="0">
              <a:spcBef>
                <a:spcPct val="0"/>
              </a:spcBef>
              <a:spcAft>
                <a:spcPct val="0"/>
              </a:spcAft>
              <a:defRPr kumimoji="1" sz="3200" kern="1200">
                <a:solidFill>
                  <a:schemeClr val="accent2"/>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kumimoji="1" sz="3200" kern="1200">
                <a:solidFill>
                  <a:schemeClr val="accent2"/>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kumimoji="1" sz="3200" kern="1200">
                <a:solidFill>
                  <a:schemeClr val="accent2"/>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kumimoji="1" sz="3200" kern="1200">
                <a:solidFill>
                  <a:schemeClr val="accent2"/>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kumimoji="1" sz="3200" kern="1200">
                <a:solidFill>
                  <a:schemeClr val="accent2"/>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3200" kern="1200">
                <a:solidFill>
                  <a:schemeClr val="accent2"/>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3200" kern="1200">
                <a:solidFill>
                  <a:schemeClr val="accent2"/>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3200" kern="1200">
                <a:solidFill>
                  <a:schemeClr val="accent2"/>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3200" kern="1200">
                <a:solidFill>
                  <a:schemeClr val="accent2"/>
                </a:solidFill>
                <a:latin typeface="Times New Roman" panose="02020603050405020304" pitchFamily="18" charset="0"/>
                <a:ea typeface="宋体" panose="02010600030101010101" pitchFamily="2" charset="-122"/>
                <a:cs typeface="+mn-cs"/>
              </a:defRPr>
            </a:lvl9pPr>
          </a:lstStyle>
          <a:p>
            <a:pPr marL="342900" indent="-342900" eaLnBrk="1" hangingPunct="1">
              <a:lnSpc>
                <a:spcPct val="90000"/>
              </a:lnSpc>
              <a:spcBef>
                <a:spcPct val="20000"/>
              </a:spcBef>
              <a:buClr>
                <a:srgbClr val="996633"/>
              </a:buClr>
              <a:buFont typeface="Wingdings" panose="05000000000000000000" pitchFamily="2" charset="2"/>
              <a:buBlip>
                <a:blip r:embed="rId3"/>
              </a:buBlip>
              <a:defRPr/>
            </a:pPr>
            <a:endParaRPr lang="zh-CN" altLang="en-US" smtClean="0">
              <a:effectLst>
                <a:outerShdw blurRad="38100" dist="38100" dir="2700000" algn="tl">
                  <a:srgbClr val="000000">
                    <a:alpha val="43137"/>
                  </a:srgbClr>
                </a:outerShdw>
              </a:effectLst>
            </a:endParaRPr>
          </a:p>
        </p:txBody>
      </p:sp>
      <p:sp>
        <p:nvSpPr>
          <p:cNvPr id="24" name="椭圆 23"/>
          <p:cNvSpPr/>
          <p:nvPr/>
        </p:nvSpPr>
        <p:spPr bwMode="auto">
          <a:xfrm>
            <a:off x="1952625" y="4684713"/>
            <a:ext cx="863600" cy="554037"/>
          </a:xfrm>
          <a:prstGeom prst="ellipse">
            <a:avLst/>
          </a:prstGeom>
          <a:noFill/>
          <a:ln w="9525" cap="flat" cmpd="sng" algn="ctr">
            <a:solidFill>
              <a:srgbClr val="FF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l" rtl="0" eaLnBrk="0" fontAlgn="base" hangingPunct="0">
              <a:spcBef>
                <a:spcPct val="0"/>
              </a:spcBef>
              <a:spcAft>
                <a:spcPct val="0"/>
              </a:spcAft>
              <a:defRPr kumimoji="1" sz="3200" kern="1200">
                <a:solidFill>
                  <a:schemeClr val="accent2"/>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kumimoji="1" sz="3200" kern="1200">
                <a:solidFill>
                  <a:schemeClr val="accent2"/>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kumimoji="1" sz="3200" kern="1200">
                <a:solidFill>
                  <a:schemeClr val="accent2"/>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kumimoji="1" sz="3200" kern="1200">
                <a:solidFill>
                  <a:schemeClr val="accent2"/>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kumimoji="1" sz="3200" kern="1200">
                <a:solidFill>
                  <a:schemeClr val="accent2"/>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3200" kern="1200">
                <a:solidFill>
                  <a:schemeClr val="accent2"/>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3200" kern="1200">
                <a:solidFill>
                  <a:schemeClr val="accent2"/>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3200" kern="1200">
                <a:solidFill>
                  <a:schemeClr val="accent2"/>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3200" kern="1200">
                <a:solidFill>
                  <a:schemeClr val="accent2"/>
                </a:solidFill>
                <a:latin typeface="Times New Roman" panose="02020603050405020304" pitchFamily="18" charset="0"/>
                <a:ea typeface="宋体" panose="02010600030101010101" pitchFamily="2" charset="-122"/>
                <a:cs typeface="+mn-cs"/>
              </a:defRPr>
            </a:lvl9pPr>
          </a:lstStyle>
          <a:p>
            <a:pPr marL="342900" indent="-342900" eaLnBrk="1" hangingPunct="1">
              <a:lnSpc>
                <a:spcPct val="90000"/>
              </a:lnSpc>
              <a:spcBef>
                <a:spcPct val="20000"/>
              </a:spcBef>
              <a:buClr>
                <a:srgbClr val="996633"/>
              </a:buClr>
              <a:buFont typeface="Wingdings" panose="05000000000000000000" pitchFamily="2" charset="2"/>
              <a:buBlip>
                <a:blip r:embed="rId3"/>
              </a:buBlip>
              <a:defRPr/>
            </a:pPr>
            <a:endParaRPr lang="zh-CN" altLang="en-US" smtClean="0">
              <a:effectLst>
                <a:outerShdw blurRad="38100" dist="38100" dir="2700000" algn="tl">
                  <a:srgbClr val="000000">
                    <a:alpha val="43137"/>
                  </a:srgbClr>
                </a:outerShdw>
              </a:effectLst>
            </a:endParaRPr>
          </a:p>
        </p:txBody>
      </p:sp>
      <p:sp>
        <p:nvSpPr>
          <p:cNvPr id="25" name="椭圆 24"/>
          <p:cNvSpPr/>
          <p:nvPr/>
        </p:nvSpPr>
        <p:spPr bwMode="auto">
          <a:xfrm>
            <a:off x="2009700" y="5544219"/>
            <a:ext cx="863600" cy="554038"/>
          </a:xfrm>
          <a:prstGeom prst="ellipse">
            <a:avLst/>
          </a:prstGeom>
          <a:noFill/>
          <a:ln w="9525" cap="flat" cmpd="sng" algn="ctr">
            <a:solidFill>
              <a:srgbClr val="FF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l" rtl="0" eaLnBrk="0" fontAlgn="base" hangingPunct="0">
              <a:spcBef>
                <a:spcPct val="0"/>
              </a:spcBef>
              <a:spcAft>
                <a:spcPct val="0"/>
              </a:spcAft>
              <a:defRPr kumimoji="1" sz="3200" kern="1200">
                <a:solidFill>
                  <a:schemeClr val="accent2"/>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kumimoji="1" sz="3200" kern="1200">
                <a:solidFill>
                  <a:schemeClr val="accent2"/>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kumimoji="1" sz="3200" kern="1200">
                <a:solidFill>
                  <a:schemeClr val="accent2"/>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kumimoji="1" sz="3200" kern="1200">
                <a:solidFill>
                  <a:schemeClr val="accent2"/>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kumimoji="1" sz="3200" kern="1200">
                <a:solidFill>
                  <a:schemeClr val="accent2"/>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3200" kern="1200">
                <a:solidFill>
                  <a:schemeClr val="accent2"/>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3200" kern="1200">
                <a:solidFill>
                  <a:schemeClr val="accent2"/>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3200" kern="1200">
                <a:solidFill>
                  <a:schemeClr val="accent2"/>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3200" kern="1200">
                <a:solidFill>
                  <a:schemeClr val="accent2"/>
                </a:solidFill>
                <a:latin typeface="Times New Roman" panose="02020603050405020304" pitchFamily="18" charset="0"/>
                <a:ea typeface="宋体" panose="02010600030101010101" pitchFamily="2" charset="-122"/>
                <a:cs typeface="+mn-cs"/>
              </a:defRPr>
            </a:lvl9pPr>
          </a:lstStyle>
          <a:p>
            <a:pPr marL="342900" indent="-342900" eaLnBrk="1" hangingPunct="1">
              <a:lnSpc>
                <a:spcPct val="90000"/>
              </a:lnSpc>
              <a:spcBef>
                <a:spcPct val="20000"/>
              </a:spcBef>
              <a:buClr>
                <a:srgbClr val="996633"/>
              </a:buClr>
              <a:buFont typeface="Wingdings" panose="05000000000000000000" pitchFamily="2" charset="2"/>
              <a:buBlip>
                <a:blip r:embed="rId3"/>
              </a:buBlip>
              <a:defRPr/>
            </a:pPr>
            <a:endParaRPr lang="zh-CN" altLang="en-US" smtClean="0">
              <a:effectLst>
                <a:outerShdw blurRad="38100" dist="38100" dir="2700000" algn="tl">
                  <a:srgbClr val="000000">
                    <a:alpha val="43137"/>
                  </a:srgbClr>
                </a:outerShdw>
              </a:effectLst>
            </a:endParaRPr>
          </a:p>
        </p:txBody>
      </p:sp>
      <p:graphicFrame>
        <p:nvGraphicFramePr>
          <p:cNvPr id="27" name="Object 3"/>
          <p:cNvGraphicFramePr>
            <a:graphicFrameLocks noChangeAspect="1"/>
          </p:cNvGraphicFramePr>
          <p:nvPr>
            <p:extLst>
              <p:ext uri="{D42A27DB-BD31-4B8C-83A1-F6EECF244321}">
                <p14:modId xmlns:p14="http://schemas.microsoft.com/office/powerpoint/2010/main" val="1728932826"/>
              </p:ext>
            </p:extLst>
          </p:nvPr>
        </p:nvGraphicFramePr>
        <p:xfrm>
          <a:off x="4499992" y="8731"/>
          <a:ext cx="4640262" cy="539949"/>
        </p:xfrm>
        <a:graphic>
          <a:graphicData uri="http://schemas.openxmlformats.org/presentationml/2006/ole">
            <mc:AlternateContent xmlns:mc="http://schemas.openxmlformats.org/markup-compatibility/2006">
              <mc:Choice xmlns:v="urn:schemas-microsoft-com:vml" Requires="v">
                <p:oleObj spid="_x0000_s26258" name="Equation" r:id="rId18" imgW="1587500" imgH="228600" progId="Equation.DSMT4">
                  <p:embed/>
                </p:oleObj>
              </mc:Choice>
              <mc:Fallback>
                <p:oleObj name="Equation" r:id="rId18" imgW="1587500" imgH="228600" progId="Equation.DSMT4">
                  <p:embed/>
                  <p:pic>
                    <p:nvPicPr>
                      <p:cNvPr id="0" name=""/>
                      <p:cNvPicPr>
                        <a:picLocks noChangeAspect="1" noChangeArrowheads="1"/>
                      </p:cNvPicPr>
                      <p:nvPr/>
                    </p:nvPicPr>
                    <p:blipFill>
                      <a:blip r:embed="rId19">
                        <a:lum bright="-2000"/>
                        <a:extLst>
                          <a:ext uri="{28A0092B-C50C-407E-A947-70E740481C1C}">
                            <a14:useLocalDpi xmlns:a14="http://schemas.microsoft.com/office/drawing/2010/main" val="0"/>
                          </a:ext>
                        </a:extLst>
                      </a:blip>
                      <a:srcRect/>
                      <a:stretch>
                        <a:fillRect/>
                      </a:stretch>
                    </p:blipFill>
                    <p:spPr bwMode="auto">
                      <a:xfrm>
                        <a:off x="4499992" y="8731"/>
                        <a:ext cx="4640262" cy="539949"/>
                      </a:xfrm>
                      <a:prstGeom prst="rect">
                        <a:avLst/>
                      </a:prstGeom>
                      <a:solidFill>
                        <a:srgbClr val="FFFF00"/>
                      </a:solidFill>
                      <a:ln>
                        <a:noFill/>
                      </a:ln>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483335"/>
                                        </p:tgtEl>
                                        <p:attrNameLst>
                                          <p:attrName>style.visibility</p:attrName>
                                        </p:attrNameLst>
                                      </p:cBhvr>
                                      <p:to>
                                        <p:strVal val="visible"/>
                                      </p:to>
                                    </p:set>
                                    <p:animEffect transition="in" filter="slide(fromBottom)">
                                      <p:cBhvr>
                                        <p:cTn id="7" dur="500"/>
                                        <p:tgtEl>
                                          <p:spTgt spid="48333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483331"/>
                                        </p:tgtEl>
                                        <p:attrNameLst>
                                          <p:attrName>style.visibility</p:attrName>
                                        </p:attrNameLst>
                                      </p:cBhvr>
                                      <p:to>
                                        <p:strVal val="visible"/>
                                      </p:to>
                                    </p:set>
                                    <p:animEffect transition="in" filter="wipe(left)">
                                      <p:cBhvr>
                                        <p:cTn id="12" dur="3000"/>
                                        <p:tgtEl>
                                          <p:spTgt spid="48333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9" presetClass="entr" presetSubtype="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 calcmode="lin" valueType="num">
                                      <p:cBhvr>
                                        <p:cTn id="17" dur="1000" fill="hold"/>
                                        <p:tgtEl>
                                          <p:spTgt spid="2"/>
                                        </p:tgtEl>
                                        <p:attrNameLst>
                                          <p:attrName>ppt_x</p:attrName>
                                        </p:attrNameLst>
                                      </p:cBhvr>
                                      <p:tavLst>
                                        <p:tav tm="0">
                                          <p:val>
                                            <p:strVal val="#ppt_x-.2"/>
                                          </p:val>
                                        </p:tav>
                                        <p:tav tm="100000">
                                          <p:val>
                                            <p:strVal val="#ppt_x"/>
                                          </p:val>
                                        </p:tav>
                                      </p:tavLst>
                                    </p:anim>
                                    <p:anim calcmode="lin" valueType="num">
                                      <p:cBhvr>
                                        <p:cTn id="18" dur="1000" fill="hold"/>
                                        <p:tgtEl>
                                          <p:spTgt spid="2"/>
                                        </p:tgtEl>
                                        <p:attrNameLst>
                                          <p:attrName>ppt_y</p:attrName>
                                        </p:attrNameLst>
                                      </p:cBhvr>
                                      <p:tavLst>
                                        <p:tav tm="0">
                                          <p:val>
                                            <p:strVal val="#ppt_y"/>
                                          </p:val>
                                        </p:tav>
                                        <p:tav tm="100000">
                                          <p:val>
                                            <p:strVal val="#ppt_y"/>
                                          </p:val>
                                        </p:tav>
                                      </p:tavLst>
                                    </p:anim>
                                    <p:animEffect transition="in" filter="wipe(right)" prLst="gradientSize: 0.1">
                                      <p:cBhvr>
                                        <p:cTn id="19" dur="1000"/>
                                        <p:tgtEl>
                                          <p:spTgt spid="2"/>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27" presetClass="entr" presetSubtype="0" fill="hold" grpId="0" nodeType="clickEffect">
                                  <p:stCondLst>
                                    <p:cond delay="0"/>
                                  </p:stCondLst>
                                  <p:iterate type="lt">
                                    <p:tmPct val="50000"/>
                                  </p:iterate>
                                  <p:childTnLst>
                                    <p:set>
                                      <p:cBhvr>
                                        <p:cTn id="23" dur="1" fill="hold">
                                          <p:stCondLst>
                                            <p:cond delay="0"/>
                                          </p:stCondLst>
                                        </p:cTn>
                                        <p:tgtEl>
                                          <p:spTgt spid="483336"/>
                                        </p:tgtEl>
                                        <p:attrNameLst>
                                          <p:attrName>style.visibility</p:attrName>
                                        </p:attrNameLst>
                                      </p:cBhvr>
                                      <p:to>
                                        <p:strVal val="visible"/>
                                      </p:to>
                                    </p:set>
                                    <p:anim calcmode="discrete" valueType="clr">
                                      <p:cBhvr override="childStyle">
                                        <p:cTn id="24" dur="80"/>
                                        <p:tgtEl>
                                          <p:spTgt spid="483336"/>
                                        </p:tgtEl>
                                        <p:attrNameLst>
                                          <p:attrName>style.color</p:attrName>
                                        </p:attrNameLst>
                                      </p:cBhvr>
                                      <p:tavLst>
                                        <p:tav tm="0">
                                          <p:val>
                                            <p:clrVal>
                                              <a:schemeClr val="accent2"/>
                                            </p:clrVal>
                                          </p:val>
                                        </p:tav>
                                        <p:tav tm="50000">
                                          <p:val>
                                            <p:clrVal>
                                              <a:schemeClr val="hlink"/>
                                            </p:clrVal>
                                          </p:val>
                                        </p:tav>
                                      </p:tavLst>
                                    </p:anim>
                                    <p:anim calcmode="discrete" valueType="clr">
                                      <p:cBhvr>
                                        <p:cTn id="25" dur="80"/>
                                        <p:tgtEl>
                                          <p:spTgt spid="483336"/>
                                        </p:tgtEl>
                                        <p:attrNameLst>
                                          <p:attrName>fillcolor</p:attrName>
                                        </p:attrNameLst>
                                      </p:cBhvr>
                                      <p:tavLst>
                                        <p:tav tm="0">
                                          <p:val>
                                            <p:clrVal>
                                              <a:schemeClr val="accent2"/>
                                            </p:clrVal>
                                          </p:val>
                                        </p:tav>
                                        <p:tav tm="50000">
                                          <p:val>
                                            <p:clrVal>
                                              <a:schemeClr val="hlink"/>
                                            </p:clrVal>
                                          </p:val>
                                        </p:tav>
                                      </p:tavLst>
                                    </p:anim>
                                    <p:set>
                                      <p:cBhvr>
                                        <p:cTn id="26" dur="80"/>
                                        <p:tgtEl>
                                          <p:spTgt spid="483336"/>
                                        </p:tgtEl>
                                        <p:attrNameLst>
                                          <p:attrName>fill.type</p:attrName>
                                        </p:attrNameLst>
                                      </p:cBhvr>
                                      <p:to>
                                        <p:strVal val="solid"/>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27" presetClass="entr" presetSubtype="0" fill="hold" grpId="0" nodeType="clickEffect">
                                  <p:stCondLst>
                                    <p:cond delay="0"/>
                                  </p:stCondLst>
                                  <p:iterate type="lt">
                                    <p:tmPct val="50000"/>
                                  </p:iterate>
                                  <p:childTnLst>
                                    <p:set>
                                      <p:cBhvr>
                                        <p:cTn id="30" dur="1" fill="hold">
                                          <p:stCondLst>
                                            <p:cond delay="0"/>
                                          </p:stCondLst>
                                        </p:cTn>
                                        <p:tgtEl>
                                          <p:spTgt spid="483337"/>
                                        </p:tgtEl>
                                        <p:attrNameLst>
                                          <p:attrName>style.visibility</p:attrName>
                                        </p:attrNameLst>
                                      </p:cBhvr>
                                      <p:to>
                                        <p:strVal val="visible"/>
                                      </p:to>
                                    </p:set>
                                    <p:anim calcmode="discrete" valueType="clr">
                                      <p:cBhvr override="childStyle">
                                        <p:cTn id="31" dur="80"/>
                                        <p:tgtEl>
                                          <p:spTgt spid="483337"/>
                                        </p:tgtEl>
                                        <p:attrNameLst>
                                          <p:attrName>style.color</p:attrName>
                                        </p:attrNameLst>
                                      </p:cBhvr>
                                      <p:tavLst>
                                        <p:tav tm="0">
                                          <p:val>
                                            <p:clrVal>
                                              <a:schemeClr val="accent2"/>
                                            </p:clrVal>
                                          </p:val>
                                        </p:tav>
                                        <p:tav tm="50000">
                                          <p:val>
                                            <p:clrVal>
                                              <a:schemeClr val="hlink"/>
                                            </p:clrVal>
                                          </p:val>
                                        </p:tav>
                                      </p:tavLst>
                                    </p:anim>
                                    <p:anim calcmode="discrete" valueType="clr">
                                      <p:cBhvr>
                                        <p:cTn id="32" dur="80"/>
                                        <p:tgtEl>
                                          <p:spTgt spid="483337"/>
                                        </p:tgtEl>
                                        <p:attrNameLst>
                                          <p:attrName>fillcolor</p:attrName>
                                        </p:attrNameLst>
                                      </p:cBhvr>
                                      <p:tavLst>
                                        <p:tav tm="0">
                                          <p:val>
                                            <p:clrVal>
                                              <a:schemeClr val="accent2"/>
                                            </p:clrVal>
                                          </p:val>
                                        </p:tav>
                                        <p:tav tm="50000">
                                          <p:val>
                                            <p:clrVal>
                                              <a:schemeClr val="hlink"/>
                                            </p:clrVal>
                                          </p:val>
                                        </p:tav>
                                      </p:tavLst>
                                    </p:anim>
                                    <p:set>
                                      <p:cBhvr>
                                        <p:cTn id="33" dur="80"/>
                                        <p:tgtEl>
                                          <p:spTgt spid="483337"/>
                                        </p:tgtEl>
                                        <p:attrNameLst>
                                          <p:attrName>fill.type</p:attrName>
                                        </p:attrNameLst>
                                      </p:cBhvr>
                                      <p:to>
                                        <p:strVal val="solid"/>
                                      </p:to>
                                    </p:se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8" fill="hold" nodeType="clickEffect">
                                  <p:stCondLst>
                                    <p:cond delay="0"/>
                                  </p:stCondLst>
                                  <p:childTnLst>
                                    <p:set>
                                      <p:cBhvr>
                                        <p:cTn id="37" dur="1" fill="hold">
                                          <p:stCondLst>
                                            <p:cond delay="0"/>
                                          </p:stCondLst>
                                        </p:cTn>
                                        <p:tgtEl>
                                          <p:spTgt spid="483333"/>
                                        </p:tgtEl>
                                        <p:attrNameLst>
                                          <p:attrName>style.visibility</p:attrName>
                                        </p:attrNameLst>
                                      </p:cBhvr>
                                      <p:to>
                                        <p:strVal val="visible"/>
                                      </p:to>
                                    </p:set>
                                    <p:animEffect transition="in" filter="wipe(left)">
                                      <p:cBhvr>
                                        <p:cTn id="38" dur="3000"/>
                                        <p:tgtEl>
                                          <p:spTgt spid="483333"/>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8" fill="hold" nodeType="clickEffect">
                                  <p:stCondLst>
                                    <p:cond delay="0"/>
                                  </p:stCondLst>
                                  <p:childTnLst>
                                    <p:set>
                                      <p:cBhvr>
                                        <p:cTn id="42" dur="1" fill="hold">
                                          <p:stCondLst>
                                            <p:cond delay="0"/>
                                          </p:stCondLst>
                                        </p:cTn>
                                        <p:tgtEl>
                                          <p:spTgt spid="483334"/>
                                        </p:tgtEl>
                                        <p:attrNameLst>
                                          <p:attrName>style.visibility</p:attrName>
                                        </p:attrNameLst>
                                      </p:cBhvr>
                                      <p:to>
                                        <p:strVal val="visible"/>
                                      </p:to>
                                    </p:set>
                                    <p:animEffect transition="in" filter="wipe(left)">
                                      <p:cBhvr>
                                        <p:cTn id="43" dur="3000"/>
                                        <p:tgtEl>
                                          <p:spTgt spid="4833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3335" grpId="0"/>
      <p:bldP spid="483336" grpId="0"/>
      <p:bldP spid="483337"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ChangeArrowheads="1"/>
          </p:cNvSpPr>
          <p:nvPr/>
        </p:nvSpPr>
        <p:spPr bwMode="auto">
          <a:xfrm>
            <a:off x="1830933" y="1828924"/>
            <a:ext cx="4530725" cy="519112"/>
          </a:xfrm>
          <a:prstGeom prst="rect">
            <a:avLst/>
          </a:prstGeom>
          <a:solidFill>
            <a:srgbClr val="CCCC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rgbClr val="996633"/>
              </a:buClr>
              <a:buFont typeface="Wingdings" panose="05000000000000000000" pitchFamily="2" charset="2"/>
              <a:buBlip>
                <a:blip r:embed="rId4"/>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4"/>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4"/>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r>
              <a:rPr lang="en-US" altLang="zh-CN" sz="2800" b="1" dirty="0">
                <a:solidFill>
                  <a:schemeClr val="accent2"/>
                </a:solidFill>
                <a:latin typeface="楷体_GB2312" pitchFamily="49" charset="-122"/>
              </a:rPr>
              <a:t>1. </a:t>
            </a:r>
            <a:r>
              <a:rPr lang="zh-CN" altLang="en-US" sz="2800" b="1" dirty="0">
                <a:solidFill>
                  <a:schemeClr val="accent2"/>
                </a:solidFill>
                <a:latin typeface="楷体_GB2312" pitchFamily="49" charset="-122"/>
              </a:rPr>
              <a:t>设</a:t>
            </a:r>
            <a:r>
              <a:rPr lang="en-US" altLang="zh-CN" sz="2800" b="1" i="1" dirty="0">
                <a:solidFill>
                  <a:schemeClr val="accent2"/>
                </a:solidFill>
              </a:rPr>
              <a:t>C</a:t>
            </a:r>
            <a:r>
              <a:rPr lang="zh-CN" altLang="en-US" sz="2800" b="1" dirty="0">
                <a:solidFill>
                  <a:schemeClr val="accent2"/>
                </a:solidFill>
                <a:latin typeface="楷体_GB2312" pitchFamily="49" charset="-122"/>
              </a:rPr>
              <a:t>是常数</a:t>
            </a:r>
            <a:r>
              <a:rPr lang="en-US" altLang="zh-CN" sz="2800" b="1" dirty="0">
                <a:solidFill>
                  <a:schemeClr val="accent2"/>
                </a:solidFill>
                <a:latin typeface="楷体_GB2312" pitchFamily="49" charset="-122"/>
              </a:rPr>
              <a:t>,</a:t>
            </a:r>
            <a:r>
              <a:rPr lang="zh-CN" altLang="en-US" sz="2800" b="1" dirty="0">
                <a:solidFill>
                  <a:schemeClr val="accent2"/>
                </a:solidFill>
                <a:latin typeface="楷体_GB2312" pitchFamily="49" charset="-122"/>
              </a:rPr>
              <a:t>则</a:t>
            </a:r>
            <a:r>
              <a:rPr lang="en-US" altLang="zh-CN" sz="2800" b="1" i="1" dirty="0">
                <a:solidFill>
                  <a:schemeClr val="tx2"/>
                </a:solidFill>
              </a:rPr>
              <a:t>D</a:t>
            </a:r>
            <a:r>
              <a:rPr lang="en-US" altLang="zh-CN" sz="2800" b="1" dirty="0">
                <a:solidFill>
                  <a:schemeClr val="tx2"/>
                </a:solidFill>
              </a:rPr>
              <a:t>(</a:t>
            </a:r>
            <a:r>
              <a:rPr lang="en-US" altLang="zh-CN" sz="2800" b="1" i="1" dirty="0">
                <a:solidFill>
                  <a:schemeClr val="tx2"/>
                </a:solidFill>
              </a:rPr>
              <a:t>C</a:t>
            </a:r>
            <a:r>
              <a:rPr lang="en-US" altLang="zh-CN" sz="2800" b="1" dirty="0">
                <a:solidFill>
                  <a:schemeClr val="tx2"/>
                </a:solidFill>
              </a:rPr>
              <a:t>)</a:t>
            </a:r>
            <a:r>
              <a:rPr lang="en-US" altLang="zh-CN" sz="2800" b="1" i="1" dirty="0">
                <a:solidFill>
                  <a:schemeClr val="tx2"/>
                </a:solidFill>
              </a:rPr>
              <a:t> </a:t>
            </a:r>
            <a:r>
              <a:rPr lang="en-US" altLang="zh-CN" sz="2800" b="1" dirty="0">
                <a:solidFill>
                  <a:schemeClr val="tx2"/>
                </a:solidFill>
              </a:rPr>
              <a:t>=0</a:t>
            </a:r>
            <a:r>
              <a:rPr lang="en-US" altLang="zh-CN" sz="2800" b="1" dirty="0">
                <a:solidFill>
                  <a:schemeClr val="accent2"/>
                </a:solidFill>
                <a:latin typeface="楷体_GB2312" pitchFamily="49" charset="-122"/>
              </a:rPr>
              <a:t> ;</a:t>
            </a:r>
          </a:p>
        </p:txBody>
      </p:sp>
      <p:sp>
        <p:nvSpPr>
          <p:cNvPr id="59397" name="Rectangle 5"/>
          <p:cNvSpPr>
            <a:spLocks noChangeArrowheads="1"/>
          </p:cNvSpPr>
          <p:nvPr/>
        </p:nvSpPr>
        <p:spPr bwMode="auto">
          <a:xfrm>
            <a:off x="250032" y="15903"/>
            <a:ext cx="3776662"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6633"/>
              </a:buClr>
              <a:buFont typeface="Wingdings" panose="05000000000000000000" pitchFamily="2" charset="2"/>
              <a:buBlip>
                <a:blip r:embed="rId4"/>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4"/>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4"/>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r>
              <a:rPr lang="zh-CN" altLang="en-US" b="1" dirty="0">
                <a:solidFill>
                  <a:srgbClr val="FFFF00"/>
                </a:solidFill>
                <a:latin typeface="楷体_GB2312" pitchFamily="49" charset="-122"/>
              </a:rPr>
              <a:t>二、方差的性质</a:t>
            </a:r>
            <a:endParaRPr lang="zh-CN" altLang="en-US" b="1" dirty="0">
              <a:solidFill>
                <a:srgbClr val="FFFF00"/>
              </a:solidFill>
            </a:endParaRPr>
          </a:p>
        </p:txBody>
      </p:sp>
      <p:graphicFrame>
        <p:nvGraphicFramePr>
          <p:cNvPr id="9" name="Object 4"/>
          <p:cNvGraphicFramePr>
            <a:graphicFrameLocks noChangeAspect="1"/>
          </p:cNvGraphicFramePr>
          <p:nvPr>
            <p:extLst>
              <p:ext uri="{D42A27DB-BD31-4B8C-83A1-F6EECF244321}">
                <p14:modId xmlns:p14="http://schemas.microsoft.com/office/powerpoint/2010/main" val="80264822"/>
              </p:ext>
            </p:extLst>
          </p:nvPr>
        </p:nvGraphicFramePr>
        <p:xfrm>
          <a:off x="2726283" y="2651249"/>
          <a:ext cx="3717925" cy="665162"/>
        </p:xfrm>
        <a:graphic>
          <a:graphicData uri="http://schemas.openxmlformats.org/presentationml/2006/ole">
            <mc:AlternateContent xmlns:mc="http://schemas.openxmlformats.org/markup-compatibility/2006">
              <mc:Choice xmlns:v="urn:schemas-microsoft-com:vml" Requires="v">
                <p:oleObj spid="_x0000_s26754" name="Equation" r:id="rId5" imgW="1571633" imgH="218970" progId="Equation.DSMT4">
                  <p:embed/>
                </p:oleObj>
              </mc:Choice>
              <mc:Fallback>
                <p:oleObj name="Equation" r:id="rId5" imgW="1571633" imgH="218970" progId="Equation.DSMT4">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726283" y="2651249"/>
                        <a:ext cx="3717925" cy="665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 name="Text Box 8"/>
          <p:cNvSpPr txBox="1">
            <a:spLocks noChangeArrowheads="1"/>
          </p:cNvSpPr>
          <p:nvPr/>
        </p:nvSpPr>
        <p:spPr bwMode="auto">
          <a:xfrm>
            <a:off x="1792833" y="2665536"/>
            <a:ext cx="9032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996633"/>
              </a:buClr>
              <a:buFont typeface="Wingdings" panose="05000000000000000000" pitchFamily="2" charset="2"/>
              <a:buBlip>
                <a:blip r:embed="rId4"/>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4"/>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4"/>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r>
              <a:rPr lang="zh-CN" altLang="en-US" sz="2800">
                <a:solidFill>
                  <a:srgbClr val="0000FF"/>
                </a:solidFill>
              </a:rPr>
              <a:t>证：</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9397">
                                            <p:txEl>
                                              <p:pRg st="0" end="0"/>
                                            </p:txEl>
                                          </p:spTgt>
                                        </p:tgtEl>
                                        <p:attrNameLst>
                                          <p:attrName>style.visibility</p:attrName>
                                        </p:attrNameLst>
                                      </p:cBhvr>
                                      <p:to>
                                        <p:strVal val="visible"/>
                                      </p:to>
                                    </p:set>
                                    <p:animEffect transition="in" filter="wipe(left)">
                                      <p:cBhvr>
                                        <p:cTn id="7" dur="500"/>
                                        <p:tgtEl>
                                          <p:spTgt spid="5939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9394"/>
                                        </p:tgtEl>
                                        <p:attrNameLst>
                                          <p:attrName>style.visibility</p:attrName>
                                        </p:attrNameLst>
                                      </p:cBhvr>
                                      <p:to>
                                        <p:strVal val="visible"/>
                                      </p:to>
                                    </p:set>
                                    <p:animEffect transition="in" filter="wipe(left)">
                                      <p:cBhvr>
                                        <p:cTn id="12" dur="500"/>
                                        <p:tgtEl>
                                          <p:spTgt spid="5939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wipe(up)">
                                      <p:cBhvr>
                                        <p:cTn id="17" dur="500"/>
                                        <p:tgtEl>
                                          <p:spTgt spid="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0">
                                            <p:txEl>
                                              <p:pRg st="0" end="0"/>
                                            </p:txEl>
                                          </p:spTgt>
                                        </p:tgtEl>
                                        <p:attrNameLst>
                                          <p:attrName>style.visibility</p:attrName>
                                        </p:attrNameLst>
                                      </p:cBhvr>
                                      <p:to>
                                        <p:strVal val="visible"/>
                                      </p:to>
                                    </p:set>
                                    <p:animEffect transition="in" filter="wipe(left)">
                                      <p:cBhvr>
                                        <p:cTn id="22" dur="500"/>
                                        <p:tgtEl>
                                          <p:spTgt spid="1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394" grpId="0" animBg="1" autoUpdateAnimBg="0"/>
      <p:bldP spid="59397" grpId="0" build="p" autoUpdateAnimBg="0"/>
      <p:bldP spid="10" grpId="0" build="p"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5" name="Rectangle 3"/>
          <p:cNvSpPr>
            <a:spLocks noChangeArrowheads="1"/>
          </p:cNvSpPr>
          <p:nvPr/>
        </p:nvSpPr>
        <p:spPr bwMode="auto">
          <a:xfrm>
            <a:off x="771525" y="1430884"/>
            <a:ext cx="5980112" cy="519112"/>
          </a:xfrm>
          <a:prstGeom prst="rect">
            <a:avLst/>
          </a:prstGeom>
          <a:solidFill>
            <a:srgbClr val="CCCC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rgbClr val="996633"/>
              </a:buClr>
              <a:buFont typeface="Wingdings" panose="05000000000000000000" pitchFamily="2" charset="2"/>
              <a:buBlip>
                <a:blip r:embed="rId4"/>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4"/>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4"/>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r>
              <a:rPr lang="en-US" altLang="zh-CN" sz="2800">
                <a:solidFill>
                  <a:schemeClr val="accent2"/>
                </a:solidFill>
                <a:latin typeface="楷体_GB2312" pitchFamily="49" charset="-122"/>
              </a:rPr>
              <a:t> </a:t>
            </a:r>
            <a:r>
              <a:rPr lang="en-US" altLang="zh-CN" sz="2800" b="1">
                <a:solidFill>
                  <a:schemeClr val="accent2"/>
                </a:solidFill>
                <a:latin typeface="楷体_GB2312" pitchFamily="49" charset="-122"/>
              </a:rPr>
              <a:t>2. </a:t>
            </a:r>
            <a:r>
              <a:rPr lang="zh-CN" altLang="en-US" sz="2800" b="1">
                <a:solidFill>
                  <a:schemeClr val="accent2"/>
                </a:solidFill>
                <a:latin typeface="楷体_GB2312" pitchFamily="49" charset="-122"/>
              </a:rPr>
              <a:t>若</a:t>
            </a:r>
            <a:r>
              <a:rPr lang="en-US" altLang="zh-CN" sz="2800" b="1" i="1">
                <a:solidFill>
                  <a:schemeClr val="accent2"/>
                </a:solidFill>
              </a:rPr>
              <a:t>C</a:t>
            </a:r>
            <a:r>
              <a:rPr lang="zh-CN" altLang="en-US" sz="2800" b="1">
                <a:solidFill>
                  <a:schemeClr val="accent2"/>
                </a:solidFill>
                <a:latin typeface="楷体_GB2312" pitchFamily="49" charset="-122"/>
              </a:rPr>
              <a:t>是常数</a:t>
            </a:r>
            <a:r>
              <a:rPr lang="en-US" altLang="zh-CN" sz="2800" b="1">
                <a:solidFill>
                  <a:schemeClr val="accent2"/>
                </a:solidFill>
                <a:latin typeface="楷体_GB2312" pitchFamily="49" charset="-122"/>
              </a:rPr>
              <a:t>,</a:t>
            </a:r>
            <a:r>
              <a:rPr lang="zh-CN" altLang="en-US" sz="2800" b="1">
                <a:solidFill>
                  <a:schemeClr val="accent2"/>
                </a:solidFill>
                <a:latin typeface="楷体_GB2312" pitchFamily="49" charset="-122"/>
              </a:rPr>
              <a:t>则 </a:t>
            </a:r>
            <a:r>
              <a:rPr lang="en-US" altLang="zh-CN" sz="2800" b="1" i="1">
                <a:solidFill>
                  <a:schemeClr val="tx2"/>
                </a:solidFill>
              </a:rPr>
              <a:t>D</a:t>
            </a:r>
            <a:r>
              <a:rPr lang="en-US" altLang="zh-CN" sz="2800" b="1">
                <a:solidFill>
                  <a:schemeClr val="tx2"/>
                </a:solidFill>
              </a:rPr>
              <a:t>(</a:t>
            </a:r>
            <a:r>
              <a:rPr lang="en-US" altLang="zh-CN" sz="2800" b="1" i="1">
                <a:solidFill>
                  <a:schemeClr val="tx2"/>
                </a:solidFill>
              </a:rPr>
              <a:t>CX </a:t>
            </a:r>
            <a:r>
              <a:rPr lang="en-US" altLang="zh-CN" sz="2800" b="1">
                <a:solidFill>
                  <a:schemeClr val="tx2"/>
                </a:solidFill>
              </a:rPr>
              <a:t>)=</a:t>
            </a:r>
            <a:r>
              <a:rPr lang="en-US" altLang="zh-CN" sz="2800" b="1" i="1">
                <a:solidFill>
                  <a:schemeClr val="tx2"/>
                </a:solidFill>
              </a:rPr>
              <a:t>C</a:t>
            </a:r>
            <a:r>
              <a:rPr lang="en-US" altLang="zh-CN" sz="2800" b="1" baseline="30000">
                <a:solidFill>
                  <a:schemeClr val="tx2"/>
                </a:solidFill>
              </a:rPr>
              <a:t>2</a:t>
            </a:r>
            <a:r>
              <a:rPr lang="en-US" altLang="zh-CN" sz="2800" b="1" i="1">
                <a:solidFill>
                  <a:schemeClr val="tx2"/>
                </a:solidFill>
              </a:rPr>
              <a:t>D</a:t>
            </a:r>
            <a:r>
              <a:rPr lang="en-US" altLang="zh-CN" sz="2800" b="1">
                <a:solidFill>
                  <a:schemeClr val="tx2"/>
                </a:solidFill>
              </a:rPr>
              <a:t>(</a:t>
            </a:r>
            <a:r>
              <a:rPr lang="en-US" altLang="zh-CN" sz="2800" b="1" i="1">
                <a:solidFill>
                  <a:schemeClr val="tx2"/>
                </a:solidFill>
              </a:rPr>
              <a:t>X </a:t>
            </a:r>
            <a:r>
              <a:rPr lang="en-US" altLang="zh-CN" sz="2800" b="1">
                <a:solidFill>
                  <a:schemeClr val="tx2"/>
                </a:solidFill>
              </a:rPr>
              <a:t>)</a:t>
            </a:r>
            <a:r>
              <a:rPr lang="en-US" altLang="zh-CN" sz="2800" b="1">
                <a:solidFill>
                  <a:schemeClr val="accent2"/>
                </a:solidFill>
              </a:rPr>
              <a:t>;</a:t>
            </a:r>
          </a:p>
        </p:txBody>
      </p:sp>
      <p:graphicFrame>
        <p:nvGraphicFramePr>
          <p:cNvPr id="26629" name="Object 6"/>
          <p:cNvGraphicFramePr>
            <a:graphicFrameLocks noChangeAspect="1"/>
          </p:cNvGraphicFramePr>
          <p:nvPr>
            <p:extLst>
              <p:ext uri="{D42A27DB-BD31-4B8C-83A1-F6EECF244321}">
                <p14:modId xmlns:p14="http://schemas.microsoft.com/office/powerpoint/2010/main" val="2479463219"/>
              </p:ext>
            </p:extLst>
          </p:nvPr>
        </p:nvGraphicFramePr>
        <p:xfrm>
          <a:off x="4878387" y="3855690"/>
          <a:ext cx="114300" cy="215900"/>
        </p:xfrm>
        <a:graphic>
          <a:graphicData uri="http://schemas.openxmlformats.org/presentationml/2006/ole">
            <mc:AlternateContent xmlns:mc="http://schemas.openxmlformats.org/markup-compatibility/2006">
              <mc:Choice xmlns:v="urn:schemas-microsoft-com:vml" Requires="v">
                <p:oleObj spid="_x0000_s75985" name="Equation" r:id="rId5" imgW="114151" imgH="215619" progId="Equation.3">
                  <p:embed/>
                </p:oleObj>
              </mc:Choice>
              <mc:Fallback>
                <p:oleObj name="Equation" r:id="rId5" imgW="114151" imgH="215619"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878387" y="3855690"/>
                        <a:ext cx="114300"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9400" name="Text Box 8"/>
          <p:cNvSpPr txBox="1">
            <a:spLocks noChangeArrowheads="1"/>
          </p:cNvSpPr>
          <p:nvPr/>
        </p:nvSpPr>
        <p:spPr bwMode="auto">
          <a:xfrm>
            <a:off x="927100" y="2284959"/>
            <a:ext cx="903287"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996633"/>
              </a:buClr>
              <a:buFont typeface="Wingdings" panose="05000000000000000000" pitchFamily="2" charset="2"/>
              <a:buBlip>
                <a:blip r:embed="rId4"/>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4"/>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4"/>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r>
              <a:rPr lang="zh-CN" altLang="en-US" sz="2800">
                <a:solidFill>
                  <a:srgbClr val="0000FF"/>
                </a:solidFill>
              </a:rPr>
              <a:t>证：</a:t>
            </a:r>
          </a:p>
        </p:txBody>
      </p:sp>
      <p:graphicFrame>
        <p:nvGraphicFramePr>
          <p:cNvPr id="59401" name="Object 9"/>
          <p:cNvGraphicFramePr>
            <a:graphicFrameLocks noChangeAspect="1"/>
          </p:cNvGraphicFramePr>
          <p:nvPr>
            <p:extLst>
              <p:ext uri="{D42A27DB-BD31-4B8C-83A1-F6EECF244321}">
                <p14:modId xmlns:p14="http://schemas.microsoft.com/office/powerpoint/2010/main" val="1310535887"/>
              </p:ext>
            </p:extLst>
          </p:nvPr>
        </p:nvGraphicFramePr>
        <p:xfrm>
          <a:off x="1597025" y="2311946"/>
          <a:ext cx="4559300" cy="503238"/>
        </p:xfrm>
        <a:graphic>
          <a:graphicData uri="http://schemas.openxmlformats.org/presentationml/2006/ole">
            <mc:AlternateContent xmlns:mc="http://schemas.openxmlformats.org/markup-compatibility/2006">
              <mc:Choice xmlns:v="urn:schemas-microsoft-com:vml" Requires="v">
                <p:oleObj spid="_x0000_s75986" name="Equation" r:id="rId7" imgW="99660145" imgH="10963350" progId="Equation.DSMT4">
                  <p:embed/>
                </p:oleObj>
              </mc:Choice>
              <mc:Fallback>
                <p:oleObj name="Equation" r:id="rId7" imgW="99660145" imgH="10963350" progId="Equation.DSMT4">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597025" y="2311946"/>
                        <a:ext cx="4559300" cy="50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9402" name="Object 10"/>
          <p:cNvGraphicFramePr>
            <a:graphicFrameLocks noChangeAspect="1"/>
          </p:cNvGraphicFramePr>
          <p:nvPr>
            <p:extLst>
              <p:ext uri="{D42A27DB-BD31-4B8C-83A1-F6EECF244321}">
                <p14:modId xmlns:p14="http://schemas.microsoft.com/office/powerpoint/2010/main" val="566072486"/>
              </p:ext>
            </p:extLst>
          </p:nvPr>
        </p:nvGraphicFramePr>
        <p:xfrm>
          <a:off x="2822575" y="3031084"/>
          <a:ext cx="5035550" cy="504825"/>
        </p:xfrm>
        <a:graphic>
          <a:graphicData uri="http://schemas.openxmlformats.org/presentationml/2006/ole">
            <mc:AlternateContent xmlns:mc="http://schemas.openxmlformats.org/markup-compatibility/2006">
              <mc:Choice xmlns:v="urn:schemas-microsoft-com:vml" Requires="v">
                <p:oleObj spid="_x0000_s75987" name="Equation" r:id="rId9" imgW="110023255" imgH="10963350" progId="Equation.DSMT4">
                  <p:embed/>
                </p:oleObj>
              </mc:Choice>
              <mc:Fallback>
                <p:oleObj name="Equation" r:id="rId9" imgW="110023255" imgH="10963350" progId="Equation.DSMT4">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822575" y="3031084"/>
                        <a:ext cx="5035550"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 name="Text Box 3"/>
          <p:cNvSpPr txBox="1">
            <a:spLocks noChangeArrowheads="1"/>
          </p:cNvSpPr>
          <p:nvPr/>
        </p:nvSpPr>
        <p:spPr bwMode="auto">
          <a:xfrm>
            <a:off x="1706562" y="4035078"/>
            <a:ext cx="1663700"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996633"/>
              </a:buClr>
              <a:buFont typeface="Wingdings" panose="05000000000000000000" pitchFamily="2" charset="2"/>
              <a:buBlip>
                <a:blip r:embed="rId4"/>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4"/>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4"/>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lang="zh-CN" altLang="en-US" sz="2800" dirty="0">
                <a:ea typeface="楷体_GB2312" pitchFamily="49" charset="-122"/>
              </a:rPr>
              <a:t> </a:t>
            </a:r>
            <a:r>
              <a:rPr lang="en-US" altLang="zh-CN" sz="2800" i="1" dirty="0">
                <a:ea typeface="楷体_GB2312" pitchFamily="49" charset="-122"/>
              </a:rPr>
              <a:t>D </a:t>
            </a:r>
            <a:r>
              <a:rPr lang="en-US" altLang="zh-CN" sz="2800" dirty="0">
                <a:ea typeface="楷体_GB2312" pitchFamily="49" charset="-122"/>
              </a:rPr>
              <a:t>(</a:t>
            </a:r>
            <a:r>
              <a:rPr lang="en-US" altLang="zh-CN" sz="2800" i="1" dirty="0">
                <a:ea typeface="楷体_GB2312" pitchFamily="49" charset="-122"/>
              </a:rPr>
              <a:t>C</a:t>
            </a:r>
            <a:r>
              <a:rPr lang="en-US" altLang="zh-CN" sz="2800" dirty="0">
                <a:ea typeface="楷体_GB2312" pitchFamily="49" charset="-122"/>
              </a:rPr>
              <a:t>) = 0</a:t>
            </a:r>
          </a:p>
        </p:txBody>
      </p:sp>
      <p:sp>
        <p:nvSpPr>
          <p:cNvPr id="12" name="Text Box 4"/>
          <p:cNvSpPr txBox="1">
            <a:spLocks noChangeArrowheads="1"/>
          </p:cNvSpPr>
          <p:nvPr/>
        </p:nvSpPr>
        <p:spPr bwMode="auto">
          <a:xfrm>
            <a:off x="1727200" y="4839940"/>
            <a:ext cx="2665412"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996633"/>
              </a:buClr>
              <a:buFont typeface="Wingdings" panose="05000000000000000000" pitchFamily="2" charset="2"/>
              <a:buBlip>
                <a:blip r:embed="rId4"/>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4"/>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4"/>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lang="en-US" altLang="zh-CN" sz="2800" i="1" dirty="0">
                <a:ea typeface="楷体_GB2312" pitchFamily="49" charset="-122"/>
              </a:rPr>
              <a:t>D </a:t>
            </a:r>
            <a:r>
              <a:rPr lang="en-US" altLang="zh-CN" sz="2800" dirty="0">
                <a:ea typeface="楷体_GB2312" pitchFamily="49" charset="-122"/>
              </a:rPr>
              <a:t>(</a:t>
            </a:r>
            <a:r>
              <a:rPr lang="en-US" altLang="zh-CN" sz="2800" i="1" dirty="0" err="1">
                <a:ea typeface="楷体_GB2312" pitchFamily="49" charset="-122"/>
              </a:rPr>
              <a:t>aX</a:t>
            </a:r>
            <a:r>
              <a:rPr lang="en-US" altLang="zh-CN" sz="2800" i="1" dirty="0">
                <a:ea typeface="楷体_GB2312" pitchFamily="49" charset="-122"/>
              </a:rPr>
              <a:t> </a:t>
            </a:r>
            <a:r>
              <a:rPr lang="en-US" altLang="zh-CN" sz="2800" dirty="0">
                <a:ea typeface="楷体_GB2312" pitchFamily="49" charset="-122"/>
              </a:rPr>
              <a:t>) = </a:t>
            </a:r>
            <a:r>
              <a:rPr lang="en-US" altLang="zh-CN" sz="2800" i="1" dirty="0">
                <a:ea typeface="楷体_GB2312" pitchFamily="49" charset="-122"/>
              </a:rPr>
              <a:t>a</a:t>
            </a:r>
            <a:r>
              <a:rPr lang="en-US" altLang="zh-CN" sz="2800" baseline="30000" dirty="0">
                <a:ea typeface="楷体_GB2312" pitchFamily="49" charset="-122"/>
              </a:rPr>
              <a:t>2</a:t>
            </a:r>
            <a:r>
              <a:rPr lang="en-US" altLang="zh-CN" sz="2800" i="1" dirty="0">
                <a:ea typeface="楷体_GB2312" pitchFamily="49" charset="-122"/>
              </a:rPr>
              <a:t>D</a:t>
            </a:r>
            <a:r>
              <a:rPr lang="en-US" altLang="zh-CN" sz="2800" dirty="0">
                <a:ea typeface="楷体_GB2312" pitchFamily="49" charset="-122"/>
              </a:rPr>
              <a:t>(</a:t>
            </a:r>
            <a:r>
              <a:rPr lang="en-US" altLang="zh-CN" sz="2800" i="1" dirty="0">
                <a:ea typeface="楷体_GB2312" pitchFamily="49" charset="-122"/>
              </a:rPr>
              <a:t>X</a:t>
            </a:r>
            <a:r>
              <a:rPr lang="en-US" altLang="zh-CN" sz="2800" dirty="0">
                <a:ea typeface="楷体_GB2312" pitchFamily="49" charset="-122"/>
              </a:rPr>
              <a:t>)</a:t>
            </a:r>
          </a:p>
        </p:txBody>
      </p:sp>
      <p:sp>
        <p:nvSpPr>
          <p:cNvPr id="13" name="AutoShape 5"/>
          <p:cNvSpPr>
            <a:spLocks/>
          </p:cNvSpPr>
          <p:nvPr/>
        </p:nvSpPr>
        <p:spPr bwMode="auto">
          <a:xfrm>
            <a:off x="4537075" y="4112865"/>
            <a:ext cx="152400" cy="1219200"/>
          </a:xfrm>
          <a:prstGeom prst="rightBrace">
            <a:avLst>
              <a:gd name="adj1" fmla="val 66667"/>
              <a:gd name="adj2" fmla="val 50000"/>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996633"/>
              </a:buClr>
              <a:buFont typeface="Wingdings" panose="05000000000000000000" pitchFamily="2" charset="2"/>
              <a:buBlip>
                <a:blip r:embed="rId4"/>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4"/>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4"/>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endParaRPr lang="zh-CN" altLang="en-US" sz="2800">
              <a:ea typeface="楷体_GB2312" pitchFamily="49" charset="-122"/>
            </a:endParaRPr>
          </a:p>
        </p:txBody>
      </p:sp>
      <p:sp>
        <p:nvSpPr>
          <p:cNvPr id="14" name="Text Box 6"/>
          <p:cNvSpPr txBox="1">
            <a:spLocks noChangeArrowheads="1"/>
          </p:cNvSpPr>
          <p:nvPr/>
        </p:nvSpPr>
        <p:spPr bwMode="auto">
          <a:xfrm>
            <a:off x="4926012" y="4397028"/>
            <a:ext cx="2995613"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996633"/>
              </a:buClr>
              <a:buFont typeface="Wingdings" panose="05000000000000000000" pitchFamily="2" charset="2"/>
              <a:buBlip>
                <a:blip r:embed="rId4"/>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4"/>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4"/>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 typeface="Wingdings" panose="05000000000000000000" pitchFamily="2" charset="2"/>
              <a:buNone/>
            </a:pPr>
            <a:r>
              <a:rPr lang="en-US" altLang="zh-CN" sz="2800" i="1">
                <a:ea typeface="楷体_GB2312" pitchFamily="49" charset="-122"/>
              </a:rPr>
              <a:t>D</a:t>
            </a:r>
            <a:r>
              <a:rPr lang="en-US" altLang="zh-CN" sz="2800">
                <a:ea typeface="楷体_GB2312" pitchFamily="49" charset="-122"/>
              </a:rPr>
              <a:t>(</a:t>
            </a:r>
            <a:r>
              <a:rPr lang="en-US" altLang="zh-CN" sz="2800" i="1">
                <a:ea typeface="楷体_GB2312" pitchFamily="49" charset="-122"/>
              </a:rPr>
              <a:t>aX+b </a:t>
            </a:r>
            <a:r>
              <a:rPr lang="en-US" altLang="zh-CN" sz="2800">
                <a:ea typeface="楷体_GB2312" pitchFamily="49" charset="-122"/>
              </a:rPr>
              <a:t>) = </a:t>
            </a:r>
            <a:r>
              <a:rPr lang="en-US" altLang="zh-CN" sz="2800" i="1">
                <a:ea typeface="楷体_GB2312" pitchFamily="49" charset="-122"/>
              </a:rPr>
              <a:t>a</a:t>
            </a:r>
            <a:r>
              <a:rPr lang="en-US" altLang="zh-CN" sz="2800" baseline="30000">
                <a:ea typeface="楷体_GB2312" pitchFamily="49" charset="-122"/>
              </a:rPr>
              <a:t>2</a:t>
            </a:r>
            <a:r>
              <a:rPr lang="en-US" altLang="zh-CN" sz="2800" i="1">
                <a:ea typeface="楷体_GB2312" pitchFamily="49" charset="-122"/>
              </a:rPr>
              <a:t>D</a:t>
            </a:r>
            <a:r>
              <a:rPr lang="en-US" altLang="zh-CN" sz="2800">
                <a:ea typeface="楷体_GB2312" pitchFamily="49" charset="-122"/>
              </a:rPr>
              <a:t>(</a:t>
            </a:r>
            <a:r>
              <a:rPr lang="en-US" altLang="zh-CN" sz="2800" i="1">
                <a:ea typeface="楷体_GB2312" pitchFamily="49" charset="-122"/>
              </a:rPr>
              <a:t>X</a:t>
            </a:r>
            <a:r>
              <a:rPr lang="en-US" altLang="zh-CN" sz="2800">
                <a:ea typeface="楷体_GB2312" pitchFamily="49" charset="-122"/>
              </a:rPr>
              <a:t>)</a:t>
            </a:r>
          </a:p>
        </p:txBody>
      </p:sp>
      <p:cxnSp>
        <p:nvCxnSpPr>
          <p:cNvPr id="3" name="直接连接符 2"/>
          <p:cNvCxnSpPr/>
          <p:nvPr/>
        </p:nvCxnSpPr>
        <p:spPr bwMode="auto">
          <a:xfrm>
            <a:off x="36512" y="3650750"/>
            <a:ext cx="9144000" cy="5891"/>
          </a:xfrm>
          <a:prstGeom prst="line">
            <a:avLst/>
          </a:prstGeom>
          <a:noFill/>
          <a:ln w="9525" cap="flat" cmpd="sng" algn="ctr">
            <a:solidFill>
              <a:srgbClr val="00B050"/>
            </a:solidFill>
            <a:prstDash val="solid"/>
            <a:round/>
            <a:headEnd type="none" w="med" len="med"/>
            <a:tailEnd type="none" w="med" len="med"/>
          </a:ln>
          <a:effectLst>
            <a:glow rad="101600">
              <a:schemeClr val="accent1">
                <a:satMod val="175000"/>
                <a:alpha val="40000"/>
              </a:schemeClr>
            </a:glow>
            <a:outerShdw dist="35921" dir="2700000" algn="ctr" rotWithShape="0">
              <a:schemeClr val="bg2"/>
            </a:outerShdw>
          </a:effectLst>
          <a:extLst/>
        </p:spPr>
      </p:cxnSp>
      <p:sp>
        <p:nvSpPr>
          <p:cNvPr id="26640" name="矩形 5"/>
          <p:cNvSpPr>
            <a:spLocks noChangeArrowheads="1"/>
          </p:cNvSpPr>
          <p:nvPr/>
        </p:nvSpPr>
        <p:spPr bwMode="auto">
          <a:xfrm>
            <a:off x="38593" y="4474198"/>
            <a:ext cx="185261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996633"/>
              </a:buClr>
              <a:buFont typeface="Wingdings" panose="05000000000000000000" pitchFamily="2" charset="2"/>
              <a:buBlip>
                <a:blip r:embed="rId4"/>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4"/>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4"/>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r>
              <a:rPr lang="zh-CN" altLang="en-US" sz="2000" b="1" dirty="0">
                <a:solidFill>
                  <a:srgbClr val="FF0000"/>
                </a:solidFill>
                <a:latin typeface="楷体_GB2312" pitchFamily="49" charset="-122"/>
              </a:rPr>
              <a:t>由性质</a:t>
            </a:r>
            <a:r>
              <a:rPr lang="en-US" altLang="zh-CN" sz="2000" b="1" dirty="0">
                <a:solidFill>
                  <a:srgbClr val="FF0000"/>
                </a:solidFill>
                <a:latin typeface="楷体_GB2312" pitchFamily="49" charset="-122"/>
              </a:rPr>
              <a:t>1.2</a:t>
            </a:r>
            <a:r>
              <a:rPr lang="zh-CN" altLang="en-US" sz="2000" b="1" dirty="0">
                <a:solidFill>
                  <a:srgbClr val="FF0000"/>
                </a:solidFill>
                <a:latin typeface="楷体_GB2312" pitchFamily="49" charset="-122"/>
              </a:rPr>
              <a:t>推得</a:t>
            </a:r>
            <a:endParaRPr lang="zh-CN" altLang="en-US" sz="2000" b="1" dirty="0">
              <a:solidFill>
                <a:srgbClr val="FF0000"/>
              </a:solidFill>
            </a:endParaRPr>
          </a:p>
        </p:txBody>
      </p:sp>
      <p:sp>
        <p:nvSpPr>
          <p:cNvPr id="26646" name="矩形 4"/>
          <p:cNvSpPr>
            <a:spLocks noChangeArrowheads="1"/>
          </p:cNvSpPr>
          <p:nvPr/>
        </p:nvSpPr>
        <p:spPr bwMode="auto">
          <a:xfrm>
            <a:off x="7198880" y="1016104"/>
            <a:ext cx="1944216" cy="40011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996633"/>
              </a:buClr>
              <a:buFont typeface="Wingdings" panose="05000000000000000000" pitchFamily="2" charset="2"/>
              <a:buBlip>
                <a:blip r:embed="rId4"/>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4"/>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4"/>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r>
              <a:rPr lang="en-US" altLang="zh-CN" sz="2000" b="1" i="1" dirty="0">
                <a:solidFill>
                  <a:schemeClr val="accent2"/>
                </a:solidFill>
              </a:rPr>
              <a:t>E</a:t>
            </a:r>
            <a:r>
              <a:rPr lang="en-US" altLang="zh-CN" sz="2000" b="1" dirty="0">
                <a:solidFill>
                  <a:schemeClr val="accent2"/>
                </a:solidFill>
              </a:rPr>
              <a:t>(</a:t>
            </a:r>
            <a:r>
              <a:rPr lang="en-US" altLang="zh-CN" sz="2000" b="1" i="1" dirty="0" err="1">
                <a:solidFill>
                  <a:schemeClr val="accent2"/>
                </a:solidFill>
              </a:rPr>
              <a:t>kX</a:t>
            </a:r>
            <a:r>
              <a:rPr lang="en-US" altLang="zh-CN" sz="2000" b="1" i="1" dirty="0">
                <a:solidFill>
                  <a:schemeClr val="accent2"/>
                </a:solidFill>
              </a:rPr>
              <a:t> </a:t>
            </a:r>
            <a:r>
              <a:rPr lang="en-US" altLang="zh-CN" sz="2000" b="1" dirty="0">
                <a:solidFill>
                  <a:schemeClr val="accent2"/>
                </a:solidFill>
              </a:rPr>
              <a:t>) = </a:t>
            </a:r>
            <a:r>
              <a:rPr lang="en-US" altLang="zh-CN" sz="2000" b="1" i="1" dirty="0" err="1">
                <a:solidFill>
                  <a:schemeClr val="accent2"/>
                </a:solidFill>
              </a:rPr>
              <a:t>kE</a:t>
            </a:r>
            <a:r>
              <a:rPr lang="en-US" altLang="zh-CN" sz="2000" b="1" dirty="0">
                <a:solidFill>
                  <a:schemeClr val="accent2"/>
                </a:solidFill>
              </a:rPr>
              <a:t>(</a:t>
            </a:r>
            <a:r>
              <a:rPr lang="en-US" altLang="zh-CN" sz="2000" b="1" i="1" dirty="0">
                <a:solidFill>
                  <a:schemeClr val="accent2"/>
                </a:solidFill>
              </a:rPr>
              <a:t>X </a:t>
            </a:r>
            <a:r>
              <a:rPr lang="en-US" altLang="zh-CN" sz="2000" b="1" dirty="0">
                <a:solidFill>
                  <a:schemeClr val="accent2"/>
                </a:solidFill>
              </a:rPr>
              <a:t>)</a:t>
            </a:r>
            <a:endParaRPr lang="zh-CN" altLang="en-US" sz="2000" dirty="0">
              <a:solidFill>
                <a:schemeClr val="accent2"/>
              </a:solidFill>
            </a:endParaRPr>
          </a:p>
        </p:txBody>
      </p:sp>
    </p:spTree>
    <p:extLst>
      <p:ext uri="{BB962C8B-B14F-4D97-AF65-F5344CB8AC3E}">
        <p14:creationId xmlns:p14="http://schemas.microsoft.com/office/powerpoint/2010/main" val="1586639819"/>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9395"/>
                                        </p:tgtEl>
                                        <p:attrNameLst>
                                          <p:attrName>style.visibility</p:attrName>
                                        </p:attrNameLst>
                                      </p:cBhvr>
                                      <p:to>
                                        <p:strVal val="visible"/>
                                      </p:to>
                                    </p:set>
                                    <p:animEffect transition="in" filter="wipe(left)">
                                      <p:cBhvr>
                                        <p:cTn id="7" dur="500"/>
                                        <p:tgtEl>
                                          <p:spTgt spid="5939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9400">
                                            <p:txEl>
                                              <p:pRg st="0" end="0"/>
                                            </p:txEl>
                                          </p:spTgt>
                                        </p:tgtEl>
                                        <p:attrNameLst>
                                          <p:attrName>style.visibility</p:attrName>
                                        </p:attrNameLst>
                                      </p:cBhvr>
                                      <p:to>
                                        <p:strVal val="visible"/>
                                      </p:to>
                                    </p:set>
                                    <p:animEffect transition="in" filter="wipe(left)">
                                      <p:cBhvr>
                                        <p:cTn id="12" dur="500"/>
                                        <p:tgtEl>
                                          <p:spTgt spid="59400">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59401"/>
                                        </p:tgtEl>
                                        <p:attrNameLst>
                                          <p:attrName>style.visibility</p:attrName>
                                        </p:attrNameLst>
                                      </p:cBhvr>
                                      <p:to>
                                        <p:strVal val="visible"/>
                                      </p:to>
                                    </p:set>
                                    <p:animEffect transition="in" filter="wipe(left)">
                                      <p:cBhvr>
                                        <p:cTn id="17" dur="500"/>
                                        <p:tgtEl>
                                          <p:spTgt spid="5940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59402"/>
                                        </p:tgtEl>
                                        <p:attrNameLst>
                                          <p:attrName>style.visibility</p:attrName>
                                        </p:attrNameLst>
                                      </p:cBhvr>
                                      <p:to>
                                        <p:strVal val="visible"/>
                                      </p:to>
                                    </p:set>
                                    <p:animEffect transition="in" filter="wipe(left)">
                                      <p:cBhvr>
                                        <p:cTn id="22" dur="500"/>
                                        <p:tgtEl>
                                          <p:spTgt spid="5940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wipe(left)">
                                      <p:cBhvr>
                                        <p:cTn id="27" dur="500"/>
                                        <p:tgtEl>
                                          <p:spTgt spid="11"/>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wipe(left)">
                                      <p:cBhvr>
                                        <p:cTn id="32" dur="500"/>
                                        <p:tgtEl>
                                          <p:spTgt spid="12"/>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wipe(left)">
                                      <p:cBhvr>
                                        <p:cTn id="37" dur="500"/>
                                        <p:tgtEl>
                                          <p:spTgt spid="13"/>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4"/>
                                        </p:tgtEl>
                                        <p:attrNameLst>
                                          <p:attrName>style.visibility</p:attrName>
                                        </p:attrNameLst>
                                      </p:cBhvr>
                                      <p:to>
                                        <p:strVal val="visible"/>
                                      </p:to>
                                    </p:set>
                                    <p:animEffect transition="in" filter="wipe(left)">
                                      <p:cBhvr>
                                        <p:cTn id="4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395" grpId="0" animBg="1" autoUpdateAnimBg="0"/>
      <p:bldP spid="59400" grpId="0" build="p" autoUpdateAnimBg="0"/>
      <p:bldP spid="11" grpId="0" autoUpdateAnimBg="0"/>
      <p:bldP spid="12" grpId="0" autoUpdateAnimBg="0"/>
      <p:bldP spid="13" grpId="0" animBg="1"/>
      <p:bldP spid="14" grpId="0" autoUpdateAnimBg="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8674" name="Object 8"/>
          <p:cNvGraphicFramePr>
            <a:graphicFrameLocks noChangeAspect="1"/>
          </p:cNvGraphicFramePr>
          <p:nvPr>
            <p:extLst>
              <p:ext uri="{D42A27DB-BD31-4B8C-83A1-F6EECF244321}">
                <p14:modId xmlns:p14="http://schemas.microsoft.com/office/powerpoint/2010/main" val="213619208"/>
              </p:ext>
            </p:extLst>
          </p:nvPr>
        </p:nvGraphicFramePr>
        <p:xfrm>
          <a:off x="481013" y="962026"/>
          <a:ext cx="8662987" cy="590004"/>
        </p:xfrm>
        <a:graphic>
          <a:graphicData uri="http://schemas.openxmlformats.org/presentationml/2006/ole">
            <mc:AlternateContent xmlns:mc="http://schemas.openxmlformats.org/markup-compatibility/2006">
              <mc:Choice xmlns:v="urn:schemas-microsoft-com:vml" Requires="v">
                <p:oleObj spid="_x0000_s29241" name="Equation" r:id="rId3" imgW="3447977" imgH="209520" progId="Equation.DSMT4">
                  <p:embed/>
                </p:oleObj>
              </mc:Choice>
              <mc:Fallback>
                <p:oleObj name="Equation" r:id="rId3" imgW="3447977" imgH="209520" progId="Equation.DSMT4">
                  <p:embed/>
                  <p:pic>
                    <p:nvPicPr>
                      <p:cNvPr id="0"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1013" y="962026"/>
                        <a:ext cx="8662987" cy="590004"/>
                      </a:xfrm>
                      <a:prstGeom prst="rect">
                        <a:avLst/>
                      </a:prstGeom>
                      <a:solidFill>
                        <a:srgbClr val="FFC000"/>
                      </a:solidFill>
                      <a:ln w="9525">
                        <a:solidFill>
                          <a:srgbClr val="FF0000"/>
                        </a:solidFill>
                        <a:miter lim="800000"/>
                        <a:headEnd/>
                        <a:tailEnd/>
                      </a:ln>
                    </p:spPr>
                  </p:pic>
                </p:oleObj>
              </mc:Fallback>
            </mc:AlternateContent>
          </a:graphicData>
        </a:graphic>
      </p:graphicFrame>
      <p:sp>
        <p:nvSpPr>
          <p:cNvPr id="28675" name="矩形 6"/>
          <p:cNvSpPr>
            <a:spLocks noChangeArrowheads="1"/>
          </p:cNvSpPr>
          <p:nvPr/>
        </p:nvSpPr>
        <p:spPr bwMode="auto">
          <a:xfrm>
            <a:off x="-48703" y="954089"/>
            <a:ext cx="800100" cy="585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996633"/>
              </a:buClr>
              <a:buFont typeface="Wingdings" panose="05000000000000000000" pitchFamily="2" charset="2"/>
              <a:buBlip>
                <a:blip r:embed="rId5"/>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5"/>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5"/>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5"/>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5"/>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5"/>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5"/>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5"/>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5"/>
              </a:buBlip>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r>
              <a:rPr lang="en-US" altLang="zh-CN" b="1" dirty="0">
                <a:solidFill>
                  <a:schemeClr val="accent2"/>
                </a:solidFill>
                <a:latin typeface="楷体_GB2312" pitchFamily="49" charset="-122"/>
              </a:rPr>
              <a:t>3.</a:t>
            </a:r>
            <a:r>
              <a:rPr lang="en-US" altLang="zh-CN" dirty="0">
                <a:solidFill>
                  <a:schemeClr val="accent2"/>
                </a:solidFill>
                <a:latin typeface="楷体_GB2312" pitchFamily="49" charset="-122"/>
              </a:rPr>
              <a:t> </a:t>
            </a:r>
            <a:endParaRPr lang="zh-CN" altLang="en-US" dirty="0">
              <a:solidFill>
                <a:schemeClr val="accent2"/>
              </a:solidFill>
            </a:endParaRPr>
          </a:p>
        </p:txBody>
      </p:sp>
      <p:graphicFrame>
        <p:nvGraphicFramePr>
          <p:cNvPr id="8" name="Object 2"/>
          <p:cNvGraphicFramePr>
            <a:graphicFrameLocks noChangeAspect="1"/>
          </p:cNvGraphicFramePr>
          <p:nvPr>
            <p:extLst>
              <p:ext uri="{D42A27DB-BD31-4B8C-83A1-F6EECF244321}">
                <p14:modId xmlns:p14="http://schemas.microsoft.com/office/powerpoint/2010/main" val="1216578096"/>
              </p:ext>
            </p:extLst>
          </p:nvPr>
        </p:nvGraphicFramePr>
        <p:xfrm>
          <a:off x="579438" y="2052020"/>
          <a:ext cx="7797800" cy="709612"/>
        </p:xfrm>
        <a:graphic>
          <a:graphicData uri="http://schemas.openxmlformats.org/presentationml/2006/ole">
            <mc:AlternateContent xmlns:mc="http://schemas.openxmlformats.org/markup-compatibility/2006">
              <mc:Choice xmlns:v="urn:schemas-microsoft-com:vml" Requires="v">
                <p:oleObj spid="_x0000_s29242" name="Equation" r:id="rId6" imgW="3914767" imgH="228690" progId="Equation.DSMT4">
                  <p:embed/>
                </p:oleObj>
              </mc:Choice>
              <mc:Fallback>
                <p:oleObj name="Equation" r:id="rId6" imgW="3914767" imgH="228690" progId="Equation.DSMT4">
                  <p:embed/>
                  <p:pic>
                    <p:nvPicPr>
                      <p:cNvPr id="0" name="Object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79438" y="2052020"/>
                        <a:ext cx="7797800" cy="709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 name="Object 4"/>
          <p:cNvGraphicFramePr>
            <a:graphicFrameLocks noChangeAspect="1"/>
          </p:cNvGraphicFramePr>
          <p:nvPr>
            <p:extLst>
              <p:ext uri="{D42A27DB-BD31-4B8C-83A1-F6EECF244321}">
                <p14:modId xmlns:p14="http://schemas.microsoft.com/office/powerpoint/2010/main" val="1840667262"/>
              </p:ext>
            </p:extLst>
          </p:nvPr>
        </p:nvGraphicFramePr>
        <p:xfrm>
          <a:off x="351347" y="4173031"/>
          <a:ext cx="8147050" cy="687387"/>
        </p:xfrm>
        <a:graphic>
          <a:graphicData uri="http://schemas.openxmlformats.org/presentationml/2006/ole">
            <mc:AlternateContent xmlns:mc="http://schemas.openxmlformats.org/markup-compatibility/2006">
              <mc:Choice xmlns:v="urn:schemas-microsoft-com:vml" Requires="v">
                <p:oleObj spid="_x0000_s29243" name="Equation" r:id="rId8" imgW="3771866" imgH="228690" progId="Equation.DSMT4">
                  <p:embed/>
                </p:oleObj>
              </mc:Choice>
              <mc:Fallback>
                <p:oleObj name="Equation" r:id="rId8" imgW="3771866" imgH="228690" progId="Equation.DSMT4">
                  <p:embed/>
                  <p:pic>
                    <p:nvPicPr>
                      <p:cNvPr id="0" name="Object 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51347" y="4173031"/>
                        <a:ext cx="8147050" cy="687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 name="Object 5"/>
          <p:cNvGraphicFramePr>
            <a:graphicFrameLocks noChangeAspect="1"/>
          </p:cNvGraphicFramePr>
          <p:nvPr>
            <p:extLst>
              <p:ext uri="{D42A27DB-BD31-4B8C-83A1-F6EECF244321}">
                <p14:modId xmlns:p14="http://schemas.microsoft.com/office/powerpoint/2010/main" val="3822305662"/>
              </p:ext>
            </p:extLst>
          </p:nvPr>
        </p:nvGraphicFramePr>
        <p:xfrm>
          <a:off x="351347" y="5397962"/>
          <a:ext cx="6019800" cy="642938"/>
        </p:xfrm>
        <a:graphic>
          <a:graphicData uri="http://schemas.openxmlformats.org/presentationml/2006/ole">
            <mc:AlternateContent xmlns:mc="http://schemas.openxmlformats.org/markup-compatibility/2006">
              <mc:Choice xmlns:v="urn:schemas-microsoft-com:vml" Requires="v">
                <p:oleObj spid="_x0000_s29244" name="Equation" r:id="rId10" imgW="2762379" imgH="228690" progId="Equation.DSMT4">
                  <p:embed/>
                </p:oleObj>
              </mc:Choice>
              <mc:Fallback>
                <p:oleObj name="Equation" r:id="rId10" imgW="2762379" imgH="228690" progId="Equation.DSMT4">
                  <p:embed/>
                  <p:pic>
                    <p:nvPicPr>
                      <p:cNvPr id="0" name="Object 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51347" y="5397962"/>
                        <a:ext cx="6019800" cy="642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 name="Text Box 8"/>
          <p:cNvSpPr txBox="1">
            <a:spLocks noChangeArrowheads="1"/>
          </p:cNvSpPr>
          <p:nvPr/>
        </p:nvSpPr>
        <p:spPr bwMode="auto">
          <a:xfrm>
            <a:off x="464659" y="1618699"/>
            <a:ext cx="9032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996633"/>
              </a:buClr>
              <a:buFont typeface="Wingdings" panose="05000000000000000000" pitchFamily="2" charset="2"/>
              <a:buBlip>
                <a:blip r:embed="rId5"/>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5"/>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5"/>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5"/>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5"/>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5"/>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5"/>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5"/>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5"/>
              </a:buBlip>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r>
              <a:rPr lang="zh-CN" altLang="en-US" sz="2800" dirty="0">
                <a:solidFill>
                  <a:srgbClr val="0000FF"/>
                </a:solidFill>
              </a:rPr>
              <a:t>证：</a:t>
            </a:r>
          </a:p>
        </p:txBody>
      </p:sp>
      <p:graphicFrame>
        <p:nvGraphicFramePr>
          <p:cNvPr id="3" name="Object 9"/>
          <p:cNvGraphicFramePr>
            <a:graphicFrameLocks noChangeAspect="1"/>
          </p:cNvGraphicFramePr>
          <p:nvPr>
            <p:extLst>
              <p:ext uri="{D42A27DB-BD31-4B8C-83A1-F6EECF244321}">
                <p14:modId xmlns:p14="http://schemas.microsoft.com/office/powerpoint/2010/main" val="2661242188"/>
              </p:ext>
            </p:extLst>
          </p:nvPr>
        </p:nvGraphicFramePr>
        <p:xfrm>
          <a:off x="1763688" y="2673253"/>
          <a:ext cx="4264025" cy="784225"/>
        </p:xfrm>
        <a:graphic>
          <a:graphicData uri="http://schemas.openxmlformats.org/presentationml/2006/ole">
            <mc:AlternateContent xmlns:mc="http://schemas.openxmlformats.org/markup-compatibility/2006">
              <mc:Choice xmlns:v="urn:schemas-microsoft-com:vml" Requires="v">
                <p:oleObj spid="_x0000_s29245" name="Equation" r:id="rId12" imgW="1943066" imgH="257310" progId="Equation.DSMT4">
                  <p:embed/>
                </p:oleObj>
              </mc:Choice>
              <mc:Fallback>
                <p:oleObj name="Equation" r:id="rId12" imgW="1943066" imgH="257310" progId="Equation.DSMT4">
                  <p:embed/>
                  <p:pic>
                    <p:nvPicPr>
                      <p:cNvPr id="0" name="Object 9"/>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763688" y="2673253"/>
                        <a:ext cx="4264025" cy="78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8681" name="对象 3"/>
          <p:cNvGraphicFramePr>
            <a:graphicFrameLocks noChangeAspect="1"/>
          </p:cNvGraphicFramePr>
          <p:nvPr>
            <p:extLst>
              <p:ext uri="{D42A27DB-BD31-4B8C-83A1-F6EECF244321}">
                <p14:modId xmlns:p14="http://schemas.microsoft.com/office/powerpoint/2010/main" val="1026010787"/>
              </p:ext>
            </p:extLst>
          </p:nvPr>
        </p:nvGraphicFramePr>
        <p:xfrm>
          <a:off x="351347" y="3534109"/>
          <a:ext cx="8532812" cy="642937"/>
        </p:xfrm>
        <a:graphic>
          <a:graphicData uri="http://schemas.openxmlformats.org/presentationml/2006/ole">
            <mc:AlternateContent xmlns:mc="http://schemas.openxmlformats.org/markup-compatibility/2006">
              <mc:Choice xmlns:v="urn:schemas-microsoft-com:vml" Requires="v">
                <p:oleObj spid="_x0000_s29246" name="Equation" r:id="rId14" imgW="3708400" imgH="279400" progId="Equation.DSMT4">
                  <p:embed/>
                </p:oleObj>
              </mc:Choice>
              <mc:Fallback>
                <p:oleObj name="Equation" r:id="rId14" imgW="3708400" imgH="279400" progId="Equation.DSMT4">
                  <p:embed/>
                  <p:pic>
                    <p:nvPicPr>
                      <p:cNvPr id="0" name="对象 3"/>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51347" y="3534109"/>
                        <a:ext cx="8532812" cy="642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 name="Object 18"/>
          <p:cNvGraphicFramePr>
            <a:graphicFrameLocks noChangeAspect="1"/>
          </p:cNvGraphicFramePr>
          <p:nvPr>
            <p:extLst>
              <p:ext uri="{D42A27DB-BD31-4B8C-83A1-F6EECF244321}">
                <p14:modId xmlns:p14="http://schemas.microsoft.com/office/powerpoint/2010/main" val="1564189075"/>
              </p:ext>
            </p:extLst>
          </p:nvPr>
        </p:nvGraphicFramePr>
        <p:xfrm>
          <a:off x="5901050" y="571525"/>
          <a:ext cx="3210176" cy="338292"/>
        </p:xfrm>
        <a:graphic>
          <a:graphicData uri="http://schemas.openxmlformats.org/presentationml/2006/ole">
            <mc:AlternateContent xmlns:mc="http://schemas.openxmlformats.org/markup-compatibility/2006">
              <mc:Choice xmlns:v="urn:schemas-microsoft-com:vml" Requires="v">
                <p:oleObj spid="_x0000_s29247" name="Equation" r:id="rId16" imgW="3594100" imgH="393700" progId="Equation.DSMT4">
                  <p:embed/>
                </p:oleObj>
              </mc:Choice>
              <mc:Fallback>
                <p:oleObj name="Equation" r:id="rId16" imgW="3594100" imgH="393700" progId="Equation.DSMT4">
                  <p:embed/>
                  <p:pic>
                    <p:nvPicPr>
                      <p:cNvPr id="0" name="Object 18"/>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5901050" y="571525"/>
                        <a:ext cx="3210176" cy="338292"/>
                      </a:xfrm>
                      <a:prstGeom prst="rect">
                        <a:avLst/>
                      </a:prstGeom>
                      <a:solidFill>
                        <a:srgbClr val="FFFF00"/>
                      </a:solidFill>
                      <a:ln>
                        <a:noFill/>
                      </a:ln>
                    </p:spPr>
                  </p:pic>
                </p:oleObj>
              </mc:Fallback>
            </mc:AlternateContent>
          </a:graphicData>
        </a:graphic>
      </p:graphicFrame>
      <p:sp>
        <p:nvSpPr>
          <p:cNvPr id="28694" name="文本框 34"/>
          <p:cNvSpPr txBox="1">
            <a:spLocks noChangeArrowheads="1"/>
          </p:cNvSpPr>
          <p:nvPr/>
        </p:nvSpPr>
        <p:spPr bwMode="auto">
          <a:xfrm>
            <a:off x="7937" y="4949523"/>
            <a:ext cx="946151"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996633"/>
              </a:buClr>
              <a:buFont typeface="Wingdings" panose="05000000000000000000" pitchFamily="2" charset="2"/>
              <a:buBlip>
                <a:blip r:embed="rId5"/>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5"/>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5"/>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5"/>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5"/>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5"/>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5"/>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5"/>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5"/>
              </a:buBlip>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r>
              <a:rPr lang="zh-CN" altLang="en-US" sz="2400" dirty="0">
                <a:solidFill>
                  <a:schemeClr val="accent2"/>
                </a:solidFill>
              </a:rPr>
              <a:t>定义</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up)">
                                      <p:cBhvr>
                                        <p:cTn id="7" dur="500"/>
                                        <p:tgtEl>
                                          <p:spTgt spid="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up)">
                                      <p:cBhvr>
                                        <p:cTn id="12" dur="500"/>
                                        <p:tgtEl>
                                          <p:spTgt spid="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wipe(up)">
                                      <p:cBhvr>
                                        <p:cTn id="17" dur="500"/>
                                        <p:tgtEl>
                                          <p:spTgt spid="1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1">
                                            <p:txEl>
                                              <p:pRg st="0" end="0"/>
                                            </p:txEl>
                                          </p:spTgt>
                                        </p:tgtEl>
                                        <p:attrNameLst>
                                          <p:attrName>style.visibility</p:attrName>
                                        </p:attrNameLst>
                                      </p:cBhvr>
                                      <p:to>
                                        <p:strVal val="visible"/>
                                      </p:to>
                                    </p:set>
                                    <p:animEffect transition="in" filter="wipe(left)">
                                      <p:cBhvr>
                                        <p:cTn id="22" dur="500"/>
                                        <p:tgtEl>
                                          <p:spTgt spid="11">
                                            <p:txEl>
                                              <p:pRg st="0" end="0"/>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nodeType="clickEffect">
                                  <p:stCondLst>
                                    <p:cond delay="0"/>
                                  </p:stCondLst>
                                  <p:childTnLst>
                                    <p:set>
                                      <p:cBhvr>
                                        <p:cTn id="26" dur="1" fill="hold">
                                          <p:stCondLst>
                                            <p:cond delay="0"/>
                                          </p:stCondLst>
                                        </p:cTn>
                                        <p:tgtEl>
                                          <p:spTgt spid="3"/>
                                        </p:tgtEl>
                                        <p:attrNameLst>
                                          <p:attrName>style.visibility</p:attrName>
                                        </p:attrNameLst>
                                      </p:cBhvr>
                                      <p:to>
                                        <p:strVal val="visible"/>
                                      </p:to>
                                    </p:set>
                                    <p:animEffect transition="in" filter="wipe(up)">
                                      <p:cBhvr>
                                        <p:cTn id="27" dur="500"/>
                                        <p:tgtEl>
                                          <p:spTgt spid="3"/>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wipe(left)">
                                      <p:cBhvr>
                                        <p:cTn id="3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uild="p" autoUpdateAnimBg="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9698" name="Object 8"/>
          <p:cNvGraphicFramePr>
            <a:graphicFrameLocks noChangeAspect="1"/>
          </p:cNvGraphicFramePr>
          <p:nvPr/>
        </p:nvGraphicFramePr>
        <p:xfrm>
          <a:off x="211138" y="698500"/>
          <a:ext cx="8474075" cy="703263"/>
        </p:xfrm>
        <a:graphic>
          <a:graphicData uri="http://schemas.openxmlformats.org/presentationml/2006/ole">
            <mc:AlternateContent xmlns:mc="http://schemas.openxmlformats.org/markup-compatibility/2006">
              <mc:Choice xmlns:v="urn:schemas-microsoft-com:vml" Requires="v">
                <p:oleObj spid="_x0000_s30097" name="Equation" r:id="rId3" imgW="3371799" imgH="209520" progId="Equation.DSMT4">
                  <p:embed/>
                </p:oleObj>
              </mc:Choice>
              <mc:Fallback>
                <p:oleObj name="Equation" r:id="rId3" imgW="3371799" imgH="209520" progId="Equation.DSMT4">
                  <p:embed/>
                  <p:pic>
                    <p:nvPicPr>
                      <p:cNvPr id="0"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1138" y="698500"/>
                        <a:ext cx="8474075" cy="703263"/>
                      </a:xfrm>
                      <a:prstGeom prst="rect">
                        <a:avLst/>
                      </a:prstGeom>
                      <a:noFill/>
                      <a:ln w="9525">
                        <a:solidFill>
                          <a:srgbClr val="FF0000"/>
                        </a:solidFill>
                        <a:miter lim="800000"/>
                        <a:headEnd/>
                        <a:tailEnd/>
                      </a:ln>
                    </p:spPr>
                  </p:pic>
                </p:oleObj>
              </mc:Fallback>
            </mc:AlternateContent>
          </a:graphicData>
        </a:graphic>
      </p:graphicFrame>
      <p:graphicFrame>
        <p:nvGraphicFramePr>
          <p:cNvPr id="8" name="Object 2"/>
          <p:cNvGraphicFramePr>
            <a:graphicFrameLocks noChangeAspect="1"/>
          </p:cNvGraphicFramePr>
          <p:nvPr/>
        </p:nvGraphicFramePr>
        <p:xfrm>
          <a:off x="514350" y="2462213"/>
          <a:ext cx="8024813" cy="773112"/>
        </p:xfrm>
        <a:graphic>
          <a:graphicData uri="http://schemas.openxmlformats.org/presentationml/2006/ole">
            <mc:AlternateContent xmlns:mc="http://schemas.openxmlformats.org/markup-compatibility/2006">
              <mc:Choice xmlns:v="urn:schemas-microsoft-com:vml" Requires="v">
                <p:oleObj spid="_x0000_s30098" name="Equation" r:id="rId5" imgW="4029033" imgH="257310" progId="Equation.DSMT4">
                  <p:embed/>
                </p:oleObj>
              </mc:Choice>
              <mc:Fallback>
                <p:oleObj name="Equation" r:id="rId5" imgW="4029033" imgH="257310" progId="Equation.DSMT4">
                  <p:embed/>
                  <p:pic>
                    <p:nvPicPr>
                      <p:cNvPr id="0" name="Object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14350" y="2462213"/>
                        <a:ext cx="8024813" cy="773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 name="Object 4"/>
          <p:cNvGraphicFramePr>
            <a:graphicFrameLocks noChangeAspect="1"/>
          </p:cNvGraphicFramePr>
          <p:nvPr/>
        </p:nvGraphicFramePr>
        <p:xfrm>
          <a:off x="336550" y="4552950"/>
          <a:ext cx="8256588" cy="719138"/>
        </p:xfrm>
        <a:graphic>
          <a:graphicData uri="http://schemas.openxmlformats.org/presentationml/2006/ole">
            <mc:AlternateContent xmlns:mc="http://schemas.openxmlformats.org/markup-compatibility/2006">
              <mc:Choice xmlns:v="urn:schemas-microsoft-com:vml" Requires="v">
                <p:oleObj spid="_x0000_s30099" name="Equation" r:id="rId7" imgW="3809955" imgH="228690" progId="Equation.DSMT4">
                  <p:embed/>
                </p:oleObj>
              </mc:Choice>
              <mc:Fallback>
                <p:oleObj name="Equation" r:id="rId7" imgW="3809955" imgH="228690" progId="Equation.DSMT4">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36550" y="4552950"/>
                        <a:ext cx="8256588" cy="719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 name="Object 5"/>
          <p:cNvGraphicFramePr>
            <a:graphicFrameLocks noChangeAspect="1"/>
          </p:cNvGraphicFramePr>
          <p:nvPr>
            <p:extLst>
              <p:ext uri="{D42A27DB-BD31-4B8C-83A1-F6EECF244321}">
                <p14:modId xmlns:p14="http://schemas.microsoft.com/office/powerpoint/2010/main" val="3194882258"/>
              </p:ext>
            </p:extLst>
          </p:nvPr>
        </p:nvGraphicFramePr>
        <p:xfrm>
          <a:off x="332099" y="5543550"/>
          <a:ext cx="5883275" cy="466725"/>
        </p:xfrm>
        <a:graphic>
          <a:graphicData uri="http://schemas.openxmlformats.org/presentationml/2006/ole">
            <mc:AlternateContent xmlns:mc="http://schemas.openxmlformats.org/markup-compatibility/2006">
              <mc:Choice xmlns:v="urn:schemas-microsoft-com:vml" Requires="v">
                <p:oleObj spid="_x0000_s30100" name="Equation" r:id="rId9" imgW="2695657" imgH="152280" progId="Equation.DSMT4">
                  <p:embed/>
                </p:oleObj>
              </mc:Choice>
              <mc:Fallback>
                <p:oleObj name="Equation" r:id="rId9" imgW="2695657" imgH="152280" progId="Equation.DSMT4">
                  <p:embed/>
                  <p:pic>
                    <p:nvPicPr>
                      <p:cNvPr id="0" name="Object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32099" y="5543550"/>
                        <a:ext cx="5883275" cy="46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 name="Text Box 8"/>
          <p:cNvSpPr txBox="1">
            <a:spLocks noChangeArrowheads="1"/>
          </p:cNvSpPr>
          <p:nvPr/>
        </p:nvSpPr>
        <p:spPr bwMode="auto">
          <a:xfrm>
            <a:off x="539750" y="1868488"/>
            <a:ext cx="9032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996633"/>
              </a:buClr>
              <a:buFont typeface="Wingdings" panose="05000000000000000000" pitchFamily="2" charset="2"/>
              <a:buBlip>
                <a:blip r:embed="rId11"/>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11"/>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11"/>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11"/>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11"/>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11"/>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11"/>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11"/>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11"/>
              </a:buBlip>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r>
              <a:rPr lang="zh-CN" altLang="en-US" sz="2800">
                <a:solidFill>
                  <a:srgbClr val="0000FF"/>
                </a:solidFill>
              </a:rPr>
              <a:t>证：</a:t>
            </a:r>
          </a:p>
        </p:txBody>
      </p:sp>
      <p:graphicFrame>
        <p:nvGraphicFramePr>
          <p:cNvPr id="3" name="Object 9"/>
          <p:cNvGraphicFramePr>
            <a:graphicFrameLocks noChangeAspect="1"/>
          </p:cNvGraphicFramePr>
          <p:nvPr>
            <p:extLst>
              <p:ext uri="{D42A27DB-BD31-4B8C-83A1-F6EECF244321}">
                <p14:modId xmlns:p14="http://schemas.microsoft.com/office/powerpoint/2010/main" val="3234551826"/>
              </p:ext>
            </p:extLst>
          </p:nvPr>
        </p:nvGraphicFramePr>
        <p:xfrm>
          <a:off x="332099" y="3386626"/>
          <a:ext cx="4019550" cy="784225"/>
        </p:xfrm>
        <a:graphic>
          <a:graphicData uri="http://schemas.openxmlformats.org/presentationml/2006/ole">
            <mc:AlternateContent xmlns:mc="http://schemas.openxmlformats.org/markup-compatibility/2006">
              <mc:Choice xmlns:v="urn:schemas-microsoft-com:vml" Requires="v">
                <p:oleObj spid="_x0000_s30101" name="Equation" r:id="rId12" imgW="1828800" imgH="257310" progId="Equation.DSMT4">
                  <p:embed/>
                </p:oleObj>
              </mc:Choice>
              <mc:Fallback>
                <p:oleObj name="Equation" r:id="rId12" imgW="1828800" imgH="257310" progId="Equation.DSMT4">
                  <p:embed/>
                  <p:pic>
                    <p:nvPicPr>
                      <p:cNvPr id="0" name="Object 9"/>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32099" y="3386626"/>
                        <a:ext cx="4019550" cy="78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up)">
                                      <p:cBhvr>
                                        <p:cTn id="7" dur="500"/>
                                        <p:tgtEl>
                                          <p:spTgt spid="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up)">
                                      <p:cBhvr>
                                        <p:cTn id="12" dur="500"/>
                                        <p:tgtEl>
                                          <p:spTgt spid="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wipe(up)">
                                      <p:cBhvr>
                                        <p:cTn id="17" dur="500"/>
                                        <p:tgtEl>
                                          <p:spTgt spid="1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1">
                                            <p:txEl>
                                              <p:pRg st="0" end="0"/>
                                            </p:txEl>
                                          </p:spTgt>
                                        </p:tgtEl>
                                        <p:attrNameLst>
                                          <p:attrName>style.visibility</p:attrName>
                                        </p:attrNameLst>
                                      </p:cBhvr>
                                      <p:to>
                                        <p:strVal val="visible"/>
                                      </p:to>
                                    </p:set>
                                    <p:animEffect transition="in" filter="wipe(left)">
                                      <p:cBhvr>
                                        <p:cTn id="22" dur="500"/>
                                        <p:tgtEl>
                                          <p:spTgt spid="11">
                                            <p:txEl>
                                              <p:pRg st="0" end="0"/>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nodeType="clickEffect">
                                  <p:stCondLst>
                                    <p:cond delay="0"/>
                                  </p:stCondLst>
                                  <p:childTnLst>
                                    <p:set>
                                      <p:cBhvr>
                                        <p:cTn id="26" dur="1" fill="hold">
                                          <p:stCondLst>
                                            <p:cond delay="0"/>
                                          </p:stCondLst>
                                        </p:cTn>
                                        <p:tgtEl>
                                          <p:spTgt spid="3"/>
                                        </p:tgtEl>
                                        <p:attrNameLst>
                                          <p:attrName>style.visibility</p:attrName>
                                        </p:attrNameLst>
                                      </p:cBhvr>
                                      <p:to>
                                        <p:strVal val="visible"/>
                                      </p:to>
                                    </p:set>
                                    <p:animEffect transition="in" filter="wipe(up)">
                                      <p:cBhvr>
                                        <p:cTn id="2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uild="p" autoUpdateAnimBg="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0722" name="Object 8"/>
          <p:cNvGraphicFramePr>
            <a:graphicFrameLocks noChangeAspect="1"/>
          </p:cNvGraphicFramePr>
          <p:nvPr>
            <p:extLst>
              <p:ext uri="{D42A27DB-BD31-4B8C-83A1-F6EECF244321}">
                <p14:modId xmlns:p14="http://schemas.microsoft.com/office/powerpoint/2010/main" val="68755103"/>
              </p:ext>
            </p:extLst>
          </p:nvPr>
        </p:nvGraphicFramePr>
        <p:xfrm>
          <a:off x="1043608" y="908720"/>
          <a:ext cx="6263977" cy="1265238"/>
        </p:xfrm>
        <a:graphic>
          <a:graphicData uri="http://schemas.openxmlformats.org/presentationml/2006/ole">
            <mc:AlternateContent xmlns:mc="http://schemas.openxmlformats.org/markup-compatibility/2006">
              <mc:Choice xmlns:v="urn:schemas-microsoft-com:vml" Requires="v">
                <p:oleObj spid="_x0000_s30885" name="Equation" r:id="rId3" imgW="2381222" imgH="400140" progId="Equation.DSMT4">
                  <p:embed/>
                </p:oleObj>
              </mc:Choice>
              <mc:Fallback>
                <p:oleObj name="Equation" r:id="rId3" imgW="2381222" imgH="400140" progId="Equation.DSMT4">
                  <p:embed/>
                  <p:pic>
                    <p:nvPicPr>
                      <p:cNvPr id="0"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43608" y="908720"/>
                        <a:ext cx="6263977" cy="1265238"/>
                      </a:xfrm>
                      <a:prstGeom prst="rect">
                        <a:avLst/>
                      </a:prstGeom>
                      <a:noFill/>
                      <a:ln w="9525">
                        <a:noFill/>
                        <a:miter lim="800000"/>
                        <a:headEnd/>
                        <a:tailEnd/>
                      </a:ln>
                    </p:spPr>
                  </p:pic>
                </p:oleObj>
              </mc:Fallback>
            </mc:AlternateContent>
          </a:graphicData>
        </a:graphic>
      </p:graphicFrame>
      <p:sp>
        <p:nvSpPr>
          <p:cNvPr id="5" name="Text Box 9"/>
          <p:cNvSpPr txBox="1">
            <a:spLocks noChangeArrowheads="1"/>
          </p:cNvSpPr>
          <p:nvPr/>
        </p:nvSpPr>
        <p:spPr bwMode="auto">
          <a:xfrm>
            <a:off x="912813" y="3357563"/>
            <a:ext cx="60896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996633"/>
              </a:buClr>
              <a:buFont typeface="Wingdings" panose="05000000000000000000" pitchFamily="2" charset="2"/>
              <a:buBlip>
                <a:blip r:embed="rId5"/>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5"/>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5"/>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5"/>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5"/>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5"/>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5"/>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5"/>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5"/>
              </a:buBlip>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lang="zh-CN" altLang="en-US" sz="3600">
                <a:ea typeface="楷体_GB2312" pitchFamily="49" charset="-122"/>
              </a:rPr>
              <a:t>特别地，若</a:t>
            </a:r>
            <a:r>
              <a:rPr lang="en-US" altLang="zh-CN" sz="3600" i="1">
                <a:ea typeface="楷体_GB2312" pitchFamily="49" charset="-122"/>
              </a:rPr>
              <a:t>X ,Y </a:t>
            </a:r>
            <a:r>
              <a:rPr lang="zh-CN" altLang="en-US" sz="3600">
                <a:ea typeface="楷体_GB2312" pitchFamily="49" charset="-122"/>
              </a:rPr>
              <a:t>相互独立，则</a:t>
            </a:r>
          </a:p>
        </p:txBody>
      </p:sp>
      <p:graphicFrame>
        <p:nvGraphicFramePr>
          <p:cNvPr id="6" name="Object 10"/>
          <p:cNvGraphicFramePr>
            <a:graphicFrameLocks noChangeAspect="1"/>
          </p:cNvGraphicFramePr>
          <p:nvPr>
            <p:extLst>
              <p:ext uri="{D42A27DB-BD31-4B8C-83A1-F6EECF244321}">
                <p14:modId xmlns:p14="http://schemas.microsoft.com/office/powerpoint/2010/main" val="3128893259"/>
              </p:ext>
            </p:extLst>
          </p:nvPr>
        </p:nvGraphicFramePr>
        <p:xfrm>
          <a:off x="1763688" y="4411663"/>
          <a:ext cx="4967288" cy="673100"/>
        </p:xfrm>
        <a:graphic>
          <a:graphicData uri="http://schemas.openxmlformats.org/presentationml/2006/ole">
            <mc:AlternateContent xmlns:mc="http://schemas.openxmlformats.org/markup-compatibility/2006">
              <mc:Choice xmlns:v="urn:schemas-microsoft-com:vml" Requires="v">
                <p:oleObj spid="_x0000_s30886" name="Equation" r:id="rId6" imgW="1542999" imgH="142830" progId="Equation.DSMT4">
                  <p:embed/>
                </p:oleObj>
              </mc:Choice>
              <mc:Fallback>
                <p:oleObj name="Equation" r:id="rId6" imgW="1542999" imgH="142830" progId="Equation.DSMT4">
                  <p:embed/>
                  <p:pic>
                    <p:nvPicPr>
                      <p:cNvPr id="0" name="Object 1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763688" y="4411663"/>
                        <a:ext cx="4967288" cy="673100"/>
                      </a:xfrm>
                      <a:prstGeom prst="rect">
                        <a:avLst/>
                      </a:prstGeom>
                      <a:noFill/>
                      <a:ln w="9525">
                        <a:noFill/>
                        <a:miter lim="800000"/>
                        <a:headEnd/>
                        <a:tailEnd/>
                      </a:ln>
                    </p:spPr>
                  </p:pic>
                </p:oleObj>
              </mc:Fallback>
            </mc:AlternateContent>
          </a:graphicData>
        </a:graphic>
      </p:graphicFrame>
      <p:sp>
        <p:nvSpPr>
          <p:cNvPr id="2" name="椭圆 1"/>
          <p:cNvSpPr/>
          <p:nvPr/>
        </p:nvSpPr>
        <p:spPr bwMode="auto">
          <a:xfrm>
            <a:off x="2843808" y="4365104"/>
            <a:ext cx="360040" cy="745529"/>
          </a:xfrm>
          <a:prstGeom prst="ellipse">
            <a:avLst/>
          </a:prstGeom>
          <a:noFill/>
          <a:ln w="38100" cap="flat" cmpd="sng" algn="ctr">
            <a:solidFill>
              <a:schemeClr val="accent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smtClean="0">
              <a:ln>
                <a:noFill/>
              </a:ln>
              <a:solidFill>
                <a:schemeClr val="hlink"/>
              </a:solidFill>
              <a:effectLst/>
              <a:latin typeface="楷体_GB2312" pitchFamily="49" charset="-122"/>
              <a:ea typeface="楷体_GB2312" pitchFamily="49" charset="-122"/>
            </a:endParaRPr>
          </a:p>
        </p:txBody>
      </p:sp>
      <p:sp>
        <p:nvSpPr>
          <p:cNvPr id="7" name="椭圆 6"/>
          <p:cNvSpPr/>
          <p:nvPr/>
        </p:nvSpPr>
        <p:spPr bwMode="auto">
          <a:xfrm>
            <a:off x="1835696" y="795810"/>
            <a:ext cx="360040" cy="745529"/>
          </a:xfrm>
          <a:prstGeom prst="ellipse">
            <a:avLst/>
          </a:prstGeom>
          <a:noFill/>
          <a:ln w="38100" cap="flat" cmpd="sng" algn="ctr">
            <a:solidFill>
              <a:schemeClr val="accent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smtClean="0">
              <a:ln>
                <a:noFill/>
              </a:ln>
              <a:solidFill>
                <a:schemeClr val="hlink"/>
              </a:solidFill>
              <a:effectLst/>
              <a:latin typeface="楷体_GB2312" pitchFamily="49" charset="-122"/>
              <a:ea typeface="楷体_GB2312" pitchFamily="49" charset="-122"/>
            </a:endParaRPr>
          </a:p>
        </p:txBody>
      </p:sp>
      <p:sp>
        <p:nvSpPr>
          <p:cNvPr id="8" name="椭圆 7"/>
          <p:cNvSpPr/>
          <p:nvPr/>
        </p:nvSpPr>
        <p:spPr bwMode="auto">
          <a:xfrm>
            <a:off x="2555776" y="1428429"/>
            <a:ext cx="360040" cy="745529"/>
          </a:xfrm>
          <a:prstGeom prst="ellipse">
            <a:avLst/>
          </a:prstGeom>
          <a:noFill/>
          <a:ln w="38100" cap="flat" cmpd="sng" algn="ctr">
            <a:solidFill>
              <a:schemeClr val="accent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smtClean="0">
              <a:ln>
                <a:noFill/>
              </a:ln>
              <a:solidFill>
                <a:schemeClr val="hlink"/>
              </a:solidFill>
              <a:effectLst/>
              <a:latin typeface="楷体_GB2312" pitchFamily="49" charset="-122"/>
              <a:ea typeface="楷体_GB2312"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utoUpdateAnimBg="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6" name="Rectangle 4"/>
          <p:cNvSpPr>
            <a:spLocks noChangeArrowheads="1"/>
          </p:cNvSpPr>
          <p:nvPr/>
        </p:nvSpPr>
        <p:spPr bwMode="auto">
          <a:xfrm>
            <a:off x="714375" y="692150"/>
            <a:ext cx="401478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rgbClr val="996633"/>
              </a:buClr>
              <a:buFont typeface="Wingdings" panose="05000000000000000000" pitchFamily="2" charset="2"/>
              <a:buBlip>
                <a:blip r:embed="rId4"/>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4"/>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4"/>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r>
              <a:rPr lang="zh-CN" altLang="en-US" sz="2800">
                <a:solidFill>
                  <a:schemeClr val="accent2"/>
                </a:solidFill>
                <a:latin typeface="楷体_GB2312" pitchFamily="49" charset="-122"/>
              </a:rPr>
              <a:t>若</a:t>
            </a:r>
            <a:r>
              <a:rPr lang="en-US" altLang="zh-CN" sz="2800" i="1">
                <a:solidFill>
                  <a:schemeClr val="accent2"/>
                </a:solidFill>
              </a:rPr>
              <a:t>X</a:t>
            </a:r>
            <a:r>
              <a:rPr lang="zh-CN" altLang="en-US" sz="2800">
                <a:solidFill>
                  <a:schemeClr val="accent2"/>
                </a:solidFill>
                <a:latin typeface="楷体_GB2312" pitchFamily="49" charset="-122"/>
              </a:rPr>
              <a:t>与</a:t>
            </a:r>
            <a:r>
              <a:rPr lang="en-US" altLang="zh-CN" sz="2800" i="1">
                <a:solidFill>
                  <a:schemeClr val="accent2"/>
                </a:solidFill>
              </a:rPr>
              <a:t>Y</a:t>
            </a:r>
            <a:r>
              <a:rPr lang="en-US" altLang="zh-CN" sz="2800">
                <a:solidFill>
                  <a:schemeClr val="accent2"/>
                </a:solidFill>
                <a:latin typeface="楷体_GB2312" pitchFamily="49" charset="-122"/>
              </a:rPr>
              <a:t> </a:t>
            </a:r>
            <a:r>
              <a:rPr lang="zh-CN" altLang="en-US" sz="2800">
                <a:solidFill>
                  <a:schemeClr val="accent2"/>
                </a:solidFill>
                <a:latin typeface="楷体_GB2312" pitchFamily="49" charset="-122"/>
              </a:rPr>
              <a:t>独立，则</a:t>
            </a:r>
          </a:p>
        </p:txBody>
      </p:sp>
      <p:graphicFrame>
        <p:nvGraphicFramePr>
          <p:cNvPr id="31748" name="Object 6"/>
          <p:cNvGraphicFramePr>
            <a:graphicFrameLocks noChangeAspect="1"/>
          </p:cNvGraphicFramePr>
          <p:nvPr/>
        </p:nvGraphicFramePr>
        <p:xfrm>
          <a:off x="4841875" y="2130425"/>
          <a:ext cx="114300" cy="215900"/>
        </p:xfrm>
        <a:graphic>
          <a:graphicData uri="http://schemas.openxmlformats.org/presentationml/2006/ole">
            <mc:AlternateContent xmlns:mc="http://schemas.openxmlformats.org/markup-compatibility/2006">
              <mc:Choice xmlns:v="urn:schemas-microsoft-com:vml" Requires="v">
                <p:oleObj spid="_x0000_s32316" name="Equation" r:id="rId5" imgW="114151" imgH="215619" progId="Equation.3">
                  <p:embed/>
                </p:oleObj>
              </mc:Choice>
              <mc:Fallback>
                <p:oleObj name="Equation" r:id="rId5" imgW="114151" imgH="215619" progId="Equation.3">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841875" y="2130425"/>
                        <a:ext cx="114300"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9399" name="Object 7"/>
          <p:cNvGraphicFramePr>
            <a:graphicFrameLocks noChangeAspect="1"/>
          </p:cNvGraphicFramePr>
          <p:nvPr>
            <p:extLst>
              <p:ext uri="{D42A27DB-BD31-4B8C-83A1-F6EECF244321}">
                <p14:modId xmlns:p14="http://schemas.microsoft.com/office/powerpoint/2010/main" val="1970680167"/>
              </p:ext>
            </p:extLst>
          </p:nvPr>
        </p:nvGraphicFramePr>
        <p:xfrm>
          <a:off x="3617403" y="777745"/>
          <a:ext cx="3556000" cy="465137"/>
        </p:xfrm>
        <a:graphic>
          <a:graphicData uri="http://schemas.openxmlformats.org/presentationml/2006/ole">
            <mc:AlternateContent xmlns:mc="http://schemas.openxmlformats.org/markup-compatibility/2006">
              <mc:Choice xmlns:v="urn:schemas-microsoft-com:vml" Requires="v">
                <p:oleObj spid="_x0000_s32317" name="Equation" r:id="rId7" imgW="3733800" imgH="482600" progId="Equation.DSMT4">
                  <p:embed/>
                </p:oleObj>
              </mc:Choice>
              <mc:Fallback>
                <p:oleObj name="Equation" r:id="rId7" imgW="3733800" imgH="482600" progId="Equation.DSMT4">
                  <p:embed/>
                  <p:pic>
                    <p:nvPicPr>
                      <p:cNvPr id="0"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617403" y="777745"/>
                        <a:ext cx="3556000" cy="465137"/>
                      </a:xfrm>
                      <a:prstGeom prst="rect">
                        <a:avLst/>
                      </a:prstGeom>
                      <a:noFill/>
                      <a:ln>
                        <a:noFill/>
                      </a:ln>
                      <a:extLst/>
                    </p:spPr>
                  </p:pic>
                </p:oleObj>
              </mc:Fallback>
            </mc:AlternateContent>
          </a:graphicData>
        </a:graphic>
      </p:graphicFrame>
      <p:sp>
        <p:nvSpPr>
          <p:cNvPr id="16" name="Text Box 4"/>
          <p:cNvSpPr txBox="1">
            <a:spLocks noChangeArrowheads="1"/>
          </p:cNvSpPr>
          <p:nvPr/>
        </p:nvSpPr>
        <p:spPr bwMode="auto">
          <a:xfrm>
            <a:off x="808038" y="1462088"/>
            <a:ext cx="8985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996633"/>
              </a:buClr>
              <a:buFont typeface="Wingdings" panose="05000000000000000000" pitchFamily="2" charset="2"/>
              <a:buBlip>
                <a:blip r:embed="rId4"/>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4"/>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4"/>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r>
              <a:rPr lang="zh-CN" altLang="en-US" sz="2800" b="1">
                <a:solidFill>
                  <a:srgbClr val="FF0000"/>
                </a:solidFill>
              </a:rPr>
              <a:t>注：</a:t>
            </a:r>
          </a:p>
        </p:txBody>
      </p:sp>
      <p:sp>
        <p:nvSpPr>
          <p:cNvPr id="17" name="Text Box 5"/>
          <p:cNvSpPr txBox="1">
            <a:spLocks noChangeArrowheads="1"/>
          </p:cNvSpPr>
          <p:nvPr/>
        </p:nvSpPr>
        <p:spPr bwMode="auto">
          <a:xfrm>
            <a:off x="1508125" y="1462088"/>
            <a:ext cx="48529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996633"/>
              </a:buClr>
              <a:buFont typeface="Wingdings" panose="05000000000000000000" pitchFamily="2" charset="2"/>
              <a:buBlip>
                <a:blip r:embed="rId4"/>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4"/>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4"/>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r>
              <a:rPr lang="zh-CN" altLang="en-US" sz="2800">
                <a:solidFill>
                  <a:srgbClr val="FF0000"/>
                </a:solidFill>
              </a:rPr>
              <a:t>这条性质不是一个充要条件。</a:t>
            </a:r>
          </a:p>
        </p:txBody>
      </p:sp>
      <p:graphicFrame>
        <p:nvGraphicFramePr>
          <p:cNvPr id="13" name="Object 5"/>
          <p:cNvGraphicFramePr>
            <a:graphicFrameLocks noChangeAspect="1"/>
          </p:cNvGraphicFramePr>
          <p:nvPr/>
        </p:nvGraphicFramePr>
        <p:xfrm>
          <a:off x="1892300" y="2405063"/>
          <a:ext cx="4464050" cy="531812"/>
        </p:xfrm>
        <a:graphic>
          <a:graphicData uri="http://schemas.openxmlformats.org/presentationml/2006/ole">
            <mc:AlternateContent xmlns:mc="http://schemas.openxmlformats.org/markup-compatibility/2006">
              <mc:Choice xmlns:v="urn:schemas-microsoft-com:vml" Requires="v">
                <p:oleObj spid="_x0000_s32318" name="Equation" r:id="rId9" imgW="2273300" imgH="228600" progId="Equation.DSMT4">
                  <p:embed/>
                </p:oleObj>
              </mc:Choice>
              <mc:Fallback>
                <p:oleObj name="Equation" r:id="rId9" imgW="2273300" imgH="228600" progId="Equation.DSMT4">
                  <p:embed/>
                  <p:pic>
                    <p:nvPicPr>
                      <p:cNvPr id="0" name="Object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892300" y="2405063"/>
                        <a:ext cx="4464050" cy="5318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 name="Text Box 6"/>
          <p:cNvSpPr txBox="1">
            <a:spLocks noChangeArrowheads="1"/>
          </p:cNvSpPr>
          <p:nvPr/>
        </p:nvSpPr>
        <p:spPr bwMode="auto">
          <a:xfrm>
            <a:off x="523875" y="2260600"/>
            <a:ext cx="100806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996633"/>
              </a:buClr>
              <a:buFont typeface="Wingdings" panose="05000000000000000000" pitchFamily="2" charset="2"/>
              <a:buBlip>
                <a:blip r:embed="rId4"/>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4"/>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4"/>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9pPr>
          </a:lstStyle>
          <a:p>
            <a:pPr>
              <a:spcBef>
                <a:spcPct val="50000"/>
              </a:spcBef>
              <a:buClrTx/>
              <a:buFontTx/>
              <a:buNone/>
            </a:pPr>
            <a:r>
              <a:rPr lang="zh-CN" altLang="en-US" sz="2800" b="1">
                <a:solidFill>
                  <a:schemeClr val="accent2"/>
                </a:solidFill>
                <a:latin typeface="Arial" panose="020B0604020202020204" pitchFamily="34" charset="0"/>
                <a:ea typeface="楷体_GB2312" pitchFamily="49" charset="-122"/>
              </a:rPr>
              <a:t>证明</a:t>
            </a:r>
          </a:p>
        </p:txBody>
      </p:sp>
      <p:graphicFrame>
        <p:nvGraphicFramePr>
          <p:cNvPr id="15" name="Object 9"/>
          <p:cNvGraphicFramePr>
            <a:graphicFrameLocks noChangeAspect="1"/>
          </p:cNvGraphicFramePr>
          <p:nvPr/>
        </p:nvGraphicFramePr>
        <p:xfrm>
          <a:off x="884238" y="3413125"/>
          <a:ext cx="8080375" cy="520700"/>
        </p:xfrm>
        <a:graphic>
          <a:graphicData uri="http://schemas.openxmlformats.org/presentationml/2006/ole">
            <mc:AlternateContent xmlns:mc="http://schemas.openxmlformats.org/markup-compatibility/2006">
              <mc:Choice xmlns:v="urn:schemas-microsoft-com:vml" Requires="v">
                <p:oleObj spid="_x0000_s32319" name="公式" r:id="rId11" imgW="4076700" imgH="228600" progId="Equation.3">
                  <p:embed/>
                </p:oleObj>
              </mc:Choice>
              <mc:Fallback>
                <p:oleObj name="公式" r:id="rId11" imgW="4076700" imgH="228600" progId="Equation.3">
                  <p:embed/>
                  <p:pic>
                    <p:nvPicPr>
                      <p:cNvPr id="0" name="Object 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884238" y="3413125"/>
                        <a:ext cx="8080375" cy="520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8" name="Object 8"/>
          <p:cNvGraphicFramePr>
            <a:graphicFrameLocks noChangeAspect="1"/>
          </p:cNvGraphicFramePr>
          <p:nvPr/>
        </p:nvGraphicFramePr>
        <p:xfrm>
          <a:off x="884238" y="4349750"/>
          <a:ext cx="5835650" cy="479425"/>
        </p:xfrm>
        <a:graphic>
          <a:graphicData uri="http://schemas.openxmlformats.org/presentationml/2006/ole">
            <mc:AlternateContent xmlns:mc="http://schemas.openxmlformats.org/markup-compatibility/2006">
              <mc:Choice xmlns:v="urn:schemas-microsoft-com:vml" Requires="v">
                <p:oleObj spid="_x0000_s32320" name="Equation" r:id="rId13" imgW="2527300" imgH="203200" progId="Equation.DSMT4">
                  <p:embed/>
                </p:oleObj>
              </mc:Choice>
              <mc:Fallback>
                <p:oleObj name="Equation" r:id="rId13" imgW="2527300" imgH="203200" progId="Equation.DSMT4">
                  <p:embed/>
                  <p:pic>
                    <p:nvPicPr>
                      <p:cNvPr id="0" name="Object 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884238" y="4349750"/>
                        <a:ext cx="5835650" cy="4794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 name="Text Box 11"/>
          <p:cNvSpPr txBox="1">
            <a:spLocks noChangeArrowheads="1"/>
          </p:cNvSpPr>
          <p:nvPr/>
        </p:nvSpPr>
        <p:spPr bwMode="auto">
          <a:xfrm>
            <a:off x="5273470" y="5661248"/>
            <a:ext cx="3691143" cy="338554"/>
          </a:xfrm>
          <a:prstGeom prst="rect">
            <a:avLst/>
          </a:prstGeom>
          <a:solidFill>
            <a:srgbClr val="FFCC00"/>
          </a:solidFill>
          <a:ln>
            <a:noFill/>
          </a:ln>
          <a:extLst/>
        </p:spPr>
        <p:txBody>
          <a:bodyPr wrap="square">
            <a:spAutoFit/>
          </a:bodyPr>
          <a:lstStyle>
            <a:lvl1pPr>
              <a:spcBef>
                <a:spcPct val="20000"/>
              </a:spcBef>
              <a:buClr>
                <a:srgbClr val="996633"/>
              </a:buClr>
              <a:buFont typeface="Wingdings" panose="05000000000000000000" pitchFamily="2" charset="2"/>
              <a:buBlip>
                <a:blip r:embed="rId4"/>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4"/>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4"/>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9pPr>
          </a:lstStyle>
          <a:p>
            <a:pPr>
              <a:spcBef>
                <a:spcPct val="50000"/>
              </a:spcBef>
              <a:buClrTx/>
              <a:buFontTx/>
              <a:buNone/>
            </a:pPr>
            <a:r>
              <a:rPr lang="en-US" altLang="zh-CN" sz="1600" dirty="0">
                <a:latin typeface="Arial" panose="020B0604020202020204" pitchFamily="34" charset="0"/>
              </a:rPr>
              <a:t>(</a:t>
            </a:r>
            <a:r>
              <a:rPr lang="zh-CN" altLang="en-US" sz="1600" dirty="0">
                <a:latin typeface="Arial" panose="020B0604020202020204" pitchFamily="34" charset="0"/>
              </a:rPr>
              <a:t>最后的一个等式由</a:t>
            </a:r>
            <a:r>
              <a:rPr lang="en-US" altLang="zh-CN" sz="1600" i="1" dirty="0"/>
              <a:t>X</a:t>
            </a:r>
            <a:r>
              <a:rPr lang="zh-CN" altLang="en-US" sz="1600" dirty="0">
                <a:latin typeface="Arial" panose="020B0604020202020204" pitchFamily="34" charset="0"/>
              </a:rPr>
              <a:t>与</a:t>
            </a:r>
            <a:r>
              <a:rPr lang="en-US" altLang="zh-CN" sz="1600" i="1" dirty="0"/>
              <a:t>Y</a:t>
            </a:r>
            <a:r>
              <a:rPr lang="zh-CN" altLang="en-US" sz="1600" dirty="0">
                <a:latin typeface="Arial" panose="020B0604020202020204" pitchFamily="34" charset="0"/>
              </a:rPr>
              <a:t>的独立性推得</a:t>
            </a:r>
            <a:r>
              <a:rPr lang="en-US" altLang="zh-CN" sz="1600" dirty="0">
                <a:latin typeface="Arial" panose="020B0604020202020204" pitchFamily="34" charset="0"/>
              </a:rPr>
              <a:t>)</a:t>
            </a:r>
          </a:p>
        </p:txBody>
      </p:sp>
      <p:graphicFrame>
        <p:nvGraphicFramePr>
          <p:cNvPr id="20" name="Object 13"/>
          <p:cNvGraphicFramePr>
            <a:graphicFrameLocks noChangeAspect="1"/>
          </p:cNvGraphicFramePr>
          <p:nvPr/>
        </p:nvGraphicFramePr>
        <p:xfrm>
          <a:off x="884238" y="5068888"/>
          <a:ext cx="2257425" cy="479425"/>
        </p:xfrm>
        <a:graphic>
          <a:graphicData uri="http://schemas.openxmlformats.org/presentationml/2006/ole">
            <mc:AlternateContent xmlns:mc="http://schemas.openxmlformats.org/markup-compatibility/2006">
              <mc:Choice xmlns:v="urn:schemas-microsoft-com:vml" Requires="v">
                <p:oleObj spid="_x0000_s32321" name="Equation" r:id="rId15" imgW="977476" imgH="203112" progId="Equation.DSMT4">
                  <p:embed/>
                </p:oleObj>
              </mc:Choice>
              <mc:Fallback>
                <p:oleObj name="Equation" r:id="rId15" imgW="977476" imgH="203112" progId="Equation.DSMT4">
                  <p:embed/>
                  <p:pic>
                    <p:nvPicPr>
                      <p:cNvPr id="0" name="Object 13"/>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884238" y="5068888"/>
                        <a:ext cx="2257425" cy="4794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1762" name="Object 3"/>
          <p:cNvGraphicFramePr>
            <a:graphicFrameLocks noChangeAspect="1"/>
          </p:cNvGraphicFramePr>
          <p:nvPr>
            <p:extLst>
              <p:ext uri="{D42A27DB-BD31-4B8C-83A1-F6EECF244321}">
                <p14:modId xmlns:p14="http://schemas.microsoft.com/office/powerpoint/2010/main" val="4192729097"/>
              </p:ext>
            </p:extLst>
          </p:nvPr>
        </p:nvGraphicFramePr>
        <p:xfrm>
          <a:off x="6610437" y="3872770"/>
          <a:ext cx="2533563" cy="366638"/>
        </p:xfrm>
        <a:graphic>
          <a:graphicData uri="http://schemas.openxmlformats.org/presentationml/2006/ole">
            <mc:AlternateContent xmlns:mc="http://schemas.openxmlformats.org/markup-compatibility/2006">
              <mc:Choice xmlns:v="urn:schemas-microsoft-com:vml" Requires="v">
                <p:oleObj spid="_x0000_s32322" name="Equation" r:id="rId17" imgW="1587500" imgH="228600" progId="Equation.DSMT4">
                  <p:embed/>
                </p:oleObj>
              </mc:Choice>
              <mc:Fallback>
                <p:oleObj name="Equation" r:id="rId17" imgW="1587500" imgH="228600" progId="Equation.DSMT4">
                  <p:embed/>
                  <p:pic>
                    <p:nvPicPr>
                      <p:cNvPr id="0" name="Object 3"/>
                      <p:cNvPicPr>
                        <a:picLocks noChangeAspect="1" noChangeArrowheads="1"/>
                      </p:cNvPicPr>
                      <p:nvPr/>
                    </p:nvPicPr>
                    <p:blipFill>
                      <a:blip r:embed="rId18">
                        <a:lum bright="-2000"/>
                        <a:extLst>
                          <a:ext uri="{28A0092B-C50C-407E-A947-70E740481C1C}">
                            <a14:useLocalDpi xmlns:a14="http://schemas.microsoft.com/office/drawing/2010/main" val="0"/>
                          </a:ext>
                        </a:extLst>
                      </a:blip>
                      <a:srcRect/>
                      <a:stretch>
                        <a:fillRect/>
                      </a:stretch>
                    </p:blipFill>
                    <p:spPr bwMode="auto">
                      <a:xfrm>
                        <a:off x="6610437" y="3872770"/>
                        <a:ext cx="2533563" cy="366638"/>
                      </a:xfrm>
                      <a:prstGeom prst="rect">
                        <a:avLst/>
                      </a:prstGeom>
                      <a:solidFill>
                        <a:srgbClr val="FFCC00"/>
                      </a:solidFill>
                      <a:ln>
                        <a:noFill/>
                      </a:ln>
                    </p:spPr>
                  </p:pic>
                </p:oleObj>
              </mc:Fallback>
            </mc:AlternateContent>
          </a:graphicData>
        </a:graphic>
      </p:graphicFrame>
      <p:sp>
        <p:nvSpPr>
          <p:cNvPr id="21" name="椭圆 20"/>
          <p:cNvSpPr/>
          <p:nvPr/>
        </p:nvSpPr>
        <p:spPr bwMode="auto">
          <a:xfrm>
            <a:off x="4365945" y="711596"/>
            <a:ext cx="278063" cy="629172"/>
          </a:xfrm>
          <a:prstGeom prst="ellipse">
            <a:avLst/>
          </a:prstGeom>
          <a:noFill/>
          <a:ln w="38100" cap="flat" cmpd="sng" algn="ctr">
            <a:solidFill>
              <a:schemeClr val="accent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smtClean="0">
              <a:ln>
                <a:noFill/>
              </a:ln>
              <a:solidFill>
                <a:schemeClr val="hlink"/>
              </a:solidFill>
              <a:effectLst/>
              <a:latin typeface="楷体_GB2312" pitchFamily="49" charset="-122"/>
              <a:ea typeface="楷体_GB2312"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9396"/>
                                        </p:tgtEl>
                                        <p:attrNameLst>
                                          <p:attrName>style.visibility</p:attrName>
                                        </p:attrNameLst>
                                      </p:cBhvr>
                                      <p:to>
                                        <p:strVal val="visible"/>
                                      </p:to>
                                    </p:set>
                                    <p:animEffect transition="in" filter="wipe(left)">
                                      <p:cBhvr>
                                        <p:cTn id="7" dur="500"/>
                                        <p:tgtEl>
                                          <p:spTgt spid="5939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59399"/>
                                        </p:tgtEl>
                                        <p:attrNameLst>
                                          <p:attrName>style.visibility</p:attrName>
                                        </p:attrNameLst>
                                      </p:cBhvr>
                                      <p:to>
                                        <p:strVal val="visible"/>
                                      </p:to>
                                    </p:set>
                                    <p:animEffect transition="in" filter="wipe(left)">
                                      <p:cBhvr>
                                        <p:cTn id="12" dur="500"/>
                                        <p:tgtEl>
                                          <p:spTgt spid="5939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wipe(left)">
                                      <p:cBhvr>
                                        <p:cTn id="17" dur="500"/>
                                        <p:tgtEl>
                                          <p:spTgt spid="1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wipe(left)">
                                      <p:cBhvr>
                                        <p:cTn id="22" dur="500"/>
                                        <p:tgtEl>
                                          <p:spTgt spid="17"/>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7" presetClass="entr" presetSubtype="0" fill="hold" grpId="0" nodeType="clickEffect">
                                  <p:stCondLst>
                                    <p:cond delay="0"/>
                                  </p:stCondLst>
                                  <p:iterate type="lt">
                                    <p:tmPct val="50000"/>
                                  </p:iterate>
                                  <p:childTnLst>
                                    <p:set>
                                      <p:cBhvr>
                                        <p:cTn id="26" dur="1" fill="hold">
                                          <p:stCondLst>
                                            <p:cond delay="0"/>
                                          </p:stCondLst>
                                        </p:cTn>
                                        <p:tgtEl>
                                          <p:spTgt spid="14"/>
                                        </p:tgtEl>
                                        <p:attrNameLst>
                                          <p:attrName>style.visibility</p:attrName>
                                        </p:attrNameLst>
                                      </p:cBhvr>
                                      <p:to>
                                        <p:strVal val="visible"/>
                                      </p:to>
                                    </p:set>
                                    <p:anim calcmode="discrete" valueType="clr">
                                      <p:cBhvr override="childStyle">
                                        <p:cTn id="27" dur="80"/>
                                        <p:tgtEl>
                                          <p:spTgt spid="14"/>
                                        </p:tgtEl>
                                        <p:attrNameLst>
                                          <p:attrName>style.color</p:attrName>
                                        </p:attrNameLst>
                                      </p:cBhvr>
                                      <p:tavLst>
                                        <p:tav tm="0">
                                          <p:val>
                                            <p:clrVal>
                                              <a:schemeClr val="accent2"/>
                                            </p:clrVal>
                                          </p:val>
                                        </p:tav>
                                        <p:tav tm="50000">
                                          <p:val>
                                            <p:clrVal>
                                              <a:schemeClr val="hlink"/>
                                            </p:clrVal>
                                          </p:val>
                                        </p:tav>
                                      </p:tavLst>
                                    </p:anim>
                                    <p:anim calcmode="discrete" valueType="clr">
                                      <p:cBhvr>
                                        <p:cTn id="28" dur="80"/>
                                        <p:tgtEl>
                                          <p:spTgt spid="14"/>
                                        </p:tgtEl>
                                        <p:attrNameLst>
                                          <p:attrName>fillcolor</p:attrName>
                                        </p:attrNameLst>
                                      </p:cBhvr>
                                      <p:tavLst>
                                        <p:tav tm="0">
                                          <p:val>
                                            <p:clrVal>
                                              <a:schemeClr val="accent2"/>
                                            </p:clrVal>
                                          </p:val>
                                        </p:tav>
                                        <p:tav tm="50000">
                                          <p:val>
                                            <p:clrVal>
                                              <a:schemeClr val="hlink"/>
                                            </p:clrVal>
                                          </p:val>
                                        </p:tav>
                                      </p:tavLst>
                                    </p:anim>
                                    <p:set>
                                      <p:cBhvr>
                                        <p:cTn id="29" dur="80"/>
                                        <p:tgtEl>
                                          <p:spTgt spid="14"/>
                                        </p:tgtEl>
                                        <p:attrNameLst>
                                          <p:attrName>fill.type</p:attrName>
                                        </p:attrNameLst>
                                      </p:cBhvr>
                                      <p:to>
                                        <p:strVal val="solid"/>
                                      </p:to>
                                    </p:set>
                                  </p:childTnLst>
                                </p:cTn>
                              </p:par>
                            </p:childTnLst>
                          </p:cTn>
                        </p:par>
                      </p:childTnLst>
                    </p:cTn>
                  </p:par>
                  <p:par>
                    <p:cTn id="30" fill="hold" nodeType="clickPar">
                      <p:stCondLst>
                        <p:cond delay="indefinite"/>
                      </p:stCondLst>
                      <p:childTnLst>
                        <p:par>
                          <p:cTn id="31" fill="hold" nodeType="withGroup">
                            <p:stCondLst>
                              <p:cond delay="0"/>
                            </p:stCondLst>
                            <p:childTnLst>
                              <p:par>
                                <p:cTn id="32" presetID="2" presetClass="entr" presetSubtype="8" fill="hold" nodeType="clickEffect">
                                  <p:stCondLst>
                                    <p:cond delay="0"/>
                                  </p:stCondLst>
                                  <p:childTnLst>
                                    <p:set>
                                      <p:cBhvr>
                                        <p:cTn id="33" dur="1" fill="hold">
                                          <p:stCondLst>
                                            <p:cond delay="0"/>
                                          </p:stCondLst>
                                        </p:cTn>
                                        <p:tgtEl>
                                          <p:spTgt spid="13"/>
                                        </p:tgtEl>
                                        <p:attrNameLst>
                                          <p:attrName>style.visibility</p:attrName>
                                        </p:attrNameLst>
                                      </p:cBhvr>
                                      <p:to>
                                        <p:strVal val="visible"/>
                                      </p:to>
                                    </p:set>
                                    <p:anim calcmode="lin" valueType="num">
                                      <p:cBhvr additive="base">
                                        <p:cTn id="34" dur="500" fill="hold"/>
                                        <p:tgtEl>
                                          <p:spTgt spid="13"/>
                                        </p:tgtEl>
                                        <p:attrNameLst>
                                          <p:attrName>ppt_x</p:attrName>
                                        </p:attrNameLst>
                                      </p:cBhvr>
                                      <p:tavLst>
                                        <p:tav tm="0">
                                          <p:val>
                                            <p:strVal val="0-#ppt_w/2"/>
                                          </p:val>
                                        </p:tav>
                                        <p:tav tm="100000">
                                          <p:val>
                                            <p:strVal val="#ppt_x"/>
                                          </p:val>
                                        </p:tav>
                                      </p:tavLst>
                                    </p:anim>
                                    <p:anim calcmode="lin" valueType="num">
                                      <p:cBhvr additive="base">
                                        <p:cTn id="35" dur="500" fill="hold"/>
                                        <p:tgtEl>
                                          <p:spTgt spid="13"/>
                                        </p:tgtEl>
                                        <p:attrNameLst>
                                          <p:attrName>ppt_y</p:attrName>
                                        </p:attrNameLst>
                                      </p:cBhvr>
                                      <p:tavLst>
                                        <p:tav tm="0">
                                          <p:val>
                                            <p:strVal val="#ppt_y"/>
                                          </p:val>
                                        </p:tav>
                                        <p:tav tm="100000">
                                          <p:val>
                                            <p:strVal val="#ppt_y"/>
                                          </p:val>
                                        </p:tav>
                                      </p:tavLst>
                                    </p:anim>
                                  </p:childTnLst>
                                </p:cTn>
                              </p:par>
                            </p:childTnLst>
                          </p:cTn>
                        </p:par>
                      </p:childTnLst>
                    </p:cTn>
                  </p:par>
                  <p:par>
                    <p:cTn id="36" fill="hold" nodeType="clickPar">
                      <p:stCondLst>
                        <p:cond delay="indefinite"/>
                      </p:stCondLst>
                      <p:childTnLst>
                        <p:par>
                          <p:cTn id="37" fill="hold" nodeType="withGroup">
                            <p:stCondLst>
                              <p:cond delay="0"/>
                            </p:stCondLst>
                            <p:childTnLst>
                              <p:par>
                                <p:cTn id="38" presetID="2" presetClass="entr" presetSubtype="8" fill="hold" nodeType="clickEffect">
                                  <p:stCondLst>
                                    <p:cond delay="0"/>
                                  </p:stCondLst>
                                  <p:childTnLst>
                                    <p:set>
                                      <p:cBhvr>
                                        <p:cTn id="39" dur="1" fill="hold">
                                          <p:stCondLst>
                                            <p:cond delay="0"/>
                                          </p:stCondLst>
                                        </p:cTn>
                                        <p:tgtEl>
                                          <p:spTgt spid="15"/>
                                        </p:tgtEl>
                                        <p:attrNameLst>
                                          <p:attrName>style.visibility</p:attrName>
                                        </p:attrNameLst>
                                      </p:cBhvr>
                                      <p:to>
                                        <p:strVal val="visible"/>
                                      </p:to>
                                    </p:set>
                                    <p:anim calcmode="lin" valueType="num">
                                      <p:cBhvr additive="base">
                                        <p:cTn id="40" dur="500" fill="hold"/>
                                        <p:tgtEl>
                                          <p:spTgt spid="15"/>
                                        </p:tgtEl>
                                        <p:attrNameLst>
                                          <p:attrName>ppt_x</p:attrName>
                                        </p:attrNameLst>
                                      </p:cBhvr>
                                      <p:tavLst>
                                        <p:tav tm="0">
                                          <p:val>
                                            <p:strVal val="0-#ppt_w/2"/>
                                          </p:val>
                                        </p:tav>
                                        <p:tav tm="100000">
                                          <p:val>
                                            <p:strVal val="#ppt_x"/>
                                          </p:val>
                                        </p:tav>
                                      </p:tavLst>
                                    </p:anim>
                                    <p:anim calcmode="lin" valueType="num">
                                      <p:cBhvr additive="base">
                                        <p:cTn id="41" dur="500" fill="hold"/>
                                        <p:tgtEl>
                                          <p:spTgt spid="15"/>
                                        </p:tgtEl>
                                        <p:attrNameLst>
                                          <p:attrName>ppt_y</p:attrName>
                                        </p:attrNameLst>
                                      </p:cBhvr>
                                      <p:tavLst>
                                        <p:tav tm="0">
                                          <p:val>
                                            <p:strVal val="#ppt_y"/>
                                          </p:val>
                                        </p:tav>
                                        <p:tav tm="100000">
                                          <p:val>
                                            <p:strVal val="#ppt_y"/>
                                          </p:val>
                                        </p:tav>
                                      </p:tavLst>
                                    </p:anim>
                                  </p:childTnLst>
                                </p:cTn>
                              </p:par>
                            </p:childTnLst>
                          </p:cTn>
                        </p:par>
                      </p:childTnLst>
                    </p:cTn>
                  </p:par>
                  <p:par>
                    <p:cTn id="42" fill="hold" nodeType="clickPar">
                      <p:stCondLst>
                        <p:cond delay="indefinite"/>
                      </p:stCondLst>
                      <p:childTnLst>
                        <p:par>
                          <p:cTn id="43" fill="hold" nodeType="withGroup">
                            <p:stCondLst>
                              <p:cond delay="0"/>
                            </p:stCondLst>
                            <p:childTnLst>
                              <p:par>
                                <p:cTn id="44" presetID="2" presetClass="entr" presetSubtype="8" fill="hold" nodeType="clickEffect">
                                  <p:stCondLst>
                                    <p:cond delay="0"/>
                                  </p:stCondLst>
                                  <p:childTnLst>
                                    <p:set>
                                      <p:cBhvr>
                                        <p:cTn id="45" dur="1" fill="hold">
                                          <p:stCondLst>
                                            <p:cond delay="0"/>
                                          </p:stCondLst>
                                        </p:cTn>
                                        <p:tgtEl>
                                          <p:spTgt spid="18"/>
                                        </p:tgtEl>
                                        <p:attrNameLst>
                                          <p:attrName>style.visibility</p:attrName>
                                        </p:attrNameLst>
                                      </p:cBhvr>
                                      <p:to>
                                        <p:strVal val="visible"/>
                                      </p:to>
                                    </p:set>
                                    <p:anim calcmode="lin" valueType="num">
                                      <p:cBhvr additive="base">
                                        <p:cTn id="46" dur="500" fill="hold"/>
                                        <p:tgtEl>
                                          <p:spTgt spid="18"/>
                                        </p:tgtEl>
                                        <p:attrNameLst>
                                          <p:attrName>ppt_x</p:attrName>
                                        </p:attrNameLst>
                                      </p:cBhvr>
                                      <p:tavLst>
                                        <p:tav tm="0">
                                          <p:val>
                                            <p:strVal val="0-#ppt_w/2"/>
                                          </p:val>
                                        </p:tav>
                                        <p:tav tm="100000">
                                          <p:val>
                                            <p:strVal val="#ppt_x"/>
                                          </p:val>
                                        </p:tav>
                                      </p:tavLst>
                                    </p:anim>
                                    <p:anim calcmode="lin" valueType="num">
                                      <p:cBhvr additive="base">
                                        <p:cTn id="47" dur="500" fill="hold"/>
                                        <p:tgtEl>
                                          <p:spTgt spid="18"/>
                                        </p:tgtEl>
                                        <p:attrNameLst>
                                          <p:attrName>ppt_y</p:attrName>
                                        </p:attrNameLst>
                                      </p:cBhvr>
                                      <p:tavLst>
                                        <p:tav tm="0">
                                          <p:val>
                                            <p:strVal val="#ppt_y"/>
                                          </p:val>
                                        </p:tav>
                                        <p:tav tm="100000">
                                          <p:val>
                                            <p:strVal val="#ppt_y"/>
                                          </p:val>
                                        </p:tav>
                                      </p:tavLst>
                                    </p:anim>
                                  </p:childTnLst>
                                </p:cTn>
                              </p:par>
                            </p:childTnLst>
                          </p:cTn>
                        </p:par>
                      </p:childTnLst>
                    </p:cTn>
                  </p:par>
                  <p:par>
                    <p:cTn id="48" fill="hold" nodeType="clickPar">
                      <p:stCondLst>
                        <p:cond delay="indefinite"/>
                      </p:stCondLst>
                      <p:childTnLst>
                        <p:par>
                          <p:cTn id="49" fill="hold" nodeType="withGroup">
                            <p:stCondLst>
                              <p:cond delay="0"/>
                            </p:stCondLst>
                            <p:childTnLst>
                              <p:par>
                                <p:cTn id="50" presetID="2" presetClass="entr" presetSubtype="8" fill="hold" nodeType="clickEffect">
                                  <p:stCondLst>
                                    <p:cond delay="0"/>
                                  </p:stCondLst>
                                  <p:childTnLst>
                                    <p:set>
                                      <p:cBhvr>
                                        <p:cTn id="51" dur="1" fill="hold">
                                          <p:stCondLst>
                                            <p:cond delay="0"/>
                                          </p:stCondLst>
                                        </p:cTn>
                                        <p:tgtEl>
                                          <p:spTgt spid="20"/>
                                        </p:tgtEl>
                                        <p:attrNameLst>
                                          <p:attrName>style.visibility</p:attrName>
                                        </p:attrNameLst>
                                      </p:cBhvr>
                                      <p:to>
                                        <p:strVal val="visible"/>
                                      </p:to>
                                    </p:set>
                                    <p:anim calcmode="lin" valueType="num">
                                      <p:cBhvr additive="base">
                                        <p:cTn id="52" dur="500" fill="hold"/>
                                        <p:tgtEl>
                                          <p:spTgt spid="20"/>
                                        </p:tgtEl>
                                        <p:attrNameLst>
                                          <p:attrName>ppt_x</p:attrName>
                                        </p:attrNameLst>
                                      </p:cBhvr>
                                      <p:tavLst>
                                        <p:tav tm="0">
                                          <p:val>
                                            <p:strVal val="0-#ppt_w/2"/>
                                          </p:val>
                                        </p:tav>
                                        <p:tav tm="100000">
                                          <p:val>
                                            <p:strVal val="#ppt_x"/>
                                          </p:val>
                                        </p:tav>
                                      </p:tavLst>
                                    </p:anim>
                                    <p:anim calcmode="lin" valueType="num">
                                      <p:cBhvr additive="base">
                                        <p:cTn id="53" dur="500" fill="hold"/>
                                        <p:tgtEl>
                                          <p:spTgt spid="20"/>
                                        </p:tgtEl>
                                        <p:attrNameLst>
                                          <p:attrName>ppt_y</p:attrName>
                                        </p:attrNameLst>
                                      </p:cBhvr>
                                      <p:tavLst>
                                        <p:tav tm="0">
                                          <p:val>
                                            <p:strVal val="#ppt_y"/>
                                          </p:val>
                                        </p:tav>
                                        <p:tav tm="100000">
                                          <p:val>
                                            <p:strVal val="#ppt_y"/>
                                          </p:val>
                                        </p:tav>
                                      </p:tavLst>
                                    </p:anim>
                                  </p:childTnLst>
                                </p:cTn>
                              </p:par>
                            </p:childTnLst>
                          </p:cTn>
                        </p:par>
                      </p:childTnLst>
                    </p:cTn>
                  </p:par>
                  <p:par>
                    <p:cTn id="54" fill="hold" nodeType="clickPar">
                      <p:stCondLst>
                        <p:cond delay="indefinite"/>
                      </p:stCondLst>
                      <p:childTnLst>
                        <p:par>
                          <p:cTn id="55" fill="hold" nodeType="withGroup">
                            <p:stCondLst>
                              <p:cond delay="0"/>
                            </p:stCondLst>
                            <p:childTnLst>
                              <p:par>
                                <p:cTn id="56" presetID="27" presetClass="entr" presetSubtype="0" fill="hold" grpId="0" nodeType="clickEffect">
                                  <p:stCondLst>
                                    <p:cond delay="0"/>
                                  </p:stCondLst>
                                  <p:iterate type="lt">
                                    <p:tmPct val="50000"/>
                                  </p:iterate>
                                  <p:childTnLst>
                                    <p:set>
                                      <p:cBhvr>
                                        <p:cTn id="57" dur="1" fill="hold">
                                          <p:stCondLst>
                                            <p:cond delay="0"/>
                                          </p:stCondLst>
                                        </p:cTn>
                                        <p:tgtEl>
                                          <p:spTgt spid="19"/>
                                        </p:tgtEl>
                                        <p:attrNameLst>
                                          <p:attrName>style.visibility</p:attrName>
                                        </p:attrNameLst>
                                      </p:cBhvr>
                                      <p:to>
                                        <p:strVal val="visible"/>
                                      </p:to>
                                    </p:set>
                                    <p:anim calcmode="discrete" valueType="clr">
                                      <p:cBhvr override="childStyle">
                                        <p:cTn id="58" dur="80"/>
                                        <p:tgtEl>
                                          <p:spTgt spid="19"/>
                                        </p:tgtEl>
                                        <p:attrNameLst>
                                          <p:attrName>style.color</p:attrName>
                                        </p:attrNameLst>
                                      </p:cBhvr>
                                      <p:tavLst>
                                        <p:tav tm="0">
                                          <p:val>
                                            <p:clrVal>
                                              <a:schemeClr val="accent2"/>
                                            </p:clrVal>
                                          </p:val>
                                        </p:tav>
                                        <p:tav tm="50000">
                                          <p:val>
                                            <p:clrVal>
                                              <a:schemeClr val="hlink"/>
                                            </p:clrVal>
                                          </p:val>
                                        </p:tav>
                                      </p:tavLst>
                                    </p:anim>
                                    <p:anim calcmode="discrete" valueType="clr">
                                      <p:cBhvr>
                                        <p:cTn id="59" dur="80"/>
                                        <p:tgtEl>
                                          <p:spTgt spid="19"/>
                                        </p:tgtEl>
                                        <p:attrNameLst>
                                          <p:attrName>fillcolor</p:attrName>
                                        </p:attrNameLst>
                                      </p:cBhvr>
                                      <p:tavLst>
                                        <p:tav tm="0">
                                          <p:val>
                                            <p:clrVal>
                                              <a:schemeClr val="accent2"/>
                                            </p:clrVal>
                                          </p:val>
                                        </p:tav>
                                        <p:tav tm="50000">
                                          <p:val>
                                            <p:clrVal>
                                              <a:schemeClr val="hlink"/>
                                            </p:clrVal>
                                          </p:val>
                                        </p:tav>
                                      </p:tavLst>
                                    </p:anim>
                                    <p:set>
                                      <p:cBhvr>
                                        <p:cTn id="60" dur="80"/>
                                        <p:tgtEl>
                                          <p:spTgt spid="19"/>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396" grpId="0" autoUpdateAnimBg="0"/>
      <p:bldP spid="16" grpId="0"/>
      <p:bldP spid="17" grpId="0"/>
      <p:bldP spid="14" grpId="0"/>
      <p:bldP spid="19"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88450" name="Object 2"/>
          <p:cNvGraphicFramePr>
            <a:graphicFrameLocks noChangeAspect="1"/>
          </p:cNvGraphicFramePr>
          <p:nvPr/>
        </p:nvGraphicFramePr>
        <p:xfrm>
          <a:off x="600075" y="765175"/>
          <a:ext cx="7859713" cy="960438"/>
        </p:xfrm>
        <a:graphic>
          <a:graphicData uri="http://schemas.openxmlformats.org/presentationml/2006/ole">
            <mc:AlternateContent xmlns:mc="http://schemas.openxmlformats.org/markup-compatibility/2006">
              <mc:Choice xmlns:v="urn:schemas-microsoft-com:vml" Requires="v">
                <p:oleObj spid="_x0000_s34115" name="Document" r:id="rId3" imgW="3499588" imgH="427381" progId="Word.Document.8">
                  <p:embed/>
                </p:oleObj>
              </mc:Choice>
              <mc:Fallback>
                <p:oleObj name="Document" r:id="rId3" imgW="3499588" imgH="427381" progId="Word.Document.8">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0075" y="765175"/>
                        <a:ext cx="7859713" cy="960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88451" name="Object 3"/>
          <p:cNvGraphicFramePr>
            <a:graphicFrameLocks noChangeAspect="1"/>
          </p:cNvGraphicFramePr>
          <p:nvPr/>
        </p:nvGraphicFramePr>
        <p:xfrm>
          <a:off x="2682875" y="1643063"/>
          <a:ext cx="3816350" cy="1198562"/>
        </p:xfrm>
        <a:graphic>
          <a:graphicData uri="http://schemas.openxmlformats.org/presentationml/2006/ole">
            <mc:AlternateContent xmlns:mc="http://schemas.openxmlformats.org/markup-compatibility/2006">
              <mc:Choice xmlns:v="urn:schemas-microsoft-com:vml" Requires="v">
                <p:oleObj spid="_x0000_s34116" name="Equation" r:id="rId5" imgW="1447800" imgH="457200" progId="Equation.DSMT4">
                  <p:embed/>
                </p:oleObj>
              </mc:Choice>
              <mc:Fallback>
                <p:oleObj name="Equation" r:id="rId5" imgW="1447800" imgH="457200" progId="Equation.DSMT4">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682875" y="1643063"/>
                        <a:ext cx="3816350" cy="1198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88452" name="Rectangle 4"/>
          <p:cNvSpPr>
            <a:spLocks noChangeArrowheads="1"/>
          </p:cNvSpPr>
          <p:nvPr/>
        </p:nvSpPr>
        <p:spPr bwMode="auto">
          <a:xfrm>
            <a:off x="395288" y="3143250"/>
            <a:ext cx="903287"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rgbClr val="996633"/>
              </a:buClr>
              <a:buFont typeface="Wingdings" panose="05000000000000000000" pitchFamily="2" charset="2"/>
              <a:buBlip>
                <a:blip r:embed="rId7"/>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7"/>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7"/>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7"/>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7"/>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7"/>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7"/>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7"/>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7"/>
              </a:buBlip>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lang="zh-CN" altLang="en-US" sz="2800">
                <a:latin typeface="Arial" panose="020B0604020202020204" pitchFamily="34" charset="0"/>
              </a:rPr>
              <a:t>并且</a:t>
            </a:r>
          </a:p>
        </p:txBody>
      </p:sp>
      <p:graphicFrame>
        <p:nvGraphicFramePr>
          <p:cNvPr id="488453" name="Object 5"/>
          <p:cNvGraphicFramePr>
            <a:graphicFrameLocks noChangeAspect="1"/>
          </p:cNvGraphicFramePr>
          <p:nvPr/>
        </p:nvGraphicFramePr>
        <p:xfrm>
          <a:off x="468313" y="5084763"/>
          <a:ext cx="4321175" cy="955675"/>
        </p:xfrm>
        <a:graphic>
          <a:graphicData uri="http://schemas.openxmlformats.org/presentationml/2006/ole">
            <mc:AlternateContent xmlns:mc="http://schemas.openxmlformats.org/markup-compatibility/2006">
              <mc:Choice xmlns:v="urn:schemas-microsoft-com:vml" Requires="v">
                <p:oleObj spid="_x0000_s34117" name="文档" r:id="rId8" imgW="1784191" imgH="395736" progId="Word.Document.8">
                  <p:embed/>
                </p:oleObj>
              </mc:Choice>
              <mc:Fallback>
                <p:oleObj name="文档" r:id="rId8" imgW="1784191" imgH="395736" progId="Word.Document.8">
                  <p:embed/>
                  <p:pic>
                    <p:nvPicPr>
                      <p:cNvPr id="0" name="Object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68313" y="5084763"/>
                        <a:ext cx="4321175" cy="955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3798" name="Rectangle 6"/>
          <p:cNvSpPr>
            <a:spLocks noChangeArrowheads="1"/>
          </p:cNvSpPr>
          <p:nvPr/>
        </p:nvSpPr>
        <p:spPr bwMode="auto">
          <a:xfrm>
            <a:off x="0" y="32146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rgbClr val="996633"/>
              </a:buClr>
              <a:buFont typeface="Wingdings" panose="05000000000000000000" pitchFamily="2" charset="2"/>
              <a:buBlip>
                <a:blip r:embed="rId7"/>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7"/>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7"/>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7"/>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7"/>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7"/>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7"/>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7"/>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7"/>
              </a:buBlip>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endParaRPr lang="zh-CN" altLang="en-US" sz="2800">
              <a:latin typeface="Arial" panose="020B0604020202020204" pitchFamily="34" charset="0"/>
              <a:ea typeface="MS Gothic" panose="020B0609070205080204" pitchFamily="49" charset="-128"/>
            </a:endParaRPr>
          </a:p>
        </p:txBody>
      </p:sp>
      <p:graphicFrame>
        <p:nvGraphicFramePr>
          <p:cNvPr id="488455" name="Object 7"/>
          <p:cNvGraphicFramePr>
            <a:graphicFrameLocks noChangeAspect="1"/>
          </p:cNvGraphicFramePr>
          <p:nvPr/>
        </p:nvGraphicFramePr>
        <p:xfrm>
          <a:off x="2681288" y="3575050"/>
          <a:ext cx="4067175" cy="1077913"/>
        </p:xfrm>
        <a:graphic>
          <a:graphicData uri="http://schemas.openxmlformats.org/presentationml/2006/ole">
            <mc:AlternateContent xmlns:mc="http://schemas.openxmlformats.org/markup-compatibility/2006">
              <mc:Choice xmlns:v="urn:schemas-microsoft-com:vml" Requires="v">
                <p:oleObj spid="_x0000_s34118" name="Equation" r:id="rId10" imgW="1714500" imgH="457200" progId="Equation.DSMT4">
                  <p:embed/>
                </p:oleObj>
              </mc:Choice>
              <mc:Fallback>
                <p:oleObj name="Equation" r:id="rId10" imgW="1714500" imgH="457200" progId="Equation.DSMT4">
                  <p:embed/>
                  <p:pic>
                    <p:nvPicPr>
                      <p:cNvPr id="0" name="Object 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681288" y="3575050"/>
                        <a:ext cx="4067175" cy="1077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488450"/>
                                        </p:tgtEl>
                                        <p:attrNameLst>
                                          <p:attrName>style.visibility</p:attrName>
                                        </p:attrNameLst>
                                      </p:cBhvr>
                                      <p:to>
                                        <p:strVal val="visible"/>
                                      </p:to>
                                    </p:set>
                                    <p:animEffect transition="in" filter="wipe(left)">
                                      <p:cBhvr>
                                        <p:cTn id="7" dur="3000"/>
                                        <p:tgtEl>
                                          <p:spTgt spid="48845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488451"/>
                                        </p:tgtEl>
                                        <p:attrNameLst>
                                          <p:attrName>style.visibility</p:attrName>
                                        </p:attrNameLst>
                                      </p:cBhvr>
                                      <p:to>
                                        <p:strVal val="visible"/>
                                      </p:to>
                                    </p:set>
                                    <p:animEffect transition="in" filter="wipe(left)">
                                      <p:cBhvr>
                                        <p:cTn id="12" dur="500"/>
                                        <p:tgtEl>
                                          <p:spTgt spid="48845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7" presetClass="entr" presetSubtype="0" fill="hold" grpId="0" nodeType="clickEffect">
                                  <p:stCondLst>
                                    <p:cond delay="0"/>
                                  </p:stCondLst>
                                  <p:iterate type="lt">
                                    <p:tmPct val="50000"/>
                                  </p:iterate>
                                  <p:childTnLst>
                                    <p:set>
                                      <p:cBhvr>
                                        <p:cTn id="16" dur="1" fill="hold">
                                          <p:stCondLst>
                                            <p:cond delay="0"/>
                                          </p:stCondLst>
                                        </p:cTn>
                                        <p:tgtEl>
                                          <p:spTgt spid="488452"/>
                                        </p:tgtEl>
                                        <p:attrNameLst>
                                          <p:attrName>style.visibility</p:attrName>
                                        </p:attrNameLst>
                                      </p:cBhvr>
                                      <p:to>
                                        <p:strVal val="visible"/>
                                      </p:to>
                                    </p:set>
                                    <p:anim calcmode="discrete" valueType="clr">
                                      <p:cBhvr override="childStyle">
                                        <p:cTn id="17" dur="80"/>
                                        <p:tgtEl>
                                          <p:spTgt spid="488452"/>
                                        </p:tgtEl>
                                        <p:attrNameLst>
                                          <p:attrName>style.color</p:attrName>
                                        </p:attrNameLst>
                                      </p:cBhvr>
                                      <p:tavLst>
                                        <p:tav tm="0">
                                          <p:val>
                                            <p:clrVal>
                                              <a:schemeClr val="accent2"/>
                                            </p:clrVal>
                                          </p:val>
                                        </p:tav>
                                        <p:tav tm="50000">
                                          <p:val>
                                            <p:clrVal>
                                              <a:schemeClr val="hlink"/>
                                            </p:clrVal>
                                          </p:val>
                                        </p:tav>
                                      </p:tavLst>
                                    </p:anim>
                                    <p:anim calcmode="discrete" valueType="clr">
                                      <p:cBhvr>
                                        <p:cTn id="18" dur="80"/>
                                        <p:tgtEl>
                                          <p:spTgt spid="488452"/>
                                        </p:tgtEl>
                                        <p:attrNameLst>
                                          <p:attrName>fillcolor</p:attrName>
                                        </p:attrNameLst>
                                      </p:cBhvr>
                                      <p:tavLst>
                                        <p:tav tm="0">
                                          <p:val>
                                            <p:clrVal>
                                              <a:schemeClr val="accent2"/>
                                            </p:clrVal>
                                          </p:val>
                                        </p:tav>
                                        <p:tav tm="50000">
                                          <p:val>
                                            <p:clrVal>
                                              <a:schemeClr val="hlink"/>
                                            </p:clrVal>
                                          </p:val>
                                        </p:tav>
                                      </p:tavLst>
                                    </p:anim>
                                    <p:set>
                                      <p:cBhvr>
                                        <p:cTn id="19" dur="80"/>
                                        <p:tgtEl>
                                          <p:spTgt spid="488452"/>
                                        </p:tgtEl>
                                        <p:attrNameLst>
                                          <p:attrName>fill.type</p:attrName>
                                        </p:attrNameLst>
                                      </p:cBhvr>
                                      <p:to>
                                        <p:strVal val="solid"/>
                                      </p:to>
                                    </p:set>
                                  </p:childTnLst>
                                </p:cTn>
                              </p:par>
                            </p:childTnLst>
                          </p:cTn>
                        </p:par>
                      </p:childTnLst>
                    </p:cTn>
                  </p:par>
                  <p:par>
                    <p:cTn id="20" fill="hold" nodeType="clickPar">
                      <p:stCondLst>
                        <p:cond delay="indefinite"/>
                      </p:stCondLst>
                      <p:childTnLst>
                        <p:par>
                          <p:cTn id="21" fill="hold" nodeType="withGroup">
                            <p:stCondLst>
                              <p:cond delay="0"/>
                            </p:stCondLst>
                            <p:childTnLst>
                              <p:par>
                                <p:cTn id="22" presetID="22" presetClass="entr" presetSubtype="8" fill="hold" nodeType="clickEffect">
                                  <p:stCondLst>
                                    <p:cond delay="0"/>
                                  </p:stCondLst>
                                  <p:childTnLst>
                                    <p:set>
                                      <p:cBhvr>
                                        <p:cTn id="23" dur="1" fill="hold">
                                          <p:stCondLst>
                                            <p:cond delay="0"/>
                                          </p:stCondLst>
                                        </p:cTn>
                                        <p:tgtEl>
                                          <p:spTgt spid="488455"/>
                                        </p:tgtEl>
                                        <p:attrNameLst>
                                          <p:attrName>style.visibility</p:attrName>
                                        </p:attrNameLst>
                                      </p:cBhvr>
                                      <p:to>
                                        <p:strVal val="visible"/>
                                      </p:to>
                                    </p:set>
                                    <p:animEffect transition="in" filter="wipe(left)">
                                      <p:cBhvr>
                                        <p:cTn id="24" dur="500"/>
                                        <p:tgtEl>
                                          <p:spTgt spid="488455"/>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22" presetClass="entr" presetSubtype="8" fill="hold" nodeType="clickEffect">
                                  <p:stCondLst>
                                    <p:cond delay="0"/>
                                  </p:stCondLst>
                                  <p:childTnLst>
                                    <p:set>
                                      <p:cBhvr>
                                        <p:cTn id="28" dur="1" fill="hold">
                                          <p:stCondLst>
                                            <p:cond delay="0"/>
                                          </p:stCondLst>
                                        </p:cTn>
                                        <p:tgtEl>
                                          <p:spTgt spid="488453"/>
                                        </p:tgtEl>
                                        <p:attrNameLst>
                                          <p:attrName>style.visibility</p:attrName>
                                        </p:attrNameLst>
                                      </p:cBhvr>
                                      <p:to>
                                        <p:strVal val="visible"/>
                                      </p:to>
                                    </p:set>
                                    <p:animEffect transition="in" filter="wipe(left)">
                                      <p:cBhvr>
                                        <p:cTn id="29" dur="500"/>
                                        <p:tgtEl>
                                          <p:spTgt spid="4884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8452"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ext Box 3"/>
          <p:cNvSpPr txBox="1">
            <a:spLocks noChangeArrowheads="1"/>
          </p:cNvSpPr>
          <p:nvPr/>
        </p:nvSpPr>
        <p:spPr bwMode="auto">
          <a:xfrm>
            <a:off x="250825" y="1176338"/>
            <a:ext cx="52578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996633"/>
              </a:buClr>
              <a:buFont typeface="Wingdings" panose="05000000000000000000" pitchFamily="2" charset="2"/>
              <a:buBlip>
                <a:blip r:embed="rId3"/>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3"/>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3"/>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zh-CN" altLang="en-US"/>
              <a:t>于是，若</a:t>
            </a:r>
            <a:r>
              <a:rPr lang="en-US" altLang="zh-CN" i="1"/>
              <a:t>X</a:t>
            </a:r>
            <a:r>
              <a:rPr lang="zh-CN" altLang="en-US"/>
              <a:t>与</a:t>
            </a:r>
            <a:r>
              <a:rPr lang="en-US" altLang="zh-CN" i="1"/>
              <a:t>Y</a:t>
            </a:r>
            <a:r>
              <a:rPr lang="zh-CN" altLang="en-US"/>
              <a:t>独立，则</a:t>
            </a:r>
          </a:p>
        </p:txBody>
      </p:sp>
      <p:graphicFrame>
        <p:nvGraphicFramePr>
          <p:cNvPr id="398342" name="Object 6"/>
          <p:cNvGraphicFramePr>
            <a:graphicFrameLocks noChangeAspect="1"/>
          </p:cNvGraphicFramePr>
          <p:nvPr/>
        </p:nvGraphicFramePr>
        <p:xfrm>
          <a:off x="2051050" y="1968500"/>
          <a:ext cx="3816350" cy="496888"/>
        </p:xfrm>
        <a:graphic>
          <a:graphicData uri="http://schemas.openxmlformats.org/presentationml/2006/ole">
            <mc:AlternateContent xmlns:mc="http://schemas.openxmlformats.org/markup-compatibility/2006">
              <mc:Choice xmlns:v="urn:schemas-microsoft-com:vml" Requires="v">
                <p:oleObj spid="_x0000_s35059" name="公式" r:id="rId4" imgW="1600200" imgH="203200" progId="Equation.3">
                  <p:embed/>
                </p:oleObj>
              </mc:Choice>
              <mc:Fallback>
                <p:oleObj name="公式" r:id="rId4" imgW="1600200" imgH="203200" progId="Equation.3">
                  <p:embed/>
                  <p:pic>
                    <p:nvPicPr>
                      <p:cNvPr id="0"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51050" y="1968500"/>
                        <a:ext cx="3816350" cy="4968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98343" name="Object 7"/>
          <p:cNvGraphicFramePr>
            <a:graphicFrameLocks noChangeAspect="1"/>
          </p:cNvGraphicFramePr>
          <p:nvPr/>
        </p:nvGraphicFramePr>
        <p:xfrm>
          <a:off x="1835150" y="2976563"/>
          <a:ext cx="5183188" cy="523875"/>
        </p:xfrm>
        <a:graphic>
          <a:graphicData uri="http://schemas.openxmlformats.org/presentationml/2006/ole">
            <mc:AlternateContent xmlns:mc="http://schemas.openxmlformats.org/markup-compatibility/2006">
              <mc:Choice xmlns:v="urn:schemas-microsoft-com:vml" Requires="v">
                <p:oleObj spid="_x0000_s35060" name="公式" r:id="rId6" imgW="1905000" imgH="203200" progId="Equation.3">
                  <p:embed/>
                </p:oleObj>
              </mc:Choice>
              <mc:Fallback>
                <p:oleObj name="公式" r:id="rId6" imgW="1905000" imgH="203200" progId="Equation.3">
                  <p:embed/>
                  <p:pic>
                    <p:nvPicPr>
                      <p:cNvPr id="0"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835150" y="2976563"/>
                        <a:ext cx="5183188" cy="523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98344" name="Text Box 8"/>
          <p:cNvSpPr txBox="1">
            <a:spLocks noChangeArrowheads="1"/>
          </p:cNvSpPr>
          <p:nvPr/>
        </p:nvSpPr>
        <p:spPr bwMode="auto">
          <a:xfrm>
            <a:off x="250825" y="4221163"/>
            <a:ext cx="6804025"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996633"/>
              </a:buClr>
              <a:buFont typeface="Wingdings" panose="05000000000000000000" pitchFamily="2" charset="2"/>
              <a:buBlip>
                <a:blip r:embed="rId3"/>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3"/>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3"/>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zh-CN" altLang="en-US" b="1">
                <a:solidFill>
                  <a:schemeClr val="accent2"/>
                </a:solidFill>
                <a:ea typeface="楷体_GB2312" pitchFamily="49" charset="-122"/>
              </a:rPr>
              <a:t>注意</a:t>
            </a:r>
            <a:r>
              <a:rPr lang="zh-CN" altLang="en-US" b="1">
                <a:ea typeface="楷体_GB2312" pitchFamily="49" charset="-122"/>
              </a:rPr>
              <a:t>：</a:t>
            </a:r>
            <a:r>
              <a:rPr lang="zh-CN" altLang="en-US"/>
              <a:t>以下两个式子是等价的</a:t>
            </a:r>
            <a:r>
              <a:rPr lang="en-US" altLang="zh-CN"/>
              <a:t>,</a:t>
            </a:r>
            <a:r>
              <a:rPr lang="zh-CN" altLang="en-US"/>
              <a:t>即</a:t>
            </a:r>
          </a:p>
        </p:txBody>
      </p:sp>
      <p:graphicFrame>
        <p:nvGraphicFramePr>
          <p:cNvPr id="398345" name="Object 9"/>
          <p:cNvGraphicFramePr>
            <a:graphicFrameLocks noChangeAspect="1"/>
          </p:cNvGraphicFramePr>
          <p:nvPr/>
        </p:nvGraphicFramePr>
        <p:xfrm>
          <a:off x="539750" y="5086350"/>
          <a:ext cx="8337550" cy="919163"/>
        </p:xfrm>
        <a:graphic>
          <a:graphicData uri="http://schemas.openxmlformats.org/presentationml/2006/ole">
            <mc:AlternateContent xmlns:mc="http://schemas.openxmlformats.org/markup-compatibility/2006">
              <mc:Choice xmlns:v="urn:schemas-microsoft-com:vml" Requires="v">
                <p:oleObj spid="_x0000_s35061" name="公式" r:id="rId8" imgW="3390900" imgH="355600" progId="Equation.3">
                  <p:embed/>
                </p:oleObj>
              </mc:Choice>
              <mc:Fallback>
                <p:oleObj name="公式" r:id="rId8" imgW="3390900" imgH="355600" progId="Equation.3">
                  <p:embed/>
                  <p:pic>
                    <p:nvPicPr>
                      <p:cNvPr id="0" name="Object 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39750" y="5086350"/>
                        <a:ext cx="8337550" cy="9191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4823" name="矩形 1"/>
          <p:cNvSpPr>
            <a:spLocks noChangeArrowheads="1"/>
          </p:cNvSpPr>
          <p:nvPr/>
        </p:nvSpPr>
        <p:spPr bwMode="auto">
          <a:xfrm>
            <a:off x="323528" y="548680"/>
            <a:ext cx="5761038" cy="585787"/>
          </a:xfrm>
          <a:prstGeom prst="rect">
            <a:avLst/>
          </a:prstGeom>
          <a:noFill/>
          <a:ln>
            <a:noFill/>
          </a:ln>
          <a:extLst/>
        </p:spPr>
        <p:txBody>
          <a:bodyPr>
            <a:spAutoFit/>
          </a:bodyPr>
          <a:lstStyle>
            <a:lvl1pPr>
              <a:spcBef>
                <a:spcPct val="20000"/>
              </a:spcBef>
              <a:buClr>
                <a:srgbClr val="996633"/>
              </a:buClr>
              <a:buFont typeface="Wingdings" panose="05000000000000000000" pitchFamily="2" charset="2"/>
              <a:buBlip>
                <a:blip r:embed="rId3"/>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3"/>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3"/>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r>
              <a:rPr lang="zh-CN" altLang="en-US" dirty="0">
                <a:solidFill>
                  <a:schemeClr val="accent2"/>
                </a:solidFill>
                <a:latin typeface="楷体_GB2312" pitchFamily="49" charset="-122"/>
              </a:rPr>
              <a:t>若</a:t>
            </a:r>
            <a:r>
              <a:rPr lang="en-US" altLang="zh-CN" i="1" dirty="0">
                <a:solidFill>
                  <a:schemeClr val="accent2"/>
                </a:solidFill>
              </a:rPr>
              <a:t>k</a:t>
            </a:r>
            <a:r>
              <a:rPr lang="zh-CN" altLang="en-US" dirty="0">
                <a:solidFill>
                  <a:schemeClr val="accent2"/>
                </a:solidFill>
                <a:latin typeface="楷体_GB2312" pitchFamily="49" charset="-122"/>
              </a:rPr>
              <a:t>是常数</a:t>
            </a:r>
            <a:r>
              <a:rPr lang="en-US" altLang="zh-CN" dirty="0">
                <a:solidFill>
                  <a:schemeClr val="accent2"/>
                </a:solidFill>
                <a:latin typeface="楷体_GB2312" pitchFamily="49" charset="-122"/>
              </a:rPr>
              <a:t>,</a:t>
            </a:r>
            <a:r>
              <a:rPr lang="zh-CN" altLang="en-US" dirty="0">
                <a:solidFill>
                  <a:schemeClr val="accent2"/>
                </a:solidFill>
                <a:latin typeface="楷体_GB2312" pitchFamily="49" charset="-122"/>
              </a:rPr>
              <a:t>则 </a:t>
            </a:r>
            <a:r>
              <a:rPr lang="en-US" altLang="zh-CN" i="1" dirty="0">
                <a:solidFill>
                  <a:schemeClr val="tx2"/>
                </a:solidFill>
              </a:rPr>
              <a:t>D</a:t>
            </a:r>
            <a:r>
              <a:rPr lang="en-US" altLang="zh-CN" dirty="0">
                <a:solidFill>
                  <a:schemeClr val="tx2"/>
                </a:solidFill>
              </a:rPr>
              <a:t>(</a:t>
            </a:r>
            <a:r>
              <a:rPr lang="en-US" altLang="zh-CN" i="1" dirty="0" err="1">
                <a:solidFill>
                  <a:schemeClr val="tx2"/>
                </a:solidFill>
              </a:rPr>
              <a:t>kX</a:t>
            </a:r>
            <a:r>
              <a:rPr lang="en-US" altLang="zh-CN" i="1" dirty="0">
                <a:solidFill>
                  <a:schemeClr val="tx2"/>
                </a:solidFill>
              </a:rPr>
              <a:t> </a:t>
            </a:r>
            <a:r>
              <a:rPr lang="en-US" altLang="zh-CN" dirty="0">
                <a:solidFill>
                  <a:schemeClr val="tx2"/>
                </a:solidFill>
              </a:rPr>
              <a:t>)=</a:t>
            </a:r>
            <a:r>
              <a:rPr lang="en-US" altLang="zh-CN" i="1" dirty="0">
                <a:solidFill>
                  <a:schemeClr val="tx2"/>
                </a:solidFill>
              </a:rPr>
              <a:t>k</a:t>
            </a:r>
            <a:r>
              <a:rPr lang="en-US" altLang="zh-CN" baseline="30000" dirty="0">
                <a:solidFill>
                  <a:schemeClr val="tx2"/>
                </a:solidFill>
              </a:rPr>
              <a:t>2</a:t>
            </a:r>
            <a:r>
              <a:rPr lang="en-US" altLang="zh-CN" i="1" dirty="0">
                <a:solidFill>
                  <a:schemeClr val="tx2"/>
                </a:solidFill>
              </a:rPr>
              <a:t>D</a:t>
            </a:r>
            <a:r>
              <a:rPr lang="en-US" altLang="zh-CN" dirty="0">
                <a:solidFill>
                  <a:schemeClr val="tx2"/>
                </a:solidFill>
              </a:rPr>
              <a:t>(</a:t>
            </a:r>
            <a:r>
              <a:rPr lang="en-US" altLang="zh-CN" i="1" dirty="0">
                <a:solidFill>
                  <a:schemeClr val="tx2"/>
                </a:solidFill>
              </a:rPr>
              <a:t>X </a:t>
            </a:r>
            <a:r>
              <a:rPr lang="en-US" altLang="zh-CN" dirty="0">
                <a:solidFill>
                  <a:schemeClr val="tx2"/>
                </a:solidFill>
              </a:rPr>
              <a:t>)</a:t>
            </a:r>
            <a:r>
              <a:rPr lang="en-US" altLang="zh-CN" dirty="0">
                <a:solidFill>
                  <a:schemeClr val="accent2"/>
                </a:solidFill>
              </a:rPr>
              <a:t>;</a:t>
            </a:r>
            <a:endParaRPr lang="zh-CN" altLang="en-US" dirty="0">
              <a:solidFill>
                <a:schemeClr val="accent2"/>
              </a:solidFill>
            </a:endParaRPr>
          </a:p>
        </p:txBody>
      </p:sp>
      <p:sp>
        <p:nvSpPr>
          <p:cNvPr id="2" name="矩形 1"/>
          <p:cNvSpPr/>
          <p:nvPr/>
        </p:nvSpPr>
        <p:spPr bwMode="auto">
          <a:xfrm>
            <a:off x="539750" y="5086350"/>
            <a:ext cx="8280722" cy="862930"/>
          </a:xfrm>
          <a:prstGeom prst="rect">
            <a:avLst/>
          </a:prstGeom>
          <a:noFill/>
          <a:ln w="38100" cap="flat" cmpd="sng" algn="ctr">
            <a:solidFill>
              <a:schemeClr val="accent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smtClean="0">
              <a:ln>
                <a:noFill/>
              </a:ln>
              <a:solidFill>
                <a:schemeClr val="hlink"/>
              </a:solidFill>
              <a:effectLst/>
              <a:latin typeface="楷体_GB2312" pitchFamily="49" charset="-122"/>
              <a:ea typeface="楷体_GB2312"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398342"/>
                                        </p:tgtEl>
                                        <p:attrNameLst>
                                          <p:attrName>style.visibility</p:attrName>
                                        </p:attrNameLst>
                                      </p:cBhvr>
                                      <p:to>
                                        <p:strVal val="visible"/>
                                      </p:to>
                                    </p:set>
                                    <p:anim calcmode="lin" valueType="num">
                                      <p:cBhvr additive="base">
                                        <p:cTn id="7" dur="500" fill="hold"/>
                                        <p:tgtEl>
                                          <p:spTgt spid="398342"/>
                                        </p:tgtEl>
                                        <p:attrNameLst>
                                          <p:attrName>ppt_x</p:attrName>
                                        </p:attrNameLst>
                                      </p:cBhvr>
                                      <p:tavLst>
                                        <p:tav tm="0">
                                          <p:val>
                                            <p:strVal val="0-#ppt_w/2"/>
                                          </p:val>
                                        </p:tav>
                                        <p:tav tm="100000">
                                          <p:val>
                                            <p:strVal val="#ppt_x"/>
                                          </p:val>
                                        </p:tav>
                                      </p:tavLst>
                                    </p:anim>
                                    <p:anim calcmode="lin" valueType="num">
                                      <p:cBhvr additive="base">
                                        <p:cTn id="8" dur="500" fill="hold"/>
                                        <p:tgtEl>
                                          <p:spTgt spid="398342"/>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398343"/>
                                        </p:tgtEl>
                                        <p:attrNameLst>
                                          <p:attrName>style.visibility</p:attrName>
                                        </p:attrNameLst>
                                      </p:cBhvr>
                                      <p:to>
                                        <p:strVal val="visible"/>
                                      </p:to>
                                    </p:set>
                                    <p:anim calcmode="lin" valueType="num">
                                      <p:cBhvr additive="base">
                                        <p:cTn id="13" dur="500" fill="hold"/>
                                        <p:tgtEl>
                                          <p:spTgt spid="398343"/>
                                        </p:tgtEl>
                                        <p:attrNameLst>
                                          <p:attrName>ppt_x</p:attrName>
                                        </p:attrNameLst>
                                      </p:cBhvr>
                                      <p:tavLst>
                                        <p:tav tm="0">
                                          <p:val>
                                            <p:strVal val="0-#ppt_w/2"/>
                                          </p:val>
                                        </p:tav>
                                        <p:tav tm="100000">
                                          <p:val>
                                            <p:strVal val="#ppt_x"/>
                                          </p:val>
                                        </p:tav>
                                      </p:tavLst>
                                    </p:anim>
                                    <p:anim calcmode="lin" valueType="num">
                                      <p:cBhvr additive="base">
                                        <p:cTn id="14" dur="500" fill="hold"/>
                                        <p:tgtEl>
                                          <p:spTgt spid="398343"/>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398344"/>
                                        </p:tgtEl>
                                        <p:attrNameLst>
                                          <p:attrName>style.visibility</p:attrName>
                                        </p:attrNameLst>
                                      </p:cBhvr>
                                      <p:to>
                                        <p:strVal val="visible"/>
                                      </p:to>
                                    </p:set>
                                    <p:anim calcmode="lin" valueType="num">
                                      <p:cBhvr additive="base">
                                        <p:cTn id="19" dur="500" fill="hold"/>
                                        <p:tgtEl>
                                          <p:spTgt spid="398344"/>
                                        </p:tgtEl>
                                        <p:attrNameLst>
                                          <p:attrName>ppt_x</p:attrName>
                                        </p:attrNameLst>
                                      </p:cBhvr>
                                      <p:tavLst>
                                        <p:tav tm="0">
                                          <p:val>
                                            <p:strVal val="0-#ppt_w/2"/>
                                          </p:val>
                                        </p:tav>
                                        <p:tav tm="100000">
                                          <p:val>
                                            <p:strVal val="#ppt_x"/>
                                          </p:val>
                                        </p:tav>
                                      </p:tavLst>
                                    </p:anim>
                                    <p:anim calcmode="lin" valueType="num">
                                      <p:cBhvr additive="base">
                                        <p:cTn id="20" dur="500" fill="hold"/>
                                        <p:tgtEl>
                                          <p:spTgt spid="398344"/>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398345"/>
                                        </p:tgtEl>
                                        <p:attrNameLst>
                                          <p:attrName>style.visibility</p:attrName>
                                        </p:attrNameLst>
                                      </p:cBhvr>
                                      <p:to>
                                        <p:strVal val="visible"/>
                                      </p:to>
                                    </p:set>
                                    <p:anim calcmode="lin" valueType="num">
                                      <p:cBhvr additive="base">
                                        <p:cTn id="25" dur="500" fill="hold"/>
                                        <p:tgtEl>
                                          <p:spTgt spid="398345"/>
                                        </p:tgtEl>
                                        <p:attrNameLst>
                                          <p:attrName>ppt_x</p:attrName>
                                        </p:attrNameLst>
                                      </p:cBhvr>
                                      <p:tavLst>
                                        <p:tav tm="0">
                                          <p:val>
                                            <p:strVal val="0-#ppt_w/2"/>
                                          </p:val>
                                        </p:tav>
                                        <p:tav tm="100000">
                                          <p:val>
                                            <p:strVal val="#ppt_x"/>
                                          </p:val>
                                        </p:tav>
                                      </p:tavLst>
                                    </p:anim>
                                    <p:anim calcmode="lin" valueType="num">
                                      <p:cBhvr additive="base">
                                        <p:cTn id="26" dur="500" fill="hold"/>
                                        <p:tgtEl>
                                          <p:spTgt spid="39834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8344" grpId="0" autoUpdateAnimBg="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6" name="Text Box 2"/>
          <p:cNvSpPr txBox="1">
            <a:spLocks noChangeArrowheads="1"/>
          </p:cNvSpPr>
          <p:nvPr/>
        </p:nvSpPr>
        <p:spPr bwMode="auto">
          <a:xfrm>
            <a:off x="1473200" y="-19753"/>
            <a:ext cx="5761037"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996633"/>
              </a:buClr>
              <a:buFont typeface="Wingdings" panose="05000000000000000000" pitchFamily="2" charset="2"/>
              <a:buBlip>
                <a:blip r:embed="rId3"/>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3"/>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3"/>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9pPr>
          </a:lstStyle>
          <a:p>
            <a:pPr>
              <a:spcBef>
                <a:spcPct val="50000"/>
              </a:spcBef>
              <a:buClrTx/>
              <a:buFontTx/>
              <a:buNone/>
            </a:pPr>
            <a:r>
              <a:rPr lang="zh-CN" altLang="en-US" b="1" dirty="0">
                <a:solidFill>
                  <a:srgbClr val="FFFF00"/>
                </a:solidFill>
                <a:latin typeface="Arial" panose="020B0604020202020204" pitchFamily="34" charset="0"/>
                <a:ea typeface="楷体_GB2312" pitchFamily="49" charset="-122"/>
              </a:rPr>
              <a:t>切比雪夫</a:t>
            </a:r>
            <a:r>
              <a:rPr lang="en-US" altLang="zh-CN" b="1" dirty="0">
                <a:solidFill>
                  <a:srgbClr val="FFFF00"/>
                </a:solidFill>
                <a:latin typeface="+mn-lt"/>
                <a:ea typeface="楷体_GB2312" pitchFamily="49" charset="-122"/>
              </a:rPr>
              <a:t>(</a:t>
            </a:r>
            <a:r>
              <a:rPr lang="en-US" altLang="zh-CN" b="1" dirty="0" err="1">
                <a:solidFill>
                  <a:srgbClr val="FFFF00"/>
                </a:solidFill>
                <a:latin typeface="+mn-lt"/>
                <a:ea typeface="楷体_GB2312" pitchFamily="49" charset="-122"/>
              </a:rPr>
              <a:t>Chebyshev</a:t>
            </a:r>
            <a:r>
              <a:rPr lang="en-US" altLang="zh-CN" b="1" dirty="0">
                <a:solidFill>
                  <a:srgbClr val="FFFF00"/>
                </a:solidFill>
                <a:latin typeface="+mn-lt"/>
                <a:ea typeface="楷体_GB2312" pitchFamily="49" charset="-122"/>
              </a:rPr>
              <a:t>)</a:t>
            </a:r>
            <a:r>
              <a:rPr lang="zh-CN" altLang="en-US" b="1" dirty="0">
                <a:solidFill>
                  <a:srgbClr val="FFFF00"/>
                </a:solidFill>
                <a:latin typeface="Arial" panose="020B0604020202020204" pitchFamily="34" charset="0"/>
                <a:ea typeface="楷体_GB2312" pitchFamily="49" charset="-122"/>
              </a:rPr>
              <a:t>不等式</a:t>
            </a:r>
            <a:endParaRPr lang="en-US" altLang="zh-CN" b="1" dirty="0">
              <a:solidFill>
                <a:srgbClr val="FFFF00"/>
              </a:solidFill>
              <a:latin typeface="Arial" panose="020B0604020202020204" pitchFamily="34" charset="0"/>
              <a:ea typeface="楷体_GB2312" pitchFamily="49" charset="-122"/>
            </a:endParaRPr>
          </a:p>
        </p:txBody>
      </p:sp>
      <p:sp>
        <p:nvSpPr>
          <p:cNvPr id="495619" name="Text Box 3"/>
          <p:cNvSpPr txBox="1">
            <a:spLocks noChangeArrowheads="1"/>
          </p:cNvSpPr>
          <p:nvPr/>
        </p:nvSpPr>
        <p:spPr bwMode="auto">
          <a:xfrm>
            <a:off x="249238" y="908720"/>
            <a:ext cx="8208962" cy="1301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996633"/>
              </a:buClr>
              <a:buFont typeface="Wingdings" panose="05000000000000000000" pitchFamily="2" charset="2"/>
              <a:buBlip>
                <a:blip r:embed="rId3"/>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3"/>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3"/>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9pPr>
          </a:lstStyle>
          <a:p>
            <a:pPr>
              <a:lnSpc>
                <a:spcPct val="150000"/>
              </a:lnSpc>
              <a:spcBef>
                <a:spcPct val="50000"/>
              </a:spcBef>
              <a:buClrTx/>
              <a:buFontTx/>
              <a:buNone/>
            </a:pPr>
            <a:r>
              <a:rPr lang="zh-CN" altLang="en-US" sz="2800" b="1" dirty="0">
                <a:solidFill>
                  <a:schemeClr val="accent2"/>
                </a:solidFill>
                <a:latin typeface="Arial" panose="020B0604020202020204" pitchFamily="34" charset="0"/>
                <a:ea typeface="楷体_GB2312" pitchFamily="49" charset="-122"/>
              </a:rPr>
              <a:t>  定理</a:t>
            </a:r>
            <a:r>
              <a:rPr lang="en-US" altLang="zh-CN" sz="2800" b="1" dirty="0">
                <a:solidFill>
                  <a:schemeClr val="accent2"/>
                </a:solidFill>
                <a:latin typeface="Arial" panose="020B0604020202020204" pitchFamily="34" charset="0"/>
                <a:ea typeface="楷体_GB2312" pitchFamily="49" charset="-122"/>
              </a:rPr>
              <a:t> </a:t>
            </a:r>
            <a:r>
              <a:rPr lang="zh-CN" altLang="en-US" sz="2800" b="1" dirty="0">
                <a:solidFill>
                  <a:schemeClr val="accent2"/>
                </a:solidFill>
                <a:latin typeface="Arial" panose="020B0604020202020204" pitchFamily="34" charset="0"/>
                <a:ea typeface="楷体_GB2312" pitchFamily="49" charset="-122"/>
              </a:rPr>
              <a:t>（切比雪夫不等式）</a:t>
            </a:r>
            <a:r>
              <a:rPr lang="zh-CN" altLang="en-US" sz="2800" b="1" dirty="0">
                <a:latin typeface="Arial" panose="020B0604020202020204" pitchFamily="34" charset="0"/>
              </a:rPr>
              <a:t> 设随机变量的</a:t>
            </a:r>
            <a:r>
              <a:rPr lang="en-US" altLang="zh-CN" sz="2800" b="1" i="1" dirty="0"/>
              <a:t>X</a:t>
            </a:r>
            <a:r>
              <a:rPr lang="zh-CN" altLang="en-US" sz="2800" b="1" dirty="0">
                <a:latin typeface="Arial" panose="020B0604020202020204" pitchFamily="34" charset="0"/>
              </a:rPr>
              <a:t>的</a:t>
            </a:r>
            <a:r>
              <a:rPr lang="zh-CN" altLang="en-US" sz="2800" b="1" dirty="0">
                <a:solidFill>
                  <a:srgbClr val="FF0000"/>
                </a:solidFill>
                <a:latin typeface="Arial" panose="020B0604020202020204" pitchFamily="34" charset="0"/>
              </a:rPr>
              <a:t>数学期望</a:t>
            </a:r>
            <a:r>
              <a:rPr lang="zh-CN" altLang="en-US" sz="2800" b="1" dirty="0">
                <a:latin typeface="Arial" panose="020B0604020202020204" pitchFamily="34" charset="0"/>
              </a:rPr>
              <a:t>和</a:t>
            </a:r>
            <a:r>
              <a:rPr lang="zh-CN" altLang="en-US" sz="2800" b="1" dirty="0">
                <a:solidFill>
                  <a:srgbClr val="FF0000"/>
                </a:solidFill>
                <a:latin typeface="Arial" panose="020B0604020202020204" pitchFamily="34" charset="0"/>
              </a:rPr>
              <a:t>方差</a:t>
            </a:r>
            <a:r>
              <a:rPr lang="zh-CN" altLang="en-US" sz="2800" b="1" dirty="0">
                <a:latin typeface="Arial" panose="020B0604020202020204" pitchFamily="34" charset="0"/>
              </a:rPr>
              <a:t>均存在，则对任意的         ，有</a:t>
            </a:r>
          </a:p>
        </p:txBody>
      </p:sp>
      <p:graphicFrame>
        <p:nvGraphicFramePr>
          <p:cNvPr id="495620" name="Object 4"/>
          <p:cNvGraphicFramePr>
            <a:graphicFrameLocks noChangeAspect="1"/>
          </p:cNvGraphicFramePr>
          <p:nvPr>
            <p:extLst>
              <p:ext uri="{D42A27DB-BD31-4B8C-83A1-F6EECF244321}">
                <p14:modId xmlns:p14="http://schemas.microsoft.com/office/powerpoint/2010/main" val="2710927841"/>
              </p:ext>
            </p:extLst>
          </p:nvPr>
        </p:nvGraphicFramePr>
        <p:xfrm>
          <a:off x="5435600" y="1746920"/>
          <a:ext cx="754063" cy="377825"/>
        </p:xfrm>
        <a:graphic>
          <a:graphicData uri="http://schemas.openxmlformats.org/presentationml/2006/ole">
            <mc:AlternateContent xmlns:mc="http://schemas.openxmlformats.org/markup-compatibility/2006">
              <mc:Choice xmlns:v="urn:schemas-microsoft-com:vml" Requires="v">
                <p:oleObj spid="_x0000_s36091" name="Equation" r:id="rId4" imgW="355138" imgH="177569" progId="Equation.DSMT4">
                  <p:embed/>
                </p:oleObj>
              </mc:Choice>
              <mc:Fallback>
                <p:oleObj name="Equation" r:id="rId4" imgW="355138" imgH="177569" progId="Equation.DSMT4">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435600" y="1746920"/>
                        <a:ext cx="754063" cy="377825"/>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5849" name="Rectangle 5"/>
          <p:cNvSpPr>
            <a:spLocks noChangeArrowheads="1"/>
          </p:cNvSpPr>
          <p:nvPr/>
        </p:nvSpPr>
        <p:spPr bwMode="auto">
          <a:xfrm>
            <a:off x="0" y="262163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rgbClr val="996633"/>
              </a:buClr>
              <a:buFont typeface="Wingdings" panose="05000000000000000000" pitchFamily="2" charset="2"/>
              <a:buBlip>
                <a:blip r:embed="rId3"/>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3"/>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3"/>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endParaRPr lang="zh-CN" altLang="en-US" sz="2800">
              <a:latin typeface="Arial" panose="020B0604020202020204" pitchFamily="34" charset="0"/>
              <a:ea typeface="MS Gothic" panose="020B0609070205080204" pitchFamily="49" charset="-128"/>
            </a:endParaRPr>
          </a:p>
        </p:txBody>
      </p:sp>
      <p:graphicFrame>
        <p:nvGraphicFramePr>
          <p:cNvPr id="495622" name="Object 6"/>
          <p:cNvGraphicFramePr>
            <a:graphicFrameLocks noChangeAspect="1"/>
          </p:cNvGraphicFramePr>
          <p:nvPr>
            <p:extLst>
              <p:ext uri="{D42A27DB-BD31-4B8C-83A1-F6EECF244321}">
                <p14:modId xmlns:p14="http://schemas.microsoft.com/office/powerpoint/2010/main" val="1333834545"/>
              </p:ext>
            </p:extLst>
          </p:nvPr>
        </p:nvGraphicFramePr>
        <p:xfrm>
          <a:off x="2157233" y="2276976"/>
          <a:ext cx="3444875" cy="792163"/>
        </p:xfrm>
        <a:graphic>
          <a:graphicData uri="http://schemas.openxmlformats.org/presentationml/2006/ole">
            <mc:AlternateContent xmlns:mc="http://schemas.openxmlformats.org/markup-compatibility/2006">
              <mc:Choice xmlns:v="urn:schemas-microsoft-com:vml" Requires="v">
                <p:oleObj spid="_x0000_s36092" name="Equation" r:id="rId6" imgW="1628902" imgH="314280" progId="Equation.DSMT4">
                  <p:embed/>
                </p:oleObj>
              </mc:Choice>
              <mc:Fallback>
                <p:oleObj name="Equation" r:id="rId6" imgW="1628902" imgH="314280" progId="Equation.DSMT4">
                  <p:embed/>
                  <p:pic>
                    <p:nvPicPr>
                      <p:cNvPr id="0"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157233" y="2276976"/>
                        <a:ext cx="3444875" cy="792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95623" name="Rectangle 7"/>
          <p:cNvSpPr>
            <a:spLocks noChangeArrowheads="1"/>
          </p:cNvSpPr>
          <p:nvPr/>
        </p:nvSpPr>
        <p:spPr bwMode="auto">
          <a:xfrm>
            <a:off x="395288" y="3032795"/>
            <a:ext cx="24161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rgbClr val="996633"/>
              </a:buClr>
              <a:buFont typeface="Wingdings" panose="05000000000000000000" pitchFamily="2" charset="2"/>
              <a:buBlip>
                <a:blip r:embed="rId3"/>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3"/>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3"/>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lang="zh-CN" altLang="en-US" sz="2800">
                <a:latin typeface="Arial" panose="020B0604020202020204" pitchFamily="34" charset="0"/>
              </a:rPr>
              <a:t>或等价地，有 </a:t>
            </a:r>
          </a:p>
        </p:txBody>
      </p:sp>
      <p:graphicFrame>
        <p:nvGraphicFramePr>
          <p:cNvPr id="495624" name="Object 8"/>
          <p:cNvGraphicFramePr>
            <a:graphicFrameLocks noChangeAspect="1"/>
          </p:cNvGraphicFramePr>
          <p:nvPr>
            <p:extLst>
              <p:ext uri="{D42A27DB-BD31-4B8C-83A1-F6EECF244321}">
                <p14:modId xmlns:p14="http://schemas.microsoft.com/office/powerpoint/2010/main" val="345625088"/>
              </p:ext>
            </p:extLst>
          </p:nvPr>
        </p:nvGraphicFramePr>
        <p:xfrm>
          <a:off x="2032164" y="3652714"/>
          <a:ext cx="3832225" cy="792162"/>
        </p:xfrm>
        <a:graphic>
          <a:graphicData uri="http://schemas.openxmlformats.org/presentationml/2006/ole">
            <mc:AlternateContent xmlns:mc="http://schemas.openxmlformats.org/markup-compatibility/2006">
              <mc:Choice xmlns:v="urn:schemas-microsoft-com:vml" Requires="v">
                <p:oleObj spid="_x0000_s36093" name="Equation" r:id="rId8" imgW="1819345" imgH="314280" progId="Equation.DSMT4">
                  <p:embed/>
                </p:oleObj>
              </mc:Choice>
              <mc:Fallback>
                <p:oleObj name="Equation" r:id="rId8" imgW="1819345" imgH="314280" progId="Equation.DSMT4">
                  <p:embed/>
                  <p:pic>
                    <p:nvPicPr>
                      <p:cNvPr id="0" name="Object 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032164" y="3652714"/>
                        <a:ext cx="3832225" cy="79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95625" name="Rectangle 9"/>
          <p:cNvSpPr>
            <a:spLocks noChangeArrowheads="1"/>
          </p:cNvSpPr>
          <p:nvPr/>
        </p:nvSpPr>
        <p:spPr bwMode="auto">
          <a:xfrm>
            <a:off x="395288" y="4545683"/>
            <a:ext cx="6330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rgbClr val="996633"/>
              </a:buClr>
              <a:buFont typeface="Wingdings" panose="05000000000000000000" pitchFamily="2" charset="2"/>
              <a:buBlip>
                <a:blip r:embed="rId3"/>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3"/>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3"/>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lang="zh-CN" altLang="en-US" sz="2800" b="1">
                <a:solidFill>
                  <a:schemeClr val="accent2"/>
                </a:solidFill>
                <a:latin typeface="Arial" panose="020B0604020202020204" pitchFamily="34" charset="0"/>
                <a:ea typeface="楷体_GB2312" pitchFamily="49" charset="-122"/>
              </a:rPr>
              <a:t>证明</a:t>
            </a:r>
            <a:r>
              <a:rPr lang="zh-CN" altLang="en-US" sz="2800">
                <a:latin typeface="Arial" panose="020B0604020202020204" pitchFamily="34" charset="0"/>
              </a:rPr>
              <a:t>　仅对连续型随机变量给出证明． </a:t>
            </a:r>
          </a:p>
        </p:txBody>
      </p:sp>
      <p:pic>
        <p:nvPicPr>
          <p:cNvPr id="35854" name="图片 1"/>
          <p:cNvPicPr>
            <a:picLocks noChangeAspect="1"/>
          </p:cNvPicPr>
          <p:nvPr/>
        </p:nvPicPr>
        <p:blipFill>
          <a:blip r:embed="rId10">
            <a:extLst>
              <a:ext uri="{28A0092B-C50C-407E-A947-70E740481C1C}">
                <a14:useLocalDpi xmlns:a14="http://schemas.microsoft.com/office/drawing/2010/main" val="0"/>
              </a:ext>
            </a:extLst>
          </a:blip>
          <a:srcRect/>
          <a:stretch>
            <a:fillRect/>
          </a:stretch>
        </p:blipFill>
        <p:spPr bwMode="auto">
          <a:xfrm>
            <a:off x="7380288" y="2070770"/>
            <a:ext cx="1323975" cy="180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855" name="矩形 2"/>
          <p:cNvSpPr>
            <a:spLocks noChangeArrowheads="1"/>
          </p:cNvSpPr>
          <p:nvPr/>
        </p:nvSpPr>
        <p:spPr bwMode="auto">
          <a:xfrm>
            <a:off x="7264400" y="4024983"/>
            <a:ext cx="1439863" cy="1477962"/>
          </a:xfrm>
          <a:prstGeom prst="rect">
            <a:avLst/>
          </a:prstGeom>
          <a:solidFill>
            <a:srgbClr val="FFCC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996633"/>
              </a:buClr>
              <a:buFont typeface="Wingdings" panose="05000000000000000000" pitchFamily="2" charset="2"/>
              <a:buBlip>
                <a:blip r:embed="rId3"/>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3"/>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3"/>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r>
              <a:rPr lang="zh-CN" altLang="en-US" sz="1800">
                <a:solidFill>
                  <a:srgbClr val="333333"/>
                </a:solidFill>
                <a:latin typeface="Arial" panose="020B0604020202020204" pitchFamily="34" charset="0"/>
              </a:rPr>
              <a:t>切比雪夫，俄文原名</a:t>
            </a:r>
            <a:r>
              <a:rPr lang="az-Cyrl-AZ" altLang="zh-CN" sz="1800">
                <a:solidFill>
                  <a:srgbClr val="333333"/>
                </a:solidFill>
                <a:latin typeface="Arial" panose="020B0604020202020204" pitchFamily="34" charset="0"/>
              </a:rPr>
              <a:t>Пафну́тийЛьво́вичЧебышёв</a:t>
            </a:r>
            <a:endParaRPr lang="zh-CN" altLang="en-US" sz="1800">
              <a:solidFill>
                <a:schemeClr val="accent2"/>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9" presetClass="entr" presetSubtype="0" fill="hold" grpId="0" nodeType="clickEffect">
                                  <p:stCondLst>
                                    <p:cond delay="0"/>
                                  </p:stCondLst>
                                  <p:childTnLst>
                                    <p:set>
                                      <p:cBhvr>
                                        <p:cTn id="6" dur="1" fill="hold">
                                          <p:stCondLst>
                                            <p:cond delay="0"/>
                                          </p:stCondLst>
                                        </p:cTn>
                                        <p:tgtEl>
                                          <p:spTgt spid="495619"/>
                                        </p:tgtEl>
                                        <p:attrNameLst>
                                          <p:attrName>style.visibility</p:attrName>
                                        </p:attrNameLst>
                                      </p:cBhvr>
                                      <p:to>
                                        <p:strVal val="visible"/>
                                      </p:to>
                                    </p:set>
                                    <p:anim calcmode="lin" valueType="num">
                                      <p:cBhvr>
                                        <p:cTn id="7" dur="1000" fill="hold"/>
                                        <p:tgtEl>
                                          <p:spTgt spid="495619"/>
                                        </p:tgtEl>
                                        <p:attrNameLst>
                                          <p:attrName>ppt_x</p:attrName>
                                        </p:attrNameLst>
                                      </p:cBhvr>
                                      <p:tavLst>
                                        <p:tav tm="0">
                                          <p:val>
                                            <p:strVal val="#ppt_x-.2"/>
                                          </p:val>
                                        </p:tav>
                                        <p:tav tm="100000">
                                          <p:val>
                                            <p:strVal val="#ppt_x"/>
                                          </p:val>
                                        </p:tav>
                                      </p:tavLst>
                                    </p:anim>
                                    <p:anim calcmode="lin" valueType="num">
                                      <p:cBhvr>
                                        <p:cTn id="8" dur="1000" fill="hold"/>
                                        <p:tgtEl>
                                          <p:spTgt spid="495619"/>
                                        </p:tgtEl>
                                        <p:attrNameLst>
                                          <p:attrName>ppt_y</p:attrName>
                                        </p:attrNameLst>
                                      </p:cBhvr>
                                      <p:tavLst>
                                        <p:tav tm="0">
                                          <p:val>
                                            <p:strVal val="#ppt_y"/>
                                          </p:val>
                                        </p:tav>
                                        <p:tav tm="100000">
                                          <p:val>
                                            <p:strVal val="#ppt_y"/>
                                          </p:val>
                                        </p:tav>
                                      </p:tavLst>
                                    </p:anim>
                                    <p:animEffect transition="in" filter="wipe(right)" prLst="gradientSize: 0.1">
                                      <p:cBhvr>
                                        <p:cTn id="9" dur="1000"/>
                                        <p:tgtEl>
                                          <p:spTgt spid="495619"/>
                                        </p:tgtEl>
                                      </p:cBhvr>
                                    </p:animEffect>
                                  </p:childTnLst>
                                </p:cTn>
                              </p:par>
                              <p:par>
                                <p:cTn id="10" presetID="29" presetClass="entr" presetSubtype="0" fill="hold" nodeType="withEffect">
                                  <p:stCondLst>
                                    <p:cond delay="0"/>
                                  </p:stCondLst>
                                  <p:childTnLst>
                                    <p:set>
                                      <p:cBhvr>
                                        <p:cTn id="11" dur="1" fill="hold">
                                          <p:stCondLst>
                                            <p:cond delay="0"/>
                                          </p:stCondLst>
                                        </p:cTn>
                                        <p:tgtEl>
                                          <p:spTgt spid="495620"/>
                                        </p:tgtEl>
                                        <p:attrNameLst>
                                          <p:attrName>style.visibility</p:attrName>
                                        </p:attrNameLst>
                                      </p:cBhvr>
                                      <p:to>
                                        <p:strVal val="visible"/>
                                      </p:to>
                                    </p:set>
                                    <p:anim calcmode="lin" valueType="num">
                                      <p:cBhvr>
                                        <p:cTn id="12" dur="1000" fill="hold"/>
                                        <p:tgtEl>
                                          <p:spTgt spid="495620"/>
                                        </p:tgtEl>
                                        <p:attrNameLst>
                                          <p:attrName>ppt_x</p:attrName>
                                        </p:attrNameLst>
                                      </p:cBhvr>
                                      <p:tavLst>
                                        <p:tav tm="0">
                                          <p:val>
                                            <p:strVal val="#ppt_x-.2"/>
                                          </p:val>
                                        </p:tav>
                                        <p:tav tm="100000">
                                          <p:val>
                                            <p:strVal val="#ppt_x"/>
                                          </p:val>
                                        </p:tav>
                                      </p:tavLst>
                                    </p:anim>
                                    <p:anim calcmode="lin" valueType="num">
                                      <p:cBhvr>
                                        <p:cTn id="13" dur="1000" fill="hold"/>
                                        <p:tgtEl>
                                          <p:spTgt spid="495620"/>
                                        </p:tgtEl>
                                        <p:attrNameLst>
                                          <p:attrName>ppt_y</p:attrName>
                                        </p:attrNameLst>
                                      </p:cBhvr>
                                      <p:tavLst>
                                        <p:tav tm="0">
                                          <p:val>
                                            <p:strVal val="#ppt_y"/>
                                          </p:val>
                                        </p:tav>
                                        <p:tav tm="100000">
                                          <p:val>
                                            <p:strVal val="#ppt_y"/>
                                          </p:val>
                                        </p:tav>
                                      </p:tavLst>
                                    </p:anim>
                                    <p:animEffect transition="in" filter="wipe(right)" prLst="gradientSize: 0.1">
                                      <p:cBhvr>
                                        <p:cTn id="14" dur="1000"/>
                                        <p:tgtEl>
                                          <p:spTgt spid="495620"/>
                                        </p:tgtEl>
                                      </p:cBhvr>
                                    </p:animEffect>
                                  </p:childTnLst>
                                </p:cTn>
                              </p:par>
                              <p:par>
                                <p:cTn id="15" presetID="29" presetClass="entr" presetSubtype="0" fill="hold" nodeType="withEffect">
                                  <p:stCondLst>
                                    <p:cond delay="0"/>
                                  </p:stCondLst>
                                  <p:childTnLst>
                                    <p:set>
                                      <p:cBhvr>
                                        <p:cTn id="16" dur="1" fill="hold">
                                          <p:stCondLst>
                                            <p:cond delay="0"/>
                                          </p:stCondLst>
                                        </p:cTn>
                                        <p:tgtEl>
                                          <p:spTgt spid="495622"/>
                                        </p:tgtEl>
                                        <p:attrNameLst>
                                          <p:attrName>style.visibility</p:attrName>
                                        </p:attrNameLst>
                                      </p:cBhvr>
                                      <p:to>
                                        <p:strVal val="visible"/>
                                      </p:to>
                                    </p:set>
                                    <p:anim calcmode="lin" valueType="num">
                                      <p:cBhvr>
                                        <p:cTn id="17" dur="1000" fill="hold"/>
                                        <p:tgtEl>
                                          <p:spTgt spid="495622"/>
                                        </p:tgtEl>
                                        <p:attrNameLst>
                                          <p:attrName>ppt_x</p:attrName>
                                        </p:attrNameLst>
                                      </p:cBhvr>
                                      <p:tavLst>
                                        <p:tav tm="0">
                                          <p:val>
                                            <p:strVal val="#ppt_x-.2"/>
                                          </p:val>
                                        </p:tav>
                                        <p:tav tm="100000">
                                          <p:val>
                                            <p:strVal val="#ppt_x"/>
                                          </p:val>
                                        </p:tav>
                                      </p:tavLst>
                                    </p:anim>
                                    <p:anim calcmode="lin" valueType="num">
                                      <p:cBhvr>
                                        <p:cTn id="18" dur="1000" fill="hold"/>
                                        <p:tgtEl>
                                          <p:spTgt spid="495622"/>
                                        </p:tgtEl>
                                        <p:attrNameLst>
                                          <p:attrName>ppt_y</p:attrName>
                                        </p:attrNameLst>
                                      </p:cBhvr>
                                      <p:tavLst>
                                        <p:tav tm="0">
                                          <p:val>
                                            <p:strVal val="#ppt_y"/>
                                          </p:val>
                                        </p:tav>
                                        <p:tav tm="100000">
                                          <p:val>
                                            <p:strVal val="#ppt_y"/>
                                          </p:val>
                                        </p:tav>
                                      </p:tavLst>
                                    </p:anim>
                                    <p:animEffect transition="in" filter="wipe(right)" prLst="gradientSize: 0.1">
                                      <p:cBhvr>
                                        <p:cTn id="19" dur="1000"/>
                                        <p:tgtEl>
                                          <p:spTgt spid="495622"/>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27" presetClass="entr" presetSubtype="0" fill="hold" grpId="0" nodeType="clickEffect">
                                  <p:stCondLst>
                                    <p:cond delay="0"/>
                                  </p:stCondLst>
                                  <p:iterate type="lt">
                                    <p:tmPct val="50000"/>
                                  </p:iterate>
                                  <p:childTnLst>
                                    <p:set>
                                      <p:cBhvr>
                                        <p:cTn id="23" dur="1" fill="hold">
                                          <p:stCondLst>
                                            <p:cond delay="0"/>
                                          </p:stCondLst>
                                        </p:cTn>
                                        <p:tgtEl>
                                          <p:spTgt spid="495623"/>
                                        </p:tgtEl>
                                        <p:attrNameLst>
                                          <p:attrName>style.visibility</p:attrName>
                                        </p:attrNameLst>
                                      </p:cBhvr>
                                      <p:to>
                                        <p:strVal val="visible"/>
                                      </p:to>
                                    </p:set>
                                    <p:anim calcmode="discrete" valueType="clr">
                                      <p:cBhvr override="childStyle">
                                        <p:cTn id="24" dur="80"/>
                                        <p:tgtEl>
                                          <p:spTgt spid="495623"/>
                                        </p:tgtEl>
                                        <p:attrNameLst>
                                          <p:attrName>style.color</p:attrName>
                                        </p:attrNameLst>
                                      </p:cBhvr>
                                      <p:tavLst>
                                        <p:tav tm="0">
                                          <p:val>
                                            <p:clrVal>
                                              <a:schemeClr val="accent2"/>
                                            </p:clrVal>
                                          </p:val>
                                        </p:tav>
                                        <p:tav tm="50000">
                                          <p:val>
                                            <p:clrVal>
                                              <a:schemeClr val="hlink"/>
                                            </p:clrVal>
                                          </p:val>
                                        </p:tav>
                                      </p:tavLst>
                                    </p:anim>
                                    <p:anim calcmode="discrete" valueType="clr">
                                      <p:cBhvr>
                                        <p:cTn id="25" dur="80"/>
                                        <p:tgtEl>
                                          <p:spTgt spid="495623"/>
                                        </p:tgtEl>
                                        <p:attrNameLst>
                                          <p:attrName>fillcolor</p:attrName>
                                        </p:attrNameLst>
                                      </p:cBhvr>
                                      <p:tavLst>
                                        <p:tav tm="0">
                                          <p:val>
                                            <p:clrVal>
                                              <a:schemeClr val="accent2"/>
                                            </p:clrVal>
                                          </p:val>
                                        </p:tav>
                                        <p:tav tm="50000">
                                          <p:val>
                                            <p:clrVal>
                                              <a:schemeClr val="hlink"/>
                                            </p:clrVal>
                                          </p:val>
                                        </p:tav>
                                      </p:tavLst>
                                    </p:anim>
                                    <p:set>
                                      <p:cBhvr>
                                        <p:cTn id="26" dur="80"/>
                                        <p:tgtEl>
                                          <p:spTgt spid="495623"/>
                                        </p:tgtEl>
                                        <p:attrNameLst>
                                          <p:attrName>fill.type</p:attrName>
                                        </p:attrNameLst>
                                      </p:cBhvr>
                                      <p:to>
                                        <p:strVal val="solid"/>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nodeType="clickEffect">
                                  <p:stCondLst>
                                    <p:cond delay="0"/>
                                  </p:stCondLst>
                                  <p:childTnLst>
                                    <p:set>
                                      <p:cBhvr>
                                        <p:cTn id="30" dur="1" fill="hold">
                                          <p:stCondLst>
                                            <p:cond delay="0"/>
                                          </p:stCondLst>
                                        </p:cTn>
                                        <p:tgtEl>
                                          <p:spTgt spid="495624"/>
                                        </p:tgtEl>
                                        <p:attrNameLst>
                                          <p:attrName>style.visibility</p:attrName>
                                        </p:attrNameLst>
                                      </p:cBhvr>
                                      <p:to>
                                        <p:strVal val="visible"/>
                                      </p:to>
                                    </p:set>
                                    <p:animEffect transition="in" filter="wipe(left)">
                                      <p:cBhvr>
                                        <p:cTn id="31" dur="3000"/>
                                        <p:tgtEl>
                                          <p:spTgt spid="495624"/>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7" presetClass="entr" presetSubtype="0" fill="hold" grpId="0" nodeType="clickEffect">
                                  <p:stCondLst>
                                    <p:cond delay="0"/>
                                  </p:stCondLst>
                                  <p:iterate type="lt">
                                    <p:tmPct val="50000"/>
                                  </p:iterate>
                                  <p:childTnLst>
                                    <p:set>
                                      <p:cBhvr>
                                        <p:cTn id="35" dur="1" fill="hold">
                                          <p:stCondLst>
                                            <p:cond delay="0"/>
                                          </p:stCondLst>
                                        </p:cTn>
                                        <p:tgtEl>
                                          <p:spTgt spid="495625"/>
                                        </p:tgtEl>
                                        <p:attrNameLst>
                                          <p:attrName>style.visibility</p:attrName>
                                        </p:attrNameLst>
                                      </p:cBhvr>
                                      <p:to>
                                        <p:strVal val="visible"/>
                                      </p:to>
                                    </p:set>
                                    <p:anim calcmode="discrete" valueType="clr">
                                      <p:cBhvr override="childStyle">
                                        <p:cTn id="36" dur="80"/>
                                        <p:tgtEl>
                                          <p:spTgt spid="495625"/>
                                        </p:tgtEl>
                                        <p:attrNameLst>
                                          <p:attrName>style.color</p:attrName>
                                        </p:attrNameLst>
                                      </p:cBhvr>
                                      <p:tavLst>
                                        <p:tav tm="0">
                                          <p:val>
                                            <p:clrVal>
                                              <a:schemeClr val="accent2"/>
                                            </p:clrVal>
                                          </p:val>
                                        </p:tav>
                                        <p:tav tm="50000">
                                          <p:val>
                                            <p:clrVal>
                                              <a:schemeClr val="hlink"/>
                                            </p:clrVal>
                                          </p:val>
                                        </p:tav>
                                      </p:tavLst>
                                    </p:anim>
                                    <p:anim calcmode="discrete" valueType="clr">
                                      <p:cBhvr>
                                        <p:cTn id="37" dur="80"/>
                                        <p:tgtEl>
                                          <p:spTgt spid="495625"/>
                                        </p:tgtEl>
                                        <p:attrNameLst>
                                          <p:attrName>fillcolor</p:attrName>
                                        </p:attrNameLst>
                                      </p:cBhvr>
                                      <p:tavLst>
                                        <p:tav tm="0">
                                          <p:val>
                                            <p:clrVal>
                                              <a:schemeClr val="accent2"/>
                                            </p:clrVal>
                                          </p:val>
                                        </p:tav>
                                        <p:tav tm="50000">
                                          <p:val>
                                            <p:clrVal>
                                              <a:schemeClr val="hlink"/>
                                            </p:clrVal>
                                          </p:val>
                                        </p:tav>
                                      </p:tavLst>
                                    </p:anim>
                                    <p:set>
                                      <p:cBhvr>
                                        <p:cTn id="38" dur="80"/>
                                        <p:tgtEl>
                                          <p:spTgt spid="495625"/>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5619" grpId="0"/>
      <p:bldP spid="495623" grpId="0"/>
      <p:bldP spid="495625"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椭圆 19"/>
          <p:cNvSpPr/>
          <p:nvPr/>
        </p:nvSpPr>
        <p:spPr bwMode="auto">
          <a:xfrm>
            <a:off x="3233738" y="5216525"/>
            <a:ext cx="906462" cy="300038"/>
          </a:xfrm>
          <a:prstGeom prst="ellipse">
            <a:avLst/>
          </a:prstGeom>
          <a:solidFill>
            <a:srgbClr val="92D050"/>
          </a:solidFill>
          <a:ln w="28575" cap="flat" cmpd="sng" algn="ctr">
            <a:solidFill>
              <a:srgbClr val="00B050"/>
            </a:solidFill>
            <a:prstDash val="sysDot"/>
            <a:round/>
            <a:headEnd type="none" w="med" len="med"/>
            <a:tailEnd type="none" w="med" len="med"/>
          </a:ln>
          <a:effectLst/>
          <a:extLst/>
        </p:spPr>
        <p:txBody>
          <a:bodyPr/>
          <a:lstStyle>
            <a:defPPr>
              <a:defRPr lang="zh-CN"/>
            </a:defPPr>
            <a:lvl1pPr algn="l" rtl="0" eaLnBrk="0" fontAlgn="base" hangingPunct="0">
              <a:spcBef>
                <a:spcPct val="0"/>
              </a:spcBef>
              <a:spcAft>
                <a:spcPct val="0"/>
              </a:spcAft>
              <a:defRPr kumimoji="1" sz="3200" kern="1200">
                <a:solidFill>
                  <a:schemeClr val="accent2"/>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kumimoji="1" sz="3200" kern="1200">
                <a:solidFill>
                  <a:schemeClr val="accent2"/>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kumimoji="1" sz="3200" kern="1200">
                <a:solidFill>
                  <a:schemeClr val="accent2"/>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kumimoji="1" sz="3200" kern="1200">
                <a:solidFill>
                  <a:schemeClr val="accent2"/>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kumimoji="1" sz="3200" kern="1200">
                <a:solidFill>
                  <a:schemeClr val="accent2"/>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3200" kern="1200">
                <a:solidFill>
                  <a:schemeClr val="accent2"/>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3200" kern="1200">
                <a:solidFill>
                  <a:schemeClr val="accent2"/>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3200" kern="1200">
                <a:solidFill>
                  <a:schemeClr val="accent2"/>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3200" kern="1200">
                <a:solidFill>
                  <a:schemeClr val="accent2"/>
                </a:solidFill>
                <a:latin typeface="Times New Roman" panose="02020603050405020304" pitchFamily="18" charset="0"/>
                <a:ea typeface="宋体" panose="02010600030101010101" pitchFamily="2" charset="-122"/>
                <a:cs typeface="+mn-cs"/>
              </a:defRPr>
            </a:lvl9pPr>
          </a:lstStyle>
          <a:p>
            <a:pPr marL="342900" indent="-342900" eaLnBrk="1" hangingPunct="1">
              <a:lnSpc>
                <a:spcPct val="90000"/>
              </a:lnSpc>
              <a:spcBef>
                <a:spcPct val="20000"/>
              </a:spcBef>
              <a:buClr>
                <a:srgbClr val="996633"/>
              </a:buClr>
              <a:buFont typeface="Wingdings" panose="05000000000000000000" pitchFamily="2" charset="2"/>
              <a:buBlip>
                <a:blip r:embed="rId3"/>
              </a:buBlip>
              <a:defRPr/>
            </a:pPr>
            <a:endParaRPr lang="zh-CN" altLang="en-US" b="1" dirty="0" smtClean="0">
              <a:effectLst>
                <a:outerShdw blurRad="38100" dist="38100" dir="2700000" algn="tl">
                  <a:srgbClr val="000000">
                    <a:alpha val="43137"/>
                  </a:srgbClr>
                </a:outerShdw>
              </a:effectLst>
            </a:endParaRPr>
          </a:p>
        </p:txBody>
      </p:sp>
      <p:sp>
        <p:nvSpPr>
          <p:cNvPr id="19" name="椭圆 18"/>
          <p:cNvSpPr/>
          <p:nvPr/>
        </p:nvSpPr>
        <p:spPr bwMode="auto">
          <a:xfrm>
            <a:off x="3635375" y="3463925"/>
            <a:ext cx="1081088" cy="469900"/>
          </a:xfrm>
          <a:prstGeom prst="ellipse">
            <a:avLst/>
          </a:prstGeom>
          <a:solidFill>
            <a:srgbClr val="FFFF00"/>
          </a:solidFill>
          <a:ln w="28575" cap="flat" cmpd="sng" algn="ctr">
            <a:solidFill>
              <a:srgbClr val="00B050"/>
            </a:solidFill>
            <a:prstDash val="sysDot"/>
            <a:round/>
            <a:headEnd type="none" w="med" len="med"/>
            <a:tailEnd type="none" w="med" len="med"/>
          </a:ln>
          <a:effectLst/>
          <a:extLst/>
        </p:spPr>
        <p:txBody>
          <a:bodyPr/>
          <a:lstStyle>
            <a:defPPr>
              <a:defRPr lang="zh-CN"/>
            </a:defPPr>
            <a:lvl1pPr algn="l" rtl="0" eaLnBrk="0" fontAlgn="base" hangingPunct="0">
              <a:spcBef>
                <a:spcPct val="0"/>
              </a:spcBef>
              <a:spcAft>
                <a:spcPct val="0"/>
              </a:spcAft>
              <a:defRPr kumimoji="1" sz="3200" kern="1200">
                <a:solidFill>
                  <a:schemeClr val="accent2"/>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kumimoji="1" sz="3200" kern="1200">
                <a:solidFill>
                  <a:schemeClr val="accent2"/>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kumimoji="1" sz="3200" kern="1200">
                <a:solidFill>
                  <a:schemeClr val="accent2"/>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kumimoji="1" sz="3200" kern="1200">
                <a:solidFill>
                  <a:schemeClr val="accent2"/>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kumimoji="1" sz="3200" kern="1200">
                <a:solidFill>
                  <a:schemeClr val="accent2"/>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3200" kern="1200">
                <a:solidFill>
                  <a:schemeClr val="accent2"/>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3200" kern="1200">
                <a:solidFill>
                  <a:schemeClr val="accent2"/>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3200" kern="1200">
                <a:solidFill>
                  <a:schemeClr val="accent2"/>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3200" kern="1200">
                <a:solidFill>
                  <a:schemeClr val="accent2"/>
                </a:solidFill>
                <a:latin typeface="Times New Roman" panose="02020603050405020304" pitchFamily="18" charset="0"/>
                <a:ea typeface="宋体" panose="02010600030101010101" pitchFamily="2" charset="-122"/>
                <a:cs typeface="+mn-cs"/>
              </a:defRPr>
            </a:lvl9pPr>
          </a:lstStyle>
          <a:p>
            <a:pPr marL="342900" indent="-342900" eaLnBrk="1" hangingPunct="1">
              <a:lnSpc>
                <a:spcPct val="90000"/>
              </a:lnSpc>
              <a:spcBef>
                <a:spcPct val="20000"/>
              </a:spcBef>
              <a:buClr>
                <a:srgbClr val="996633"/>
              </a:buClr>
              <a:buFont typeface="Wingdings" panose="05000000000000000000" pitchFamily="2" charset="2"/>
              <a:buBlip>
                <a:blip r:embed="rId3"/>
              </a:buBlip>
              <a:defRPr/>
            </a:pPr>
            <a:endParaRPr lang="zh-CN" altLang="en-US" b="1" dirty="0" smtClean="0">
              <a:effectLst>
                <a:outerShdw blurRad="38100" dist="38100" dir="2700000" algn="tl">
                  <a:srgbClr val="000000">
                    <a:alpha val="43137"/>
                  </a:srgbClr>
                </a:outerShdw>
              </a:effectLst>
            </a:endParaRPr>
          </a:p>
        </p:txBody>
      </p:sp>
      <p:sp>
        <p:nvSpPr>
          <p:cNvPr id="10" name="椭圆 9"/>
          <p:cNvSpPr/>
          <p:nvPr/>
        </p:nvSpPr>
        <p:spPr bwMode="auto">
          <a:xfrm>
            <a:off x="4572000" y="2570163"/>
            <a:ext cx="1981200" cy="1135062"/>
          </a:xfrm>
          <a:prstGeom prst="ellipse">
            <a:avLst/>
          </a:prstGeom>
          <a:solidFill>
            <a:srgbClr val="FFFF00"/>
          </a:solidFill>
          <a:ln w="28575" cap="flat" cmpd="sng" algn="ctr">
            <a:solidFill>
              <a:srgbClr val="00B050"/>
            </a:solidFill>
            <a:prstDash val="sysDot"/>
            <a:round/>
            <a:headEnd type="none" w="med" len="med"/>
            <a:tailEnd type="none" w="med" len="med"/>
          </a:ln>
          <a:effectLst/>
          <a:extLst/>
        </p:spPr>
        <p:txBody>
          <a:bodyPr/>
          <a:lstStyle>
            <a:defPPr>
              <a:defRPr lang="zh-CN"/>
            </a:defPPr>
            <a:lvl1pPr algn="l" rtl="0" eaLnBrk="0" fontAlgn="base" hangingPunct="0">
              <a:spcBef>
                <a:spcPct val="0"/>
              </a:spcBef>
              <a:spcAft>
                <a:spcPct val="0"/>
              </a:spcAft>
              <a:defRPr kumimoji="1" sz="3200" kern="1200">
                <a:solidFill>
                  <a:schemeClr val="accent2"/>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kumimoji="1" sz="3200" kern="1200">
                <a:solidFill>
                  <a:schemeClr val="accent2"/>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kumimoji="1" sz="3200" kern="1200">
                <a:solidFill>
                  <a:schemeClr val="accent2"/>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kumimoji="1" sz="3200" kern="1200">
                <a:solidFill>
                  <a:schemeClr val="accent2"/>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kumimoji="1" sz="3200" kern="1200">
                <a:solidFill>
                  <a:schemeClr val="accent2"/>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3200" kern="1200">
                <a:solidFill>
                  <a:schemeClr val="accent2"/>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3200" kern="1200">
                <a:solidFill>
                  <a:schemeClr val="accent2"/>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3200" kern="1200">
                <a:solidFill>
                  <a:schemeClr val="accent2"/>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3200" kern="1200">
                <a:solidFill>
                  <a:schemeClr val="accent2"/>
                </a:solidFill>
                <a:latin typeface="Times New Roman" panose="02020603050405020304" pitchFamily="18" charset="0"/>
                <a:ea typeface="宋体" panose="02010600030101010101" pitchFamily="2" charset="-122"/>
                <a:cs typeface="+mn-cs"/>
              </a:defRPr>
            </a:lvl9pPr>
          </a:lstStyle>
          <a:p>
            <a:pPr marL="342900" indent="-342900" eaLnBrk="1" hangingPunct="1">
              <a:lnSpc>
                <a:spcPct val="90000"/>
              </a:lnSpc>
              <a:spcBef>
                <a:spcPct val="20000"/>
              </a:spcBef>
              <a:buClr>
                <a:srgbClr val="996633"/>
              </a:buClr>
              <a:buFont typeface="Wingdings" panose="05000000000000000000" pitchFamily="2" charset="2"/>
              <a:buBlip>
                <a:blip r:embed="rId3"/>
              </a:buBlip>
              <a:defRPr/>
            </a:pPr>
            <a:endParaRPr lang="zh-CN" altLang="en-US" b="1" dirty="0" smtClean="0">
              <a:effectLst>
                <a:outerShdw blurRad="38100" dist="38100" dir="2700000" algn="tl">
                  <a:srgbClr val="000000">
                    <a:alpha val="43137"/>
                  </a:srgbClr>
                </a:outerShdw>
              </a:effectLst>
            </a:endParaRPr>
          </a:p>
        </p:txBody>
      </p:sp>
      <p:graphicFrame>
        <p:nvGraphicFramePr>
          <p:cNvPr id="496642" name="Object 2"/>
          <p:cNvGraphicFramePr>
            <a:graphicFrameLocks noChangeAspect="1"/>
          </p:cNvGraphicFramePr>
          <p:nvPr/>
        </p:nvGraphicFramePr>
        <p:xfrm>
          <a:off x="611188" y="765175"/>
          <a:ext cx="5113337" cy="919163"/>
        </p:xfrm>
        <a:graphic>
          <a:graphicData uri="http://schemas.openxmlformats.org/presentationml/2006/ole">
            <mc:AlternateContent xmlns:mc="http://schemas.openxmlformats.org/markup-compatibility/2006">
              <mc:Choice xmlns:v="urn:schemas-microsoft-com:vml" Requires="v">
                <p:oleObj spid="_x0000_s37270" name="文档" r:id="rId4" imgW="2049651" imgH="371173" progId="Word.Document.8">
                  <p:embed/>
                </p:oleObj>
              </mc:Choice>
              <mc:Fallback>
                <p:oleObj name="文档" r:id="rId4" imgW="2049651" imgH="371173" progId="Word.Document.8">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1188" y="765175"/>
                        <a:ext cx="5113337" cy="9191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96644" name="Object 4"/>
          <p:cNvGraphicFramePr>
            <a:graphicFrameLocks noChangeAspect="1"/>
          </p:cNvGraphicFramePr>
          <p:nvPr/>
        </p:nvGraphicFramePr>
        <p:xfrm>
          <a:off x="969963" y="1628775"/>
          <a:ext cx="5045075" cy="922338"/>
        </p:xfrm>
        <a:graphic>
          <a:graphicData uri="http://schemas.openxmlformats.org/presentationml/2006/ole">
            <mc:AlternateContent xmlns:mc="http://schemas.openxmlformats.org/markup-compatibility/2006">
              <mc:Choice xmlns:v="urn:schemas-microsoft-com:vml" Requires="v">
                <p:oleObj spid="_x0000_s37271" name="Equation" r:id="rId6" imgW="2234230" imgH="406224" progId="Equation.DSMT4">
                  <p:embed/>
                </p:oleObj>
              </mc:Choice>
              <mc:Fallback>
                <p:oleObj name="Equation" r:id="rId6" imgW="2234230" imgH="406224" progId="Equation.DSMT4">
                  <p:embed/>
                  <p:pic>
                    <p:nvPicPr>
                      <p:cNvPr id="0"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69963" y="1628775"/>
                        <a:ext cx="5045075" cy="922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6871" name="Rectangle 5"/>
          <p:cNvSpPr>
            <a:spLocks noChangeArrowheads="1"/>
          </p:cNvSpPr>
          <p:nvPr/>
        </p:nvSpPr>
        <p:spPr bwMode="auto">
          <a:xfrm>
            <a:off x="0" y="20828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rgbClr val="996633"/>
              </a:buClr>
              <a:buFont typeface="Wingdings" panose="05000000000000000000" pitchFamily="2" charset="2"/>
              <a:buBlip>
                <a:blip r:embed="rId3"/>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3"/>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3"/>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endParaRPr lang="zh-CN" altLang="en-US" sz="2800">
              <a:latin typeface="Arial" panose="020B0604020202020204" pitchFamily="34" charset="0"/>
              <a:ea typeface="MS Gothic" panose="020B0609070205080204" pitchFamily="49" charset="-128"/>
            </a:endParaRPr>
          </a:p>
        </p:txBody>
      </p:sp>
      <p:graphicFrame>
        <p:nvGraphicFramePr>
          <p:cNvPr id="496646" name="Object 6"/>
          <p:cNvGraphicFramePr>
            <a:graphicFrameLocks noChangeAspect="1"/>
          </p:cNvGraphicFramePr>
          <p:nvPr/>
        </p:nvGraphicFramePr>
        <p:xfrm>
          <a:off x="3402013" y="2709863"/>
          <a:ext cx="4141787" cy="1163637"/>
        </p:xfrm>
        <a:graphic>
          <a:graphicData uri="http://schemas.openxmlformats.org/presentationml/2006/ole">
            <mc:AlternateContent xmlns:mc="http://schemas.openxmlformats.org/markup-compatibility/2006">
              <mc:Choice xmlns:v="urn:schemas-microsoft-com:vml" Requires="v">
                <p:oleObj spid="_x0000_s37272" name="Equation" r:id="rId8" imgW="1905000" imgH="533400" progId="Equation.DSMT4">
                  <p:embed/>
                </p:oleObj>
              </mc:Choice>
              <mc:Fallback>
                <p:oleObj name="Equation" r:id="rId8" imgW="1905000" imgH="533400" progId="Equation.DSMT4">
                  <p:embed/>
                  <p:pic>
                    <p:nvPicPr>
                      <p:cNvPr id="0" name="Object 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402013" y="2709863"/>
                        <a:ext cx="4141787" cy="1163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6873" name="Rectangle 7"/>
          <p:cNvSpPr>
            <a:spLocks noChangeArrowheads="1"/>
          </p:cNvSpPr>
          <p:nvPr/>
        </p:nvSpPr>
        <p:spPr bwMode="auto">
          <a:xfrm>
            <a:off x="0" y="21018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rgbClr val="996633"/>
              </a:buClr>
              <a:buFont typeface="Wingdings" panose="05000000000000000000" pitchFamily="2" charset="2"/>
              <a:buBlip>
                <a:blip r:embed="rId3"/>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3"/>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3"/>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endParaRPr lang="zh-CN" altLang="en-US" sz="2800">
              <a:latin typeface="Arial" panose="020B0604020202020204" pitchFamily="34" charset="0"/>
              <a:ea typeface="MS Gothic" panose="020B0609070205080204" pitchFamily="49" charset="-128"/>
            </a:endParaRPr>
          </a:p>
        </p:txBody>
      </p:sp>
      <p:graphicFrame>
        <p:nvGraphicFramePr>
          <p:cNvPr id="496648" name="Object 8"/>
          <p:cNvGraphicFramePr>
            <a:graphicFrameLocks noChangeAspect="1"/>
          </p:cNvGraphicFramePr>
          <p:nvPr/>
        </p:nvGraphicFramePr>
        <p:xfrm>
          <a:off x="3425825" y="4473575"/>
          <a:ext cx="3952875" cy="977900"/>
        </p:xfrm>
        <a:graphic>
          <a:graphicData uri="http://schemas.openxmlformats.org/presentationml/2006/ole">
            <mc:AlternateContent xmlns:mc="http://schemas.openxmlformats.org/markup-compatibility/2006">
              <mc:Choice xmlns:v="urn:schemas-microsoft-com:vml" Requires="v">
                <p:oleObj spid="_x0000_s37273" name="Equation" r:id="rId10" imgW="2005729" imgH="495085" progId="Equation.DSMT4">
                  <p:embed/>
                </p:oleObj>
              </mc:Choice>
              <mc:Fallback>
                <p:oleObj name="Equation" r:id="rId10" imgW="2005729" imgH="495085" progId="Equation.DSMT4">
                  <p:embed/>
                  <p:pic>
                    <p:nvPicPr>
                      <p:cNvPr id="0" name="Object 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425825" y="4473575"/>
                        <a:ext cx="3952875" cy="977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36875" name="图片 1"/>
          <p:cNvPicPr>
            <a:picLocks noChangeAspect="1"/>
          </p:cNvPicPr>
          <p:nvPr/>
        </p:nvPicPr>
        <p:blipFill>
          <a:blip r:embed="rId12">
            <a:extLst>
              <a:ext uri="{28A0092B-C50C-407E-A947-70E740481C1C}">
                <a14:useLocalDpi xmlns:a14="http://schemas.microsoft.com/office/drawing/2010/main" val="0"/>
              </a:ext>
            </a:extLst>
          </a:blip>
          <a:srcRect/>
          <a:stretch>
            <a:fillRect/>
          </a:stretch>
        </p:blipFill>
        <p:spPr bwMode="auto">
          <a:xfrm>
            <a:off x="179388" y="2949575"/>
            <a:ext cx="2806700" cy="154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36877" name="直接箭头连接符 3"/>
          <p:cNvCxnSpPr>
            <a:cxnSpLocks noChangeShapeType="1"/>
          </p:cNvCxnSpPr>
          <p:nvPr/>
        </p:nvCxnSpPr>
        <p:spPr bwMode="auto">
          <a:xfrm>
            <a:off x="2411413" y="2276475"/>
            <a:ext cx="2232025" cy="576263"/>
          </a:xfrm>
          <a:prstGeom prst="straightConnector1">
            <a:avLst/>
          </a:prstGeom>
          <a:noFill/>
          <a:ln w="28575" algn="ctr">
            <a:solidFill>
              <a:srgbClr val="FF0000"/>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6878" name="直接连接符 5"/>
          <p:cNvCxnSpPr>
            <a:cxnSpLocks noChangeShapeType="1"/>
          </p:cNvCxnSpPr>
          <p:nvPr/>
        </p:nvCxnSpPr>
        <p:spPr bwMode="auto">
          <a:xfrm>
            <a:off x="1476375" y="2276475"/>
            <a:ext cx="1925638" cy="0"/>
          </a:xfrm>
          <a:prstGeom prst="line">
            <a:avLst/>
          </a:prstGeom>
          <a:noFill/>
          <a:ln w="28575" algn="ctr">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aphicFrame>
        <p:nvGraphicFramePr>
          <p:cNvPr id="17" name="Object 4"/>
          <p:cNvGraphicFramePr>
            <a:graphicFrameLocks noChangeAspect="1"/>
          </p:cNvGraphicFramePr>
          <p:nvPr>
            <p:extLst>
              <p:ext uri="{D42A27DB-BD31-4B8C-83A1-F6EECF244321}">
                <p14:modId xmlns:p14="http://schemas.microsoft.com/office/powerpoint/2010/main" val="3659629723"/>
              </p:ext>
            </p:extLst>
          </p:nvPr>
        </p:nvGraphicFramePr>
        <p:xfrm>
          <a:off x="7496355" y="762599"/>
          <a:ext cx="754063" cy="377825"/>
        </p:xfrm>
        <a:graphic>
          <a:graphicData uri="http://schemas.openxmlformats.org/presentationml/2006/ole">
            <mc:AlternateContent xmlns:mc="http://schemas.openxmlformats.org/markup-compatibility/2006">
              <mc:Choice xmlns:v="urn:schemas-microsoft-com:vml" Requires="v">
                <p:oleObj spid="_x0000_s37274" name="Equation" r:id="rId13" imgW="355138" imgH="177569" progId="Equation.DSMT4">
                  <p:embed/>
                </p:oleObj>
              </mc:Choice>
              <mc:Fallback>
                <p:oleObj name="Equation" r:id="rId13" imgW="355138" imgH="177569" progId="Equation.DSMT4">
                  <p:embed/>
                  <p:pic>
                    <p:nvPicPr>
                      <p:cNvPr id="0" name="Object 4"/>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496355" y="762599"/>
                        <a:ext cx="754063" cy="377825"/>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496642"/>
                                        </p:tgtEl>
                                        <p:attrNameLst>
                                          <p:attrName>style.visibility</p:attrName>
                                        </p:attrNameLst>
                                      </p:cBhvr>
                                      <p:to>
                                        <p:strVal val="visible"/>
                                      </p:to>
                                    </p:set>
                                    <p:animEffect transition="in" filter="wipe(left)">
                                      <p:cBhvr>
                                        <p:cTn id="7" dur="3000"/>
                                        <p:tgtEl>
                                          <p:spTgt spid="49664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496644"/>
                                        </p:tgtEl>
                                        <p:attrNameLst>
                                          <p:attrName>style.visibility</p:attrName>
                                        </p:attrNameLst>
                                      </p:cBhvr>
                                      <p:to>
                                        <p:strVal val="visible"/>
                                      </p:to>
                                    </p:set>
                                    <p:animEffect transition="in" filter="wipe(left)">
                                      <p:cBhvr>
                                        <p:cTn id="12" dur="3000"/>
                                        <p:tgtEl>
                                          <p:spTgt spid="49664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496646"/>
                                        </p:tgtEl>
                                        <p:attrNameLst>
                                          <p:attrName>style.visibility</p:attrName>
                                        </p:attrNameLst>
                                      </p:cBhvr>
                                      <p:to>
                                        <p:strVal val="visible"/>
                                      </p:to>
                                    </p:set>
                                    <p:animEffect transition="in" filter="wipe(left)">
                                      <p:cBhvr>
                                        <p:cTn id="17" dur="500"/>
                                        <p:tgtEl>
                                          <p:spTgt spid="49664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496648"/>
                                        </p:tgtEl>
                                        <p:attrNameLst>
                                          <p:attrName>style.visibility</p:attrName>
                                        </p:attrNameLst>
                                      </p:cBhvr>
                                      <p:to>
                                        <p:strVal val="visible"/>
                                      </p:to>
                                    </p:set>
                                    <p:animEffect transition="in" filter="wipe(left)">
                                      <p:cBhvr>
                                        <p:cTn id="22" dur="3000"/>
                                        <p:tgtEl>
                                          <p:spTgt spid="496648"/>
                                        </p:tgtEl>
                                      </p:cBhvr>
                                    </p:animEffect>
                                  </p:childTnLst>
                                </p:cTn>
                              </p:par>
                              <p:par>
                                <p:cTn id="23" presetID="29" presetClass="entr" presetSubtype="0" fill="hold" nodeType="withEffect">
                                  <p:stCondLst>
                                    <p:cond delay="0"/>
                                  </p:stCondLst>
                                  <p:childTnLst>
                                    <p:set>
                                      <p:cBhvr>
                                        <p:cTn id="24" dur="1" fill="hold">
                                          <p:stCondLst>
                                            <p:cond delay="0"/>
                                          </p:stCondLst>
                                        </p:cTn>
                                        <p:tgtEl>
                                          <p:spTgt spid="17"/>
                                        </p:tgtEl>
                                        <p:attrNameLst>
                                          <p:attrName>style.visibility</p:attrName>
                                        </p:attrNameLst>
                                      </p:cBhvr>
                                      <p:to>
                                        <p:strVal val="visible"/>
                                      </p:to>
                                    </p:set>
                                    <p:anim calcmode="lin" valueType="num">
                                      <p:cBhvr>
                                        <p:cTn id="25" dur="1000" fill="hold"/>
                                        <p:tgtEl>
                                          <p:spTgt spid="17"/>
                                        </p:tgtEl>
                                        <p:attrNameLst>
                                          <p:attrName>ppt_x</p:attrName>
                                        </p:attrNameLst>
                                      </p:cBhvr>
                                      <p:tavLst>
                                        <p:tav tm="0">
                                          <p:val>
                                            <p:strVal val="#ppt_x-.2"/>
                                          </p:val>
                                        </p:tav>
                                        <p:tav tm="100000">
                                          <p:val>
                                            <p:strVal val="#ppt_x"/>
                                          </p:val>
                                        </p:tav>
                                      </p:tavLst>
                                    </p:anim>
                                    <p:anim calcmode="lin" valueType="num">
                                      <p:cBhvr>
                                        <p:cTn id="26" dur="1000" fill="hold"/>
                                        <p:tgtEl>
                                          <p:spTgt spid="17"/>
                                        </p:tgtEl>
                                        <p:attrNameLst>
                                          <p:attrName>ppt_y</p:attrName>
                                        </p:attrNameLst>
                                      </p:cBhvr>
                                      <p:tavLst>
                                        <p:tav tm="0">
                                          <p:val>
                                            <p:strVal val="#ppt_y"/>
                                          </p:val>
                                        </p:tav>
                                        <p:tav tm="100000">
                                          <p:val>
                                            <p:strVal val="#ppt_y"/>
                                          </p:val>
                                        </p:tav>
                                      </p:tavLst>
                                    </p:anim>
                                    <p:animEffect transition="in" filter="wipe(right)" prLst="gradientSize: 0.1">
                                      <p:cBhvr>
                                        <p:cTn id="27" dur="10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p:cNvGrpSpPr>
          <p:nvPr/>
        </p:nvGrpSpPr>
        <p:grpSpPr bwMode="auto">
          <a:xfrm>
            <a:off x="539552" y="571500"/>
            <a:ext cx="8243888" cy="1006475"/>
            <a:chOff x="295" y="1162"/>
            <a:chExt cx="5193" cy="634"/>
          </a:xfrm>
        </p:grpSpPr>
        <p:sp>
          <p:nvSpPr>
            <p:cNvPr id="37899" name="Text Box 3"/>
            <p:cNvSpPr txBox="1">
              <a:spLocks noChangeArrowheads="1"/>
            </p:cNvSpPr>
            <p:nvPr/>
          </p:nvSpPr>
          <p:spPr bwMode="auto">
            <a:xfrm>
              <a:off x="295" y="1162"/>
              <a:ext cx="5193" cy="634"/>
            </a:xfrm>
            <a:prstGeom prst="rect">
              <a:avLst/>
            </a:prstGeom>
            <a:solidFill>
              <a:srgbClr val="FFCC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996633"/>
                </a:buClr>
                <a:buFont typeface="Wingdings" panose="05000000000000000000" pitchFamily="2" charset="2"/>
                <a:buBlip>
                  <a:blip r:embed="rId3"/>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3"/>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3"/>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zh-CN" altLang="en-US"/>
                <a:t>    </a:t>
              </a:r>
              <a:r>
                <a:rPr lang="zh-CN" altLang="en-US" sz="2800"/>
                <a:t>上述不等式给出了在</a:t>
              </a:r>
              <a:r>
                <a:rPr lang="zh-CN" altLang="en-US" sz="2800" b="1">
                  <a:solidFill>
                    <a:srgbClr val="FF0000"/>
                  </a:solidFill>
                </a:rPr>
                <a:t>随机变量</a:t>
              </a:r>
              <a:r>
                <a:rPr lang="en-US" altLang="zh-CN" sz="2800" b="1" i="1">
                  <a:solidFill>
                    <a:srgbClr val="FF0000"/>
                  </a:solidFill>
                </a:rPr>
                <a:t>X</a:t>
              </a:r>
              <a:r>
                <a:rPr lang="zh-CN" altLang="en-US" sz="2800" b="1">
                  <a:solidFill>
                    <a:srgbClr val="FF0000"/>
                  </a:solidFill>
                </a:rPr>
                <a:t>的分布未知</a:t>
              </a:r>
              <a:r>
                <a:rPr lang="zh-CN" altLang="en-US" sz="2800"/>
                <a:t>时</a:t>
              </a:r>
              <a:r>
                <a:rPr lang="en-US" altLang="zh-CN" sz="2800"/>
                <a:t>,</a:t>
              </a:r>
              <a:r>
                <a:rPr lang="zh-CN" altLang="en-US" sz="2800"/>
                <a:t>对事件                         的概率下界的一个估计</a:t>
              </a:r>
              <a:r>
                <a:rPr lang="en-US" altLang="zh-CN" sz="2800"/>
                <a:t>.</a:t>
              </a:r>
            </a:p>
          </p:txBody>
        </p:sp>
        <p:graphicFrame>
          <p:nvGraphicFramePr>
            <p:cNvPr id="37900" name="Object 4"/>
            <p:cNvGraphicFramePr>
              <a:graphicFrameLocks noChangeAspect="1"/>
            </p:cNvGraphicFramePr>
            <p:nvPr/>
          </p:nvGraphicFramePr>
          <p:xfrm>
            <a:off x="816" y="1525"/>
            <a:ext cx="1360" cy="255"/>
          </p:xfrm>
          <a:graphic>
            <a:graphicData uri="http://schemas.openxmlformats.org/presentationml/2006/ole">
              <mc:AlternateContent xmlns:mc="http://schemas.openxmlformats.org/markup-compatibility/2006">
                <mc:Choice xmlns:v="urn:schemas-microsoft-com:vml" Requires="v">
                  <p:oleObj spid="_x0000_s38291" name="公式" r:id="rId4" imgW="1079032" imgH="203112" progId="Equation.3">
                    <p:embed/>
                  </p:oleObj>
                </mc:Choice>
                <mc:Fallback>
                  <p:oleObj name="公式" r:id="rId4" imgW="1079032" imgH="203112" progId="Equation.3">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16" y="1525"/>
                          <a:ext cx="1360" cy="25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3" name="Group 5"/>
          <p:cNvGrpSpPr>
            <a:grpSpLocks/>
          </p:cNvGrpSpPr>
          <p:nvPr/>
        </p:nvGrpSpPr>
        <p:grpSpPr bwMode="auto">
          <a:xfrm>
            <a:off x="323850" y="1844675"/>
            <a:ext cx="7092950" cy="608013"/>
            <a:chOff x="295" y="1933"/>
            <a:chExt cx="4468" cy="383"/>
          </a:xfrm>
        </p:grpSpPr>
        <p:sp>
          <p:nvSpPr>
            <p:cNvPr id="37897" name="Text Box 6"/>
            <p:cNvSpPr txBox="1">
              <a:spLocks noChangeArrowheads="1"/>
            </p:cNvSpPr>
            <p:nvPr/>
          </p:nvSpPr>
          <p:spPr bwMode="auto">
            <a:xfrm>
              <a:off x="295" y="1933"/>
              <a:ext cx="4468"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996633"/>
                </a:buClr>
                <a:buFont typeface="Wingdings" panose="05000000000000000000" pitchFamily="2" charset="2"/>
                <a:buBlip>
                  <a:blip r:embed="rId3"/>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3"/>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3"/>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zh-CN" altLang="en-US"/>
                <a:t>   </a:t>
              </a:r>
              <a:r>
                <a:rPr lang="zh-CN" altLang="en-US" sz="2800"/>
                <a:t>记                                    </a:t>
              </a:r>
              <a:r>
                <a:rPr lang="en-US" altLang="zh-CN" sz="2800"/>
                <a:t>,  </a:t>
              </a:r>
              <a:r>
                <a:rPr lang="zh-CN" altLang="en-US" sz="2800"/>
                <a:t>则有</a:t>
              </a:r>
              <a:r>
                <a:rPr lang="zh-CN" altLang="en-US"/>
                <a:t>                </a:t>
              </a:r>
            </a:p>
          </p:txBody>
        </p:sp>
        <p:graphicFrame>
          <p:nvGraphicFramePr>
            <p:cNvPr id="37898" name="Object 7"/>
            <p:cNvGraphicFramePr>
              <a:graphicFrameLocks noChangeAspect="1"/>
            </p:cNvGraphicFramePr>
            <p:nvPr/>
          </p:nvGraphicFramePr>
          <p:xfrm>
            <a:off x="839" y="1979"/>
            <a:ext cx="1905" cy="337"/>
          </p:xfrm>
          <a:graphic>
            <a:graphicData uri="http://schemas.openxmlformats.org/presentationml/2006/ole">
              <mc:AlternateContent xmlns:mc="http://schemas.openxmlformats.org/markup-compatibility/2006">
                <mc:Choice xmlns:v="urn:schemas-microsoft-com:vml" Requires="v">
                  <p:oleObj spid="_x0000_s38292" name="公式" r:id="rId6" imgW="1435100" imgH="254000" progId="Equation.3">
                    <p:embed/>
                  </p:oleObj>
                </mc:Choice>
                <mc:Fallback>
                  <p:oleObj name="公式" r:id="rId6" imgW="1435100" imgH="254000" progId="Equation.3">
                    <p:embed/>
                    <p:pic>
                      <p:nvPicPr>
                        <p:cNvPr id="0"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39" y="1979"/>
                          <a:ext cx="1905" cy="3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497672" name="Object 8"/>
          <p:cNvGraphicFramePr>
            <a:graphicFrameLocks noChangeAspect="1"/>
          </p:cNvGraphicFramePr>
          <p:nvPr>
            <p:extLst>
              <p:ext uri="{D42A27DB-BD31-4B8C-83A1-F6EECF244321}">
                <p14:modId xmlns:p14="http://schemas.microsoft.com/office/powerpoint/2010/main" val="2039590445"/>
              </p:ext>
            </p:extLst>
          </p:nvPr>
        </p:nvGraphicFramePr>
        <p:xfrm>
          <a:off x="2446140" y="2290762"/>
          <a:ext cx="2952750" cy="906463"/>
        </p:xfrm>
        <a:graphic>
          <a:graphicData uri="http://schemas.openxmlformats.org/presentationml/2006/ole">
            <mc:AlternateContent xmlns:mc="http://schemas.openxmlformats.org/markup-compatibility/2006">
              <mc:Choice xmlns:v="urn:schemas-microsoft-com:vml" Requires="v">
                <p:oleObj spid="_x0000_s38293" name="公式" r:id="rId8" imgW="1282700" imgH="393700" progId="Equation.3">
                  <p:embed/>
                </p:oleObj>
              </mc:Choice>
              <mc:Fallback>
                <p:oleObj name="公式" r:id="rId8" imgW="1282700" imgH="393700" progId="Equation.3">
                  <p:embed/>
                  <p:pic>
                    <p:nvPicPr>
                      <p:cNvPr id="0" name="Object 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446140" y="2290762"/>
                        <a:ext cx="2952750" cy="9064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97673" name="Object 9"/>
          <p:cNvGraphicFramePr>
            <a:graphicFrameLocks noChangeAspect="1"/>
          </p:cNvGraphicFramePr>
          <p:nvPr>
            <p:extLst>
              <p:ext uri="{D42A27DB-BD31-4B8C-83A1-F6EECF244321}">
                <p14:modId xmlns:p14="http://schemas.microsoft.com/office/powerpoint/2010/main" val="704555335"/>
              </p:ext>
            </p:extLst>
          </p:nvPr>
        </p:nvGraphicFramePr>
        <p:xfrm>
          <a:off x="2446140" y="2898775"/>
          <a:ext cx="3168650" cy="917575"/>
        </p:xfrm>
        <a:graphic>
          <a:graphicData uri="http://schemas.openxmlformats.org/presentationml/2006/ole">
            <mc:AlternateContent xmlns:mc="http://schemas.openxmlformats.org/markup-compatibility/2006">
              <mc:Choice xmlns:v="urn:schemas-microsoft-com:vml" Requires="v">
                <p:oleObj spid="_x0000_s38294" name="Equation" r:id="rId10" imgW="1358310" imgH="393529" progId="Equation.DSMT4">
                  <p:embed/>
                </p:oleObj>
              </mc:Choice>
              <mc:Fallback>
                <p:oleObj name="Equation" r:id="rId10" imgW="1358310" imgH="393529" progId="Equation.DSMT4">
                  <p:embed/>
                  <p:pic>
                    <p:nvPicPr>
                      <p:cNvPr id="0" name="Object 9"/>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446140" y="2898775"/>
                        <a:ext cx="3168650" cy="9175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97674" name="Text Box 10"/>
          <p:cNvSpPr txBox="1">
            <a:spLocks noChangeArrowheads="1"/>
          </p:cNvSpPr>
          <p:nvPr/>
        </p:nvSpPr>
        <p:spPr bwMode="auto">
          <a:xfrm>
            <a:off x="393700" y="3816350"/>
            <a:ext cx="8064500" cy="160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996633"/>
              </a:buClr>
              <a:buFont typeface="Wingdings" panose="05000000000000000000" pitchFamily="2" charset="2"/>
              <a:buBlip>
                <a:blip r:embed="rId3"/>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3"/>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3"/>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9pPr>
          </a:lstStyle>
          <a:p>
            <a:pPr>
              <a:spcBef>
                <a:spcPct val="50000"/>
              </a:spcBef>
              <a:buClrTx/>
              <a:buFontTx/>
              <a:buNone/>
            </a:pPr>
            <a:r>
              <a:rPr lang="zh-CN" altLang="en-US" sz="2800" dirty="0">
                <a:latin typeface="Arial" panose="020B0604020202020204" pitchFamily="34" charset="0"/>
              </a:rPr>
              <a:t>    切比雪夫不等式对</a:t>
            </a:r>
            <a:r>
              <a:rPr lang="zh-CN" altLang="en-US" sz="2800" b="1" dirty="0">
                <a:solidFill>
                  <a:srgbClr val="FF0000"/>
                </a:solidFill>
                <a:latin typeface="Arial" panose="020B0604020202020204" pitchFamily="34" charset="0"/>
              </a:rPr>
              <a:t>任何分布</a:t>
            </a:r>
            <a:r>
              <a:rPr lang="zh-CN" altLang="en-US" sz="2800" dirty="0">
                <a:latin typeface="Arial" panose="020B0604020202020204" pitchFamily="34" charset="0"/>
              </a:rPr>
              <a:t>都成立</a:t>
            </a:r>
            <a:r>
              <a:rPr lang="en-US" altLang="zh-CN" sz="2800" dirty="0">
                <a:latin typeface="Arial" panose="020B0604020202020204" pitchFamily="34" charset="0"/>
              </a:rPr>
              <a:t>.</a:t>
            </a:r>
          </a:p>
          <a:p>
            <a:pPr>
              <a:spcBef>
                <a:spcPct val="50000"/>
              </a:spcBef>
              <a:buClrTx/>
              <a:buFontTx/>
              <a:buNone/>
            </a:pPr>
            <a:r>
              <a:rPr lang="zh-CN" altLang="en-US" sz="2800" dirty="0">
                <a:latin typeface="Arial" panose="020B0604020202020204" pitchFamily="34" charset="0"/>
              </a:rPr>
              <a:t>    在很多情况下我们不能指望得到的概率上界能够非常接近于真正概率．比如 </a:t>
            </a:r>
          </a:p>
        </p:txBody>
      </p:sp>
      <p:graphicFrame>
        <p:nvGraphicFramePr>
          <p:cNvPr id="497675" name="Object 11"/>
          <p:cNvGraphicFramePr>
            <a:graphicFrameLocks noChangeAspect="1"/>
          </p:cNvGraphicFramePr>
          <p:nvPr>
            <p:extLst>
              <p:ext uri="{D42A27DB-BD31-4B8C-83A1-F6EECF244321}">
                <p14:modId xmlns:p14="http://schemas.microsoft.com/office/powerpoint/2010/main" val="1036094243"/>
              </p:ext>
            </p:extLst>
          </p:nvPr>
        </p:nvGraphicFramePr>
        <p:xfrm>
          <a:off x="2948403" y="5567363"/>
          <a:ext cx="2690812" cy="468312"/>
        </p:xfrm>
        <a:graphic>
          <a:graphicData uri="http://schemas.openxmlformats.org/presentationml/2006/ole">
            <mc:AlternateContent xmlns:mc="http://schemas.openxmlformats.org/markup-compatibility/2006">
              <mc:Choice xmlns:v="urn:schemas-microsoft-com:vml" Requires="v">
                <p:oleObj spid="_x0000_s38295" name="Equation" r:id="rId12" imgW="1167893" imgH="203112" progId="Equation.DSMT4">
                  <p:embed/>
                </p:oleObj>
              </mc:Choice>
              <mc:Fallback>
                <p:oleObj name="Equation" r:id="rId12" imgW="1167893" imgH="203112" progId="Equation.DSMT4">
                  <p:embed/>
                  <p:pic>
                    <p:nvPicPr>
                      <p:cNvPr id="0" name="Object 11"/>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948403" y="5567363"/>
                        <a:ext cx="2690812" cy="4683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9"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ppt_x</p:attrName>
                                        </p:attrNameLst>
                                      </p:cBhvr>
                                      <p:tavLst>
                                        <p:tav tm="0">
                                          <p:val>
                                            <p:strVal val="#ppt_x-.2"/>
                                          </p:val>
                                        </p:tav>
                                        <p:tav tm="100000">
                                          <p:val>
                                            <p:strVal val="#ppt_x"/>
                                          </p:val>
                                        </p:tav>
                                      </p:tavLst>
                                    </p:anim>
                                    <p:anim calcmode="lin" valueType="num">
                                      <p:cBhvr>
                                        <p:cTn id="8" dur="1000" fill="hold"/>
                                        <p:tgtEl>
                                          <p:spTgt spid="2"/>
                                        </p:tgtEl>
                                        <p:attrNameLst>
                                          <p:attrName>ppt_y</p:attrName>
                                        </p:attrNameLst>
                                      </p:cBhvr>
                                      <p:tavLst>
                                        <p:tav tm="0">
                                          <p:val>
                                            <p:strVal val="#ppt_y"/>
                                          </p:val>
                                        </p:tav>
                                        <p:tav tm="100000">
                                          <p:val>
                                            <p:strVal val="#ppt_y"/>
                                          </p:val>
                                        </p:tav>
                                      </p:tavLst>
                                    </p:anim>
                                    <p:animEffect transition="in" filter="wipe(right)" prLst="gradientSize: 0.1">
                                      <p:cBhvr>
                                        <p:cTn id="9" dur="1000"/>
                                        <p:tgtEl>
                                          <p:spTgt spid="2"/>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29" presetClass="entr" presetSubtype="0" fill="hold" nodeType="clickEffect">
                                  <p:stCondLst>
                                    <p:cond delay="0"/>
                                  </p:stCondLst>
                                  <p:childTnLst>
                                    <p:set>
                                      <p:cBhvr>
                                        <p:cTn id="13" dur="1" fill="hold">
                                          <p:stCondLst>
                                            <p:cond delay="0"/>
                                          </p:stCondLst>
                                        </p:cTn>
                                        <p:tgtEl>
                                          <p:spTgt spid="3"/>
                                        </p:tgtEl>
                                        <p:attrNameLst>
                                          <p:attrName>style.visibility</p:attrName>
                                        </p:attrNameLst>
                                      </p:cBhvr>
                                      <p:to>
                                        <p:strVal val="visible"/>
                                      </p:to>
                                    </p:set>
                                    <p:anim calcmode="lin" valueType="num">
                                      <p:cBhvr>
                                        <p:cTn id="14" dur="1000" fill="hold"/>
                                        <p:tgtEl>
                                          <p:spTgt spid="3"/>
                                        </p:tgtEl>
                                        <p:attrNameLst>
                                          <p:attrName>ppt_x</p:attrName>
                                        </p:attrNameLst>
                                      </p:cBhvr>
                                      <p:tavLst>
                                        <p:tav tm="0">
                                          <p:val>
                                            <p:strVal val="#ppt_x-.2"/>
                                          </p:val>
                                        </p:tav>
                                        <p:tav tm="100000">
                                          <p:val>
                                            <p:strVal val="#ppt_x"/>
                                          </p:val>
                                        </p:tav>
                                      </p:tavLst>
                                    </p:anim>
                                    <p:anim calcmode="lin" valueType="num">
                                      <p:cBhvr>
                                        <p:cTn id="15" dur="1000" fill="hold"/>
                                        <p:tgtEl>
                                          <p:spTgt spid="3"/>
                                        </p:tgtEl>
                                        <p:attrNameLst>
                                          <p:attrName>ppt_y</p:attrName>
                                        </p:attrNameLst>
                                      </p:cBhvr>
                                      <p:tavLst>
                                        <p:tav tm="0">
                                          <p:val>
                                            <p:strVal val="#ppt_y"/>
                                          </p:val>
                                        </p:tav>
                                        <p:tav tm="100000">
                                          <p:val>
                                            <p:strVal val="#ppt_y"/>
                                          </p:val>
                                        </p:tav>
                                      </p:tavLst>
                                    </p:anim>
                                    <p:animEffect transition="in" filter="wipe(right)" prLst="gradientSize: 0.1">
                                      <p:cBhvr>
                                        <p:cTn id="16" dur="1000"/>
                                        <p:tgtEl>
                                          <p:spTgt spid="3"/>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12" presetClass="entr" presetSubtype="4" fill="hold" nodeType="clickEffect">
                                  <p:stCondLst>
                                    <p:cond delay="0"/>
                                  </p:stCondLst>
                                  <p:childTnLst>
                                    <p:set>
                                      <p:cBhvr>
                                        <p:cTn id="20" dur="1" fill="hold">
                                          <p:stCondLst>
                                            <p:cond delay="0"/>
                                          </p:stCondLst>
                                        </p:cTn>
                                        <p:tgtEl>
                                          <p:spTgt spid="497672"/>
                                        </p:tgtEl>
                                        <p:attrNameLst>
                                          <p:attrName>style.visibility</p:attrName>
                                        </p:attrNameLst>
                                      </p:cBhvr>
                                      <p:to>
                                        <p:strVal val="visible"/>
                                      </p:to>
                                    </p:set>
                                    <p:animEffect transition="in" filter="slide(fromBottom)">
                                      <p:cBhvr>
                                        <p:cTn id="21" dur="500"/>
                                        <p:tgtEl>
                                          <p:spTgt spid="497672"/>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12" presetClass="entr" presetSubtype="4" fill="hold" nodeType="clickEffect">
                                  <p:stCondLst>
                                    <p:cond delay="0"/>
                                  </p:stCondLst>
                                  <p:childTnLst>
                                    <p:set>
                                      <p:cBhvr>
                                        <p:cTn id="25" dur="1" fill="hold">
                                          <p:stCondLst>
                                            <p:cond delay="0"/>
                                          </p:stCondLst>
                                        </p:cTn>
                                        <p:tgtEl>
                                          <p:spTgt spid="497673"/>
                                        </p:tgtEl>
                                        <p:attrNameLst>
                                          <p:attrName>style.visibility</p:attrName>
                                        </p:attrNameLst>
                                      </p:cBhvr>
                                      <p:to>
                                        <p:strVal val="visible"/>
                                      </p:to>
                                    </p:set>
                                    <p:animEffect transition="in" filter="slide(fromBottom)">
                                      <p:cBhvr>
                                        <p:cTn id="26" dur="500"/>
                                        <p:tgtEl>
                                          <p:spTgt spid="497673"/>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7" presetClass="entr" presetSubtype="0" fill="hold" grpId="0" nodeType="clickEffect">
                                  <p:stCondLst>
                                    <p:cond delay="0"/>
                                  </p:stCondLst>
                                  <p:iterate type="lt">
                                    <p:tmPct val="50000"/>
                                  </p:iterate>
                                  <p:childTnLst>
                                    <p:set>
                                      <p:cBhvr>
                                        <p:cTn id="30" dur="1" fill="hold">
                                          <p:stCondLst>
                                            <p:cond delay="0"/>
                                          </p:stCondLst>
                                        </p:cTn>
                                        <p:tgtEl>
                                          <p:spTgt spid="497674"/>
                                        </p:tgtEl>
                                        <p:attrNameLst>
                                          <p:attrName>style.visibility</p:attrName>
                                        </p:attrNameLst>
                                      </p:cBhvr>
                                      <p:to>
                                        <p:strVal val="visible"/>
                                      </p:to>
                                    </p:set>
                                    <p:anim calcmode="discrete" valueType="clr">
                                      <p:cBhvr override="childStyle">
                                        <p:cTn id="31" dur="80"/>
                                        <p:tgtEl>
                                          <p:spTgt spid="497674"/>
                                        </p:tgtEl>
                                        <p:attrNameLst>
                                          <p:attrName>style.color</p:attrName>
                                        </p:attrNameLst>
                                      </p:cBhvr>
                                      <p:tavLst>
                                        <p:tav tm="0">
                                          <p:val>
                                            <p:clrVal>
                                              <a:schemeClr val="accent2"/>
                                            </p:clrVal>
                                          </p:val>
                                        </p:tav>
                                        <p:tav tm="50000">
                                          <p:val>
                                            <p:clrVal>
                                              <a:schemeClr val="hlink"/>
                                            </p:clrVal>
                                          </p:val>
                                        </p:tav>
                                      </p:tavLst>
                                    </p:anim>
                                    <p:anim calcmode="discrete" valueType="clr">
                                      <p:cBhvr>
                                        <p:cTn id="32" dur="80"/>
                                        <p:tgtEl>
                                          <p:spTgt spid="497674"/>
                                        </p:tgtEl>
                                        <p:attrNameLst>
                                          <p:attrName>fillcolor</p:attrName>
                                        </p:attrNameLst>
                                      </p:cBhvr>
                                      <p:tavLst>
                                        <p:tav tm="0">
                                          <p:val>
                                            <p:clrVal>
                                              <a:schemeClr val="accent2"/>
                                            </p:clrVal>
                                          </p:val>
                                        </p:tav>
                                        <p:tav tm="50000">
                                          <p:val>
                                            <p:clrVal>
                                              <a:schemeClr val="hlink"/>
                                            </p:clrVal>
                                          </p:val>
                                        </p:tav>
                                      </p:tavLst>
                                    </p:anim>
                                    <p:set>
                                      <p:cBhvr>
                                        <p:cTn id="33" dur="80"/>
                                        <p:tgtEl>
                                          <p:spTgt spid="497674"/>
                                        </p:tgtEl>
                                        <p:attrNameLst>
                                          <p:attrName>fill.type</p:attrName>
                                        </p:attrNameLst>
                                      </p:cBhvr>
                                      <p:to>
                                        <p:strVal val="solid"/>
                                      </p:to>
                                    </p:set>
                                  </p:childTnLst>
                                </p:cTn>
                              </p:par>
                            </p:childTnLst>
                          </p:cTn>
                        </p:par>
                      </p:childTnLst>
                    </p:cTn>
                  </p:par>
                  <p:par>
                    <p:cTn id="34" fill="hold" nodeType="clickPar">
                      <p:stCondLst>
                        <p:cond delay="indefinite"/>
                      </p:stCondLst>
                      <p:childTnLst>
                        <p:par>
                          <p:cTn id="35" fill="hold" nodeType="withGroup">
                            <p:stCondLst>
                              <p:cond delay="0"/>
                            </p:stCondLst>
                            <p:childTnLst>
                              <p:par>
                                <p:cTn id="36" presetID="12" presetClass="entr" presetSubtype="4" fill="hold" nodeType="clickEffect">
                                  <p:stCondLst>
                                    <p:cond delay="0"/>
                                  </p:stCondLst>
                                  <p:childTnLst>
                                    <p:set>
                                      <p:cBhvr>
                                        <p:cTn id="37" dur="1" fill="hold">
                                          <p:stCondLst>
                                            <p:cond delay="0"/>
                                          </p:stCondLst>
                                        </p:cTn>
                                        <p:tgtEl>
                                          <p:spTgt spid="497675"/>
                                        </p:tgtEl>
                                        <p:attrNameLst>
                                          <p:attrName>style.visibility</p:attrName>
                                        </p:attrNameLst>
                                      </p:cBhvr>
                                      <p:to>
                                        <p:strVal val="visible"/>
                                      </p:to>
                                    </p:set>
                                    <p:animEffect transition="in" filter="slide(fromBottom)">
                                      <p:cBhvr>
                                        <p:cTn id="38" dur="500"/>
                                        <p:tgtEl>
                                          <p:spTgt spid="4976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7674"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8914" name="Object 2"/>
          <p:cNvGraphicFramePr>
            <a:graphicFrameLocks noChangeAspect="1"/>
          </p:cNvGraphicFramePr>
          <p:nvPr>
            <p:extLst>
              <p:ext uri="{D42A27DB-BD31-4B8C-83A1-F6EECF244321}">
                <p14:modId xmlns:p14="http://schemas.microsoft.com/office/powerpoint/2010/main" val="3118095844"/>
              </p:ext>
            </p:extLst>
          </p:nvPr>
        </p:nvGraphicFramePr>
        <p:xfrm>
          <a:off x="406400" y="569914"/>
          <a:ext cx="8359775" cy="1477962"/>
        </p:xfrm>
        <a:graphic>
          <a:graphicData uri="http://schemas.openxmlformats.org/presentationml/2006/ole">
            <mc:AlternateContent xmlns:mc="http://schemas.openxmlformats.org/markup-compatibility/2006">
              <mc:Choice xmlns:v="urn:schemas-microsoft-com:vml" Requires="v">
                <p:oleObj spid="_x0000_s39356" name="Document" r:id="rId3" imgW="3681438" imgH="651333" progId="Word.Document.8">
                  <p:embed/>
                </p:oleObj>
              </mc:Choice>
              <mc:Fallback>
                <p:oleObj name="Document" r:id="rId3" imgW="3681438" imgH="651333" progId="Word.Document.8">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6400" y="569914"/>
                        <a:ext cx="8359775" cy="1477962"/>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98691" name="Object 3"/>
          <p:cNvGraphicFramePr>
            <a:graphicFrameLocks noChangeAspect="1"/>
          </p:cNvGraphicFramePr>
          <p:nvPr/>
        </p:nvGraphicFramePr>
        <p:xfrm>
          <a:off x="534988" y="2058988"/>
          <a:ext cx="7851775" cy="979487"/>
        </p:xfrm>
        <a:graphic>
          <a:graphicData uri="http://schemas.openxmlformats.org/presentationml/2006/ole">
            <mc:AlternateContent xmlns:mc="http://schemas.openxmlformats.org/markup-compatibility/2006">
              <mc:Choice xmlns:v="urn:schemas-microsoft-com:vml" Requires="v">
                <p:oleObj spid="_x0000_s39357" name="Document" r:id="rId5" imgW="3451115" imgH="433502" progId="Word.Document.8">
                  <p:embed/>
                </p:oleObj>
              </mc:Choice>
              <mc:Fallback>
                <p:oleObj name="Document" r:id="rId5" imgW="3451115" imgH="433502" progId="Word.Document.8">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4988" y="2058988"/>
                        <a:ext cx="7851775" cy="9794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8916" name="Rectangle 4"/>
          <p:cNvSpPr>
            <a:spLocks noChangeArrowheads="1"/>
          </p:cNvSpPr>
          <p:nvPr/>
        </p:nvSpPr>
        <p:spPr bwMode="auto">
          <a:xfrm>
            <a:off x="0" y="32146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rgbClr val="996633"/>
              </a:buClr>
              <a:buFont typeface="Wingdings" panose="05000000000000000000" pitchFamily="2" charset="2"/>
              <a:buBlip>
                <a:blip r:embed="rId7"/>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7"/>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7"/>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7"/>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7"/>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7"/>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7"/>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7"/>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7"/>
              </a:buBlip>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endParaRPr lang="zh-CN" altLang="en-US" sz="2800">
              <a:latin typeface="Arial" panose="020B0604020202020204" pitchFamily="34" charset="0"/>
              <a:ea typeface="MS Gothic" panose="020B0609070205080204" pitchFamily="49" charset="-128"/>
            </a:endParaRPr>
          </a:p>
        </p:txBody>
      </p:sp>
      <p:sp>
        <p:nvSpPr>
          <p:cNvPr id="498694" name="Rectangle 6"/>
          <p:cNvSpPr>
            <a:spLocks noChangeArrowheads="1"/>
          </p:cNvSpPr>
          <p:nvPr/>
        </p:nvSpPr>
        <p:spPr bwMode="auto">
          <a:xfrm>
            <a:off x="251520" y="2573961"/>
            <a:ext cx="8001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rgbClr val="996633"/>
              </a:buClr>
              <a:buFont typeface="Wingdings" panose="05000000000000000000" pitchFamily="2" charset="2"/>
              <a:buBlip>
                <a:blip r:embed="rId7"/>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7"/>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7"/>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7"/>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7"/>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7"/>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7"/>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7"/>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7"/>
              </a:buBlip>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lang="zh-CN" altLang="en-US" sz="2400" dirty="0">
                <a:latin typeface="Arial" panose="020B0604020202020204" pitchFamily="34" charset="0"/>
              </a:rPr>
              <a:t>所以</a:t>
            </a:r>
          </a:p>
        </p:txBody>
      </p:sp>
      <p:sp>
        <p:nvSpPr>
          <p:cNvPr id="38918" name="Rectangle 7"/>
          <p:cNvSpPr>
            <a:spLocks noChangeArrowheads="1"/>
          </p:cNvSpPr>
          <p:nvPr/>
        </p:nvSpPr>
        <p:spPr bwMode="auto">
          <a:xfrm>
            <a:off x="0" y="32004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rgbClr val="996633"/>
              </a:buClr>
              <a:buFont typeface="Wingdings" panose="05000000000000000000" pitchFamily="2" charset="2"/>
              <a:buBlip>
                <a:blip r:embed="rId7"/>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7"/>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7"/>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7"/>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7"/>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7"/>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7"/>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7"/>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7"/>
              </a:buBlip>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endParaRPr lang="zh-CN" altLang="en-US" sz="2800">
              <a:latin typeface="Arial" panose="020B0604020202020204" pitchFamily="34" charset="0"/>
              <a:ea typeface="MS Gothic" panose="020B0609070205080204" pitchFamily="49" charset="-128"/>
            </a:endParaRPr>
          </a:p>
        </p:txBody>
      </p:sp>
      <p:graphicFrame>
        <p:nvGraphicFramePr>
          <p:cNvPr id="498696" name="Object 8"/>
          <p:cNvGraphicFramePr>
            <a:graphicFrameLocks noChangeAspect="1"/>
          </p:cNvGraphicFramePr>
          <p:nvPr>
            <p:extLst>
              <p:ext uri="{D42A27DB-BD31-4B8C-83A1-F6EECF244321}">
                <p14:modId xmlns:p14="http://schemas.microsoft.com/office/powerpoint/2010/main" val="701255252"/>
              </p:ext>
            </p:extLst>
          </p:nvPr>
        </p:nvGraphicFramePr>
        <p:xfrm>
          <a:off x="2771800" y="1993551"/>
          <a:ext cx="2496727" cy="565740"/>
        </p:xfrm>
        <a:graphic>
          <a:graphicData uri="http://schemas.openxmlformats.org/presentationml/2006/ole">
            <mc:AlternateContent xmlns:mc="http://schemas.openxmlformats.org/markup-compatibility/2006">
              <mc:Choice xmlns:v="urn:schemas-microsoft-com:vml" Requires="v">
                <p:oleObj spid="_x0000_s39358" name="Equation" r:id="rId8" imgW="1117115" imgH="253890" progId="Equation.DSMT4">
                  <p:embed/>
                </p:oleObj>
              </mc:Choice>
              <mc:Fallback>
                <p:oleObj name="Equation" r:id="rId8" imgW="1117115" imgH="253890" progId="Equation.DSMT4">
                  <p:embed/>
                  <p:pic>
                    <p:nvPicPr>
                      <p:cNvPr id="0" name="Object 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771800" y="1993551"/>
                        <a:ext cx="2496727" cy="565740"/>
                      </a:xfrm>
                      <a:prstGeom prst="rect">
                        <a:avLst/>
                      </a:prstGeom>
                      <a:noFill/>
                      <a:ln>
                        <a:noFill/>
                      </a:ln>
                      <a:extLst/>
                    </p:spPr>
                  </p:pic>
                </p:oleObj>
              </mc:Fallback>
            </mc:AlternateContent>
          </a:graphicData>
        </a:graphic>
      </p:graphicFrame>
      <p:sp>
        <p:nvSpPr>
          <p:cNvPr id="38920" name="Rectangle 9"/>
          <p:cNvSpPr>
            <a:spLocks noChangeArrowheads="1"/>
          </p:cNvSpPr>
          <p:nvPr/>
        </p:nvSpPr>
        <p:spPr bwMode="auto">
          <a:xfrm>
            <a:off x="0" y="32146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rgbClr val="996633"/>
              </a:buClr>
              <a:buFont typeface="Wingdings" panose="05000000000000000000" pitchFamily="2" charset="2"/>
              <a:buBlip>
                <a:blip r:embed="rId7"/>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7"/>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7"/>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7"/>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7"/>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7"/>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7"/>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7"/>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7"/>
              </a:buBlip>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endParaRPr lang="zh-CN" altLang="en-US" sz="2800">
              <a:latin typeface="Arial" panose="020B0604020202020204" pitchFamily="34" charset="0"/>
              <a:ea typeface="MS Gothic" panose="020B0609070205080204" pitchFamily="49" charset="-128"/>
            </a:endParaRPr>
          </a:p>
        </p:txBody>
      </p:sp>
      <p:graphicFrame>
        <p:nvGraphicFramePr>
          <p:cNvPr id="498698" name="Object 10"/>
          <p:cNvGraphicFramePr>
            <a:graphicFrameLocks noChangeAspect="1"/>
          </p:cNvGraphicFramePr>
          <p:nvPr>
            <p:extLst>
              <p:ext uri="{D42A27DB-BD31-4B8C-83A1-F6EECF244321}">
                <p14:modId xmlns:p14="http://schemas.microsoft.com/office/powerpoint/2010/main" val="2962603445"/>
              </p:ext>
            </p:extLst>
          </p:nvPr>
        </p:nvGraphicFramePr>
        <p:xfrm>
          <a:off x="4479945" y="2469138"/>
          <a:ext cx="3811091" cy="563712"/>
        </p:xfrm>
        <a:graphic>
          <a:graphicData uri="http://schemas.openxmlformats.org/presentationml/2006/ole">
            <mc:AlternateContent xmlns:mc="http://schemas.openxmlformats.org/markup-compatibility/2006">
              <mc:Choice xmlns:v="urn:schemas-microsoft-com:vml" Requires="v">
                <p:oleObj spid="_x0000_s39359" name="Equation" r:id="rId10" imgW="1866900" imgH="279400" progId="Equation.DSMT4">
                  <p:embed/>
                </p:oleObj>
              </mc:Choice>
              <mc:Fallback>
                <p:oleObj name="Equation" r:id="rId10" imgW="1866900" imgH="279400" progId="Equation.DSMT4">
                  <p:embed/>
                  <p:pic>
                    <p:nvPicPr>
                      <p:cNvPr id="0" name="Object 10"/>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479945" y="2469138"/>
                        <a:ext cx="3811091" cy="563712"/>
                      </a:xfrm>
                      <a:prstGeom prst="rect">
                        <a:avLst/>
                      </a:prstGeom>
                      <a:solidFill>
                        <a:schemeClr val="accent1">
                          <a:lumMod val="40000"/>
                          <a:lumOff val="60000"/>
                        </a:schemeClr>
                      </a:solidFill>
                      <a:ln>
                        <a:noFill/>
                      </a:ln>
                      <a:extLst/>
                    </p:spPr>
                  </p:pic>
                </p:oleObj>
              </mc:Fallback>
            </mc:AlternateContent>
          </a:graphicData>
        </a:graphic>
      </p:graphicFrame>
      <p:sp>
        <p:nvSpPr>
          <p:cNvPr id="38922" name="Rectangle 11"/>
          <p:cNvSpPr>
            <a:spLocks noChangeArrowheads="1"/>
          </p:cNvSpPr>
          <p:nvPr/>
        </p:nvSpPr>
        <p:spPr bwMode="auto">
          <a:xfrm>
            <a:off x="0" y="30908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rgbClr val="996633"/>
              </a:buClr>
              <a:buFont typeface="Wingdings" panose="05000000000000000000" pitchFamily="2" charset="2"/>
              <a:buBlip>
                <a:blip r:embed="rId7"/>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7"/>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7"/>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7"/>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7"/>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7"/>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7"/>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7"/>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7"/>
              </a:buBlip>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endParaRPr lang="zh-CN" altLang="en-US" sz="2800">
              <a:latin typeface="Arial" panose="020B0604020202020204" pitchFamily="34" charset="0"/>
              <a:ea typeface="MS Gothic" panose="020B0609070205080204" pitchFamily="49" charset="-128"/>
            </a:endParaRPr>
          </a:p>
        </p:txBody>
      </p:sp>
      <p:graphicFrame>
        <p:nvGraphicFramePr>
          <p:cNvPr id="14" name="Object 11"/>
          <p:cNvGraphicFramePr>
            <a:graphicFrameLocks noChangeAspect="1"/>
          </p:cNvGraphicFramePr>
          <p:nvPr>
            <p:extLst>
              <p:ext uri="{D42A27DB-BD31-4B8C-83A1-F6EECF244321}">
                <p14:modId xmlns:p14="http://schemas.microsoft.com/office/powerpoint/2010/main" val="3990767589"/>
              </p:ext>
            </p:extLst>
          </p:nvPr>
        </p:nvGraphicFramePr>
        <p:xfrm>
          <a:off x="1022339" y="2486299"/>
          <a:ext cx="2590982" cy="635697"/>
        </p:xfrm>
        <a:graphic>
          <a:graphicData uri="http://schemas.openxmlformats.org/presentationml/2006/ole">
            <mc:AlternateContent xmlns:mc="http://schemas.openxmlformats.org/markup-compatibility/2006">
              <mc:Choice xmlns:v="urn:schemas-microsoft-com:vml" Requires="v">
                <p:oleObj spid="_x0000_s39360" name="Equation" r:id="rId12" imgW="1346200" imgH="330200" progId="Equation.DSMT4">
                  <p:embed/>
                </p:oleObj>
              </mc:Choice>
              <mc:Fallback>
                <p:oleObj name="Equation" r:id="rId12" imgW="1346200" imgH="330200" progId="Equation.DSMT4">
                  <p:embed/>
                  <p:pic>
                    <p:nvPicPr>
                      <p:cNvPr id="0" name="Object 11"/>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022339" y="2486299"/>
                        <a:ext cx="2590982" cy="635697"/>
                      </a:xfrm>
                      <a:prstGeom prst="rect">
                        <a:avLst/>
                      </a:prstGeom>
                      <a:noFill/>
                      <a:ln>
                        <a:noFill/>
                      </a:ln>
                      <a:extLst/>
                    </p:spPr>
                  </p:pic>
                </p:oleObj>
              </mc:Fallback>
            </mc:AlternateContent>
          </a:graphicData>
        </a:graphic>
      </p:graphicFrame>
      <p:graphicFrame>
        <p:nvGraphicFramePr>
          <p:cNvPr id="12" name="Object 3"/>
          <p:cNvGraphicFramePr>
            <a:graphicFrameLocks noChangeAspect="1"/>
          </p:cNvGraphicFramePr>
          <p:nvPr>
            <p:extLst>
              <p:ext uri="{D42A27DB-BD31-4B8C-83A1-F6EECF244321}">
                <p14:modId xmlns:p14="http://schemas.microsoft.com/office/powerpoint/2010/main" val="3815056748"/>
              </p:ext>
            </p:extLst>
          </p:nvPr>
        </p:nvGraphicFramePr>
        <p:xfrm>
          <a:off x="453190" y="3302903"/>
          <a:ext cx="7815263" cy="974725"/>
        </p:xfrm>
        <a:graphic>
          <a:graphicData uri="http://schemas.openxmlformats.org/presentationml/2006/ole">
            <mc:AlternateContent xmlns:mc="http://schemas.openxmlformats.org/markup-compatibility/2006">
              <mc:Choice xmlns:v="urn:schemas-microsoft-com:vml" Requires="v">
                <p:oleObj spid="_x0000_s39361" name="Document" r:id="rId14" imgW="3494638" imgH="433454" progId="Word.Document.8">
                  <p:embed/>
                </p:oleObj>
              </mc:Choice>
              <mc:Fallback>
                <p:oleObj name="Document" r:id="rId14" imgW="3494638" imgH="433454" progId="Word.Document.8">
                  <p:embed/>
                  <p:pic>
                    <p:nvPicPr>
                      <p:cNvPr id="498691" name="Object 3"/>
                      <p:cNvPicPr>
                        <a:picLocks noChangeAspect="1" noChangeArrowheads="1"/>
                      </p:cNvPicPr>
                      <p:nvPr/>
                    </p:nvPicPr>
                    <p:blipFill>
                      <a:blip r:embed="rId15"/>
                      <a:srcRect/>
                      <a:stretch>
                        <a:fillRect/>
                      </a:stretch>
                    </p:blipFill>
                    <p:spPr bwMode="auto">
                      <a:xfrm>
                        <a:off x="453190" y="3302903"/>
                        <a:ext cx="7815263" cy="9747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 name="Rectangle 6"/>
          <p:cNvSpPr>
            <a:spLocks noChangeArrowheads="1"/>
          </p:cNvSpPr>
          <p:nvPr/>
        </p:nvSpPr>
        <p:spPr bwMode="auto">
          <a:xfrm>
            <a:off x="181483" y="4365842"/>
            <a:ext cx="8953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rgbClr val="996633"/>
              </a:buClr>
              <a:buFont typeface="Wingdings" panose="05000000000000000000" pitchFamily="2" charset="2"/>
              <a:buBlip>
                <a:blip r:embed="rId7"/>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7"/>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7"/>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7"/>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7"/>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7"/>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7"/>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7"/>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7"/>
              </a:buBlip>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lang="zh-CN" altLang="en-US" sz="2800" dirty="0">
                <a:latin typeface="Arial" panose="020B0604020202020204" pitchFamily="34" charset="0"/>
              </a:rPr>
              <a:t>所以</a:t>
            </a:r>
          </a:p>
        </p:txBody>
      </p:sp>
      <p:graphicFrame>
        <p:nvGraphicFramePr>
          <p:cNvPr id="15" name="Object 8"/>
          <p:cNvGraphicFramePr>
            <a:graphicFrameLocks noChangeAspect="1"/>
          </p:cNvGraphicFramePr>
          <p:nvPr>
            <p:extLst>
              <p:ext uri="{D42A27DB-BD31-4B8C-83A1-F6EECF244321}">
                <p14:modId xmlns:p14="http://schemas.microsoft.com/office/powerpoint/2010/main" val="408724397"/>
              </p:ext>
            </p:extLst>
          </p:nvPr>
        </p:nvGraphicFramePr>
        <p:xfrm>
          <a:off x="1173213" y="4917980"/>
          <a:ext cx="3597275" cy="781050"/>
        </p:xfrm>
        <a:graphic>
          <a:graphicData uri="http://schemas.openxmlformats.org/presentationml/2006/ole">
            <mc:AlternateContent xmlns:mc="http://schemas.openxmlformats.org/markup-compatibility/2006">
              <mc:Choice xmlns:v="urn:schemas-microsoft-com:vml" Requires="v">
                <p:oleObj spid="_x0000_s39362" name="Equation" r:id="rId16" imgW="1930400" imgH="419100" progId="Equation.DSMT4">
                  <p:embed/>
                </p:oleObj>
              </mc:Choice>
              <mc:Fallback>
                <p:oleObj name="Equation" r:id="rId16" imgW="1930400" imgH="419100" progId="Equation.DSMT4">
                  <p:embed/>
                  <p:pic>
                    <p:nvPicPr>
                      <p:cNvPr id="498696" name="Object 8"/>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173213" y="4917980"/>
                        <a:ext cx="3597275" cy="781050"/>
                      </a:xfrm>
                      <a:prstGeom prst="rect">
                        <a:avLst/>
                      </a:prstGeom>
                      <a:solidFill>
                        <a:schemeClr val="accent1">
                          <a:lumMod val="40000"/>
                          <a:lumOff val="60000"/>
                        </a:schemeClr>
                      </a:solidFill>
                      <a:ln>
                        <a:noFill/>
                      </a:ln>
                      <a:extLst/>
                    </p:spPr>
                  </p:pic>
                </p:oleObj>
              </mc:Fallback>
            </mc:AlternateContent>
          </a:graphicData>
        </a:graphic>
      </p:graphicFrame>
      <p:graphicFrame>
        <p:nvGraphicFramePr>
          <p:cNvPr id="16" name="Object 13"/>
          <p:cNvGraphicFramePr>
            <a:graphicFrameLocks noChangeAspect="1"/>
          </p:cNvGraphicFramePr>
          <p:nvPr>
            <p:extLst>
              <p:ext uri="{D42A27DB-BD31-4B8C-83A1-F6EECF244321}">
                <p14:modId xmlns:p14="http://schemas.microsoft.com/office/powerpoint/2010/main" val="1886965913"/>
              </p:ext>
            </p:extLst>
          </p:nvPr>
        </p:nvGraphicFramePr>
        <p:xfrm>
          <a:off x="323528" y="5446760"/>
          <a:ext cx="7272338" cy="912812"/>
        </p:xfrm>
        <a:graphic>
          <a:graphicData uri="http://schemas.openxmlformats.org/presentationml/2006/ole">
            <mc:AlternateContent xmlns:mc="http://schemas.openxmlformats.org/markup-compatibility/2006">
              <mc:Choice xmlns:v="urn:schemas-microsoft-com:vml" Requires="v">
                <p:oleObj spid="_x0000_s39363" name="Document" r:id="rId18" imgW="3198408" imgH="399973" progId="Word.Document.8">
                  <p:embed/>
                </p:oleObj>
              </mc:Choice>
              <mc:Fallback>
                <p:oleObj name="Document" r:id="rId18" imgW="3198408" imgH="399973" progId="Word.Document.8">
                  <p:embed/>
                  <p:pic>
                    <p:nvPicPr>
                      <p:cNvPr id="498701" name="Object 13"/>
                      <p:cNvPicPr>
                        <a:picLocks noChangeAspect="1" noChangeArrowheads="1"/>
                      </p:cNvPicPr>
                      <p:nvPr/>
                    </p:nvPicPr>
                    <p:blipFill>
                      <a:blip r:embed="rId19"/>
                      <a:srcRect/>
                      <a:stretch>
                        <a:fillRect/>
                      </a:stretch>
                    </p:blipFill>
                    <p:spPr bwMode="auto">
                      <a:xfrm>
                        <a:off x="323528" y="5446760"/>
                        <a:ext cx="7272338" cy="9128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7" name="Object 9"/>
          <p:cNvGraphicFramePr>
            <a:graphicFrameLocks noChangeAspect="1"/>
          </p:cNvGraphicFramePr>
          <p:nvPr>
            <p:extLst>
              <p:ext uri="{D42A27DB-BD31-4B8C-83A1-F6EECF244321}">
                <p14:modId xmlns:p14="http://schemas.microsoft.com/office/powerpoint/2010/main" val="1923718689"/>
              </p:ext>
            </p:extLst>
          </p:nvPr>
        </p:nvGraphicFramePr>
        <p:xfrm>
          <a:off x="1033224" y="4388860"/>
          <a:ext cx="2555875" cy="473075"/>
        </p:xfrm>
        <a:graphic>
          <a:graphicData uri="http://schemas.openxmlformats.org/presentationml/2006/ole">
            <mc:AlternateContent xmlns:mc="http://schemas.openxmlformats.org/markup-compatibility/2006">
              <mc:Choice xmlns:v="urn:schemas-microsoft-com:vml" Requires="v">
                <p:oleObj spid="_x0000_s39364" name="Equation" r:id="rId20" imgW="1371600" imgH="254000" progId="Equation.DSMT4">
                  <p:embed/>
                </p:oleObj>
              </mc:Choice>
              <mc:Fallback>
                <p:oleObj name="Equation" r:id="rId20" imgW="1371600" imgH="254000" progId="Equation.DSMT4">
                  <p:embed/>
                  <p:pic>
                    <p:nvPicPr>
                      <p:cNvPr id="2" name="Object 9"/>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1033224" y="4388860"/>
                        <a:ext cx="2555875" cy="47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8" name="Rectangle 6"/>
          <p:cNvSpPr>
            <a:spLocks noChangeArrowheads="1"/>
          </p:cNvSpPr>
          <p:nvPr/>
        </p:nvSpPr>
        <p:spPr bwMode="auto">
          <a:xfrm>
            <a:off x="143930" y="5047361"/>
            <a:ext cx="903288"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rgbClr val="996633"/>
              </a:buClr>
              <a:buFont typeface="Wingdings" panose="05000000000000000000" pitchFamily="2" charset="2"/>
              <a:buBlip>
                <a:blip r:embed="rId7"/>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7"/>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7"/>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7"/>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7"/>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7"/>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7"/>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7"/>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7"/>
              </a:buBlip>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lang="zh-CN" altLang="en-US" sz="2800" dirty="0">
                <a:latin typeface="Arial" panose="020B0604020202020204" pitchFamily="34" charset="0"/>
              </a:rPr>
              <a:t>但是</a:t>
            </a:r>
          </a:p>
        </p:txBody>
      </p:sp>
      <p:graphicFrame>
        <p:nvGraphicFramePr>
          <p:cNvPr id="19" name="Object 5"/>
          <p:cNvGraphicFramePr>
            <a:graphicFrameLocks noChangeAspect="1"/>
          </p:cNvGraphicFramePr>
          <p:nvPr>
            <p:extLst>
              <p:ext uri="{D42A27DB-BD31-4B8C-83A1-F6EECF244321}">
                <p14:modId xmlns:p14="http://schemas.microsoft.com/office/powerpoint/2010/main" val="1375412911"/>
              </p:ext>
            </p:extLst>
          </p:nvPr>
        </p:nvGraphicFramePr>
        <p:xfrm>
          <a:off x="971600" y="3789196"/>
          <a:ext cx="3798888" cy="506412"/>
        </p:xfrm>
        <a:graphic>
          <a:graphicData uri="http://schemas.openxmlformats.org/presentationml/2006/ole">
            <mc:AlternateContent xmlns:mc="http://schemas.openxmlformats.org/markup-compatibility/2006">
              <mc:Choice xmlns:v="urn:schemas-microsoft-com:vml" Requires="v">
                <p:oleObj spid="_x0000_s39365" name="Equation" r:id="rId22" imgW="1892300" imgH="254000" progId="Equation.DSMT4">
                  <p:embed/>
                </p:oleObj>
              </mc:Choice>
              <mc:Fallback>
                <p:oleObj name="Equation" r:id="rId22" imgW="1892300" imgH="254000" progId="Equation.DSMT4">
                  <p:embed/>
                  <p:pic>
                    <p:nvPicPr>
                      <p:cNvPr id="498693" name="Object 5"/>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971600" y="3789196"/>
                        <a:ext cx="3798888" cy="506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cxnSp>
        <p:nvCxnSpPr>
          <p:cNvPr id="3" name="直接连接符 2"/>
          <p:cNvCxnSpPr>
            <a:stCxn id="38920" idx="1"/>
            <a:endCxn id="38920" idx="3"/>
          </p:cNvCxnSpPr>
          <p:nvPr/>
        </p:nvCxnSpPr>
        <p:spPr bwMode="auto">
          <a:xfrm>
            <a:off x="0" y="3214689"/>
            <a:ext cx="9144000" cy="0"/>
          </a:xfrm>
          <a:prstGeom prst="line">
            <a:avLst/>
          </a:prstGeom>
          <a:noFill/>
          <a:ln w="19050" cap="flat" cmpd="sng" algn="ctr">
            <a:solidFill>
              <a:schemeClr val="accent1"/>
            </a:solidFill>
            <a:prstDash val="sysDash"/>
            <a:round/>
            <a:headEnd type="none" w="med" len="med"/>
            <a:tailEnd type="none" w="med" len="med"/>
          </a:ln>
          <a:effectLst/>
        </p:spPr>
      </p:cxnSp>
      <p:pic>
        <p:nvPicPr>
          <p:cNvPr id="22" name="图片 1"/>
          <p:cNvPicPr>
            <a:picLocks noChangeAspect="1"/>
          </p:cNvPicPr>
          <p:nvPr/>
        </p:nvPicPr>
        <p:blipFill>
          <a:blip r:embed="rId24">
            <a:extLst>
              <a:ext uri="{28A0092B-C50C-407E-A947-70E740481C1C}">
                <a14:useLocalDpi xmlns:a14="http://schemas.microsoft.com/office/drawing/2010/main" val="0"/>
              </a:ext>
            </a:extLst>
          </a:blip>
          <a:srcRect/>
          <a:stretch>
            <a:fillRect/>
          </a:stretch>
        </p:blipFill>
        <p:spPr bwMode="auto">
          <a:xfrm>
            <a:off x="5929409" y="3877659"/>
            <a:ext cx="2806700" cy="154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9" presetClass="entr" presetSubtype="0" fill="hold" nodeType="clickEffect">
                                  <p:stCondLst>
                                    <p:cond delay="0"/>
                                  </p:stCondLst>
                                  <p:childTnLst>
                                    <p:set>
                                      <p:cBhvr>
                                        <p:cTn id="6" dur="1" fill="hold">
                                          <p:stCondLst>
                                            <p:cond delay="0"/>
                                          </p:stCondLst>
                                        </p:cTn>
                                        <p:tgtEl>
                                          <p:spTgt spid="498691"/>
                                        </p:tgtEl>
                                        <p:attrNameLst>
                                          <p:attrName>style.visibility</p:attrName>
                                        </p:attrNameLst>
                                      </p:cBhvr>
                                      <p:to>
                                        <p:strVal val="visible"/>
                                      </p:to>
                                    </p:set>
                                    <p:anim calcmode="lin" valueType="num">
                                      <p:cBhvr>
                                        <p:cTn id="7" dur="1000" fill="hold"/>
                                        <p:tgtEl>
                                          <p:spTgt spid="498691"/>
                                        </p:tgtEl>
                                        <p:attrNameLst>
                                          <p:attrName>ppt_x</p:attrName>
                                        </p:attrNameLst>
                                      </p:cBhvr>
                                      <p:tavLst>
                                        <p:tav tm="0">
                                          <p:val>
                                            <p:strVal val="#ppt_x-.2"/>
                                          </p:val>
                                        </p:tav>
                                        <p:tav tm="100000">
                                          <p:val>
                                            <p:strVal val="#ppt_x"/>
                                          </p:val>
                                        </p:tav>
                                      </p:tavLst>
                                    </p:anim>
                                    <p:anim calcmode="lin" valueType="num">
                                      <p:cBhvr>
                                        <p:cTn id="8" dur="1000" fill="hold"/>
                                        <p:tgtEl>
                                          <p:spTgt spid="498691"/>
                                        </p:tgtEl>
                                        <p:attrNameLst>
                                          <p:attrName>ppt_y</p:attrName>
                                        </p:attrNameLst>
                                      </p:cBhvr>
                                      <p:tavLst>
                                        <p:tav tm="0">
                                          <p:val>
                                            <p:strVal val="#ppt_y"/>
                                          </p:val>
                                        </p:tav>
                                        <p:tav tm="100000">
                                          <p:val>
                                            <p:strVal val="#ppt_y"/>
                                          </p:val>
                                        </p:tav>
                                      </p:tavLst>
                                    </p:anim>
                                    <p:animEffect transition="in" filter="wipe(right)" prLst="gradientSize: 0.1">
                                      <p:cBhvr>
                                        <p:cTn id="9" dur="1000"/>
                                        <p:tgtEl>
                                          <p:spTgt spid="498691"/>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27" presetClass="entr" presetSubtype="0" fill="hold" grpId="0" nodeType="clickEffect">
                                  <p:stCondLst>
                                    <p:cond delay="0"/>
                                  </p:stCondLst>
                                  <p:iterate type="lt">
                                    <p:tmPct val="50000"/>
                                  </p:iterate>
                                  <p:childTnLst>
                                    <p:set>
                                      <p:cBhvr>
                                        <p:cTn id="13" dur="1" fill="hold">
                                          <p:stCondLst>
                                            <p:cond delay="0"/>
                                          </p:stCondLst>
                                        </p:cTn>
                                        <p:tgtEl>
                                          <p:spTgt spid="498694"/>
                                        </p:tgtEl>
                                        <p:attrNameLst>
                                          <p:attrName>style.visibility</p:attrName>
                                        </p:attrNameLst>
                                      </p:cBhvr>
                                      <p:to>
                                        <p:strVal val="visible"/>
                                      </p:to>
                                    </p:set>
                                    <p:anim calcmode="discrete" valueType="clr">
                                      <p:cBhvr override="childStyle">
                                        <p:cTn id="14" dur="80"/>
                                        <p:tgtEl>
                                          <p:spTgt spid="498694"/>
                                        </p:tgtEl>
                                        <p:attrNameLst>
                                          <p:attrName>style.color</p:attrName>
                                        </p:attrNameLst>
                                      </p:cBhvr>
                                      <p:tavLst>
                                        <p:tav tm="0">
                                          <p:val>
                                            <p:clrVal>
                                              <a:schemeClr val="accent2"/>
                                            </p:clrVal>
                                          </p:val>
                                        </p:tav>
                                        <p:tav tm="50000">
                                          <p:val>
                                            <p:clrVal>
                                              <a:schemeClr val="hlink"/>
                                            </p:clrVal>
                                          </p:val>
                                        </p:tav>
                                      </p:tavLst>
                                    </p:anim>
                                    <p:anim calcmode="discrete" valueType="clr">
                                      <p:cBhvr>
                                        <p:cTn id="15" dur="80"/>
                                        <p:tgtEl>
                                          <p:spTgt spid="498694"/>
                                        </p:tgtEl>
                                        <p:attrNameLst>
                                          <p:attrName>fillcolor</p:attrName>
                                        </p:attrNameLst>
                                      </p:cBhvr>
                                      <p:tavLst>
                                        <p:tav tm="0">
                                          <p:val>
                                            <p:clrVal>
                                              <a:schemeClr val="accent2"/>
                                            </p:clrVal>
                                          </p:val>
                                        </p:tav>
                                        <p:tav tm="50000">
                                          <p:val>
                                            <p:clrVal>
                                              <a:schemeClr val="hlink"/>
                                            </p:clrVal>
                                          </p:val>
                                        </p:tav>
                                      </p:tavLst>
                                    </p:anim>
                                    <p:set>
                                      <p:cBhvr>
                                        <p:cTn id="16" dur="80"/>
                                        <p:tgtEl>
                                          <p:spTgt spid="498694"/>
                                        </p:tgtEl>
                                        <p:attrNameLst>
                                          <p:attrName>fill.type</p:attrName>
                                        </p:attrNameLst>
                                      </p:cBhvr>
                                      <p:to>
                                        <p:strVal val="solid"/>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nodeType="clickEffect">
                                  <p:stCondLst>
                                    <p:cond delay="0"/>
                                  </p:stCondLst>
                                  <p:childTnLst>
                                    <p:set>
                                      <p:cBhvr>
                                        <p:cTn id="20" dur="1" fill="hold">
                                          <p:stCondLst>
                                            <p:cond delay="0"/>
                                          </p:stCondLst>
                                        </p:cTn>
                                        <p:tgtEl>
                                          <p:spTgt spid="498696"/>
                                        </p:tgtEl>
                                        <p:attrNameLst>
                                          <p:attrName>style.visibility</p:attrName>
                                        </p:attrNameLst>
                                      </p:cBhvr>
                                      <p:to>
                                        <p:strVal val="visible"/>
                                      </p:to>
                                    </p:set>
                                    <p:animEffect transition="in" filter="wipe(left)">
                                      <p:cBhvr>
                                        <p:cTn id="21" dur="3000"/>
                                        <p:tgtEl>
                                          <p:spTgt spid="498696"/>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nodeType="clickEffect">
                                  <p:stCondLst>
                                    <p:cond delay="0"/>
                                  </p:stCondLst>
                                  <p:childTnLst>
                                    <p:set>
                                      <p:cBhvr>
                                        <p:cTn id="25" dur="1" fill="hold">
                                          <p:stCondLst>
                                            <p:cond delay="0"/>
                                          </p:stCondLst>
                                        </p:cTn>
                                        <p:tgtEl>
                                          <p:spTgt spid="498698"/>
                                        </p:tgtEl>
                                        <p:attrNameLst>
                                          <p:attrName>style.visibility</p:attrName>
                                        </p:attrNameLst>
                                      </p:cBhvr>
                                      <p:to>
                                        <p:strVal val="visible"/>
                                      </p:to>
                                    </p:set>
                                    <p:animEffect transition="in" filter="wipe(left)">
                                      <p:cBhvr>
                                        <p:cTn id="26" dur="3000"/>
                                        <p:tgtEl>
                                          <p:spTgt spid="498698"/>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nodeType="click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wipe(left)">
                                      <p:cBhvr>
                                        <p:cTn id="31" dur="3000"/>
                                        <p:tgtEl>
                                          <p:spTgt spid="14"/>
                                        </p:tgtEl>
                                      </p:cBhvr>
                                    </p:animEffect>
                                  </p:childTnLst>
                                </p:cTn>
                              </p:par>
                            </p:childTnLst>
                          </p:cTn>
                        </p:par>
                      </p:childTnLst>
                    </p:cTn>
                  </p:par>
                  <p:par>
                    <p:cTn id="32" fill="hold">
                      <p:stCondLst>
                        <p:cond delay="indefinite"/>
                      </p:stCondLst>
                      <p:childTnLst>
                        <p:par>
                          <p:cTn id="33" fill="hold">
                            <p:stCondLst>
                              <p:cond delay="0"/>
                            </p:stCondLst>
                            <p:childTnLst>
                              <p:par>
                                <p:cTn id="34" presetID="29" presetClass="entr" presetSubtype="0" fill="hold" nodeType="clickEffect">
                                  <p:stCondLst>
                                    <p:cond delay="0"/>
                                  </p:stCondLst>
                                  <p:childTnLst>
                                    <p:set>
                                      <p:cBhvr>
                                        <p:cTn id="35" dur="1" fill="hold">
                                          <p:stCondLst>
                                            <p:cond delay="0"/>
                                          </p:stCondLst>
                                        </p:cTn>
                                        <p:tgtEl>
                                          <p:spTgt spid="12"/>
                                        </p:tgtEl>
                                        <p:attrNameLst>
                                          <p:attrName>style.visibility</p:attrName>
                                        </p:attrNameLst>
                                      </p:cBhvr>
                                      <p:to>
                                        <p:strVal val="visible"/>
                                      </p:to>
                                    </p:set>
                                    <p:anim calcmode="lin" valueType="num">
                                      <p:cBhvr>
                                        <p:cTn id="36" dur="1000" fill="hold"/>
                                        <p:tgtEl>
                                          <p:spTgt spid="12"/>
                                        </p:tgtEl>
                                        <p:attrNameLst>
                                          <p:attrName>ppt_x</p:attrName>
                                        </p:attrNameLst>
                                      </p:cBhvr>
                                      <p:tavLst>
                                        <p:tav tm="0">
                                          <p:val>
                                            <p:strVal val="#ppt_x-.2"/>
                                          </p:val>
                                        </p:tav>
                                        <p:tav tm="100000">
                                          <p:val>
                                            <p:strVal val="#ppt_x"/>
                                          </p:val>
                                        </p:tav>
                                      </p:tavLst>
                                    </p:anim>
                                    <p:anim calcmode="lin" valueType="num">
                                      <p:cBhvr>
                                        <p:cTn id="37" dur="1000" fill="hold"/>
                                        <p:tgtEl>
                                          <p:spTgt spid="12"/>
                                        </p:tgtEl>
                                        <p:attrNameLst>
                                          <p:attrName>ppt_y</p:attrName>
                                        </p:attrNameLst>
                                      </p:cBhvr>
                                      <p:tavLst>
                                        <p:tav tm="0">
                                          <p:val>
                                            <p:strVal val="#ppt_y"/>
                                          </p:val>
                                        </p:tav>
                                        <p:tav tm="100000">
                                          <p:val>
                                            <p:strVal val="#ppt_y"/>
                                          </p:val>
                                        </p:tav>
                                      </p:tavLst>
                                    </p:anim>
                                    <p:animEffect transition="in" filter="wipe(right)" prLst="gradientSize: 0.1">
                                      <p:cBhvr>
                                        <p:cTn id="38" dur="1000"/>
                                        <p:tgtEl>
                                          <p:spTgt spid="12"/>
                                        </p:tgtEl>
                                      </p:cBhvr>
                                    </p:animEffect>
                                  </p:childTnLst>
                                </p:cTn>
                              </p:par>
                            </p:childTnLst>
                          </p:cTn>
                        </p:par>
                      </p:childTnLst>
                    </p:cTn>
                  </p:par>
                  <p:par>
                    <p:cTn id="39" fill="hold">
                      <p:stCondLst>
                        <p:cond delay="indefinite"/>
                      </p:stCondLst>
                      <p:childTnLst>
                        <p:par>
                          <p:cTn id="40" fill="hold">
                            <p:stCondLst>
                              <p:cond delay="0"/>
                            </p:stCondLst>
                            <p:childTnLst>
                              <p:par>
                                <p:cTn id="41" presetID="27" presetClass="entr" presetSubtype="0" fill="hold" grpId="0" nodeType="clickEffect">
                                  <p:stCondLst>
                                    <p:cond delay="0"/>
                                  </p:stCondLst>
                                  <p:iterate type="lt">
                                    <p:tmPct val="50000"/>
                                  </p:iterate>
                                  <p:childTnLst>
                                    <p:set>
                                      <p:cBhvr>
                                        <p:cTn id="42" dur="1" fill="hold">
                                          <p:stCondLst>
                                            <p:cond delay="0"/>
                                          </p:stCondLst>
                                        </p:cTn>
                                        <p:tgtEl>
                                          <p:spTgt spid="13"/>
                                        </p:tgtEl>
                                        <p:attrNameLst>
                                          <p:attrName>style.visibility</p:attrName>
                                        </p:attrNameLst>
                                      </p:cBhvr>
                                      <p:to>
                                        <p:strVal val="visible"/>
                                      </p:to>
                                    </p:set>
                                    <p:anim calcmode="discrete" valueType="clr">
                                      <p:cBhvr override="childStyle">
                                        <p:cTn id="43" dur="80"/>
                                        <p:tgtEl>
                                          <p:spTgt spid="13"/>
                                        </p:tgtEl>
                                        <p:attrNameLst>
                                          <p:attrName>style.color</p:attrName>
                                        </p:attrNameLst>
                                      </p:cBhvr>
                                      <p:tavLst>
                                        <p:tav tm="0">
                                          <p:val>
                                            <p:clrVal>
                                              <a:schemeClr val="accent2"/>
                                            </p:clrVal>
                                          </p:val>
                                        </p:tav>
                                        <p:tav tm="50000">
                                          <p:val>
                                            <p:clrVal>
                                              <a:schemeClr val="hlink"/>
                                            </p:clrVal>
                                          </p:val>
                                        </p:tav>
                                      </p:tavLst>
                                    </p:anim>
                                    <p:anim calcmode="discrete" valueType="clr">
                                      <p:cBhvr>
                                        <p:cTn id="44" dur="80"/>
                                        <p:tgtEl>
                                          <p:spTgt spid="13"/>
                                        </p:tgtEl>
                                        <p:attrNameLst>
                                          <p:attrName>fillcolor</p:attrName>
                                        </p:attrNameLst>
                                      </p:cBhvr>
                                      <p:tavLst>
                                        <p:tav tm="0">
                                          <p:val>
                                            <p:clrVal>
                                              <a:schemeClr val="accent2"/>
                                            </p:clrVal>
                                          </p:val>
                                        </p:tav>
                                        <p:tav tm="50000">
                                          <p:val>
                                            <p:clrVal>
                                              <a:schemeClr val="hlink"/>
                                            </p:clrVal>
                                          </p:val>
                                        </p:tav>
                                      </p:tavLst>
                                    </p:anim>
                                    <p:set>
                                      <p:cBhvr>
                                        <p:cTn id="45" dur="80"/>
                                        <p:tgtEl>
                                          <p:spTgt spid="13"/>
                                        </p:tgtEl>
                                        <p:attrNameLst>
                                          <p:attrName>fill.type</p:attrName>
                                        </p:attrNameLst>
                                      </p:cBhvr>
                                      <p:to>
                                        <p:strVal val="solid"/>
                                      </p:to>
                                    </p:se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nodeType="clickEffect">
                                  <p:stCondLst>
                                    <p:cond delay="0"/>
                                  </p:stCondLst>
                                  <p:childTnLst>
                                    <p:set>
                                      <p:cBhvr>
                                        <p:cTn id="49" dur="1" fill="hold">
                                          <p:stCondLst>
                                            <p:cond delay="0"/>
                                          </p:stCondLst>
                                        </p:cTn>
                                        <p:tgtEl>
                                          <p:spTgt spid="15"/>
                                        </p:tgtEl>
                                        <p:attrNameLst>
                                          <p:attrName>style.visibility</p:attrName>
                                        </p:attrNameLst>
                                      </p:cBhvr>
                                      <p:to>
                                        <p:strVal val="visible"/>
                                      </p:to>
                                    </p:set>
                                    <p:animEffect transition="in" filter="wipe(left)">
                                      <p:cBhvr>
                                        <p:cTn id="50" dur="3000"/>
                                        <p:tgtEl>
                                          <p:spTgt spid="15"/>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nodeType="clickEffect">
                                  <p:stCondLst>
                                    <p:cond delay="0"/>
                                  </p:stCondLst>
                                  <p:childTnLst>
                                    <p:set>
                                      <p:cBhvr>
                                        <p:cTn id="54" dur="1" fill="hold">
                                          <p:stCondLst>
                                            <p:cond delay="0"/>
                                          </p:stCondLst>
                                        </p:cTn>
                                        <p:tgtEl>
                                          <p:spTgt spid="16"/>
                                        </p:tgtEl>
                                        <p:attrNameLst>
                                          <p:attrName>style.visibility</p:attrName>
                                        </p:attrNameLst>
                                      </p:cBhvr>
                                      <p:to>
                                        <p:strVal val="visible"/>
                                      </p:to>
                                    </p:set>
                                    <p:animEffect transition="in" filter="wipe(left)">
                                      <p:cBhvr>
                                        <p:cTn id="55" dur="3000"/>
                                        <p:tgtEl>
                                          <p:spTgt spid="16"/>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8" fill="hold" nodeType="clickEffect">
                                  <p:stCondLst>
                                    <p:cond delay="0"/>
                                  </p:stCondLst>
                                  <p:childTnLst>
                                    <p:set>
                                      <p:cBhvr>
                                        <p:cTn id="59" dur="1" fill="hold">
                                          <p:stCondLst>
                                            <p:cond delay="0"/>
                                          </p:stCondLst>
                                        </p:cTn>
                                        <p:tgtEl>
                                          <p:spTgt spid="17"/>
                                        </p:tgtEl>
                                        <p:attrNameLst>
                                          <p:attrName>style.visibility</p:attrName>
                                        </p:attrNameLst>
                                      </p:cBhvr>
                                      <p:to>
                                        <p:strVal val="visible"/>
                                      </p:to>
                                    </p:set>
                                    <p:animEffect transition="in" filter="wipe(left)">
                                      <p:cBhvr>
                                        <p:cTn id="60" dur="3000"/>
                                        <p:tgtEl>
                                          <p:spTgt spid="17"/>
                                        </p:tgtEl>
                                      </p:cBhvr>
                                    </p:animEffect>
                                  </p:childTnLst>
                                </p:cTn>
                              </p:par>
                            </p:childTnLst>
                          </p:cTn>
                        </p:par>
                      </p:childTnLst>
                    </p:cTn>
                  </p:par>
                  <p:par>
                    <p:cTn id="61" fill="hold">
                      <p:stCondLst>
                        <p:cond delay="indefinite"/>
                      </p:stCondLst>
                      <p:childTnLst>
                        <p:par>
                          <p:cTn id="62" fill="hold">
                            <p:stCondLst>
                              <p:cond delay="0"/>
                            </p:stCondLst>
                            <p:childTnLst>
                              <p:par>
                                <p:cTn id="63" presetID="27" presetClass="entr" presetSubtype="0" fill="hold" grpId="0" nodeType="clickEffect">
                                  <p:stCondLst>
                                    <p:cond delay="0"/>
                                  </p:stCondLst>
                                  <p:iterate type="lt">
                                    <p:tmPct val="50000"/>
                                  </p:iterate>
                                  <p:childTnLst>
                                    <p:set>
                                      <p:cBhvr>
                                        <p:cTn id="64" dur="1" fill="hold">
                                          <p:stCondLst>
                                            <p:cond delay="0"/>
                                          </p:stCondLst>
                                        </p:cTn>
                                        <p:tgtEl>
                                          <p:spTgt spid="18"/>
                                        </p:tgtEl>
                                        <p:attrNameLst>
                                          <p:attrName>style.visibility</p:attrName>
                                        </p:attrNameLst>
                                      </p:cBhvr>
                                      <p:to>
                                        <p:strVal val="visible"/>
                                      </p:to>
                                    </p:set>
                                    <p:anim calcmode="discrete" valueType="clr">
                                      <p:cBhvr override="childStyle">
                                        <p:cTn id="65" dur="80"/>
                                        <p:tgtEl>
                                          <p:spTgt spid="18"/>
                                        </p:tgtEl>
                                        <p:attrNameLst>
                                          <p:attrName>style.color</p:attrName>
                                        </p:attrNameLst>
                                      </p:cBhvr>
                                      <p:tavLst>
                                        <p:tav tm="0">
                                          <p:val>
                                            <p:clrVal>
                                              <a:schemeClr val="accent2"/>
                                            </p:clrVal>
                                          </p:val>
                                        </p:tav>
                                        <p:tav tm="50000">
                                          <p:val>
                                            <p:clrVal>
                                              <a:schemeClr val="hlink"/>
                                            </p:clrVal>
                                          </p:val>
                                        </p:tav>
                                      </p:tavLst>
                                    </p:anim>
                                    <p:anim calcmode="discrete" valueType="clr">
                                      <p:cBhvr>
                                        <p:cTn id="66" dur="80"/>
                                        <p:tgtEl>
                                          <p:spTgt spid="18"/>
                                        </p:tgtEl>
                                        <p:attrNameLst>
                                          <p:attrName>fillcolor</p:attrName>
                                        </p:attrNameLst>
                                      </p:cBhvr>
                                      <p:tavLst>
                                        <p:tav tm="0">
                                          <p:val>
                                            <p:clrVal>
                                              <a:schemeClr val="accent2"/>
                                            </p:clrVal>
                                          </p:val>
                                        </p:tav>
                                        <p:tav tm="50000">
                                          <p:val>
                                            <p:clrVal>
                                              <a:schemeClr val="hlink"/>
                                            </p:clrVal>
                                          </p:val>
                                        </p:tav>
                                      </p:tavLst>
                                    </p:anim>
                                    <p:set>
                                      <p:cBhvr>
                                        <p:cTn id="67" dur="80"/>
                                        <p:tgtEl>
                                          <p:spTgt spid="18"/>
                                        </p:tgtEl>
                                        <p:attrNameLst>
                                          <p:attrName>fill.type</p:attrName>
                                        </p:attrNameLst>
                                      </p:cBhvr>
                                      <p:to>
                                        <p:strVal val="solid"/>
                                      </p:to>
                                    </p:se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nodeType="clickEffect">
                                  <p:stCondLst>
                                    <p:cond delay="0"/>
                                  </p:stCondLst>
                                  <p:childTnLst>
                                    <p:set>
                                      <p:cBhvr>
                                        <p:cTn id="71" dur="1" fill="hold">
                                          <p:stCondLst>
                                            <p:cond delay="0"/>
                                          </p:stCondLst>
                                        </p:cTn>
                                        <p:tgtEl>
                                          <p:spTgt spid="19"/>
                                        </p:tgtEl>
                                        <p:attrNameLst>
                                          <p:attrName>style.visibility</p:attrName>
                                        </p:attrNameLst>
                                      </p:cBhvr>
                                      <p:to>
                                        <p:strVal val="visible"/>
                                      </p:to>
                                    </p:set>
                                    <p:animEffect transition="in" filter="wipe(left)">
                                      <p:cBhvr>
                                        <p:cTn id="72" dur="30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8694" grpId="0"/>
      <p:bldP spid="13" grpId="0"/>
      <p:bldP spid="18"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ext Box 2"/>
          <p:cNvSpPr txBox="1">
            <a:spLocks noChangeArrowheads="1"/>
          </p:cNvSpPr>
          <p:nvPr/>
        </p:nvSpPr>
        <p:spPr bwMode="auto">
          <a:xfrm>
            <a:off x="609600" y="533400"/>
            <a:ext cx="7848600" cy="14219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996633"/>
              </a:buClr>
              <a:buFont typeface="Wingdings" panose="05000000000000000000" pitchFamily="2" charset="2"/>
              <a:buBlip>
                <a:blip r:embed="rId2"/>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2"/>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2"/>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2"/>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2"/>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2"/>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2"/>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2"/>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2"/>
              </a:buBlip>
              <a:defRPr kumimoji="1" sz="2000">
                <a:solidFill>
                  <a:schemeClr val="tx1"/>
                </a:solidFill>
                <a:latin typeface="Times New Roman" panose="02020603050405020304" pitchFamily="18" charset="0"/>
                <a:ea typeface="宋体" panose="02010600030101010101" pitchFamily="2" charset="-122"/>
              </a:defRPr>
            </a:lvl9pPr>
          </a:lstStyle>
          <a:p>
            <a:pPr>
              <a:lnSpc>
                <a:spcPct val="120000"/>
              </a:lnSpc>
              <a:spcBef>
                <a:spcPct val="50000"/>
              </a:spcBef>
              <a:buClrTx/>
              <a:buFontTx/>
              <a:buNone/>
            </a:pPr>
            <a:r>
              <a:rPr lang="zh-CN" altLang="en-US" sz="2400" b="1" dirty="0"/>
              <a:t>例</a:t>
            </a:r>
            <a:r>
              <a:rPr lang="en-US" altLang="zh-CN" sz="2400" b="1" dirty="0"/>
              <a:t>  </a:t>
            </a:r>
            <a:r>
              <a:rPr lang="zh-CN" altLang="en-US" sz="2400" b="1" dirty="0"/>
              <a:t>已知正常男性成人血液中 ，每一毫升白细胞数平均是</a:t>
            </a:r>
            <a:r>
              <a:rPr lang="en-US" altLang="zh-CN" sz="2400" b="1" dirty="0"/>
              <a:t>7300</a:t>
            </a:r>
            <a:r>
              <a:rPr lang="zh-CN" altLang="en-US" sz="2400" b="1" dirty="0"/>
              <a:t>，均方差是</a:t>
            </a:r>
            <a:r>
              <a:rPr lang="en-US" altLang="zh-CN" sz="2400" b="1" dirty="0"/>
              <a:t>700 . </a:t>
            </a:r>
            <a:r>
              <a:rPr lang="zh-CN" altLang="en-US" sz="2400" b="1" dirty="0"/>
              <a:t>利用切比雪夫不等式估计每毫升白细胞数在</a:t>
            </a:r>
            <a:r>
              <a:rPr lang="en-US" altLang="zh-CN" sz="2400" b="1" dirty="0"/>
              <a:t>5200~9400</a:t>
            </a:r>
            <a:r>
              <a:rPr lang="zh-CN" altLang="en-US" sz="2400" b="1" dirty="0"/>
              <a:t>之间的概率 </a:t>
            </a:r>
            <a:r>
              <a:rPr lang="en-US" altLang="zh-CN" sz="2400" b="1" dirty="0"/>
              <a:t>.</a:t>
            </a:r>
          </a:p>
        </p:txBody>
      </p:sp>
      <p:sp>
        <p:nvSpPr>
          <p:cNvPr id="7" name="圆角矩形 6"/>
          <p:cNvSpPr/>
          <p:nvPr/>
        </p:nvSpPr>
        <p:spPr bwMode="auto">
          <a:xfrm>
            <a:off x="1907704" y="1484784"/>
            <a:ext cx="1440160" cy="398536"/>
          </a:xfrm>
          <a:prstGeom prst="roundRect">
            <a:avLst/>
          </a:prstGeom>
          <a:noFill/>
          <a:ln w="2857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smtClean="0">
              <a:ln>
                <a:noFill/>
              </a:ln>
              <a:solidFill>
                <a:schemeClr val="hlink"/>
              </a:solidFill>
              <a:effectLst/>
              <a:latin typeface="楷体_GB2312" pitchFamily="49" charset="-122"/>
              <a:ea typeface="楷体_GB2312" pitchFamily="49" charset="-122"/>
            </a:endParaRPr>
          </a:p>
        </p:txBody>
      </p:sp>
    </p:spTree>
  </p:cSld>
  <p:clrMapOvr>
    <a:masterClrMapping/>
  </p:clrMapOvr>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圆角矩形 8"/>
          <p:cNvSpPr/>
          <p:nvPr/>
        </p:nvSpPr>
        <p:spPr bwMode="auto">
          <a:xfrm>
            <a:off x="1570958" y="4691296"/>
            <a:ext cx="1356450" cy="474663"/>
          </a:xfrm>
          <a:prstGeom prst="roundRect">
            <a:avLst/>
          </a:prstGeom>
          <a:solidFill>
            <a:srgbClr val="FFFF00"/>
          </a:solidFill>
          <a:ln w="9525" cap="flat" cmpd="sng" algn="ctr">
            <a:no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smtClean="0">
              <a:ln>
                <a:noFill/>
              </a:ln>
              <a:solidFill>
                <a:schemeClr val="hlink"/>
              </a:solidFill>
              <a:effectLst/>
              <a:latin typeface="楷体_GB2312" pitchFamily="49" charset="-122"/>
              <a:ea typeface="楷体_GB2312" pitchFamily="49" charset="-122"/>
            </a:endParaRPr>
          </a:p>
        </p:txBody>
      </p:sp>
      <p:sp>
        <p:nvSpPr>
          <p:cNvPr id="8" name="圆角矩形 7"/>
          <p:cNvSpPr/>
          <p:nvPr/>
        </p:nvSpPr>
        <p:spPr bwMode="auto">
          <a:xfrm>
            <a:off x="1331640" y="2829708"/>
            <a:ext cx="2980989" cy="527284"/>
          </a:xfrm>
          <a:prstGeom prst="roundRect">
            <a:avLst/>
          </a:prstGeom>
          <a:solidFill>
            <a:srgbClr val="FFFF0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smtClean="0">
              <a:ln>
                <a:noFill/>
              </a:ln>
              <a:solidFill>
                <a:schemeClr val="hlink"/>
              </a:solidFill>
              <a:effectLst/>
              <a:latin typeface="楷体_GB2312" pitchFamily="49" charset="-122"/>
              <a:ea typeface="楷体_GB2312" pitchFamily="49" charset="-122"/>
            </a:endParaRPr>
          </a:p>
        </p:txBody>
      </p:sp>
      <p:sp>
        <p:nvSpPr>
          <p:cNvPr id="40962" name="Text Box 2"/>
          <p:cNvSpPr txBox="1">
            <a:spLocks noChangeArrowheads="1"/>
          </p:cNvSpPr>
          <p:nvPr/>
        </p:nvSpPr>
        <p:spPr bwMode="auto">
          <a:xfrm>
            <a:off x="609600" y="533400"/>
            <a:ext cx="7848600" cy="14219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996633"/>
              </a:buClr>
              <a:buFont typeface="Wingdings" panose="05000000000000000000" pitchFamily="2" charset="2"/>
              <a:buBlip>
                <a:blip r:embed="rId3"/>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3"/>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3"/>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9pPr>
          </a:lstStyle>
          <a:p>
            <a:pPr>
              <a:lnSpc>
                <a:spcPct val="120000"/>
              </a:lnSpc>
              <a:spcBef>
                <a:spcPct val="50000"/>
              </a:spcBef>
              <a:buClrTx/>
              <a:buFontTx/>
              <a:buNone/>
            </a:pPr>
            <a:r>
              <a:rPr lang="zh-CN" altLang="en-US" sz="2400" b="1" dirty="0"/>
              <a:t>例</a:t>
            </a:r>
            <a:r>
              <a:rPr lang="en-US" altLang="zh-CN" sz="2400" b="1" dirty="0"/>
              <a:t>  </a:t>
            </a:r>
            <a:r>
              <a:rPr lang="zh-CN" altLang="en-US" sz="2400" b="1" dirty="0"/>
              <a:t>已知正常男性成人血液中 ，每一毫升白细胞数平均是</a:t>
            </a:r>
            <a:r>
              <a:rPr lang="en-US" altLang="zh-CN" sz="2400" b="1" dirty="0"/>
              <a:t>7300</a:t>
            </a:r>
            <a:r>
              <a:rPr lang="zh-CN" altLang="en-US" sz="2400" b="1" dirty="0"/>
              <a:t>，均方差是</a:t>
            </a:r>
            <a:r>
              <a:rPr lang="en-US" altLang="zh-CN" sz="2400" b="1" dirty="0"/>
              <a:t>700 . </a:t>
            </a:r>
            <a:r>
              <a:rPr lang="zh-CN" altLang="en-US" sz="2400" b="1" dirty="0"/>
              <a:t>利用切比雪夫不等式估计每毫升白细胞数在</a:t>
            </a:r>
            <a:r>
              <a:rPr lang="en-US" altLang="zh-CN" sz="2400" b="1" dirty="0"/>
              <a:t>5200~9400</a:t>
            </a:r>
            <a:r>
              <a:rPr lang="zh-CN" altLang="en-US" sz="2400" b="1" dirty="0"/>
              <a:t>之间的概率 </a:t>
            </a:r>
            <a:r>
              <a:rPr lang="en-US" altLang="zh-CN" sz="2400" b="1" dirty="0"/>
              <a:t>.</a:t>
            </a:r>
          </a:p>
        </p:txBody>
      </p:sp>
      <p:sp>
        <p:nvSpPr>
          <p:cNvPr id="312323" name="Rectangle 3"/>
          <p:cNvSpPr>
            <a:spLocks noChangeArrowheads="1"/>
          </p:cNvSpPr>
          <p:nvPr/>
        </p:nvSpPr>
        <p:spPr bwMode="auto">
          <a:xfrm>
            <a:off x="360062" y="2065198"/>
            <a:ext cx="379302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rgbClr val="996633"/>
              </a:buClr>
              <a:buFont typeface="Wingdings" panose="05000000000000000000" pitchFamily="2" charset="2"/>
              <a:buBlip>
                <a:blip r:embed="rId3"/>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3"/>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3"/>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9pPr>
          </a:lstStyle>
          <a:p>
            <a:pPr algn="ctr">
              <a:spcBef>
                <a:spcPct val="0"/>
              </a:spcBef>
              <a:buClrTx/>
              <a:buFontTx/>
              <a:buNone/>
            </a:pPr>
            <a:r>
              <a:rPr lang="zh-CN" altLang="en-US" sz="2400" b="1" dirty="0"/>
              <a:t>解：设每毫升白细胞数为</a:t>
            </a:r>
            <a:r>
              <a:rPr lang="en-US" altLang="zh-CN" sz="2400" b="1" i="1" dirty="0"/>
              <a:t>X</a:t>
            </a:r>
            <a:endParaRPr lang="en-US" altLang="zh-CN" sz="2400" b="1" dirty="0"/>
          </a:p>
        </p:txBody>
      </p:sp>
      <p:sp>
        <p:nvSpPr>
          <p:cNvPr id="312324" name="Rectangle 4"/>
          <p:cNvSpPr>
            <a:spLocks noChangeArrowheads="1"/>
          </p:cNvSpPr>
          <p:nvPr/>
        </p:nvSpPr>
        <p:spPr bwMode="auto">
          <a:xfrm>
            <a:off x="35496" y="2842616"/>
            <a:ext cx="427713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rgbClr val="996633"/>
              </a:buClr>
              <a:buFont typeface="Wingdings" panose="05000000000000000000" pitchFamily="2" charset="2"/>
              <a:buBlip>
                <a:blip r:embed="rId3"/>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3"/>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3"/>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9pPr>
          </a:lstStyle>
          <a:p>
            <a:pPr algn="ctr">
              <a:spcBef>
                <a:spcPct val="0"/>
              </a:spcBef>
              <a:buClrTx/>
              <a:buFontTx/>
              <a:buNone/>
            </a:pPr>
            <a:r>
              <a:rPr lang="zh-CN" altLang="en-US" sz="2400" b="1" dirty="0"/>
              <a:t>依题意，</a:t>
            </a:r>
            <a:r>
              <a:rPr lang="en-US" altLang="zh-CN" sz="2400" b="1" i="1" dirty="0"/>
              <a:t>E</a:t>
            </a:r>
            <a:r>
              <a:rPr lang="en-US" altLang="zh-CN" sz="2400" b="1" dirty="0"/>
              <a:t>(</a:t>
            </a:r>
            <a:r>
              <a:rPr lang="en-US" altLang="zh-CN" sz="2400" b="1" i="1" dirty="0"/>
              <a:t>X</a:t>
            </a:r>
            <a:r>
              <a:rPr lang="en-US" altLang="zh-CN" sz="2400" b="1" dirty="0"/>
              <a:t>)=7300,</a:t>
            </a:r>
            <a:r>
              <a:rPr lang="en-US" altLang="zh-CN" sz="2400" b="1" i="1" dirty="0"/>
              <a:t>D</a:t>
            </a:r>
            <a:r>
              <a:rPr lang="en-US" altLang="zh-CN" sz="2400" b="1" dirty="0"/>
              <a:t>(</a:t>
            </a:r>
            <a:r>
              <a:rPr lang="en-US" altLang="zh-CN" sz="2400" b="1" i="1" dirty="0"/>
              <a:t>X</a:t>
            </a:r>
            <a:r>
              <a:rPr lang="en-US" altLang="zh-CN" sz="2400" b="1" dirty="0"/>
              <a:t>)=700</a:t>
            </a:r>
            <a:r>
              <a:rPr lang="en-US" altLang="zh-CN" sz="2400" b="1" baseline="30000" dirty="0"/>
              <a:t>2</a:t>
            </a:r>
            <a:endParaRPr lang="en-US" altLang="zh-CN" sz="2400" b="1" dirty="0"/>
          </a:p>
        </p:txBody>
      </p:sp>
      <p:sp>
        <p:nvSpPr>
          <p:cNvPr id="40979" name="Rectangle 7"/>
          <p:cNvSpPr>
            <a:spLocks noChangeArrowheads="1"/>
          </p:cNvSpPr>
          <p:nvPr/>
        </p:nvSpPr>
        <p:spPr bwMode="auto">
          <a:xfrm>
            <a:off x="0" y="3453972"/>
            <a:ext cx="62484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rgbClr val="996633"/>
              </a:buClr>
              <a:buFont typeface="Wingdings" panose="05000000000000000000" pitchFamily="2" charset="2"/>
              <a:buBlip>
                <a:blip r:embed="rId3"/>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3"/>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3"/>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r>
              <a:rPr lang="zh-CN" altLang="en-US" sz="2400" b="1" dirty="0" smtClean="0"/>
              <a:t>所</a:t>
            </a:r>
            <a:r>
              <a:rPr lang="zh-CN" altLang="en-US" sz="2400" b="1" dirty="0"/>
              <a:t>求为 </a:t>
            </a:r>
            <a:r>
              <a:rPr lang="zh-CN" altLang="en-US" sz="2400" b="1" i="1" dirty="0"/>
              <a:t>     </a:t>
            </a:r>
            <a:r>
              <a:rPr lang="en-US" altLang="zh-CN" sz="2400" b="1" i="1" dirty="0"/>
              <a:t>P</a:t>
            </a:r>
            <a:r>
              <a:rPr lang="en-US" altLang="zh-CN" sz="2400" b="1" dirty="0"/>
              <a:t>(5200  </a:t>
            </a:r>
            <a:r>
              <a:rPr lang="en-US" altLang="zh-CN" sz="2400" b="1" dirty="0" smtClean="0"/>
              <a:t>     </a:t>
            </a:r>
            <a:r>
              <a:rPr lang="en-US" altLang="zh-CN" sz="2400" b="1" i="1" dirty="0"/>
              <a:t>X</a:t>
            </a:r>
            <a:r>
              <a:rPr lang="en-US" altLang="zh-CN" sz="2400" b="1" dirty="0"/>
              <a:t>      9400)</a:t>
            </a:r>
          </a:p>
        </p:txBody>
      </p:sp>
      <p:sp>
        <p:nvSpPr>
          <p:cNvPr id="40976" name="Rectangle 11"/>
          <p:cNvSpPr>
            <a:spLocks noChangeArrowheads="1"/>
          </p:cNvSpPr>
          <p:nvPr/>
        </p:nvSpPr>
        <p:spPr bwMode="auto">
          <a:xfrm>
            <a:off x="-211137" y="4193693"/>
            <a:ext cx="4110217" cy="394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rgbClr val="996633"/>
              </a:buClr>
              <a:buFont typeface="Wingdings" panose="05000000000000000000" pitchFamily="2" charset="2"/>
              <a:buBlip>
                <a:blip r:embed="rId3"/>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3"/>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3"/>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r>
              <a:rPr lang="en-US" altLang="zh-CN" sz="2400" b="1" dirty="0"/>
              <a:t>     P(5200  </a:t>
            </a:r>
            <a:r>
              <a:rPr lang="en-US" altLang="zh-CN" sz="2400" b="1" dirty="0" smtClean="0"/>
              <a:t>       </a:t>
            </a:r>
            <a:r>
              <a:rPr lang="en-US" altLang="zh-CN" sz="2400" b="1" i="1" dirty="0" smtClean="0"/>
              <a:t>X</a:t>
            </a:r>
            <a:r>
              <a:rPr lang="en-US" altLang="zh-CN" sz="2400" b="1" dirty="0" smtClean="0"/>
              <a:t>      </a:t>
            </a:r>
            <a:r>
              <a:rPr lang="en-US" altLang="zh-CN" sz="2400" b="1" dirty="0"/>
              <a:t>9400)</a:t>
            </a:r>
          </a:p>
        </p:txBody>
      </p:sp>
      <p:sp>
        <p:nvSpPr>
          <p:cNvPr id="40972" name="Rectangle 14"/>
          <p:cNvSpPr>
            <a:spLocks noChangeArrowheads="1"/>
          </p:cNvSpPr>
          <p:nvPr/>
        </p:nvSpPr>
        <p:spPr bwMode="auto">
          <a:xfrm>
            <a:off x="-377750" y="4726945"/>
            <a:ext cx="64008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rgbClr val="996633"/>
              </a:buClr>
              <a:buFont typeface="Wingdings" panose="05000000000000000000" pitchFamily="2" charset="2"/>
              <a:buBlip>
                <a:blip r:embed="rId3"/>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3"/>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3"/>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r>
              <a:rPr lang="en-US" altLang="zh-CN" sz="2400" b="1" dirty="0"/>
              <a:t>    = </a:t>
            </a:r>
            <a:r>
              <a:rPr lang="en-US" altLang="zh-CN" sz="2400" b="1" i="1" dirty="0"/>
              <a:t>P</a:t>
            </a:r>
            <a:r>
              <a:rPr lang="en-US" altLang="zh-CN" sz="2400" b="1" dirty="0"/>
              <a:t>(-2100       </a:t>
            </a:r>
            <a:r>
              <a:rPr lang="en-US" altLang="zh-CN" sz="2400" b="1" i="1" dirty="0"/>
              <a:t>X</a:t>
            </a:r>
            <a:r>
              <a:rPr lang="en-US" altLang="zh-CN" sz="2400" b="1" dirty="0"/>
              <a:t>-</a:t>
            </a:r>
            <a:r>
              <a:rPr lang="en-US" altLang="zh-CN" sz="2400" b="1" i="1" dirty="0"/>
              <a:t>E</a:t>
            </a:r>
            <a:r>
              <a:rPr lang="en-US" altLang="zh-CN" sz="2400" b="1" dirty="0"/>
              <a:t>(</a:t>
            </a:r>
            <a:r>
              <a:rPr lang="en-US" altLang="zh-CN" sz="2400" b="1" i="1" dirty="0"/>
              <a:t>X</a:t>
            </a:r>
            <a:r>
              <a:rPr lang="en-US" altLang="zh-CN" sz="2400" b="1" dirty="0"/>
              <a:t>)       2100)</a:t>
            </a:r>
          </a:p>
        </p:txBody>
      </p:sp>
      <p:sp>
        <p:nvSpPr>
          <p:cNvPr id="40970" name="Rectangle 18"/>
          <p:cNvSpPr>
            <a:spLocks noChangeArrowheads="1"/>
          </p:cNvSpPr>
          <p:nvPr/>
        </p:nvSpPr>
        <p:spPr bwMode="auto">
          <a:xfrm>
            <a:off x="-149696" y="5396932"/>
            <a:ext cx="41148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rgbClr val="996633"/>
              </a:buClr>
              <a:buFont typeface="Wingdings" panose="05000000000000000000" pitchFamily="2" charset="2"/>
              <a:buBlip>
                <a:blip r:embed="rId3"/>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3"/>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3"/>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r>
              <a:rPr lang="en-US" altLang="zh-CN" sz="2400" b="1" dirty="0"/>
              <a:t> =  </a:t>
            </a:r>
            <a:r>
              <a:rPr lang="en-US" altLang="zh-CN" sz="2400" b="1" i="1" dirty="0"/>
              <a:t>P</a:t>
            </a:r>
            <a:r>
              <a:rPr lang="en-US" altLang="zh-CN" sz="2400" b="1" dirty="0"/>
              <a:t>{  |</a:t>
            </a:r>
            <a:r>
              <a:rPr lang="en-US" altLang="zh-CN" sz="2400" b="1" i="1" dirty="0"/>
              <a:t>X</a:t>
            </a:r>
            <a:r>
              <a:rPr lang="en-US" altLang="zh-CN" sz="2400" b="1" dirty="0"/>
              <a:t>-</a:t>
            </a:r>
            <a:r>
              <a:rPr lang="en-US" altLang="zh-CN" sz="2400" b="1" i="1" dirty="0"/>
              <a:t>E</a:t>
            </a:r>
            <a:r>
              <a:rPr lang="en-US" altLang="zh-CN" sz="2400" b="1" dirty="0"/>
              <a:t>(</a:t>
            </a:r>
            <a:r>
              <a:rPr lang="en-US" altLang="zh-CN" sz="2400" b="1" i="1" dirty="0"/>
              <a:t>X</a:t>
            </a:r>
            <a:r>
              <a:rPr lang="en-US" altLang="zh-CN" sz="2400" b="1" dirty="0"/>
              <a:t>)|        2100}</a:t>
            </a:r>
          </a:p>
        </p:txBody>
      </p:sp>
      <p:sp>
        <p:nvSpPr>
          <p:cNvPr id="6" name="圆角矩形 5"/>
          <p:cNvSpPr/>
          <p:nvPr/>
        </p:nvSpPr>
        <p:spPr bwMode="auto">
          <a:xfrm>
            <a:off x="1439863" y="3481881"/>
            <a:ext cx="2868618" cy="449170"/>
          </a:xfrm>
          <a:prstGeom prst="roundRect">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smtClean="0">
              <a:ln>
                <a:noFill/>
              </a:ln>
              <a:solidFill>
                <a:schemeClr val="hlink"/>
              </a:solidFill>
              <a:effectLst/>
              <a:latin typeface="楷体_GB2312" pitchFamily="49" charset="-122"/>
              <a:ea typeface="楷体_GB2312" pitchFamily="49" charset="-122"/>
            </a:endParaRPr>
          </a:p>
        </p:txBody>
      </p:sp>
      <p:sp>
        <p:nvSpPr>
          <p:cNvPr id="7" name="圆角矩形 6"/>
          <p:cNvSpPr/>
          <p:nvPr/>
        </p:nvSpPr>
        <p:spPr bwMode="auto">
          <a:xfrm>
            <a:off x="1907704" y="1484784"/>
            <a:ext cx="1440160" cy="398536"/>
          </a:xfrm>
          <a:prstGeom prst="roundRect">
            <a:avLst/>
          </a:prstGeom>
          <a:noFill/>
          <a:ln w="2857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smtClean="0">
              <a:ln>
                <a:noFill/>
              </a:ln>
              <a:solidFill>
                <a:schemeClr val="hlink"/>
              </a:solidFill>
              <a:effectLst/>
              <a:latin typeface="楷体_GB2312" pitchFamily="49" charset="-122"/>
              <a:ea typeface="楷体_GB2312" pitchFamily="49" charset="-122"/>
            </a:endParaRPr>
          </a:p>
        </p:txBody>
      </p:sp>
      <p:graphicFrame>
        <p:nvGraphicFramePr>
          <p:cNvPr id="24" name="Object 10"/>
          <p:cNvGraphicFramePr>
            <a:graphicFrameLocks noChangeAspect="1"/>
          </p:cNvGraphicFramePr>
          <p:nvPr>
            <p:extLst>
              <p:ext uri="{D42A27DB-BD31-4B8C-83A1-F6EECF244321}">
                <p14:modId xmlns:p14="http://schemas.microsoft.com/office/powerpoint/2010/main" val="3729247539"/>
              </p:ext>
            </p:extLst>
          </p:nvPr>
        </p:nvGraphicFramePr>
        <p:xfrm>
          <a:off x="2897253" y="4762189"/>
          <a:ext cx="251667" cy="391474"/>
        </p:xfrm>
        <a:graphic>
          <a:graphicData uri="http://schemas.openxmlformats.org/presentationml/2006/ole">
            <mc:AlternateContent xmlns:mc="http://schemas.openxmlformats.org/markup-compatibility/2006">
              <mc:Choice xmlns:v="urn:schemas-microsoft-com:vml" Requires="v">
                <p:oleObj spid="_x0000_s80127" name="公式" r:id="rId4" imgW="66723" imgH="95310" progId="Equation.3">
                  <p:embed/>
                </p:oleObj>
              </mc:Choice>
              <mc:Fallback>
                <p:oleObj name="公式" r:id="rId4" imgW="66723" imgH="9531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97253" y="4762189"/>
                        <a:ext cx="251667" cy="39147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 name="Object 12"/>
          <p:cNvGraphicFramePr>
            <a:graphicFrameLocks noChangeAspect="1"/>
          </p:cNvGraphicFramePr>
          <p:nvPr>
            <p:extLst>
              <p:ext uri="{D42A27DB-BD31-4B8C-83A1-F6EECF244321}">
                <p14:modId xmlns:p14="http://schemas.microsoft.com/office/powerpoint/2010/main" val="3521772001"/>
              </p:ext>
            </p:extLst>
          </p:nvPr>
        </p:nvGraphicFramePr>
        <p:xfrm>
          <a:off x="3212771" y="3494707"/>
          <a:ext cx="251667" cy="391474"/>
        </p:xfrm>
        <a:graphic>
          <a:graphicData uri="http://schemas.openxmlformats.org/presentationml/2006/ole">
            <mc:AlternateContent xmlns:mc="http://schemas.openxmlformats.org/markup-compatibility/2006">
              <mc:Choice xmlns:v="urn:schemas-microsoft-com:vml" Requires="v">
                <p:oleObj spid="_x0000_s80128" name="公式" r:id="rId6" imgW="66723" imgH="95310" progId="Equation.3">
                  <p:embed/>
                </p:oleObj>
              </mc:Choice>
              <mc:Fallback>
                <p:oleObj name="公式" r:id="rId6" imgW="66723" imgH="9531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212771" y="3494707"/>
                        <a:ext cx="251667" cy="39147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 name="Object 12"/>
          <p:cNvGraphicFramePr>
            <a:graphicFrameLocks noChangeAspect="1"/>
          </p:cNvGraphicFramePr>
          <p:nvPr>
            <p:extLst>
              <p:ext uri="{D42A27DB-BD31-4B8C-83A1-F6EECF244321}">
                <p14:modId xmlns:p14="http://schemas.microsoft.com/office/powerpoint/2010/main" val="4067176614"/>
              </p:ext>
            </p:extLst>
          </p:nvPr>
        </p:nvGraphicFramePr>
        <p:xfrm>
          <a:off x="2501950" y="3494707"/>
          <a:ext cx="251667" cy="391474"/>
        </p:xfrm>
        <a:graphic>
          <a:graphicData uri="http://schemas.openxmlformats.org/presentationml/2006/ole">
            <mc:AlternateContent xmlns:mc="http://schemas.openxmlformats.org/markup-compatibility/2006">
              <mc:Choice xmlns:v="urn:schemas-microsoft-com:vml" Requires="v">
                <p:oleObj spid="_x0000_s80129" name="公式" r:id="rId8" imgW="66723" imgH="95310" progId="Equation.3">
                  <p:embed/>
                </p:oleObj>
              </mc:Choice>
              <mc:Fallback>
                <p:oleObj name="公式" r:id="rId8" imgW="66723" imgH="9531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501950" y="3494707"/>
                        <a:ext cx="251667" cy="39147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7" name="Object 12"/>
          <p:cNvGraphicFramePr>
            <a:graphicFrameLocks noChangeAspect="1"/>
          </p:cNvGraphicFramePr>
          <p:nvPr>
            <p:extLst>
              <p:ext uri="{D42A27DB-BD31-4B8C-83A1-F6EECF244321}">
                <p14:modId xmlns:p14="http://schemas.microsoft.com/office/powerpoint/2010/main" val="968319764"/>
              </p:ext>
            </p:extLst>
          </p:nvPr>
        </p:nvGraphicFramePr>
        <p:xfrm>
          <a:off x="1439863" y="4180841"/>
          <a:ext cx="251667" cy="391474"/>
        </p:xfrm>
        <a:graphic>
          <a:graphicData uri="http://schemas.openxmlformats.org/presentationml/2006/ole">
            <mc:AlternateContent xmlns:mc="http://schemas.openxmlformats.org/markup-compatibility/2006">
              <mc:Choice xmlns:v="urn:schemas-microsoft-com:vml" Requires="v">
                <p:oleObj spid="_x0000_s80130" name="公式" r:id="rId9" imgW="66723" imgH="95310" progId="Equation.3">
                  <p:embed/>
                </p:oleObj>
              </mc:Choice>
              <mc:Fallback>
                <p:oleObj name="公式" r:id="rId9" imgW="66723" imgH="9531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439863" y="4180841"/>
                        <a:ext cx="251667" cy="39147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8" name="Object 12"/>
          <p:cNvGraphicFramePr>
            <a:graphicFrameLocks noChangeAspect="1"/>
          </p:cNvGraphicFramePr>
          <p:nvPr>
            <p:extLst>
              <p:ext uri="{D42A27DB-BD31-4B8C-83A1-F6EECF244321}">
                <p14:modId xmlns:p14="http://schemas.microsoft.com/office/powerpoint/2010/main" val="2345041740"/>
              </p:ext>
            </p:extLst>
          </p:nvPr>
        </p:nvGraphicFramePr>
        <p:xfrm>
          <a:off x="2151047" y="4170160"/>
          <a:ext cx="251667" cy="391474"/>
        </p:xfrm>
        <a:graphic>
          <a:graphicData uri="http://schemas.openxmlformats.org/presentationml/2006/ole">
            <mc:AlternateContent xmlns:mc="http://schemas.openxmlformats.org/markup-compatibility/2006">
              <mc:Choice xmlns:v="urn:schemas-microsoft-com:vml" Requires="v">
                <p:oleObj spid="_x0000_s80131" name="公式" r:id="rId10" imgW="66723" imgH="95310" progId="Equation.3">
                  <p:embed/>
                </p:oleObj>
              </mc:Choice>
              <mc:Fallback>
                <p:oleObj name="公式" r:id="rId10" imgW="66723" imgH="9531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151047" y="4170160"/>
                        <a:ext cx="251667" cy="39147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9" name="Object 16"/>
          <p:cNvGraphicFramePr>
            <a:graphicFrameLocks noChangeAspect="1"/>
          </p:cNvGraphicFramePr>
          <p:nvPr>
            <p:extLst>
              <p:ext uri="{D42A27DB-BD31-4B8C-83A1-F6EECF244321}">
                <p14:modId xmlns:p14="http://schemas.microsoft.com/office/powerpoint/2010/main" val="3895008537"/>
              </p:ext>
            </p:extLst>
          </p:nvPr>
        </p:nvGraphicFramePr>
        <p:xfrm>
          <a:off x="1299611" y="4697896"/>
          <a:ext cx="391919" cy="458788"/>
        </p:xfrm>
        <a:graphic>
          <a:graphicData uri="http://schemas.openxmlformats.org/presentationml/2006/ole">
            <mc:AlternateContent xmlns:mc="http://schemas.openxmlformats.org/markup-compatibility/2006">
              <mc:Choice xmlns:v="urn:schemas-microsoft-com:vml" Requires="v">
                <p:oleObj spid="_x0000_s80132" name="公式" r:id="rId11" imgW="66723" imgH="95310" progId="Equation.3">
                  <p:embed/>
                </p:oleObj>
              </mc:Choice>
              <mc:Fallback>
                <p:oleObj name="公式" r:id="rId11" imgW="66723" imgH="95310" progId="Equation.3">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299611" y="4697896"/>
                        <a:ext cx="391919" cy="4587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0" name="Object 16"/>
          <p:cNvGraphicFramePr>
            <a:graphicFrameLocks noChangeAspect="1"/>
          </p:cNvGraphicFramePr>
          <p:nvPr>
            <p:extLst>
              <p:ext uri="{D42A27DB-BD31-4B8C-83A1-F6EECF244321}">
                <p14:modId xmlns:p14="http://schemas.microsoft.com/office/powerpoint/2010/main" val="1087243489"/>
              </p:ext>
            </p:extLst>
          </p:nvPr>
        </p:nvGraphicFramePr>
        <p:xfrm>
          <a:off x="1978102" y="5396932"/>
          <a:ext cx="391919" cy="458788"/>
        </p:xfrm>
        <a:graphic>
          <a:graphicData uri="http://schemas.openxmlformats.org/presentationml/2006/ole">
            <mc:AlternateContent xmlns:mc="http://schemas.openxmlformats.org/markup-compatibility/2006">
              <mc:Choice xmlns:v="urn:schemas-microsoft-com:vml" Requires="v">
                <p:oleObj spid="_x0000_s80133" name="公式" r:id="rId13" imgW="66723" imgH="95310" progId="Equation.3">
                  <p:embed/>
                </p:oleObj>
              </mc:Choice>
              <mc:Fallback>
                <p:oleObj name="公式" r:id="rId13" imgW="66723" imgH="95310" progId="Equation.3">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978102" y="5396932"/>
                        <a:ext cx="391919" cy="4587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1" name="Object 2"/>
          <p:cNvGraphicFramePr>
            <a:graphicFrameLocks noChangeAspect="1"/>
          </p:cNvGraphicFramePr>
          <p:nvPr>
            <p:extLst>
              <p:ext uri="{D42A27DB-BD31-4B8C-83A1-F6EECF244321}">
                <p14:modId xmlns:p14="http://schemas.microsoft.com/office/powerpoint/2010/main" val="1283318692"/>
              </p:ext>
            </p:extLst>
          </p:nvPr>
        </p:nvGraphicFramePr>
        <p:xfrm>
          <a:off x="7333190" y="2890735"/>
          <a:ext cx="1707825" cy="827092"/>
        </p:xfrm>
        <a:graphic>
          <a:graphicData uri="http://schemas.openxmlformats.org/presentationml/2006/ole">
            <mc:AlternateContent xmlns:mc="http://schemas.openxmlformats.org/markup-compatibility/2006">
              <mc:Choice xmlns:v="urn:schemas-microsoft-com:vml" Requires="v">
                <p:oleObj spid="_x0000_s80134" name="公式" r:id="rId14" imgW="809588" imgH="362070" progId="Equation.3">
                  <p:embed/>
                </p:oleObj>
              </mc:Choice>
              <mc:Fallback>
                <p:oleObj name="公式" r:id="rId14" imgW="809588" imgH="362070" progId="Equation.3">
                  <p:embed/>
                  <p:pic>
                    <p:nvPicPr>
                      <p:cNvPr id="0" nam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7333190" y="2890735"/>
                        <a:ext cx="1707825" cy="827092"/>
                      </a:xfrm>
                      <a:prstGeom prst="rect">
                        <a:avLst/>
                      </a:prstGeom>
                      <a:noFill/>
                      <a:ln>
                        <a:noFill/>
                      </a:ln>
                      <a:effectLst/>
                      <a:extLst/>
                    </p:spPr>
                  </p:pic>
                </p:oleObj>
              </mc:Fallback>
            </mc:AlternateContent>
          </a:graphicData>
        </a:graphic>
      </p:graphicFrame>
      <p:sp>
        <p:nvSpPr>
          <p:cNvPr id="32" name="Rectangle 3"/>
          <p:cNvSpPr>
            <a:spLocks noChangeArrowheads="1"/>
          </p:cNvSpPr>
          <p:nvPr/>
        </p:nvSpPr>
        <p:spPr bwMode="auto">
          <a:xfrm>
            <a:off x="4501882" y="1964906"/>
            <a:ext cx="265970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rgbClr val="996633"/>
              </a:buClr>
              <a:buFont typeface="Wingdings" panose="05000000000000000000" pitchFamily="2" charset="2"/>
              <a:buBlip>
                <a:blip r:embed="rId3"/>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3"/>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3"/>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9pPr>
          </a:lstStyle>
          <a:p>
            <a:pPr algn="ctr">
              <a:spcBef>
                <a:spcPct val="0"/>
              </a:spcBef>
              <a:buClrTx/>
              <a:buFontTx/>
              <a:buNone/>
            </a:pPr>
            <a:r>
              <a:rPr lang="zh-CN" altLang="en-US" sz="2400" b="1" dirty="0">
                <a:solidFill>
                  <a:schemeClr val="accent2"/>
                </a:solidFill>
              </a:rPr>
              <a:t>由切比雪夫不等式</a:t>
            </a:r>
          </a:p>
        </p:txBody>
      </p:sp>
      <p:sp>
        <p:nvSpPr>
          <p:cNvPr id="34" name="Rectangle 5"/>
          <p:cNvSpPr>
            <a:spLocks noChangeArrowheads="1"/>
          </p:cNvSpPr>
          <p:nvPr/>
        </p:nvSpPr>
        <p:spPr bwMode="auto">
          <a:xfrm>
            <a:off x="4175970" y="3033153"/>
            <a:ext cx="62484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rgbClr val="996633"/>
              </a:buClr>
              <a:buFont typeface="Wingdings" panose="05000000000000000000" pitchFamily="2" charset="2"/>
              <a:buBlip>
                <a:blip r:embed="rId3"/>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3"/>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3"/>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r>
              <a:rPr lang="en-US" altLang="zh-CN" sz="2400" b="1" dirty="0">
                <a:solidFill>
                  <a:schemeClr val="accent2"/>
                </a:solidFill>
              </a:rPr>
              <a:t>       </a:t>
            </a:r>
            <a:r>
              <a:rPr lang="en-US" altLang="zh-CN" sz="2400" b="1" i="1" dirty="0">
                <a:solidFill>
                  <a:schemeClr val="accent2"/>
                </a:solidFill>
              </a:rPr>
              <a:t>P</a:t>
            </a:r>
            <a:r>
              <a:rPr lang="en-US" altLang="zh-CN" sz="2400" b="1" dirty="0">
                <a:solidFill>
                  <a:schemeClr val="accent2"/>
                </a:solidFill>
              </a:rPr>
              <a:t>{ |</a:t>
            </a:r>
            <a:r>
              <a:rPr lang="en-US" altLang="zh-CN" sz="2400" b="1" i="1" dirty="0">
                <a:solidFill>
                  <a:schemeClr val="accent2"/>
                </a:solidFill>
              </a:rPr>
              <a:t>X</a:t>
            </a:r>
            <a:r>
              <a:rPr lang="en-US" altLang="zh-CN" sz="2400" b="1" dirty="0">
                <a:solidFill>
                  <a:schemeClr val="accent2"/>
                </a:solidFill>
              </a:rPr>
              <a:t>-</a:t>
            </a:r>
            <a:r>
              <a:rPr lang="en-US" altLang="zh-CN" sz="2400" b="1" i="1" dirty="0">
                <a:solidFill>
                  <a:schemeClr val="accent2"/>
                </a:solidFill>
              </a:rPr>
              <a:t>E</a:t>
            </a:r>
            <a:r>
              <a:rPr lang="en-US" altLang="zh-CN" sz="2400" b="1" dirty="0">
                <a:solidFill>
                  <a:schemeClr val="accent2"/>
                </a:solidFill>
              </a:rPr>
              <a:t>(</a:t>
            </a:r>
            <a:r>
              <a:rPr lang="en-US" altLang="zh-CN" sz="2400" b="1" i="1" dirty="0">
                <a:solidFill>
                  <a:schemeClr val="accent2"/>
                </a:solidFill>
              </a:rPr>
              <a:t>X</a:t>
            </a:r>
            <a:r>
              <a:rPr lang="en-US" altLang="zh-CN" sz="2400" b="1" dirty="0">
                <a:solidFill>
                  <a:schemeClr val="accent2"/>
                </a:solidFill>
              </a:rPr>
              <a:t>)|     2100}</a:t>
            </a:r>
            <a:endParaRPr lang="en-US" altLang="zh-CN" sz="2400" b="1" dirty="0">
              <a:solidFill>
                <a:schemeClr val="tx2"/>
              </a:solidFill>
            </a:endParaRPr>
          </a:p>
        </p:txBody>
      </p:sp>
      <p:graphicFrame>
        <p:nvGraphicFramePr>
          <p:cNvPr id="36" name="Object 7"/>
          <p:cNvGraphicFramePr>
            <a:graphicFrameLocks noChangeAspect="1"/>
          </p:cNvGraphicFramePr>
          <p:nvPr>
            <p:extLst>
              <p:ext uri="{D42A27DB-BD31-4B8C-83A1-F6EECF244321}">
                <p14:modId xmlns:p14="http://schemas.microsoft.com/office/powerpoint/2010/main" val="1523863345"/>
              </p:ext>
            </p:extLst>
          </p:nvPr>
        </p:nvGraphicFramePr>
        <p:xfrm>
          <a:off x="4767635" y="3812276"/>
          <a:ext cx="1906547" cy="875182"/>
        </p:xfrm>
        <a:graphic>
          <a:graphicData uri="http://schemas.openxmlformats.org/presentationml/2006/ole">
            <mc:AlternateContent xmlns:mc="http://schemas.openxmlformats.org/markup-compatibility/2006">
              <mc:Choice xmlns:v="urn:schemas-microsoft-com:vml" Requires="v">
                <p:oleObj spid="_x0000_s80135" name="公式" r:id="rId16" imgW="790679" imgH="333450" progId="Equation.3">
                  <p:embed/>
                </p:oleObj>
              </mc:Choice>
              <mc:Fallback>
                <p:oleObj name="公式" r:id="rId16" imgW="790679" imgH="333450" progId="Equation.3">
                  <p:embed/>
                  <p:pic>
                    <p:nvPicPr>
                      <p:cNvPr id="0" name=""/>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767635" y="3812276"/>
                        <a:ext cx="1906547" cy="875182"/>
                      </a:xfrm>
                      <a:prstGeom prst="rect">
                        <a:avLst/>
                      </a:prstGeom>
                      <a:noFill/>
                      <a:ln>
                        <a:noFill/>
                      </a:ln>
                      <a:effectLst/>
                      <a:extLst/>
                    </p:spPr>
                  </p:pic>
                </p:oleObj>
              </mc:Fallback>
            </mc:AlternateContent>
          </a:graphicData>
        </a:graphic>
      </p:graphicFrame>
      <p:graphicFrame>
        <p:nvGraphicFramePr>
          <p:cNvPr id="37" name="Object 8"/>
          <p:cNvGraphicFramePr>
            <a:graphicFrameLocks noChangeAspect="1"/>
          </p:cNvGraphicFramePr>
          <p:nvPr>
            <p:extLst>
              <p:ext uri="{D42A27DB-BD31-4B8C-83A1-F6EECF244321}">
                <p14:modId xmlns:p14="http://schemas.microsoft.com/office/powerpoint/2010/main" val="1106471841"/>
              </p:ext>
            </p:extLst>
          </p:nvPr>
        </p:nvGraphicFramePr>
        <p:xfrm>
          <a:off x="6673402" y="3762387"/>
          <a:ext cx="1682996" cy="925071"/>
        </p:xfrm>
        <a:graphic>
          <a:graphicData uri="http://schemas.openxmlformats.org/presentationml/2006/ole">
            <mc:AlternateContent xmlns:mc="http://schemas.openxmlformats.org/markup-compatibility/2006">
              <mc:Choice xmlns:v="urn:schemas-microsoft-com:vml" Requires="v">
                <p:oleObj spid="_x0000_s80136" name="公式" r:id="rId18" imgW="657233" imgH="333450" progId="Equation.3">
                  <p:embed/>
                </p:oleObj>
              </mc:Choice>
              <mc:Fallback>
                <p:oleObj name="公式" r:id="rId18" imgW="657233" imgH="333450" progId="Equation.3">
                  <p:embed/>
                  <p:pic>
                    <p:nvPicPr>
                      <p:cNvPr id="0" name=""/>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6673402" y="3762387"/>
                        <a:ext cx="1682996" cy="925071"/>
                      </a:xfrm>
                      <a:prstGeom prst="rect">
                        <a:avLst/>
                      </a:prstGeom>
                      <a:noFill/>
                      <a:ln>
                        <a:noFill/>
                      </a:ln>
                      <a:effectLst/>
                      <a:extLst/>
                    </p:spPr>
                  </p:pic>
                </p:oleObj>
              </mc:Fallback>
            </mc:AlternateContent>
          </a:graphicData>
        </a:graphic>
      </p:graphicFrame>
      <p:sp>
        <p:nvSpPr>
          <p:cNvPr id="38" name="Rectangle 9"/>
          <p:cNvSpPr>
            <a:spLocks noChangeArrowheads="1"/>
          </p:cNvSpPr>
          <p:nvPr/>
        </p:nvSpPr>
        <p:spPr bwMode="auto">
          <a:xfrm>
            <a:off x="4533900" y="4892967"/>
            <a:ext cx="4507115"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spcBef>
                <a:spcPct val="20000"/>
              </a:spcBef>
              <a:buClr>
                <a:srgbClr val="996633"/>
              </a:buClr>
              <a:buFont typeface="Wingdings" panose="05000000000000000000" pitchFamily="2" charset="2"/>
              <a:buBlip>
                <a:blip r:embed="rId3"/>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3"/>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3"/>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9pPr>
          </a:lstStyle>
          <a:p>
            <a:pPr>
              <a:spcBef>
                <a:spcPct val="50000"/>
              </a:spcBef>
              <a:buClrTx/>
              <a:buFontTx/>
              <a:buNone/>
            </a:pPr>
            <a:r>
              <a:rPr lang="zh-CN" altLang="en-US" sz="2400" b="1" dirty="0">
                <a:solidFill>
                  <a:schemeClr val="accent2"/>
                </a:solidFill>
              </a:rPr>
              <a:t>即估计每毫升白细胞数</a:t>
            </a:r>
            <a:r>
              <a:rPr lang="zh-CN" altLang="en-US" sz="2400" b="1" dirty="0" smtClean="0">
                <a:solidFill>
                  <a:schemeClr val="accent2"/>
                </a:solidFill>
              </a:rPr>
              <a:t>在</a:t>
            </a:r>
            <a:endParaRPr lang="en-US" altLang="zh-CN" sz="2400" b="1" dirty="0" smtClean="0">
              <a:solidFill>
                <a:schemeClr val="accent2"/>
              </a:solidFill>
            </a:endParaRPr>
          </a:p>
          <a:p>
            <a:pPr>
              <a:spcBef>
                <a:spcPct val="50000"/>
              </a:spcBef>
              <a:buClrTx/>
              <a:buFontTx/>
              <a:buNone/>
            </a:pPr>
            <a:r>
              <a:rPr lang="en-US" altLang="zh-CN" sz="2400" b="1" dirty="0" smtClean="0">
                <a:solidFill>
                  <a:schemeClr val="accent2"/>
                </a:solidFill>
              </a:rPr>
              <a:t>5200~9400</a:t>
            </a:r>
            <a:r>
              <a:rPr lang="zh-CN" altLang="en-US" sz="2400" b="1" dirty="0">
                <a:solidFill>
                  <a:schemeClr val="accent2"/>
                </a:solidFill>
              </a:rPr>
              <a:t>之间的概率不小于</a:t>
            </a:r>
            <a:r>
              <a:rPr lang="en-US" altLang="zh-CN" sz="2400" b="1" dirty="0">
                <a:solidFill>
                  <a:schemeClr val="accent2"/>
                </a:solidFill>
              </a:rPr>
              <a:t>8/9 </a:t>
            </a:r>
          </a:p>
        </p:txBody>
      </p:sp>
      <p:graphicFrame>
        <p:nvGraphicFramePr>
          <p:cNvPr id="39" name="Object 6"/>
          <p:cNvGraphicFramePr>
            <a:graphicFrameLocks noChangeAspect="1"/>
          </p:cNvGraphicFramePr>
          <p:nvPr>
            <p:extLst>
              <p:ext uri="{D42A27DB-BD31-4B8C-83A1-F6EECF244321}">
                <p14:modId xmlns:p14="http://schemas.microsoft.com/office/powerpoint/2010/main" val="4189076982"/>
              </p:ext>
            </p:extLst>
          </p:nvPr>
        </p:nvGraphicFramePr>
        <p:xfrm>
          <a:off x="6228184" y="3050612"/>
          <a:ext cx="382588" cy="458788"/>
        </p:xfrm>
        <a:graphic>
          <a:graphicData uri="http://schemas.openxmlformats.org/presentationml/2006/ole">
            <mc:AlternateContent xmlns:mc="http://schemas.openxmlformats.org/markup-compatibility/2006">
              <mc:Choice xmlns:v="urn:schemas-microsoft-com:vml" Requires="v">
                <p:oleObj spid="_x0000_s80137" name="公式" r:id="rId20" imgW="66723" imgH="95310" progId="Equation.3">
                  <p:embed/>
                </p:oleObj>
              </mc:Choice>
              <mc:Fallback>
                <p:oleObj name="公式" r:id="rId20" imgW="66723" imgH="95310" progId="Equation.3">
                  <p:embed/>
                  <p:pic>
                    <p:nvPicPr>
                      <p:cNvPr id="0" name=""/>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6228184" y="3050612"/>
                        <a:ext cx="382588" cy="4587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564838816"/>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12323"/>
                                        </p:tgtEl>
                                        <p:attrNameLst>
                                          <p:attrName>style.visibility</p:attrName>
                                        </p:attrNameLst>
                                      </p:cBhvr>
                                      <p:to>
                                        <p:strVal val="visible"/>
                                      </p:to>
                                    </p:set>
                                    <p:animEffect transition="in" filter="wipe(left)">
                                      <p:cBhvr>
                                        <p:cTn id="7" dur="500"/>
                                        <p:tgtEl>
                                          <p:spTgt spid="31232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12324"/>
                                        </p:tgtEl>
                                        <p:attrNameLst>
                                          <p:attrName>style.visibility</p:attrName>
                                        </p:attrNameLst>
                                      </p:cBhvr>
                                      <p:to>
                                        <p:strVal val="visible"/>
                                      </p:to>
                                    </p:set>
                                    <p:animEffect transition="in" filter="wipe(left)">
                                      <p:cBhvr>
                                        <p:cTn id="12" dur="500"/>
                                        <p:tgtEl>
                                          <p:spTgt spid="312324"/>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2" fill="hold" nodeType="clickEffect">
                                  <p:stCondLst>
                                    <p:cond delay="0"/>
                                  </p:stCondLst>
                                  <p:childTnLst>
                                    <p:set>
                                      <p:cBhvr>
                                        <p:cTn id="16" dur="1" fill="hold">
                                          <p:stCondLst>
                                            <p:cond delay="0"/>
                                          </p:stCondLst>
                                        </p:cTn>
                                        <p:tgtEl>
                                          <p:spTgt spid="31"/>
                                        </p:tgtEl>
                                        <p:attrNameLst>
                                          <p:attrName>style.visibility</p:attrName>
                                        </p:attrNameLst>
                                      </p:cBhvr>
                                      <p:to>
                                        <p:strVal val="visible"/>
                                      </p:to>
                                    </p:set>
                                    <p:anim calcmode="lin" valueType="num">
                                      <p:cBhvr additive="base">
                                        <p:cTn id="17" dur="500" fill="hold"/>
                                        <p:tgtEl>
                                          <p:spTgt spid="31"/>
                                        </p:tgtEl>
                                        <p:attrNameLst>
                                          <p:attrName>ppt_x</p:attrName>
                                        </p:attrNameLst>
                                      </p:cBhvr>
                                      <p:tavLst>
                                        <p:tav tm="0">
                                          <p:val>
                                            <p:strVal val="1+#ppt_w/2"/>
                                          </p:val>
                                        </p:tav>
                                        <p:tav tm="100000">
                                          <p:val>
                                            <p:strVal val="#ppt_x"/>
                                          </p:val>
                                        </p:tav>
                                      </p:tavLst>
                                    </p:anim>
                                    <p:anim calcmode="lin" valueType="num">
                                      <p:cBhvr additive="base">
                                        <p:cTn id="18" dur="500" fill="hold"/>
                                        <p:tgtEl>
                                          <p:spTgt spid="31"/>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36"/>
                                        </p:tgtEl>
                                        <p:attrNameLst>
                                          <p:attrName>style.visibility</p:attrName>
                                        </p:attrNameLst>
                                      </p:cBhvr>
                                      <p:to>
                                        <p:strVal val="visible"/>
                                      </p:to>
                                    </p:set>
                                    <p:animEffect transition="in" filter="wipe(left)">
                                      <p:cBhvr>
                                        <p:cTn id="23" dur="500"/>
                                        <p:tgtEl>
                                          <p:spTgt spid="36"/>
                                        </p:tgtEl>
                                      </p:cBhvr>
                                    </p:animEffect>
                                  </p:childTnLst>
                                </p:cTn>
                              </p:par>
                            </p:childTnLst>
                          </p:cTn>
                        </p:par>
                      </p:childTnLst>
                    </p:cTn>
                  </p:par>
                  <p:par>
                    <p:cTn id="24" fill="hold">
                      <p:stCondLst>
                        <p:cond delay="indefinite"/>
                      </p:stCondLst>
                      <p:childTnLst>
                        <p:par>
                          <p:cTn id="25" fill="hold">
                            <p:stCondLst>
                              <p:cond delay="0"/>
                            </p:stCondLst>
                            <p:childTnLst>
                              <p:par>
                                <p:cTn id="26" presetID="2" presetClass="entr" presetSubtype="2" fill="hold" nodeType="clickEffect">
                                  <p:stCondLst>
                                    <p:cond delay="0"/>
                                  </p:stCondLst>
                                  <p:childTnLst>
                                    <p:set>
                                      <p:cBhvr>
                                        <p:cTn id="27" dur="1" fill="hold">
                                          <p:stCondLst>
                                            <p:cond delay="0"/>
                                          </p:stCondLst>
                                        </p:cTn>
                                        <p:tgtEl>
                                          <p:spTgt spid="37"/>
                                        </p:tgtEl>
                                        <p:attrNameLst>
                                          <p:attrName>style.visibility</p:attrName>
                                        </p:attrNameLst>
                                      </p:cBhvr>
                                      <p:to>
                                        <p:strVal val="visible"/>
                                      </p:to>
                                    </p:set>
                                    <p:anim calcmode="lin" valueType="num">
                                      <p:cBhvr additive="base">
                                        <p:cTn id="28" dur="500" fill="hold"/>
                                        <p:tgtEl>
                                          <p:spTgt spid="37"/>
                                        </p:tgtEl>
                                        <p:attrNameLst>
                                          <p:attrName>ppt_x</p:attrName>
                                        </p:attrNameLst>
                                      </p:cBhvr>
                                      <p:tavLst>
                                        <p:tav tm="0">
                                          <p:val>
                                            <p:strVal val="1+#ppt_w/2"/>
                                          </p:val>
                                        </p:tav>
                                        <p:tav tm="100000">
                                          <p:val>
                                            <p:strVal val="#ppt_x"/>
                                          </p:val>
                                        </p:tav>
                                      </p:tavLst>
                                    </p:anim>
                                    <p:anim calcmode="lin" valueType="num">
                                      <p:cBhvr additive="base">
                                        <p:cTn id="29" dur="500" fill="hold"/>
                                        <p:tgtEl>
                                          <p:spTgt spid="37"/>
                                        </p:tgtEl>
                                        <p:attrNameLst>
                                          <p:attrName>ppt_y</p:attrName>
                                        </p:attrNameLst>
                                      </p:cBhvr>
                                      <p:tavLst>
                                        <p:tav tm="0">
                                          <p:val>
                                            <p:strVal val="#ppt_y"/>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 presetClass="entr" presetSubtype="4" fill="hold" grpId="0" nodeType="clickEffect">
                                  <p:stCondLst>
                                    <p:cond delay="0"/>
                                  </p:stCondLst>
                                  <p:childTnLst>
                                    <p:set>
                                      <p:cBhvr>
                                        <p:cTn id="33" dur="1" fill="hold">
                                          <p:stCondLst>
                                            <p:cond delay="0"/>
                                          </p:stCondLst>
                                        </p:cTn>
                                        <p:tgtEl>
                                          <p:spTgt spid="38"/>
                                        </p:tgtEl>
                                        <p:attrNameLst>
                                          <p:attrName>style.visibility</p:attrName>
                                        </p:attrNameLst>
                                      </p:cBhvr>
                                      <p:to>
                                        <p:strVal val="visible"/>
                                      </p:to>
                                    </p:set>
                                    <p:anim calcmode="lin" valueType="num">
                                      <p:cBhvr additive="base">
                                        <p:cTn id="34" dur="500" fill="hold"/>
                                        <p:tgtEl>
                                          <p:spTgt spid="38"/>
                                        </p:tgtEl>
                                        <p:attrNameLst>
                                          <p:attrName>ppt_x</p:attrName>
                                        </p:attrNameLst>
                                      </p:cBhvr>
                                      <p:tavLst>
                                        <p:tav tm="0">
                                          <p:val>
                                            <p:strVal val="#ppt_x"/>
                                          </p:val>
                                        </p:tav>
                                        <p:tav tm="100000">
                                          <p:val>
                                            <p:strVal val="#ppt_x"/>
                                          </p:val>
                                        </p:tav>
                                      </p:tavLst>
                                    </p:anim>
                                    <p:anim calcmode="lin" valueType="num">
                                      <p:cBhvr additive="base">
                                        <p:cTn id="35" dur="500" fill="hold"/>
                                        <p:tgtEl>
                                          <p:spTgt spid="3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2323" grpId="0" autoUpdateAnimBg="0"/>
      <p:bldP spid="312324" grpId="0" autoUpdateAnimBg="0"/>
      <p:bldP spid="38" grpId="0" autoUpdateAnimBg="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ChangeArrowheads="1"/>
          </p:cNvSpPr>
          <p:nvPr/>
        </p:nvSpPr>
        <p:spPr bwMode="auto">
          <a:xfrm>
            <a:off x="808038" y="1052736"/>
            <a:ext cx="51816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rgbClr val="996633"/>
              </a:buClr>
              <a:buFont typeface="Wingdings" panose="05000000000000000000" pitchFamily="2" charset="2"/>
              <a:buBlip>
                <a:blip r:embed="rId4"/>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4"/>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4"/>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9pPr>
          </a:lstStyle>
          <a:p>
            <a:pPr algn="just">
              <a:spcBef>
                <a:spcPct val="0"/>
              </a:spcBef>
              <a:buClrTx/>
              <a:buFontTx/>
              <a:buNone/>
            </a:pPr>
            <a:r>
              <a:rPr lang="en-US" altLang="zh-CN" sz="2800" b="1">
                <a:solidFill>
                  <a:srgbClr val="0000FF"/>
                </a:solidFill>
                <a:latin typeface="楷体_GB2312" pitchFamily="49" charset="-122"/>
              </a:rPr>
              <a:t>1</a:t>
            </a:r>
            <a:r>
              <a:rPr lang="zh-CN" altLang="en-US" sz="2800" b="1">
                <a:solidFill>
                  <a:srgbClr val="0000FF"/>
                </a:solidFill>
                <a:latin typeface="楷体_GB2312" pitchFamily="49" charset="-122"/>
              </a:rPr>
              <a:t>．（</a:t>
            </a:r>
            <a:r>
              <a:rPr lang="en-US" altLang="zh-CN" sz="2800" b="1">
                <a:solidFill>
                  <a:srgbClr val="0000FF"/>
                </a:solidFill>
                <a:latin typeface="楷体_GB2312" pitchFamily="49" charset="-122"/>
              </a:rPr>
              <a:t>0-1</a:t>
            </a:r>
            <a:r>
              <a:rPr lang="zh-CN" altLang="en-US" sz="2800" b="1">
                <a:solidFill>
                  <a:srgbClr val="0000FF"/>
                </a:solidFill>
                <a:latin typeface="楷体_GB2312" pitchFamily="49" charset="-122"/>
              </a:rPr>
              <a:t>）分布</a:t>
            </a:r>
            <a:r>
              <a:rPr lang="zh-CN" altLang="en-US" sz="2800">
                <a:solidFill>
                  <a:srgbClr val="0000FF"/>
                </a:solidFill>
                <a:latin typeface="楷体_GB2312" pitchFamily="49" charset="-122"/>
              </a:rPr>
              <a:t>    参数为</a:t>
            </a:r>
            <a:r>
              <a:rPr lang="en-US" altLang="zh-CN" sz="2800" i="1">
                <a:solidFill>
                  <a:srgbClr val="0000FF"/>
                </a:solidFill>
              </a:rPr>
              <a:t>p</a:t>
            </a:r>
          </a:p>
        </p:txBody>
      </p:sp>
      <p:grpSp>
        <p:nvGrpSpPr>
          <p:cNvPr id="2" name="Group 3"/>
          <p:cNvGrpSpPr>
            <a:grpSpLocks/>
          </p:cNvGrpSpPr>
          <p:nvPr/>
        </p:nvGrpSpPr>
        <p:grpSpPr bwMode="auto">
          <a:xfrm>
            <a:off x="1128713" y="1978248"/>
            <a:ext cx="2879725" cy="1400175"/>
            <a:chOff x="1056" y="1558"/>
            <a:chExt cx="1728" cy="746"/>
          </a:xfrm>
        </p:grpSpPr>
        <p:graphicFrame>
          <p:nvGraphicFramePr>
            <p:cNvPr id="43018" name="Object 4"/>
            <p:cNvGraphicFramePr>
              <a:graphicFrameLocks noChangeAspect="1"/>
            </p:cNvGraphicFramePr>
            <p:nvPr/>
          </p:nvGraphicFramePr>
          <p:xfrm>
            <a:off x="1152" y="1632"/>
            <a:ext cx="229" cy="205"/>
          </p:xfrm>
          <a:graphic>
            <a:graphicData uri="http://schemas.openxmlformats.org/presentationml/2006/ole">
              <mc:AlternateContent xmlns:mc="http://schemas.openxmlformats.org/markup-compatibility/2006">
                <mc:Choice xmlns:v="urn:schemas-microsoft-com:vml" Requires="v">
                  <p:oleObj spid="_x0000_s43660" r:id="rId5" imgW="4257565" imgH="3952800" progId="Equation.3">
                    <p:embed/>
                  </p:oleObj>
                </mc:Choice>
                <mc:Fallback>
                  <p:oleObj r:id="rId5" imgW="4257565" imgH="3952800" progId="Equation.3">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52" y="1632"/>
                          <a:ext cx="229" cy="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graphicFrame>
          <p:nvGraphicFramePr>
            <p:cNvPr id="43019" name="Object 5"/>
            <p:cNvGraphicFramePr>
              <a:graphicFrameLocks noChangeAspect="1"/>
            </p:cNvGraphicFramePr>
            <p:nvPr/>
          </p:nvGraphicFramePr>
          <p:xfrm>
            <a:off x="1152" y="1968"/>
            <a:ext cx="193" cy="205"/>
          </p:xfrm>
          <a:graphic>
            <a:graphicData uri="http://schemas.openxmlformats.org/presentationml/2006/ole">
              <mc:AlternateContent xmlns:mc="http://schemas.openxmlformats.org/markup-compatibility/2006">
                <mc:Choice xmlns:v="urn:schemas-microsoft-com:vml" Requires="v">
                  <p:oleObj spid="_x0000_s43661" r:id="rId7" imgW="3648145" imgH="3952800" progId="Equation.3">
                    <p:embed/>
                  </p:oleObj>
                </mc:Choice>
                <mc:Fallback>
                  <p:oleObj r:id="rId7" imgW="3648145" imgH="3952800" progId="Equation.3">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152" y="1968"/>
                          <a:ext cx="193" cy="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graphicFrame>
          <p:nvGraphicFramePr>
            <p:cNvPr id="43020" name="Object 6"/>
            <p:cNvGraphicFramePr>
              <a:graphicFrameLocks noChangeAspect="1"/>
            </p:cNvGraphicFramePr>
            <p:nvPr/>
          </p:nvGraphicFramePr>
          <p:xfrm>
            <a:off x="1648" y="1968"/>
            <a:ext cx="416" cy="256"/>
          </p:xfrm>
          <a:graphic>
            <a:graphicData uri="http://schemas.openxmlformats.org/presentationml/2006/ole">
              <mc:AlternateContent xmlns:mc="http://schemas.openxmlformats.org/markup-compatibility/2006">
                <mc:Choice xmlns:v="urn:schemas-microsoft-com:vml" Requires="v">
                  <p:oleObj spid="_x0000_s43662" name="Equation" r:id="rId9" imgW="7915165" imgH="4867290" progId="Equation.3">
                    <p:embed/>
                  </p:oleObj>
                </mc:Choice>
                <mc:Fallback>
                  <p:oleObj name="Equation" r:id="rId9" imgW="7915165" imgH="4867290" progId="Equation.3">
                    <p:embed/>
                    <p:pic>
                      <p:nvPicPr>
                        <p:cNvPr id="0" name="Object 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648" y="1968"/>
                          <a:ext cx="416" cy="2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graphicFrame>
          <p:nvGraphicFramePr>
            <p:cNvPr id="43021" name="Object 7"/>
            <p:cNvGraphicFramePr>
              <a:graphicFrameLocks noChangeAspect="1"/>
            </p:cNvGraphicFramePr>
            <p:nvPr/>
          </p:nvGraphicFramePr>
          <p:xfrm>
            <a:off x="2304" y="2016"/>
            <a:ext cx="192" cy="208"/>
          </p:xfrm>
          <a:graphic>
            <a:graphicData uri="http://schemas.openxmlformats.org/presentationml/2006/ole">
              <mc:AlternateContent xmlns:mc="http://schemas.openxmlformats.org/markup-compatibility/2006">
                <mc:Choice xmlns:v="urn:schemas-microsoft-com:vml" Requires="v">
                  <p:oleObj spid="_x0000_s43663" r:id="rId11" imgW="3648145" imgH="3952800" progId="Equation.3">
                    <p:embed/>
                  </p:oleObj>
                </mc:Choice>
                <mc:Fallback>
                  <p:oleObj r:id="rId11" imgW="3648145" imgH="3952800" progId="Equation.3">
                    <p:embed/>
                    <p:pic>
                      <p:nvPicPr>
                        <p:cNvPr id="0" name="Object 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304" y="2016"/>
                          <a:ext cx="192" cy="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43022" name="Rectangle 8"/>
            <p:cNvSpPr>
              <a:spLocks noChangeArrowheads="1"/>
            </p:cNvSpPr>
            <p:nvPr/>
          </p:nvSpPr>
          <p:spPr bwMode="auto">
            <a:xfrm>
              <a:off x="1543" y="1926"/>
              <a:ext cx="1241" cy="3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6633"/>
                </a:buClr>
                <a:buFont typeface="Wingdings" panose="05000000000000000000" pitchFamily="2" charset="2"/>
                <a:buBlip>
                  <a:blip r:embed="rId4"/>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4"/>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4"/>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9pPr>
            </a:lstStyle>
            <a:p>
              <a:pPr>
                <a:buClrTx/>
                <a:buFontTx/>
                <a:buNone/>
              </a:pPr>
              <a:endParaRPr lang="zh-CN" altLang="zh-CN" sz="2800">
                <a:solidFill>
                  <a:schemeClr val="accent2"/>
                </a:solidFill>
              </a:endParaRPr>
            </a:p>
          </p:txBody>
        </p:sp>
        <p:sp>
          <p:nvSpPr>
            <p:cNvPr id="43023" name="Rectangle 9"/>
            <p:cNvSpPr>
              <a:spLocks noChangeArrowheads="1"/>
            </p:cNvSpPr>
            <p:nvPr/>
          </p:nvSpPr>
          <p:spPr bwMode="auto">
            <a:xfrm>
              <a:off x="1056" y="1926"/>
              <a:ext cx="487" cy="3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6633"/>
                </a:buClr>
                <a:buFont typeface="Wingdings" panose="05000000000000000000" pitchFamily="2" charset="2"/>
                <a:buBlip>
                  <a:blip r:embed="rId4"/>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4"/>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4"/>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9pPr>
            </a:lstStyle>
            <a:p>
              <a:pPr>
                <a:buClrTx/>
                <a:buFontTx/>
                <a:buNone/>
              </a:pPr>
              <a:endParaRPr lang="zh-CN" altLang="zh-CN" sz="2800">
                <a:solidFill>
                  <a:schemeClr val="accent2"/>
                </a:solidFill>
              </a:endParaRPr>
            </a:p>
          </p:txBody>
        </p:sp>
        <p:sp>
          <p:nvSpPr>
            <p:cNvPr id="43024" name="Rectangle 10"/>
            <p:cNvSpPr>
              <a:spLocks noChangeArrowheads="1"/>
            </p:cNvSpPr>
            <p:nvPr/>
          </p:nvSpPr>
          <p:spPr bwMode="auto">
            <a:xfrm>
              <a:off x="1543" y="1558"/>
              <a:ext cx="1241"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6633"/>
                </a:buClr>
                <a:buFont typeface="Wingdings" panose="05000000000000000000" pitchFamily="2" charset="2"/>
                <a:buBlip>
                  <a:blip r:embed="rId4"/>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4"/>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4"/>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9pPr>
            </a:lstStyle>
            <a:p>
              <a:pPr>
                <a:buClrTx/>
                <a:buFontTx/>
                <a:buNone/>
              </a:pPr>
              <a:r>
                <a:rPr lang="en-US" altLang="zh-CN" sz="2800">
                  <a:solidFill>
                    <a:schemeClr val="accent2"/>
                  </a:solidFill>
                </a:rPr>
                <a:t>   0        1</a:t>
              </a:r>
            </a:p>
          </p:txBody>
        </p:sp>
        <p:sp>
          <p:nvSpPr>
            <p:cNvPr id="43025" name="Rectangle 11"/>
            <p:cNvSpPr>
              <a:spLocks noChangeArrowheads="1"/>
            </p:cNvSpPr>
            <p:nvPr/>
          </p:nvSpPr>
          <p:spPr bwMode="auto">
            <a:xfrm>
              <a:off x="1056" y="1558"/>
              <a:ext cx="487"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6633"/>
                </a:buClr>
                <a:buFont typeface="Wingdings" panose="05000000000000000000" pitchFamily="2" charset="2"/>
                <a:buBlip>
                  <a:blip r:embed="rId4"/>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4"/>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4"/>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9pPr>
            </a:lstStyle>
            <a:p>
              <a:pPr>
                <a:buClrTx/>
                <a:buFontTx/>
                <a:buNone/>
              </a:pPr>
              <a:endParaRPr lang="zh-CN" altLang="zh-CN" sz="2800">
                <a:solidFill>
                  <a:schemeClr val="accent2"/>
                </a:solidFill>
              </a:endParaRPr>
            </a:p>
          </p:txBody>
        </p:sp>
        <p:sp>
          <p:nvSpPr>
            <p:cNvPr id="43026" name="Line 12"/>
            <p:cNvSpPr>
              <a:spLocks noChangeShapeType="1"/>
            </p:cNvSpPr>
            <p:nvPr/>
          </p:nvSpPr>
          <p:spPr bwMode="auto">
            <a:xfrm>
              <a:off x="1056" y="1558"/>
              <a:ext cx="487"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cap="sq">
                  <a:solidFill>
                    <a:srgbClr val="000000"/>
                  </a:solidFill>
                  <a:round/>
                  <a:headEnd/>
                  <a:tailEnd/>
                </a14:hiddenLine>
              </a:ext>
            </a:extLst>
          </p:spPr>
          <p:txBody>
            <a:bodyPr/>
            <a:lstStyle/>
            <a:p>
              <a:endParaRPr lang="zh-CN" altLang="en-US"/>
            </a:p>
          </p:txBody>
        </p:sp>
        <p:sp>
          <p:nvSpPr>
            <p:cNvPr id="43027" name="Line 13"/>
            <p:cNvSpPr>
              <a:spLocks noChangeShapeType="1"/>
            </p:cNvSpPr>
            <p:nvPr/>
          </p:nvSpPr>
          <p:spPr bwMode="auto">
            <a:xfrm>
              <a:off x="1056" y="1926"/>
              <a:ext cx="172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028" name="Line 14"/>
            <p:cNvSpPr>
              <a:spLocks noChangeShapeType="1"/>
            </p:cNvSpPr>
            <p:nvPr/>
          </p:nvSpPr>
          <p:spPr bwMode="auto">
            <a:xfrm>
              <a:off x="1056" y="2304"/>
              <a:ext cx="487"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cap="sq">
                  <a:solidFill>
                    <a:srgbClr val="000000"/>
                  </a:solidFill>
                  <a:round/>
                  <a:headEnd/>
                  <a:tailEnd/>
                </a14:hiddenLine>
              </a:ext>
            </a:extLst>
          </p:spPr>
          <p:txBody>
            <a:bodyPr/>
            <a:lstStyle/>
            <a:p>
              <a:endParaRPr lang="zh-CN" altLang="en-US"/>
            </a:p>
          </p:txBody>
        </p:sp>
        <p:sp>
          <p:nvSpPr>
            <p:cNvPr id="43029" name="Line 15"/>
            <p:cNvSpPr>
              <a:spLocks noChangeShapeType="1"/>
            </p:cNvSpPr>
            <p:nvPr/>
          </p:nvSpPr>
          <p:spPr bwMode="auto">
            <a:xfrm>
              <a:off x="1056" y="1558"/>
              <a:ext cx="0" cy="368"/>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cap="sq">
                  <a:solidFill>
                    <a:srgbClr val="000000"/>
                  </a:solidFill>
                  <a:round/>
                  <a:headEnd/>
                  <a:tailEnd/>
                </a14:hiddenLine>
              </a:ext>
            </a:extLst>
          </p:spPr>
          <p:txBody>
            <a:bodyPr/>
            <a:lstStyle/>
            <a:p>
              <a:endParaRPr lang="zh-CN" altLang="en-US"/>
            </a:p>
          </p:txBody>
        </p:sp>
        <p:sp>
          <p:nvSpPr>
            <p:cNvPr id="43030" name="Line 16"/>
            <p:cNvSpPr>
              <a:spLocks noChangeShapeType="1"/>
            </p:cNvSpPr>
            <p:nvPr/>
          </p:nvSpPr>
          <p:spPr bwMode="auto">
            <a:xfrm>
              <a:off x="1543" y="1558"/>
              <a:ext cx="0" cy="74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031" name="Line 17"/>
            <p:cNvSpPr>
              <a:spLocks noChangeShapeType="1"/>
            </p:cNvSpPr>
            <p:nvPr/>
          </p:nvSpPr>
          <p:spPr bwMode="auto">
            <a:xfrm>
              <a:off x="2784" y="1558"/>
              <a:ext cx="0" cy="368"/>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cap="sq">
                  <a:solidFill>
                    <a:srgbClr val="000000"/>
                  </a:solidFill>
                  <a:round/>
                  <a:headEnd/>
                  <a:tailEnd/>
                </a14:hiddenLine>
              </a:ext>
            </a:extLst>
          </p:spPr>
          <p:txBody>
            <a:bodyPr/>
            <a:lstStyle/>
            <a:p>
              <a:endParaRPr lang="zh-CN" altLang="en-US"/>
            </a:p>
          </p:txBody>
        </p:sp>
        <p:sp>
          <p:nvSpPr>
            <p:cNvPr id="43032" name="Line 18"/>
            <p:cNvSpPr>
              <a:spLocks noChangeShapeType="1"/>
            </p:cNvSpPr>
            <p:nvPr/>
          </p:nvSpPr>
          <p:spPr bwMode="auto">
            <a:xfrm>
              <a:off x="1543" y="1558"/>
              <a:ext cx="1241"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cap="sq">
                  <a:solidFill>
                    <a:srgbClr val="000000"/>
                  </a:solidFill>
                  <a:round/>
                  <a:headEnd/>
                  <a:tailEnd/>
                </a14:hiddenLine>
              </a:ext>
            </a:extLst>
          </p:spPr>
          <p:txBody>
            <a:bodyPr/>
            <a:lstStyle/>
            <a:p>
              <a:endParaRPr lang="zh-CN" altLang="en-US"/>
            </a:p>
          </p:txBody>
        </p:sp>
        <p:sp>
          <p:nvSpPr>
            <p:cNvPr id="43033" name="Line 19"/>
            <p:cNvSpPr>
              <a:spLocks noChangeShapeType="1"/>
            </p:cNvSpPr>
            <p:nvPr/>
          </p:nvSpPr>
          <p:spPr bwMode="auto">
            <a:xfrm>
              <a:off x="1056" y="1926"/>
              <a:ext cx="0" cy="378"/>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cap="sq">
                  <a:solidFill>
                    <a:srgbClr val="000000"/>
                  </a:solidFill>
                  <a:round/>
                  <a:headEnd/>
                  <a:tailEnd/>
                </a14:hiddenLine>
              </a:ext>
            </a:extLst>
          </p:spPr>
          <p:txBody>
            <a:bodyPr/>
            <a:lstStyle/>
            <a:p>
              <a:endParaRPr lang="zh-CN" altLang="en-US"/>
            </a:p>
          </p:txBody>
        </p:sp>
        <p:sp>
          <p:nvSpPr>
            <p:cNvPr id="43034" name="Line 20"/>
            <p:cNvSpPr>
              <a:spLocks noChangeShapeType="1"/>
            </p:cNvSpPr>
            <p:nvPr/>
          </p:nvSpPr>
          <p:spPr bwMode="auto">
            <a:xfrm>
              <a:off x="2784" y="1926"/>
              <a:ext cx="0" cy="378"/>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cap="sq">
                  <a:solidFill>
                    <a:srgbClr val="000000"/>
                  </a:solidFill>
                  <a:round/>
                  <a:headEnd/>
                  <a:tailEnd/>
                </a14:hiddenLine>
              </a:ext>
            </a:extLst>
          </p:spPr>
          <p:txBody>
            <a:bodyPr/>
            <a:lstStyle/>
            <a:p>
              <a:endParaRPr lang="zh-CN" altLang="en-US"/>
            </a:p>
          </p:txBody>
        </p:sp>
        <p:sp>
          <p:nvSpPr>
            <p:cNvPr id="43035" name="Line 21"/>
            <p:cNvSpPr>
              <a:spLocks noChangeShapeType="1"/>
            </p:cNvSpPr>
            <p:nvPr/>
          </p:nvSpPr>
          <p:spPr bwMode="auto">
            <a:xfrm>
              <a:off x="1543" y="2304"/>
              <a:ext cx="1241"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cap="sq">
                  <a:solidFill>
                    <a:srgbClr val="000000"/>
                  </a:solidFill>
                  <a:round/>
                  <a:headEnd/>
                  <a:tailEnd/>
                </a14:hiddenLine>
              </a:ext>
            </a:extLst>
          </p:spPr>
          <p:txBody>
            <a:bodyPr/>
            <a:lstStyle/>
            <a:p>
              <a:endParaRPr lang="zh-CN" altLang="en-US"/>
            </a:p>
          </p:txBody>
        </p:sp>
      </p:grpSp>
      <p:sp>
        <p:nvSpPr>
          <p:cNvPr id="53270" name="Rectangle 22"/>
          <p:cNvSpPr>
            <a:spLocks noChangeArrowheads="1"/>
          </p:cNvSpPr>
          <p:nvPr/>
        </p:nvSpPr>
        <p:spPr bwMode="auto">
          <a:xfrm>
            <a:off x="2411413" y="6350"/>
            <a:ext cx="3578225" cy="533400"/>
          </a:xfrm>
          <a:prstGeom prst="rect">
            <a:avLst/>
          </a:prstGeom>
          <a:noFill/>
          <a:ln>
            <a:noFill/>
          </a:ln>
        </p:spPr>
        <p:txBody>
          <a:bodyPr/>
          <a:lstStyle>
            <a:lvl1pPr>
              <a:spcBef>
                <a:spcPct val="20000"/>
              </a:spcBef>
              <a:buClr>
                <a:srgbClr val="996633"/>
              </a:buClr>
              <a:buFont typeface="Wingdings" panose="05000000000000000000" pitchFamily="2" charset="2"/>
              <a:buBlip>
                <a:blip r:embed="rId4"/>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4"/>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4"/>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r>
              <a:rPr lang="zh-CN" altLang="en-US" sz="2800" b="1">
                <a:solidFill>
                  <a:srgbClr val="FFFF00"/>
                </a:solidFill>
                <a:latin typeface="楷体_GB2312" pitchFamily="49" charset="-122"/>
              </a:rPr>
              <a:t>几种常见分布的方差</a:t>
            </a:r>
            <a:endParaRPr lang="zh-CN" altLang="en-US" sz="2800" b="1">
              <a:solidFill>
                <a:srgbClr val="FFFF00"/>
              </a:solidFill>
            </a:endParaRPr>
          </a:p>
        </p:txBody>
      </p:sp>
      <p:graphicFrame>
        <p:nvGraphicFramePr>
          <p:cNvPr id="53271" name="Object 23"/>
          <p:cNvGraphicFramePr>
            <a:graphicFrameLocks noChangeAspect="1"/>
          </p:cNvGraphicFramePr>
          <p:nvPr>
            <p:extLst>
              <p:ext uri="{D42A27DB-BD31-4B8C-83A1-F6EECF244321}">
                <p14:modId xmlns:p14="http://schemas.microsoft.com/office/powerpoint/2010/main" val="2563193536"/>
              </p:ext>
            </p:extLst>
          </p:nvPr>
        </p:nvGraphicFramePr>
        <p:xfrm>
          <a:off x="936625" y="3687986"/>
          <a:ext cx="6597650" cy="541337"/>
        </p:xfrm>
        <a:graphic>
          <a:graphicData uri="http://schemas.openxmlformats.org/presentationml/2006/ole">
            <mc:AlternateContent xmlns:mc="http://schemas.openxmlformats.org/markup-compatibility/2006">
              <mc:Choice xmlns:v="urn:schemas-microsoft-com:vml" Requires="v">
                <p:oleObj spid="_x0000_s43664" name="Equation" r:id="rId13" imgW="2781300" imgH="228600" progId="Equation.DSMT4">
                  <p:embed/>
                </p:oleObj>
              </mc:Choice>
              <mc:Fallback>
                <p:oleObj name="Equation" r:id="rId13" imgW="2781300" imgH="228600" progId="Equation.DSMT4">
                  <p:embed/>
                  <p:pic>
                    <p:nvPicPr>
                      <p:cNvPr id="0" name="Object 23"/>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936625" y="3687986"/>
                        <a:ext cx="6597650" cy="541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3274" name="Object 26"/>
          <p:cNvGraphicFramePr>
            <a:graphicFrameLocks noChangeAspect="1"/>
          </p:cNvGraphicFramePr>
          <p:nvPr>
            <p:extLst>
              <p:ext uri="{D42A27DB-BD31-4B8C-83A1-F6EECF244321}">
                <p14:modId xmlns:p14="http://schemas.microsoft.com/office/powerpoint/2010/main" val="2590532372"/>
              </p:ext>
            </p:extLst>
          </p:nvPr>
        </p:nvGraphicFramePr>
        <p:xfrm>
          <a:off x="6162675" y="2290986"/>
          <a:ext cx="1758950" cy="541337"/>
        </p:xfrm>
        <a:graphic>
          <a:graphicData uri="http://schemas.openxmlformats.org/presentationml/2006/ole">
            <mc:AlternateContent xmlns:mc="http://schemas.openxmlformats.org/markup-compatibility/2006">
              <mc:Choice xmlns:v="urn:schemas-microsoft-com:vml" Requires="v">
                <p:oleObj spid="_x0000_s43665" name="Equation" r:id="rId15" imgW="837836" imgH="253890" progId="Equation.DSMT4">
                  <p:embed/>
                </p:oleObj>
              </mc:Choice>
              <mc:Fallback>
                <p:oleObj name="Equation" r:id="rId15" imgW="837836" imgH="253890" progId="Equation.DSMT4">
                  <p:embed/>
                  <p:pic>
                    <p:nvPicPr>
                      <p:cNvPr id="0" name="Object 26"/>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6162675" y="2290986"/>
                        <a:ext cx="1758950" cy="541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3275" name="Object 27"/>
          <p:cNvGraphicFramePr>
            <a:graphicFrameLocks noChangeAspect="1"/>
          </p:cNvGraphicFramePr>
          <p:nvPr>
            <p:extLst>
              <p:ext uri="{D42A27DB-BD31-4B8C-83A1-F6EECF244321}">
                <p14:modId xmlns:p14="http://schemas.microsoft.com/office/powerpoint/2010/main" val="1705141197"/>
              </p:ext>
            </p:extLst>
          </p:nvPr>
        </p:nvGraphicFramePr>
        <p:xfrm>
          <a:off x="963613" y="4557936"/>
          <a:ext cx="1604962" cy="496887"/>
        </p:xfrm>
        <a:graphic>
          <a:graphicData uri="http://schemas.openxmlformats.org/presentationml/2006/ole">
            <mc:AlternateContent xmlns:mc="http://schemas.openxmlformats.org/markup-compatibility/2006">
              <mc:Choice xmlns:v="urn:schemas-microsoft-com:vml" Requires="v">
                <p:oleObj spid="_x0000_s43666" name="Equation" r:id="rId17" imgW="647419" imgH="203112" progId="Equation.DSMT4">
                  <p:embed/>
                </p:oleObj>
              </mc:Choice>
              <mc:Fallback>
                <p:oleObj name="Equation" r:id="rId17" imgW="647419" imgH="203112" progId="Equation.DSMT4">
                  <p:embed/>
                  <p:pic>
                    <p:nvPicPr>
                      <p:cNvPr id="0" name="Object 27"/>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963613" y="4557936"/>
                        <a:ext cx="1604962" cy="496887"/>
                      </a:xfrm>
                      <a:prstGeom prst="rect">
                        <a:avLst/>
                      </a:prstGeom>
                      <a:solidFill>
                        <a:srgbClr val="FFCC00"/>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3276" name="Object 28"/>
          <p:cNvGraphicFramePr>
            <a:graphicFrameLocks noChangeAspect="1"/>
          </p:cNvGraphicFramePr>
          <p:nvPr>
            <p:extLst>
              <p:ext uri="{D42A27DB-BD31-4B8C-83A1-F6EECF244321}">
                <p14:modId xmlns:p14="http://schemas.microsoft.com/office/powerpoint/2010/main" val="4220251019"/>
              </p:ext>
            </p:extLst>
          </p:nvPr>
        </p:nvGraphicFramePr>
        <p:xfrm>
          <a:off x="963613" y="5507261"/>
          <a:ext cx="2906712" cy="528637"/>
        </p:xfrm>
        <a:graphic>
          <a:graphicData uri="http://schemas.openxmlformats.org/presentationml/2006/ole">
            <mc:AlternateContent xmlns:mc="http://schemas.openxmlformats.org/markup-compatibility/2006">
              <mc:Choice xmlns:v="urn:schemas-microsoft-com:vml" Requires="v">
                <p:oleObj spid="_x0000_s43667" name="Equation" r:id="rId19" imgW="1384300" imgH="254000" progId="Equation.DSMT4">
                  <p:embed/>
                </p:oleObj>
              </mc:Choice>
              <mc:Fallback>
                <p:oleObj name="Equation" r:id="rId19" imgW="1384300" imgH="254000" progId="Equation.DSMT4">
                  <p:embed/>
                  <p:pic>
                    <p:nvPicPr>
                      <p:cNvPr id="0" name="Object 28"/>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963613" y="5507261"/>
                        <a:ext cx="2906712" cy="528637"/>
                      </a:xfrm>
                      <a:prstGeom prst="rect">
                        <a:avLst/>
                      </a:prstGeom>
                      <a:solidFill>
                        <a:srgbClr val="FFCC00"/>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3270">
                                            <p:txEl>
                                              <p:pRg st="0" end="0"/>
                                            </p:txEl>
                                          </p:spTgt>
                                        </p:tgtEl>
                                        <p:attrNameLst>
                                          <p:attrName>style.visibility</p:attrName>
                                        </p:attrNameLst>
                                      </p:cBhvr>
                                      <p:to>
                                        <p:strVal val="visible"/>
                                      </p:to>
                                    </p:set>
                                    <p:animEffect transition="in" filter="wipe(left)">
                                      <p:cBhvr>
                                        <p:cTn id="7" dur="500"/>
                                        <p:tgtEl>
                                          <p:spTgt spid="53270">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3250">
                                            <p:txEl>
                                              <p:pRg st="0" end="0"/>
                                            </p:txEl>
                                          </p:spTgt>
                                        </p:tgtEl>
                                        <p:attrNameLst>
                                          <p:attrName>style.visibility</p:attrName>
                                        </p:attrNameLst>
                                      </p:cBhvr>
                                      <p:to>
                                        <p:strVal val="visible"/>
                                      </p:to>
                                    </p:set>
                                    <p:animEffect transition="in" filter="wipe(left)">
                                      <p:cBhvr>
                                        <p:cTn id="12" dur="500"/>
                                        <p:tgtEl>
                                          <p:spTgt spid="53250">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left)">
                                      <p:cBhvr>
                                        <p:cTn id="17" dur="500"/>
                                        <p:tgtEl>
                                          <p:spTgt spid="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53274"/>
                                        </p:tgtEl>
                                        <p:attrNameLst>
                                          <p:attrName>style.visibility</p:attrName>
                                        </p:attrNameLst>
                                      </p:cBhvr>
                                      <p:to>
                                        <p:strVal val="visible"/>
                                      </p:to>
                                    </p:set>
                                    <p:animEffect transition="in" filter="wipe(left)">
                                      <p:cBhvr>
                                        <p:cTn id="22" dur="500"/>
                                        <p:tgtEl>
                                          <p:spTgt spid="53274"/>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53271"/>
                                        </p:tgtEl>
                                        <p:attrNameLst>
                                          <p:attrName>style.visibility</p:attrName>
                                        </p:attrNameLst>
                                      </p:cBhvr>
                                      <p:to>
                                        <p:strVal val="visible"/>
                                      </p:to>
                                    </p:set>
                                    <p:animEffect transition="in" filter="wipe(left)">
                                      <p:cBhvr>
                                        <p:cTn id="27" dur="500"/>
                                        <p:tgtEl>
                                          <p:spTgt spid="53271"/>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53275"/>
                                        </p:tgtEl>
                                        <p:attrNameLst>
                                          <p:attrName>style.visibility</p:attrName>
                                        </p:attrNameLst>
                                      </p:cBhvr>
                                      <p:to>
                                        <p:strVal val="visible"/>
                                      </p:to>
                                    </p:set>
                                    <p:animEffect transition="in" filter="wipe(left)">
                                      <p:cBhvr>
                                        <p:cTn id="32" dur="500"/>
                                        <p:tgtEl>
                                          <p:spTgt spid="53275"/>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53276"/>
                                        </p:tgtEl>
                                        <p:attrNameLst>
                                          <p:attrName>style.visibility</p:attrName>
                                        </p:attrNameLst>
                                      </p:cBhvr>
                                      <p:to>
                                        <p:strVal val="visible"/>
                                      </p:to>
                                    </p:set>
                                    <p:animEffect transition="in" filter="wipe(left)">
                                      <p:cBhvr>
                                        <p:cTn id="37" dur="500"/>
                                        <p:tgtEl>
                                          <p:spTgt spid="532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50" grpId="0" build="p" autoUpdateAnimBg="0"/>
      <p:bldP spid="53270" grpId="0" build="p" autoUpdateAnimBg="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9" name="Rectangle 3"/>
          <p:cNvSpPr>
            <a:spLocks noChangeArrowheads="1"/>
          </p:cNvSpPr>
          <p:nvPr/>
        </p:nvSpPr>
        <p:spPr bwMode="auto">
          <a:xfrm>
            <a:off x="971550" y="3068960"/>
            <a:ext cx="54133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rgbClr val="996633"/>
              </a:buClr>
              <a:buFont typeface="Wingdings" panose="05000000000000000000" pitchFamily="2" charset="2"/>
              <a:buBlip>
                <a:blip r:embed="rId3"/>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3"/>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3"/>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9pPr>
          </a:lstStyle>
          <a:p>
            <a:pPr algn="ctr">
              <a:spcBef>
                <a:spcPct val="0"/>
              </a:spcBef>
              <a:buClrTx/>
              <a:buFontTx/>
              <a:buNone/>
            </a:pPr>
            <a:r>
              <a:rPr lang="zh-CN" altLang="en-US" sz="2800" b="1">
                <a:solidFill>
                  <a:schemeClr val="accent2"/>
                </a:solidFill>
                <a:latin typeface="楷体_GB2312" pitchFamily="49" charset="-122"/>
              </a:rPr>
              <a:t>则</a:t>
            </a:r>
            <a:endParaRPr lang="zh-CN" altLang="en-US" sz="2800" b="1" baseline="-25000">
              <a:solidFill>
                <a:schemeClr val="accent2"/>
              </a:solidFill>
              <a:latin typeface="楷体_GB2312" pitchFamily="49" charset="-122"/>
            </a:endParaRPr>
          </a:p>
        </p:txBody>
      </p:sp>
      <p:graphicFrame>
        <p:nvGraphicFramePr>
          <p:cNvPr id="60420" name="Object 4"/>
          <p:cNvGraphicFramePr>
            <a:graphicFrameLocks noChangeAspect="1"/>
          </p:cNvGraphicFramePr>
          <p:nvPr>
            <p:extLst>
              <p:ext uri="{D42A27DB-BD31-4B8C-83A1-F6EECF244321}">
                <p14:modId xmlns:p14="http://schemas.microsoft.com/office/powerpoint/2010/main" val="4071202011"/>
              </p:ext>
            </p:extLst>
          </p:nvPr>
        </p:nvGraphicFramePr>
        <p:xfrm>
          <a:off x="1474318" y="2000949"/>
          <a:ext cx="3592260" cy="953049"/>
        </p:xfrm>
        <a:graphic>
          <a:graphicData uri="http://schemas.openxmlformats.org/presentationml/2006/ole">
            <mc:AlternateContent xmlns:mc="http://schemas.openxmlformats.org/markup-compatibility/2006">
              <mc:Choice xmlns:v="urn:schemas-microsoft-com:vml" Requires="v">
                <p:oleObj spid="_x0000_s46015" name="Equation" r:id="rId4" imgW="43576765" imgH="11573010" progId="Equation.DSMT4">
                  <p:embed/>
                </p:oleObj>
              </mc:Choice>
              <mc:Fallback>
                <p:oleObj name="Equation" r:id="rId4" imgW="43576765" imgH="11573010" progId="Equation.DSMT4">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74318" y="2000949"/>
                        <a:ext cx="3592260" cy="953049"/>
                      </a:xfrm>
                      <a:prstGeom prst="rect">
                        <a:avLst/>
                      </a:prstGeom>
                      <a:noFill/>
                      <a:ln>
                        <a:noFill/>
                      </a:ln>
                    </p:spPr>
                  </p:pic>
                </p:oleObj>
              </mc:Fallback>
            </mc:AlternateContent>
          </a:graphicData>
        </a:graphic>
      </p:graphicFrame>
      <p:graphicFrame>
        <p:nvGraphicFramePr>
          <p:cNvPr id="60421" name="Object 5"/>
          <p:cNvGraphicFramePr>
            <a:graphicFrameLocks noChangeAspect="1"/>
          </p:cNvGraphicFramePr>
          <p:nvPr>
            <p:extLst>
              <p:ext uri="{D42A27DB-BD31-4B8C-83A1-F6EECF244321}">
                <p14:modId xmlns:p14="http://schemas.microsoft.com/office/powerpoint/2010/main" val="201346183"/>
              </p:ext>
            </p:extLst>
          </p:nvPr>
        </p:nvGraphicFramePr>
        <p:xfrm>
          <a:off x="5220072" y="2210917"/>
          <a:ext cx="2133600" cy="498475"/>
        </p:xfrm>
        <a:graphic>
          <a:graphicData uri="http://schemas.openxmlformats.org/presentationml/2006/ole">
            <mc:AlternateContent xmlns:mc="http://schemas.openxmlformats.org/markup-compatibility/2006">
              <mc:Choice xmlns:v="urn:schemas-microsoft-com:vml" Requires="v">
                <p:oleObj spid="_x0000_s46016" name="Equation" r:id="rId6" imgW="18278545" imgH="4867290" progId="Equation.3">
                  <p:embed/>
                </p:oleObj>
              </mc:Choice>
              <mc:Fallback>
                <p:oleObj name="Equation" r:id="rId6" imgW="18278545" imgH="4867290" progId="Equation.3">
                  <p:embed/>
                  <p:pic>
                    <p:nvPicPr>
                      <p:cNvPr id="0"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220072" y="2210917"/>
                        <a:ext cx="2133600"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0422" name="Object 6"/>
          <p:cNvGraphicFramePr>
            <a:graphicFrameLocks noChangeAspect="1"/>
          </p:cNvGraphicFramePr>
          <p:nvPr>
            <p:extLst>
              <p:ext uri="{D42A27DB-BD31-4B8C-83A1-F6EECF244321}">
                <p14:modId xmlns:p14="http://schemas.microsoft.com/office/powerpoint/2010/main" val="1334206364"/>
              </p:ext>
            </p:extLst>
          </p:nvPr>
        </p:nvGraphicFramePr>
        <p:xfrm>
          <a:off x="1508125" y="3156272"/>
          <a:ext cx="3167063" cy="474663"/>
        </p:xfrm>
        <a:graphic>
          <a:graphicData uri="http://schemas.openxmlformats.org/presentationml/2006/ole">
            <mc:AlternateContent xmlns:mc="http://schemas.openxmlformats.org/markup-compatibility/2006">
              <mc:Choice xmlns:v="urn:schemas-microsoft-com:vml" Requires="v">
                <p:oleObj spid="_x0000_s46017" name="Equation" r:id="rId8" imgW="69179965" imgH="10353690" progId="Equation.DSMT4">
                  <p:embed/>
                </p:oleObj>
              </mc:Choice>
              <mc:Fallback>
                <p:oleObj name="Equation" r:id="rId8" imgW="69179965" imgH="10353690" progId="Equation.DSMT4">
                  <p:embed/>
                  <p:pic>
                    <p:nvPicPr>
                      <p:cNvPr id="0" name="Object 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508125" y="3156272"/>
                        <a:ext cx="3167063" cy="474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0423" name="Object 7"/>
          <p:cNvGraphicFramePr>
            <a:graphicFrameLocks noChangeAspect="1"/>
          </p:cNvGraphicFramePr>
          <p:nvPr>
            <p:extLst>
              <p:ext uri="{D42A27DB-BD31-4B8C-83A1-F6EECF244321}">
                <p14:modId xmlns:p14="http://schemas.microsoft.com/office/powerpoint/2010/main" val="3497258074"/>
              </p:ext>
            </p:extLst>
          </p:nvPr>
        </p:nvGraphicFramePr>
        <p:xfrm>
          <a:off x="1360488" y="4078610"/>
          <a:ext cx="2562225" cy="488950"/>
        </p:xfrm>
        <a:graphic>
          <a:graphicData uri="http://schemas.openxmlformats.org/presentationml/2006/ole">
            <mc:AlternateContent xmlns:mc="http://schemas.openxmlformats.org/markup-compatibility/2006">
              <mc:Choice xmlns:v="urn:schemas-microsoft-com:vml" Requires="v">
                <p:oleObj spid="_x0000_s46018" name="Equation" r:id="rId10" imgW="55768945" imgH="10658520" progId="Equation.DSMT4">
                  <p:embed/>
                </p:oleObj>
              </mc:Choice>
              <mc:Fallback>
                <p:oleObj name="Equation" r:id="rId10" imgW="55768945" imgH="10658520" progId="Equation.DSMT4">
                  <p:embed/>
                  <p:pic>
                    <p:nvPicPr>
                      <p:cNvPr id="0" name="Object 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360488" y="4078610"/>
                        <a:ext cx="2562225"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0424" name="Rectangle 8"/>
          <p:cNvSpPr>
            <a:spLocks noChangeArrowheads="1"/>
          </p:cNvSpPr>
          <p:nvPr/>
        </p:nvSpPr>
        <p:spPr bwMode="auto">
          <a:xfrm>
            <a:off x="1289050" y="4740597"/>
            <a:ext cx="108743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rgbClr val="996633"/>
              </a:buClr>
              <a:buFont typeface="Wingdings" panose="05000000000000000000" pitchFamily="2" charset="2"/>
              <a:buBlip>
                <a:blip r:embed="rId3"/>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3"/>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3"/>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9pPr>
          </a:lstStyle>
          <a:p>
            <a:pPr algn="ctr">
              <a:spcBef>
                <a:spcPct val="0"/>
              </a:spcBef>
              <a:buClrTx/>
              <a:buFontTx/>
              <a:buNone/>
            </a:pPr>
            <a:r>
              <a:rPr lang="zh-CN" altLang="en-US" sz="2800" b="1">
                <a:solidFill>
                  <a:schemeClr val="accent2"/>
                </a:solidFill>
                <a:latin typeface="楷体_GB2312" pitchFamily="49" charset="-122"/>
              </a:rPr>
              <a:t>所以</a:t>
            </a:r>
            <a:r>
              <a:rPr lang="en-US" altLang="zh-CN" sz="2800" b="1">
                <a:solidFill>
                  <a:schemeClr val="accent2"/>
                </a:solidFill>
                <a:latin typeface="楷体_GB2312" pitchFamily="49" charset="-122"/>
              </a:rPr>
              <a:t>,</a:t>
            </a:r>
          </a:p>
        </p:txBody>
      </p:sp>
      <p:sp>
        <p:nvSpPr>
          <p:cNvPr id="60425" name="Text Box 9"/>
          <p:cNvSpPr txBox="1">
            <a:spLocks noChangeArrowheads="1"/>
          </p:cNvSpPr>
          <p:nvPr/>
        </p:nvSpPr>
        <p:spPr bwMode="auto">
          <a:xfrm>
            <a:off x="609600" y="2153528"/>
            <a:ext cx="8985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996633"/>
              </a:buClr>
              <a:buFont typeface="Wingdings" panose="05000000000000000000" pitchFamily="2" charset="2"/>
              <a:buBlip>
                <a:blip r:embed="rId3"/>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3"/>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3"/>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r>
              <a:rPr lang="zh-CN" altLang="en-US" sz="2800" b="1" dirty="0">
                <a:solidFill>
                  <a:srgbClr val="0000FF"/>
                </a:solidFill>
              </a:rPr>
              <a:t>解：</a:t>
            </a:r>
          </a:p>
        </p:txBody>
      </p:sp>
      <p:graphicFrame>
        <p:nvGraphicFramePr>
          <p:cNvPr id="60426" name="Object 10"/>
          <p:cNvGraphicFramePr>
            <a:graphicFrameLocks noChangeAspect="1"/>
          </p:cNvGraphicFramePr>
          <p:nvPr>
            <p:extLst>
              <p:ext uri="{D42A27DB-BD31-4B8C-83A1-F6EECF244321}">
                <p14:modId xmlns:p14="http://schemas.microsoft.com/office/powerpoint/2010/main" val="2596487521"/>
              </p:ext>
            </p:extLst>
          </p:nvPr>
        </p:nvGraphicFramePr>
        <p:xfrm>
          <a:off x="4787900" y="3068960"/>
          <a:ext cx="4038600" cy="573087"/>
        </p:xfrm>
        <a:graphic>
          <a:graphicData uri="http://schemas.openxmlformats.org/presentationml/2006/ole">
            <mc:AlternateContent xmlns:mc="http://schemas.openxmlformats.org/markup-compatibility/2006">
              <mc:Choice xmlns:v="urn:schemas-microsoft-com:vml" Requires="v">
                <p:oleObj spid="_x0000_s46019" name="公式" r:id="rId12" imgW="1612900" imgH="228600" progId="Equation.3">
                  <p:embed/>
                </p:oleObj>
              </mc:Choice>
              <mc:Fallback>
                <p:oleObj name="公式" r:id="rId12" imgW="1612900" imgH="228600" progId="Equation.3">
                  <p:embed/>
                  <p:pic>
                    <p:nvPicPr>
                      <p:cNvPr id="0" name="Object 10"/>
                      <p:cNvPicPr>
                        <a:picLocks noChangeAspect="1" noChangeArrowheads="1"/>
                      </p:cNvPicPr>
                      <p:nvPr/>
                    </p:nvPicPr>
                    <p:blipFill>
                      <a:blip r:embed="rId13">
                        <a:lum bright="2000"/>
                        <a:extLst>
                          <a:ext uri="{28A0092B-C50C-407E-A947-70E740481C1C}">
                            <a14:useLocalDpi xmlns:a14="http://schemas.microsoft.com/office/drawing/2010/main" val="0"/>
                          </a:ext>
                        </a:extLst>
                      </a:blip>
                      <a:srcRect/>
                      <a:stretch>
                        <a:fillRect/>
                      </a:stretch>
                    </p:blipFill>
                    <p:spPr bwMode="auto">
                      <a:xfrm>
                        <a:off x="4787900" y="3068960"/>
                        <a:ext cx="4038600" cy="573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2" name="Group 11"/>
          <p:cNvGrpSpPr>
            <a:grpSpLocks/>
          </p:cNvGrpSpPr>
          <p:nvPr/>
        </p:nvGrpSpPr>
        <p:grpSpPr bwMode="auto">
          <a:xfrm>
            <a:off x="3952875" y="3991297"/>
            <a:ext cx="3673475" cy="573088"/>
            <a:chOff x="2426" y="1797"/>
            <a:chExt cx="2314" cy="361"/>
          </a:xfrm>
        </p:grpSpPr>
        <p:sp>
          <p:nvSpPr>
            <p:cNvPr id="45077" name="Text Box 12"/>
            <p:cNvSpPr txBox="1">
              <a:spLocks noChangeArrowheads="1"/>
            </p:cNvSpPr>
            <p:nvPr/>
          </p:nvSpPr>
          <p:spPr bwMode="auto">
            <a:xfrm>
              <a:off x="2426" y="1797"/>
              <a:ext cx="570"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996633"/>
                </a:buClr>
                <a:buFont typeface="Wingdings" panose="05000000000000000000" pitchFamily="2" charset="2"/>
                <a:buBlip>
                  <a:blip r:embed="rId3"/>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3"/>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3"/>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r>
                <a:rPr lang="zh-CN" altLang="en-US" sz="2800">
                  <a:solidFill>
                    <a:schemeClr val="accent2"/>
                  </a:solidFill>
                </a:rPr>
                <a:t>，</a:t>
              </a:r>
              <a:r>
                <a:rPr lang="zh-CN" altLang="en-US" sz="2800" b="1">
                  <a:solidFill>
                    <a:schemeClr val="accent2"/>
                  </a:solidFill>
                </a:rPr>
                <a:t>则</a:t>
              </a:r>
            </a:p>
          </p:txBody>
        </p:sp>
        <p:graphicFrame>
          <p:nvGraphicFramePr>
            <p:cNvPr id="45078" name="Object 13"/>
            <p:cNvGraphicFramePr>
              <a:graphicFrameLocks noChangeAspect="1"/>
            </p:cNvGraphicFramePr>
            <p:nvPr/>
          </p:nvGraphicFramePr>
          <p:xfrm>
            <a:off x="2957" y="1797"/>
            <a:ext cx="1783" cy="361"/>
          </p:xfrm>
          <a:graphic>
            <a:graphicData uri="http://schemas.openxmlformats.org/presentationml/2006/ole">
              <mc:AlternateContent xmlns:mc="http://schemas.openxmlformats.org/markup-compatibility/2006">
                <mc:Choice xmlns:v="urn:schemas-microsoft-com:vml" Requires="v">
                  <p:oleObj spid="_x0000_s46020" name="公式" r:id="rId14" imgW="1130300" imgH="228600" progId="Equation.3">
                    <p:embed/>
                  </p:oleObj>
                </mc:Choice>
                <mc:Fallback>
                  <p:oleObj name="公式" r:id="rId14" imgW="1130300" imgH="228600" progId="Equation.3">
                    <p:embed/>
                    <p:pic>
                      <p:nvPicPr>
                        <p:cNvPr id="0" name="Object 13"/>
                        <p:cNvPicPr>
                          <a:picLocks noChangeAspect="1" noChangeArrowheads="1"/>
                        </p:cNvPicPr>
                        <p:nvPr/>
                      </p:nvPicPr>
                      <p:blipFill>
                        <a:blip r:embed="rId15">
                          <a:lum bright="-10000"/>
                          <a:extLst>
                            <a:ext uri="{28A0092B-C50C-407E-A947-70E740481C1C}">
                              <a14:useLocalDpi xmlns:a14="http://schemas.microsoft.com/office/drawing/2010/main" val="0"/>
                            </a:ext>
                          </a:extLst>
                        </a:blip>
                        <a:srcRect/>
                        <a:stretch>
                          <a:fillRect/>
                        </a:stretch>
                      </p:blipFill>
                      <p:spPr bwMode="auto">
                        <a:xfrm>
                          <a:off x="2957" y="1797"/>
                          <a:ext cx="1783" cy="3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aphicFrame>
        <p:nvGraphicFramePr>
          <p:cNvPr id="60430" name="Object 14"/>
          <p:cNvGraphicFramePr>
            <a:graphicFrameLocks noChangeAspect="1"/>
          </p:cNvGraphicFramePr>
          <p:nvPr>
            <p:extLst>
              <p:ext uri="{D42A27DB-BD31-4B8C-83A1-F6EECF244321}">
                <p14:modId xmlns:p14="http://schemas.microsoft.com/office/powerpoint/2010/main" val="67302849"/>
              </p:ext>
            </p:extLst>
          </p:nvPr>
        </p:nvGraphicFramePr>
        <p:xfrm>
          <a:off x="2225675" y="4508822"/>
          <a:ext cx="2830513" cy="1082675"/>
        </p:xfrm>
        <a:graphic>
          <a:graphicData uri="http://schemas.openxmlformats.org/presentationml/2006/ole">
            <mc:AlternateContent xmlns:mc="http://schemas.openxmlformats.org/markup-compatibility/2006">
              <mc:Choice xmlns:v="urn:schemas-microsoft-com:vml" Requires="v">
                <p:oleObj spid="_x0000_s46021" name="公式" r:id="rId16" imgW="1129810" imgH="431613" progId="Equation.3">
                  <p:embed/>
                </p:oleObj>
              </mc:Choice>
              <mc:Fallback>
                <p:oleObj name="公式" r:id="rId16" imgW="1129810" imgH="431613" progId="Equation.3">
                  <p:embed/>
                  <p:pic>
                    <p:nvPicPr>
                      <p:cNvPr id="0" name="Object 14"/>
                      <p:cNvPicPr>
                        <a:picLocks noChangeAspect="1" noChangeArrowheads="1"/>
                      </p:cNvPicPr>
                      <p:nvPr/>
                    </p:nvPicPr>
                    <p:blipFill>
                      <a:blip r:embed="rId17">
                        <a:lum bright="4000"/>
                        <a:extLst>
                          <a:ext uri="{28A0092B-C50C-407E-A947-70E740481C1C}">
                            <a14:useLocalDpi xmlns:a14="http://schemas.microsoft.com/office/drawing/2010/main" val="0"/>
                          </a:ext>
                        </a:extLst>
                      </a:blip>
                      <a:srcRect/>
                      <a:stretch>
                        <a:fillRect/>
                      </a:stretch>
                    </p:blipFill>
                    <p:spPr bwMode="auto">
                      <a:xfrm>
                        <a:off x="2225675" y="4508822"/>
                        <a:ext cx="2830513" cy="1082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0431" name="Object 15"/>
          <p:cNvGraphicFramePr>
            <a:graphicFrameLocks noChangeAspect="1"/>
          </p:cNvGraphicFramePr>
          <p:nvPr>
            <p:extLst>
              <p:ext uri="{D42A27DB-BD31-4B8C-83A1-F6EECF244321}">
                <p14:modId xmlns:p14="http://schemas.microsoft.com/office/powerpoint/2010/main" val="3309155727"/>
              </p:ext>
            </p:extLst>
          </p:nvPr>
        </p:nvGraphicFramePr>
        <p:xfrm>
          <a:off x="5033963" y="4511997"/>
          <a:ext cx="1844675" cy="1082675"/>
        </p:xfrm>
        <a:graphic>
          <a:graphicData uri="http://schemas.openxmlformats.org/presentationml/2006/ole">
            <mc:AlternateContent xmlns:mc="http://schemas.openxmlformats.org/markup-compatibility/2006">
              <mc:Choice xmlns:v="urn:schemas-microsoft-com:vml" Requires="v">
                <p:oleObj spid="_x0000_s46022" name="公式" r:id="rId18" imgW="736600" imgH="431800" progId="Equation.3">
                  <p:embed/>
                </p:oleObj>
              </mc:Choice>
              <mc:Fallback>
                <p:oleObj name="公式" r:id="rId18" imgW="736600" imgH="431800" progId="Equation.3">
                  <p:embed/>
                  <p:pic>
                    <p:nvPicPr>
                      <p:cNvPr id="0" name="Object 15"/>
                      <p:cNvPicPr>
                        <a:picLocks noChangeAspect="1" noChangeArrowheads="1"/>
                      </p:cNvPicPr>
                      <p:nvPr/>
                    </p:nvPicPr>
                    <p:blipFill>
                      <a:blip r:embed="rId19">
                        <a:lum bright="2000"/>
                        <a:extLst>
                          <a:ext uri="{28A0092B-C50C-407E-A947-70E740481C1C}">
                            <a14:useLocalDpi xmlns:a14="http://schemas.microsoft.com/office/drawing/2010/main" val="0"/>
                          </a:ext>
                        </a:extLst>
                      </a:blip>
                      <a:srcRect/>
                      <a:stretch>
                        <a:fillRect/>
                      </a:stretch>
                    </p:blipFill>
                    <p:spPr bwMode="auto">
                      <a:xfrm>
                        <a:off x="5033963" y="4511997"/>
                        <a:ext cx="1844675" cy="1082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0432" name="Text Box 16"/>
          <p:cNvSpPr txBox="1">
            <a:spLocks noChangeArrowheads="1"/>
          </p:cNvSpPr>
          <p:nvPr/>
        </p:nvSpPr>
        <p:spPr bwMode="auto">
          <a:xfrm>
            <a:off x="6834188" y="4785047"/>
            <a:ext cx="166846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996633"/>
              </a:buClr>
              <a:buFont typeface="Wingdings" panose="05000000000000000000" pitchFamily="2" charset="2"/>
              <a:buBlip>
                <a:blip r:embed="rId3"/>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3"/>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3"/>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r>
              <a:rPr lang="en-US" altLang="zh-CN" sz="2800" b="1">
                <a:solidFill>
                  <a:schemeClr val="accent2"/>
                </a:solidFill>
              </a:rPr>
              <a:t>= </a:t>
            </a:r>
            <a:r>
              <a:rPr lang="en-US" altLang="zh-CN" sz="2800" b="1" i="1">
                <a:solidFill>
                  <a:schemeClr val="accent2"/>
                </a:solidFill>
              </a:rPr>
              <a:t>np</a:t>
            </a:r>
            <a:r>
              <a:rPr lang="en-US" altLang="zh-CN" sz="2800" b="1">
                <a:solidFill>
                  <a:schemeClr val="accent2"/>
                </a:solidFill>
              </a:rPr>
              <a:t>(1-</a:t>
            </a:r>
            <a:r>
              <a:rPr lang="en-US" altLang="zh-CN" sz="2800" b="1" i="1">
                <a:solidFill>
                  <a:schemeClr val="accent2"/>
                </a:solidFill>
              </a:rPr>
              <a:t>p</a:t>
            </a:r>
            <a:r>
              <a:rPr lang="en-US" altLang="zh-CN" sz="2800" b="1">
                <a:solidFill>
                  <a:schemeClr val="accent2"/>
                </a:solidFill>
              </a:rPr>
              <a:t>).</a:t>
            </a:r>
          </a:p>
        </p:txBody>
      </p:sp>
      <p:sp>
        <p:nvSpPr>
          <p:cNvPr id="60433" name="Text Box 17"/>
          <p:cNvSpPr txBox="1">
            <a:spLocks noChangeArrowheads="1"/>
          </p:cNvSpPr>
          <p:nvPr/>
        </p:nvSpPr>
        <p:spPr bwMode="auto">
          <a:xfrm>
            <a:off x="467544" y="5679734"/>
            <a:ext cx="699101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996633"/>
              </a:buClr>
              <a:buFont typeface="Wingdings" panose="05000000000000000000" pitchFamily="2" charset="2"/>
              <a:buBlip>
                <a:blip r:embed="rId3"/>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3"/>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3"/>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r>
              <a:rPr lang="zh-CN" altLang="en-US" sz="2400" b="1" dirty="0">
                <a:solidFill>
                  <a:srgbClr val="FF0000"/>
                </a:solidFill>
              </a:rPr>
              <a:t>注：利用方差和的性质时要注意相互独立的条件。</a:t>
            </a:r>
          </a:p>
        </p:txBody>
      </p:sp>
      <p:graphicFrame>
        <p:nvGraphicFramePr>
          <p:cNvPr id="18" name="Object 29"/>
          <p:cNvGraphicFramePr>
            <a:graphicFrameLocks noChangeAspect="1"/>
          </p:cNvGraphicFramePr>
          <p:nvPr>
            <p:extLst>
              <p:ext uri="{D42A27DB-BD31-4B8C-83A1-F6EECF244321}">
                <p14:modId xmlns:p14="http://schemas.microsoft.com/office/powerpoint/2010/main" val="1190684580"/>
              </p:ext>
            </p:extLst>
          </p:nvPr>
        </p:nvGraphicFramePr>
        <p:xfrm>
          <a:off x="777082" y="664485"/>
          <a:ext cx="6891337" cy="603250"/>
        </p:xfrm>
        <a:graphic>
          <a:graphicData uri="http://schemas.openxmlformats.org/presentationml/2006/ole">
            <mc:AlternateContent xmlns:mc="http://schemas.openxmlformats.org/markup-compatibility/2006">
              <mc:Choice xmlns:v="urn:schemas-microsoft-com:vml" Requires="v">
                <p:oleObj spid="_x0000_s46023" name="Equation" r:id="rId20" imgW="66436765" imgH="5781780" progId="Equation.3">
                  <p:embed/>
                </p:oleObj>
              </mc:Choice>
              <mc:Fallback>
                <p:oleObj name="Equation" r:id="rId20" imgW="66436765" imgH="5781780" progId="Equation.3">
                  <p:embed/>
                  <p:pic>
                    <p:nvPicPr>
                      <p:cNvPr id="0" name="Object 29"/>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777082" y="664485"/>
                        <a:ext cx="6891337" cy="603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9" name="Rectangle 30"/>
          <p:cNvSpPr>
            <a:spLocks noChangeArrowheads="1"/>
          </p:cNvSpPr>
          <p:nvPr/>
        </p:nvSpPr>
        <p:spPr bwMode="auto">
          <a:xfrm>
            <a:off x="653256" y="51635"/>
            <a:ext cx="24384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6633"/>
              </a:buClr>
              <a:buFont typeface="Wingdings" panose="05000000000000000000" pitchFamily="2" charset="2"/>
              <a:buBlip>
                <a:blip r:embed="rId3"/>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3"/>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3"/>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r>
              <a:rPr lang="en-US" altLang="zh-CN" sz="2800" b="1" dirty="0">
                <a:solidFill>
                  <a:srgbClr val="FFFF00"/>
                </a:solidFill>
                <a:latin typeface="楷体_GB2312" pitchFamily="49" charset="-122"/>
              </a:rPr>
              <a:t>2</a:t>
            </a:r>
            <a:r>
              <a:rPr lang="zh-CN" altLang="en-US" sz="2800" b="1" dirty="0">
                <a:solidFill>
                  <a:srgbClr val="FFFF00"/>
                </a:solidFill>
                <a:latin typeface="楷体_GB2312" pitchFamily="49" charset="-122"/>
              </a:rPr>
              <a:t>．二项分布</a:t>
            </a:r>
            <a:endParaRPr lang="zh-CN" altLang="en-US" sz="2800" b="1" dirty="0">
              <a:solidFill>
                <a:srgbClr val="FFFF00"/>
              </a:solidFill>
            </a:endParaRPr>
          </a:p>
        </p:txBody>
      </p:sp>
      <p:graphicFrame>
        <p:nvGraphicFramePr>
          <p:cNvPr id="20" name="Object 31"/>
          <p:cNvGraphicFramePr>
            <a:graphicFrameLocks noChangeAspect="1"/>
          </p:cNvGraphicFramePr>
          <p:nvPr>
            <p:extLst>
              <p:ext uri="{D42A27DB-BD31-4B8C-83A1-F6EECF244321}">
                <p14:modId xmlns:p14="http://schemas.microsoft.com/office/powerpoint/2010/main" val="2145559082"/>
              </p:ext>
            </p:extLst>
          </p:nvPr>
        </p:nvGraphicFramePr>
        <p:xfrm>
          <a:off x="827584" y="1324167"/>
          <a:ext cx="1643062" cy="458788"/>
        </p:xfrm>
        <a:graphic>
          <a:graphicData uri="http://schemas.openxmlformats.org/presentationml/2006/ole">
            <mc:AlternateContent xmlns:mc="http://schemas.openxmlformats.org/markup-compatibility/2006">
              <mc:Choice xmlns:v="urn:schemas-microsoft-com:vml" Requires="v">
                <p:oleObj spid="_x0000_s46024" name="Equation" r:id="rId22" imgW="21936145" imgH="6086610" progId="Equation.DSMT4">
                  <p:embed/>
                </p:oleObj>
              </mc:Choice>
              <mc:Fallback>
                <p:oleObj name="Equation" r:id="rId22" imgW="21936145" imgH="6086610" progId="Equation.DSMT4">
                  <p:embed/>
                  <p:pic>
                    <p:nvPicPr>
                      <p:cNvPr id="0" name="Object 31"/>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827584" y="1324167"/>
                        <a:ext cx="1643062" cy="458788"/>
                      </a:xfrm>
                      <a:prstGeom prst="rect">
                        <a:avLst/>
                      </a:prstGeom>
                      <a:noFill/>
                      <a:ln>
                        <a:noFill/>
                      </a:ln>
                      <a:extLst>
                        <a:ext uri="{909E8E84-426E-40DD-AFC4-6F175D3DCCD1}">
                          <a14:hiddenFill xmlns:a14="http://schemas.microsoft.com/office/drawing/2010/main">
                            <a:solidFill>
                              <a:srgbClr val="003300"/>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1" name="Object 32"/>
          <p:cNvGraphicFramePr>
            <a:graphicFrameLocks noChangeAspect="1"/>
          </p:cNvGraphicFramePr>
          <p:nvPr>
            <p:extLst>
              <p:ext uri="{D42A27DB-BD31-4B8C-83A1-F6EECF244321}">
                <p14:modId xmlns:p14="http://schemas.microsoft.com/office/powerpoint/2010/main" val="1061901550"/>
              </p:ext>
            </p:extLst>
          </p:nvPr>
        </p:nvGraphicFramePr>
        <p:xfrm>
          <a:off x="2690168" y="1342686"/>
          <a:ext cx="2624137" cy="458788"/>
        </p:xfrm>
        <a:graphic>
          <a:graphicData uri="http://schemas.openxmlformats.org/presentationml/2006/ole">
            <mc:AlternateContent xmlns:mc="http://schemas.openxmlformats.org/markup-compatibility/2006">
              <mc:Choice xmlns:v="urn:schemas-microsoft-com:vml" Requires="v">
                <p:oleObj spid="_x0000_s46025" name="Equation" r:id="rId24" imgW="35042455" imgH="6086610" progId="Equation.DSMT4">
                  <p:embed/>
                </p:oleObj>
              </mc:Choice>
              <mc:Fallback>
                <p:oleObj name="Equation" r:id="rId24" imgW="35042455" imgH="6086610" progId="Equation.DSMT4">
                  <p:embed/>
                  <p:pic>
                    <p:nvPicPr>
                      <p:cNvPr id="0" name="Object 32"/>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2690168" y="1342686"/>
                        <a:ext cx="2624137" cy="458788"/>
                      </a:xfrm>
                      <a:prstGeom prst="rect">
                        <a:avLst/>
                      </a:prstGeom>
                      <a:noFill/>
                      <a:ln>
                        <a:noFill/>
                      </a:ln>
                      <a:extLst>
                        <a:ext uri="{909E8E84-426E-40DD-AFC4-6F175D3DCCD1}">
                          <a14:hiddenFill xmlns:a14="http://schemas.microsoft.com/office/drawing/2010/main">
                            <a:solidFill>
                              <a:srgbClr val="003300"/>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2" name="Object 33"/>
          <p:cNvGraphicFramePr>
            <a:graphicFrameLocks noChangeAspect="1"/>
          </p:cNvGraphicFramePr>
          <p:nvPr>
            <p:extLst>
              <p:ext uri="{D42A27DB-BD31-4B8C-83A1-F6EECF244321}">
                <p14:modId xmlns:p14="http://schemas.microsoft.com/office/powerpoint/2010/main" val="776012993"/>
              </p:ext>
            </p:extLst>
          </p:nvPr>
        </p:nvGraphicFramePr>
        <p:xfrm>
          <a:off x="3656013" y="179388"/>
          <a:ext cx="255587" cy="395287"/>
        </p:xfrm>
        <a:graphic>
          <a:graphicData uri="http://schemas.openxmlformats.org/presentationml/2006/ole">
            <mc:AlternateContent xmlns:mc="http://schemas.openxmlformats.org/markup-compatibility/2006">
              <mc:Choice xmlns:v="urn:schemas-microsoft-com:vml" Requires="v">
                <p:oleObj spid="_x0000_s46026" name="Equation" r:id="rId26" imgW="139680" imgH="215640" progId="Equation.DSMT4">
                  <p:embed/>
                </p:oleObj>
              </mc:Choice>
              <mc:Fallback>
                <p:oleObj name="Equation" r:id="rId26" imgW="139680" imgH="215640" progId="Equation.DSMT4">
                  <p:embed/>
                  <p:pic>
                    <p:nvPicPr>
                      <p:cNvPr id="0" name="Object 33"/>
                      <p:cNvPicPr>
                        <a:picLocks noChangeAspect="1" noChangeArrowheads="1"/>
                      </p:cNvPicPr>
                      <p:nvPr/>
                    </p:nvPicPr>
                    <p:blipFill>
                      <a:blip r:embed="rId27"/>
                      <a:srcRect/>
                      <a:stretch>
                        <a:fillRect/>
                      </a:stretch>
                    </p:blipFill>
                    <p:spPr bwMode="auto">
                      <a:xfrm>
                        <a:off x="3656013" y="179388"/>
                        <a:ext cx="255587" cy="395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mc:AlternateContent xmlns:mc="http://schemas.openxmlformats.org/markup-compatibility/2006" xmlns:a14="http://schemas.microsoft.com/office/drawing/2010/main">
        <mc:Choice Requires="a14">
          <p:sp>
            <p:nvSpPr>
              <p:cNvPr id="3" name="矩形 2"/>
              <p:cNvSpPr/>
              <p:nvPr/>
            </p:nvSpPr>
            <p:spPr>
              <a:xfrm>
                <a:off x="2803534" y="-16993"/>
                <a:ext cx="2054216" cy="58477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ctrlPr>
                            <a:rPr lang="zh-CN" altLang="en-US" i="1" smtClean="0">
                              <a:solidFill>
                                <a:srgbClr val="FFFF00"/>
                              </a:solidFill>
                              <a:latin typeface="Cambria Math" panose="02040503050406030204" pitchFamily="18" charset="0"/>
                            </a:rPr>
                          </m:ctrlPr>
                        </m:dPr>
                        <m:e>
                          <m:r>
                            <a:rPr lang="zh-CN" altLang="en-US" i="1">
                              <a:solidFill>
                                <a:srgbClr val="FFFF00"/>
                              </a:solidFill>
                              <a:latin typeface="Cambria Math" panose="02040503050406030204" pitchFamily="18" charset="0"/>
                            </a:rPr>
                            <m:t>𝑋</m:t>
                          </m:r>
                          <m:r>
                            <a:rPr lang="zh-CN" altLang="en-US" i="0">
                              <a:solidFill>
                                <a:srgbClr val="FFFF00"/>
                              </a:solidFill>
                              <a:latin typeface="Cambria Math" panose="02040503050406030204" pitchFamily="18" charset="0"/>
                            </a:rPr>
                            <m:t>~</m:t>
                          </m:r>
                          <m:r>
                            <a:rPr lang="zh-CN" altLang="en-US" i="1">
                              <a:solidFill>
                                <a:srgbClr val="FFFF00"/>
                              </a:solidFill>
                              <a:latin typeface="Cambria Math" panose="02040503050406030204" pitchFamily="18" charset="0"/>
                            </a:rPr>
                            <m:t>𝑏</m:t>
                          </m:r>
                          <m:r>
                            <a:rPr lang="zh-CN" altLang="en-US" i="0">
                              <a:solidFill>
                                <a:srgbClr val="FFFF00"/>
                              </a:solidFill>
                              <a:latin typeface="Cambria Math" panose="02040503050406030204" pitchFamily="18" charset="0"/>
                            </a:rPr>
                            <m:t>(</m:t>
                          </m:r>
                          <m:r>
                            <a:rPr lang="zh-CN" altLang="en-US" i="1">
                              <a:solidFill>
                                <a:srgbClr val="FFFF00"/>
                              </a:solidFill>
                              <a:latin typeface="Cambria Math" panose="02040503050406030204" pitchFamily="18" charset="0"/>
                            </a:rPr>
                            <m:t>𝑛</m:t>
                          </m:r>
                          <m:r>
                            <a:rPr lang="zh-CN" altLang="en-US" i="0">
                              <a:solidFill>
                                <a:srgbClr val="FFFF00"/>
                              </a:solidFill>
                              <a:latin typeface="Cambria Math" panose="02040503050406030204" pitchFamily="18" charset="0"/>
                            </a:rPr>
                            <m:t>,</m:t>
                          </m:r>
                          <m:r>
                            <a:rPr lang="zh-CN" altLang="en-US" i="1">
                              <a:solidFill>
                                <a:srgbClr val="FFFF00"/>
                              </a:solidFill>
                              <a:latin typeface="Cambria Math" panose="02040503050406030204" pitchFamily="18" charset="0"/>
                            </a:rPr>
                            <m:t>𝑝</m:t>
                          </m:r>
                        </m:e>
                      </m:d>
                    </m:oMath>
                  </m:oMathPara>
                </a14:m>
                <a:endParaRPr lang="zh-CN" altLang="en-US" dirty="0">
                  <a:solidFill>
                    <a:srgbClr val="FFFF00"/>
                  </a:solidFill>
                </a:endParaRPr>
              </a:p>
            </p:txBody>
          </p:sp>
        </mc:Choice>
        <mc:Fallback xmlns="">
          <p:sp>
            <p:nvSpPr>
              <p:cNvPr id="3" name="矩形 2"/>
              <p:cNvSpPr>
                <a:spLocks noRot="1" noChangeAspect="1" noMove="1" noResize="1" noEditPoints="1" noAdjustHandles="1" noChangeArrowheads="1" noChangeShapeType="1" noTextEdit="1"/>
              </p:cNvSpPr>
              <p:nvPr/>
            </p:nvSpPr>
            <p:spPr>
              <a:xfrm>
                <a:off x="2803534" y="-16993"/>
                <a:ext cx="2054216" cy="584775"/>
              </a:xfrm>
              <a:prstGeom prst="rect">
                <a:avLst/>
              </a:prstGeom>
              <a:blipFill rotWithShape="0">
                <a:blip r:embed="rId28"/>
                <a:stretch>
                  <a:fillRect/>
                </a:stretch>
              </a:blipFill>
            </p:spPr>
            <p:txBody>
              <a:bodyPr/>
              <a:lstStyle/>
              <a:p>
                <a:r>
                  <a:rPr lang="zh-CN" altLang="en-US">
                    <a:noFill/>
                  </a:rPr>
                  <a:t> </a:t>
                </a:r>
              </a:p>
            </p:txBody>
          </p:sp>
        </mc:Fallback>
      </mc:AlternateContent>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0425"/>
                                        </p:tgtEl>
                                        <p:attrNameLst>
                                          <p:attrName>style.visibility</p:attrName>
                                        </p:attrNameLst>
                                      </p:cBhvr>
                                      <p:to>
                                        <p:strVal val="visible"/>
                                      </p:to>
                                    </p:set>
                                    <p:animEffect transition="in" filter="wipe(left)">
                                      <p:cBhvr>
                                        <p:cTn id="7" dur="500"/>
                                        <p:tgtEl>
                                          <p:spTgt spid="6042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60420"/>
                                        </p:tgtEl>
                                        <p:attrNameLst>
                                          <p:attrName>style.visibility</p:attrName>
                                        </p:attrNameLst>
                                      </p:cBhvr>
                                      <p:to>
                                        <p:strVal val="visible"/>
                                      </p:to>
                                    </p:set>
                                    <p:animEffect transition="in" filter="wipe(left)">
                                      <p:cBhvr>
                                        <p:cTn id="12" dur="500"/>
                                        <p:tgtEl>
                                          <p:spTgt spid="6042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60421"/>
                                        </p:tgtEl>
                                        <p:attrNameLst>
                                          <p:attrName>style.visibility</p:attrName>
                                        </p:attrNameLst>
                                      </p:cBhvr>
                                      <p:to>
                                        <p:strVal val="visible"/>
                                      </p:to>
                                    </p:set>
                                    <p:animEffect transition="in" filter="wipe(left)">
                                      <p:cBhvr>
                                        <p:cTn id="17" dur="500"/>
                                        <p:tgtEl>
                                          <p:spTgt spid="6042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60419">
                                            <p:txEl>
                                              <p:pRg st="0" end="0"/>
                                            </p:txEl>
                                          </p:spTgt>
                                        </p:tgtEl>
                                        <p:attrNameLst>
                                          <p:attrName>style.visibility</p:attrName>
                                        </p:attrNameLst>
                                      </p:cBhvr>
                                      <p:to>
                                        <p:strVal val="visible"/>
                                      </p:to>
                                    </p:set>
                                    <p:animEffect transition="in" filter="wipe(left)">
                                      <p:cBhvr>
                                        <p:cTn id="22" dur="500"/>
                                        <p:tgtEl>
                                          <p:spTgt spid="60419">
                                            <p:txEl>
                                              <p:pRg st="0" end="0"/>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60422"/>
                                        </p:tgtEl>
                                        <p:attrNameLst>
                                          <p:attrName>style.visibility</p:attrName>
                                        </p:attrNameLst>
                                      </p:cBhvr>
                                      <p:to>
                                        <p:strVal val="visible"/>
                                      </p:to>
                                    </p:set>
                                    <p:animEffect transition="in" filter="wipe(left)">
                                      <p:cBhvr>
                                        <p:cTn id="27" dur="500"/>
                                        <p:tgtEl>
                                          <p:spTgt spid="60422"/>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60426"/>
                                        </p:tgtEl>
                                        <p:attrNameLst>
                                          <p:attrName>style.visibility</p:attrName>
                                        </p:attrNameLst>
                                      </p:cBhvr>
                                      <p:to>
                                        <p:strVal val="visible"/>
                                      </p:to>
                                    </p:set>
                                    <p:animEffect transition="in" filter="wipe(left)">
                                      <p:cBhvr>
                                        <p:cTn id="32" dur="500"/>
                                        <p:tgtEl>
                                          <p:spTgt spid="60426"/>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60423"/>
                                        </p:tgtEl>
                                        <p:attrNameLst>
                                          <p:attrName>style.visibility</p:attrName>
                                        </p:attrNameLst>
                                      </p:cBhvr>
                                      <p:to>
                                        <p:strVal val="visible"/>
                                      </p:to>
                                    </p:set>
                                    <p:animEffect transition="in" filter="wipe(left)">
                                      <p:cBhvr>
                                        <p:cTn id="37" dur="500"/>
                                        <p:tgtEl>
                                          <p:spTgt spid="60423"/>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2"/>
                                        </p:tgtEl>
                                        <p:attrNameLst>
                                          <p:attrName>style.visibility</p:attrName>
                                        </p:attrNameLst>
                                      </p:cBhvr>
                                      <p:to>
                                        <p:strVal val="visible"/>
                                      </p:to>
                                    </p:set>
                                    <p:animEffect transition="in" filter="wipe(left)">
                                      <p:cBhvr>
                                        <p:cTn id="42" dur="500"/>
                                        <p:tgtEl>
                                          <p:spTgt spid="2"/>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60424">
                                            <p:txEl>
                                              <p:pRg st="0" end="0"/>
                                            </p:txEl>
                                          </p:spTgt>
                                        </p:tgtEl>
                                        <p:attrNameLst>
                                          <p:attrName>style.visibility</p:attrName>
                                        </p:attrNameLst>
                                      </p:cBhvr>
                                      <p:to>
                                        <p:strVal val="visible"/>
                                      </p:to>
                                    </p:set>
                                    <p:animEffect transition="in" filter="wipe(left)">
                                      <p:cBhvr>
                                        <p:cTn id="47" dur="500"/>
                                        <p:tgtEl>
                                          <p:spTgt spid="60424">
                                            <p:txEl>
                                              <p:pRg st="0" end="0"/>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nodeType="clickEffect">
                                  <p:stCondLst>
                                    <p:cond delay="0"/>
                                  </p:stCondLst>
                                  <p:childTnLst>
                                    <p:set>
                                      <p:cBhvr>
                                        <p:cTn id="51" dur="1" fill="hold">
                                          <p:stCondLst>
                                            <p:cond delay="0"/>
                                          </p:stCondLst>
                                        </p:cTn>
                                        <p:tgtEl>
                                          <p:spTgt spid="60430"/>
                                        </p:tgtEl>
                                        <p:attrNameLst>
                                          <p:attrName>style.visibility</p:attrName>
                                        </p:attrNameLst>
                                      </p:cBhvr>
                                      <p:to>
                                        <p:strVal val="visible"/>
                                      </p:to>
                                    </p:set>
                                    <p:animEffect transition="in" filter="wipe(left)">
                                      <p:cBhvr>
                                        <p:cTn id="52" dur="500"/>
                                        <p:tgtEl>
                                          <p:spTgt spid="60430"/>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nodeType="clickEffect">
                                  <p:stCondLst>
                                    <p:cond delay="0"/>
                                  </p:stCondLst>
                                  <p:childTnLst>
                                    <p:set>
                                      <p:cBhvr>
                                        <p:cTn id="56" dur="1" fill="hold">
                                          <p:stCondLst>
                                            <p:cond delay="0"/>
                                          </p:stCondLst>
                                        </p:cTn>
                                        <p:tgtEl>
                                          <p:spTgt spid="60431"/>
                                        </p:tgtEl>
                                        <p:attrNameLst>
                                          <p:attrName>style.visibility</p:attrName>
                                        </p:attrNameLst>
                                      </p:cBhvr>
                                      <p:to>
                                        <p:strVal val="visible"/>
                                      </p:to>
                                    </p:set>
                                    <p:animEffect transition="in" filter="wipe(left)">
                                      <p:cBhvr>
                                        <p:cTn id="57" dur="500"/>
                                        <p:tgtEl>
                                          <p:spTgt spid="60431"/>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60432"/>
                                        </p:tgtEl>
                                        <p:attrNameLst>
                                          <p:attrName>style.visibility</p:attrName>
                                        </p:attrNameLst>
                                      </p:cBhvr>
                                      <p:to>
                                        <p:strVal val="visible"/>
                                      </p:to>
                                    </p:set>
                                    <p:animEffect transition="in" filter="wipe(left)">
                                      <p:cBhvr>
                                        <p:cTn id="62" dur="500"/>
                                        <p:tgtEl>
                                          <p:spTgt spid="60432"/>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60433"/>
                                        </p:tgtEl>
                                        <p:attrNameLst>
                                          <p:attrName>style.visibility</p:attrName>
                                        </p:attrNameLst>
                                      </p:cBhvr>
                                      <p:to>
                                        <p:strVal val="visible"/>
                                      </p:to>
                                    </p:set>
                                    <p:animEffect transition="in" filter="wipe(left)">
                                      <p:cBhvr>
                                        <p:cTn id="67" dur="500"/>
                                        <p:tgtEl>
                                          <p:spTgt spid="60433"/>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22" presetClass="entr" presetSubtype="8" fill="hold" grpId="0" nodeType="clickEffect">
                                  <p:stCondLst>
                                    <p:cond delay="0"/>
                                  </p:stCondLst>
                                  <p:childTnLst>
                                    <p:set>
                                      <p:cBhvr>
                                        <p:cTn id="71" dur="1" fill="hold">
                                          <p:stCondLst>
                                            <p:cond delay="0"/>
                                          </p:stCondLst>
                                        </p:cTn>
                                        <p:tgtEl>
                                          <p:spTgt spid="19">
                                            <p:txEl>
                                              <p:pRg st="0" end="0"/>
                                            </p:txEl>
                                          </p:spTgt>
                                        </p:tgtEl>
                                        <p:attrNameLst>
                                          <p:attrName>style.visibility</p:attrName>
                                        </p:attrNameLst>
                                      </p:cBhvr>
                                      <p:to>
                                        <p:strVal val="visible"/>
                                      </p:to>
                                    </p:set>
                                    <p:animEffect transition="in" filter="wipe(left)">
                                      <p:cBhvr>
                                        <p:cTn id="72" dur="500"/>
                                        <p:tgtEl>
                                          <p:spTgt spid="19">
                                            <p:txEl>
                                              <p:pRg st="0" end="0"/>
                                            </p:txEl>
                                          </p:spTgt>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22" presetClass="entr" presetSubtype="8" fill="hold" nodeType="clickEffect">
                                  <p:stCondLst>
                                    <p:cond delay="0"/>
                                  </p:stCondLst>
                                  <p:childTnLst>
                                    <p:set>
                                      <p:cBhvr>
                                        <p:cTn id="76" dur="1" fill="hold">
                                          <p:stCondLst>
                                            <p:cond delay="0"/>
                                          </p:stCondLst>
                                        </p:cTn>
                                        <p:tgtEl>
                                          <p:spTgt spid="22"/>
                                        </p:tgtEl>
                                        <p:attrNameLst>
                                          <p:attrName>style.visibility</p:attrName>
                                        </p:attrNameLst>
                                      </p:cBhvr>
                                      <p:to>
                                        <p:strVal val="visible"/>
                                      </p:to>
                                    </p:set>
                                    <p:animEffect transition="in" filter="wipe(left)">
                                      <p:cBhvr>
                                        <p:cTn id="77" dur="500"/>
                                        <p:tgtEl>
                                          <p:spTgt spid="22"/>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22" presetClass="entr" presetSubtype="8" fill="hold" nodeType="clickEffect">
                                  <p:stCondLst>
                                    <p:cond delay="0"/>
                                  </p:stCondLst>
                                  <p:childTnLst>
                                    <p:set>
                                      <p:cBhvr>
                                        <p:cTn id="81" dur="1" fill="hold">
                                          <p:stCondLst>
                                            <p:cond delay="0"/>
                                          </p:stCondLst>
                                        </p:cTn>
                                        <p:tgtEl>
                                          <p:spTgt spid="18"/>
                                        </p:tgtEl>
                                        <p:attrNameLst>
                                          <p:attrName>style.visibility</p:attrName>
                                        </p:attrNameLst>
                                      </p:cBhvr>
                                      <p:to>
                                        <p:strVal val="visible"/>
                                      </p:to>
                                    </p:set>
                                    <p:animEffect transition="in" filter="wipe(left)">
                                      <p:cBhvr>
                                        <p:cTn id="82" dur="500"/>
                                        <p:tgtEl>
                                          <p:spTgt spid="18"/>
                                        </p:tgtEl>
                                      </p:cBhvr>
                                    </p:animEffect>
                                  </p:childTnLst>
                                </p:cTn>
                              </p:par>
                            </p:childTnLst>
                          </p:cTn>
                        </p:par>
                      </p:childTnLst>
                    </p:cTn>
                  </p:par>
                  <p:par>
                    <p:cTn id="83" fill="hold" nodeType="clickPar">
                      <p:stCondLst>
                        <p:cond delay="indefinite"/>
                      </p:stCondLst>
                      <p:childTnLst>
                        <p:par>
                          <p:cTn id="84" fill="hold" nodeType="withGroup">
                            <p:stCondLst>
                              <p:cond delay="0"/>
                            </p:stCondLst>
                            <p:childTnLst>
                              <p:par>
                                <p:cTn id="85" presetID="22" presetClass="entr" presetSubtype="8" fill="hold" nodeType="clickEffect">
                                  <p:stCondLst>
                                    <p:cond delay="0"/>
                                  </p:stCondLst>
                                  <p:childTnLst>
                                    <p:set>
                                      <p:cBhvr>
                                        <p:cTn id="86" dur="1" fill="hold">
                                          <p:stCondLst>
                                            <p:cond delay="0"/>
                                          </p:stCondLst>
                                        </p:cTn>
                                        <p:tgtEl>
                                          <p:spTgt spid="20"/>
                                        </p:tgtEl>
                                        <p:attrNameLst>
                                          <p:attrName>style.visibility</p:attrName>
                                        </p:attrNameLst>
                                      </p:cBhvr>
                                      <p:to>
                                        <p:strVal val="visible"/>
                                      </p:to>
                                    </p:set>
                                    <p:animEffect transition="in" filter="wipe(left)">
                                      <p:cBhvr>
                                        <p:cTn id="87" dur="500"/>
                                        <p:tgtEl>
                                          <p:spTgt spid="20"/>
                                        </p:tgtEl>
                                      </p:cBhvr>
                                    </p:animEffect>
                                  </p:childTnLst>
                                </p:cTn>
                              </p:par>
                            </p:childTnLst>
                          </p:cTn>
                        </p:par>
                      </p:childTnLst>
                    </p:cTn>
                  </p:par>
                  <p:par>
                    <p:cTn id="88" fill="hold" nodeType="clickPar">
                      <p:stCondLst>
                        <p:cond delay="indefinite"/>
                      </p:stCondLst>
                      <p:childTnLst>
                        <p:par>
                          <p:cTn id="89" fill="hold" nodeType="withGroup">
                            <p:stCondLst>
                              <p:cond delay="0"/>
                            </p:stCondLst>
                            <p:childTnLst>
                              <p:par>
                                <p:cTn id="90" presetID="22" presetClass="entr" presetSubtype="8" fill="hold" nodeType="clickEffect">
                                  <p:stCondLst>
                                    <p:cond delay="0"/>
                                  </p:stCondLst>
                                  <p:childTnLst>
                                    <p:set>
                                      <p:cBhvr>
                                        <p:cTn id="91" dur="1" fill="hold">
                                          <p:stCondLst>
                                            <p:cond delay="0"/>
                                          </p:stCondLst>
                                        </p:cTn>
                                        <p:tgtEl>
                                          <p:spTgt spid="21"/>
                                        </p:tgtEl>
                                        <p:attrNameLst>
                                          <p:attrName>style.visibility</p:attrName>
                                        </p:attrNameLst>
                                      </p:cBhvr>
                                      <p:to>
                                        <p:strVal val="visible"/>
                                      </p:to>
                                    </p:set>
                                    <p:animEffect transition="in" filter="wipe(left)">
                                      <p:cBhvr>
                                        <p:cTn id="92"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419" grpId="0" build="p" autoUpdateAnimBg="0"/>
      <p:bldP spid="60424" grpId="0" build="p" autoUpdateAnimBg="0"/>
      <p:bldP spid="60425" grpId="0"/>
      <p:bldP spid="60432" grpId="0"/>
      <p:bldP spid="60433" grpId="0"/>
      <p:bldP spid="19" grpId="0" build="p" autoUpdateAnimBg="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ChangeArrowheads="1"/>
          </p:cNvSpPr>
          <p:nvPr/>
        </p:nvSpPr>
        <p:spPr bwMode="auto">
          <a:xfrm>
            <a:off x="627063" y="803275"/>
            <a:ext cx="25908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996633"/>
              </a:buClr>
              <a:buFont typeface="Wingdings" panose="05000000000000000000" pitchFamily="2" charset="2"/>
              <a:buBlip>
                <a:blip r:embed="rId3"/>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3"/>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3"/>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9pPr>
          </a:lstStyle>
          <a:p>
            <a:pPr algn="just">
              <a:spcBef>
                <a:spcPct val="0"/>
              </a:spcBef>
              <a:buClrTx/>
              <a:buFontTx/>
              <a:buNone/>
            </a:pPr>
            <a:endParaRPr lang="zh-CN" altLang="zh-CN" sz="2800" b="1">
              <a:solidFill>
                <a:srgbClr val="FFFF00"/>
              </a:solidFill>
              <a:latin typeface="楷体_GB2312" pitchFamily="49" charset="-122"/>
            </a:endParaRPr>
          </a:p>
        </p:txBody>
      </p:sp>
      <p:graphicFrame>
        <p:nvGraphicFramePr>
          <p:cNvPr id="55299" name="Object 3"/>
          <p:cNvGraphicFramePr>
            <a:graphicFrameLocks noChangeAspect="1"/>
          </p:cNvGraphicFramePr>
          <p:nvPr>
            <p:extLst>
              <p:ext uri="{D42A27DB-BD31-4B8C-83A1-F6EECF244321}">
                <p14:modId xmlns:p14="http://schemas.microsoft.com/office/powerpoint/2010/main" val="2916277480"/>
              </p:ext>
            </p:extLst>
          </p:nvPr>
        </p:nvGraphicFramePr>
        <p:xfrm>
          <a:off x="2166938" y="704850"/>
          <a:ext cx="282575" cy="450850"/>
        </p:xfrm>
        <a:graphic>
          <a:graphicData uri="http://schemas.openxmlformats.org/presentationml/2006/ole">
            <mc:AlternateContent xmlns:mc="http://schemas.openxmlformats.org/markup-compatibility/2006">
              <mc:Choice xmlns:v="urn:schemas-microsoft-com:vml" Requires="v">
                <p:oleObj spid="_x0000_s46875" name="Equation" r:id="rId4" imgW="114120" imgH="177480" progId="Equation.DSMT4">
                  <p:embed/>
                </p:oleObj>
              </mc:Choice>
              <mc:Fallback>
                <p:oleObj name="Equation" r:id="rId4" imgW="114120" imgH="177480" progId="Equation.DSMT4">
                  <p:embed/>
                  <p:pic>
                    <p:nvPicPr>
                      <p:cNvPr id="0" name="Object 3"/>
                      <p:cNvPicPr>
                        <a:picLocks noChangeAspect="1" noChangeArrowheads="1"/>
                      </p:cNvPicPr>
                      <p:nvPr/>
                    </p:nvPicPr>
                    <p:blipFill>
                      <a:blip r:embed="rId5"/>
                      <a:srcRect/>
                      <a:stretch>
                        <a:fillRect/>
                      </a:stretch>
                    </p:blipFill>
                    <p:spPr bwMode="auto">
                      <a:xfrm>
                        <a:off x="2166938" y="704850"/>
                        <a:ext cx="282575" cy="450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5300" name="Object 4"/>
          <p:cNvGraphicFramePr>
            <a:graphicFrameLocks noChangeAspect="1"/>
          </p:cNvGraphicFramePr>
          <p:nvPr>
            <p:extLst>
              <p:ext uri="{D42A27DB-BD31-4B8C-83A1-F6EECF244321}">
                <p14:modId xmlns:p14="http://schemas.microsoft.com/office/powerpoint/2010/main" val="2917488606"/>
              </p:ext>
            </p:extLst>
          </p:nvPr>
        </p:nvGraphicFramePr>
        <p:xfrm>
          <a:off x="865188" y="826295"/>
          <a:ext cx="2706688" cy="918606"/>
        </p:xfrm>
        <a:graphic>
          <a:graphicData uri="http://schemas.openxmlformats.org/presentationml/2006/ole">
            <mc:AlternateContent xmlns:mc="http://schemas.openxmlformats.org/markup-compatibility/2006">
              <mc:Choice xmlns:v="urn:schemas-microsoft-com:vml" Requires="v">
                <p:oleObj spid="_x0000_s46876" name="Equation" r:id="rId6" imgW="62779165" imgH="21326490" progId="Equation.DSMT4">
                  <p:embed/>
                </p:oleObj>
              </mc:Choice>
              <mc:Fallback>
                <p:oleObj name="Equation" r:id="rId6" imgW="62779165" imgH="21326490" progId="Equation.DSMT4">
                  <p:embed/>
                  <p:pic>
                    <p:nvPicPr>
                      <p:cNvPr id="0"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65188" y="826295"/>
                        <a:ext cx="2706688" cy="918606"/>
                      </a:xfrm>
                      <a:prstGeom prst="rect">
                        <a:avLst/>
                      </a:prstGeom>
                      <a:noFill/>
                      <a:ln>
                        <a:noFill/>
                      </a:ln>
                    </p:spPr>
                  </p:pic>
                </p:oleObj>
              </mc:Fallback>
            </mc:AlternateContent>
          </a:graphicData>
        </a:graphic>
      </p:graphicFrame>
      <p:graphicFrame>
        <p:nvGraphicFramePr>
          <p:cNvPr id="55301" name="Object 5"/>
          <p:cNvGraphicFramePr>
            <a:graphicFrameLocks noChangeAspect="1"/>
          </p:cNvGraphicFramePr>
          <p:nvPr>
            <p:extLst>
              <p:ext uri="{D42A27DB-BD31-4B8C-83A1-F6EECF244321}">
                <p14:modId xmlns:p14="http://schemas.microsoft.com/office/powerpoint/2010/main" val="3731600868"/>
              </p:ext>
            </p:extLst>
          </p:nvPr>
        </p:nvGraphicFramePr>
        <p:xfrm>
          <a:off x="3906602" y="1052513"/>
          <a:ext cx="2130425" cy="509588"/>
        </p:xfrm>
        <a:graphic>
          <a:graphicData uri="http://schemas.openxmlformats.org/presentationml/2006/ole">
            <mc:AlternateContent xmlns:mc="http://schemas.openxmlformats.org/markup-compatibility/2006">
              <mc:Choice xmlns:v="urn:schemas-microsoft-com:vml" Requires="v">
                <p:oleObj spid="_x0000_s46877" r:id="rId8" imgW="20412055" imgH="4867290" progId="Equation.3">
                  <p:embed/>
                </p:oleObj>
              </mc:Choice>
              <mc:Fallback>
                <p:oleObj r:id="rId8" imgW="20412055" imgH="4867290" progId="Equation.3">
                  <p:embed/>
                  <p:pic>
                    <p:nvPicPr>
                      <p:cNvPr id="0" name="Object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906602" y="1052513"/>
                        <a:ext cx="2130425" cy="509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5302" name="Rectangle 6"/>
          <p:cNvSpPr>
            <a:spLocks noChangeArrowheads="1"/>
          </p:cNvSpPr>
          <p:nvPr/>
        </p:nvSpPr>
        <p:spPr bwMode="auto">
          <a:xfrm>
            <a:off x="323850" y="49213"/>
            <a:ext cx="25146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6633"/>
              </a:buClr>
              <a:buFont typeface="Wingdings" panose="05000000000000000000" pitchFamily="2" charset="2"/>
              <a:buBlip>
                <a:blip r:embed="rId3"/>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3"/>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3"/>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r>
              <a:rPr lang="en-US" altLang="zh-CN" sz="2800" b="1" dirty="0">
                <a:solidFill>
                  <a:srgbClr val="FFFF00"/>
                </a:solidFill>
                <a:latin typeface="楷体_GB2312" pitchFamily="49" charset="-122"/>
              </a:rPr>
              <a:t>3</a:t>
            </a:r>
            <a:r>
              <a:rPr lang="zh-CN" altLang="en-US" sz="2800" b="1" dirty="0">
                <a:solidFill>
                  <a:srgbClr val="FFFF00"/>
                </a:solidFill>
                <a:latin typeface="楷体_GB2312" pitchFamily="49" charset="-122"/>
              </a:rPr>
              <a:t>．</a:t>
            </a:r>
            <a:r>
              <a:rPr lang="zh-CN" altLang="en-US" sz="2800" b="1" dirty="0" smtClean="0">
                <a:solidFill>
                  <a:srgbClr val="FFFF00"/>
                </a:solidFill>
                <a:latin typeface="楷体_GB2312" pitchFamily="49" charset="-122"/>
              </a:rPr>
              <a:t>泊松分布 </a:t>
            </a:r>
            <a:endParaRPr lang="zh-CN" altLang="en-US" sz="2800" b="1" dirty="0">
              <a:solidFill>
                <a:srgbClr val="FFFF00"/>
              </a:solidFill>
            </a:endParaRPr>
          </a:p>
        </p:txBody>
      </p:sp>
      <p:graphicFrame>
        <p:nvGraphicFramePr>
          <p:cNvPr id="55303" name="Object 7">
            <a:hlinkClick r:id="" action="ppaction://hlinkshowjump?jump=nextslide"/>
          </p:cNvPr>
          <p:cNvGraphicFramePr>
            <a:graphicFrameLocks noChangeAspect="1"/>
          </p:cNvGraphicFramePr>
          <p:nvPr>
            <p:extLst>
              <p:ext uri="{D42A27DB-BD31-4B8C-83A1-F6EECF244321}">
                <p14:modId xmlns:p14="http://schemas.microsoft.com/office/powerpoint/2010/main" val="1203340293"/>
              </p:ext>
            </p:extLst>
          </p:nvPr>
        </p:nvGraphicFramePr>
        <p:xfrm>
          <a:off x="5859862" y="593725"/>
          <a:ext cx="1484313" cy="458788"/>
        </p:xfrm>
        <a:graphic>
          <a:graphicData uri="http://schemas.openxmlformats.org/presentationml/2006/ole">
            <mc:AlternateContent xmlns:mc="http://schemas.openxmlformats.org/markup-compatibility/2006">
              <mc:Choice xmlns:v="urn:schemas-microsoft-com:vml" Requires="v">
                <p:oleObj spid="_x0000_s46878" name="Equation" r:id="rId10" imgW="19802365" imgH="6086610" progId="Equation.DSMT4">
                  <p:embed/>
                </p:oleObj>
              </mc:Choice>
              <mc:Fallback>
                <p:oleObj name="Equation" r:id="rId10" imgW="19802365" imgH="6086610" progId="Equation.DSMT4">
                  <p:embed/>
                  <p:pic>
                    <p:nvPicPr>
                      <p:cNvPr id="0" name="Object 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859862" y="593725"/>
                        <a:ext cx="1484313" cy="458788"/>
                      </a:xfrm>
                      <a:prstGeom prst="rect">
                        <a:avLst/>
                      </a:prstGeom>
                      <a:noFill/>
                      <a:ln>
                        <a:noFill/>
                      </a:ln>
                      <a:extLst>
                        <a:ext uri="{909E8E84-426E-40DD-AFC4-6F175D3DCCD1}">
                          <a14:hiddenFill xmlns:a14="http://schemas.microsoft.com/office/drawing/2010/main">
                            <a:solidFill>
                              <a:srgbClr val="003300"/>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5304" name="Object 8"/>
          <p:cNvGraphicFramePr>
            <a:graphicFrameLocks noChangeAspect="1"/>
          </p:cNvGraphicFramePr>
          <p:nvPr>
            <p:extLst>
              <p:ext uri="{D42A27DB-BD31-4B8C-83A1-F6EECF244321}">
                <p14:modId xmlns:p14="http://schemas.microsoft.com/office/powerpoint/2010/main" val="1250025975"/>
              </p:ext>
            </p:extLst>
          </p:nvPr>
        </p:nvGraphicFramePr>
        <p:xfrm>
          <a:off x="7373913" y="610215"/>
          <a:ext cx="1530350" cy="458788"/>
        </p:xfrm>
        <a:graphic>
          <a:graphicData uri="http://schemas.openxmlformats.org/presentationml/2006/ole">
            <mc:AlternateContent xmlns:mc="http://schemas.openxmlformats.org/markup-compatibility/2006">
              <mc:Choice xmlns:v="urn:schemas-microsoft-com:vml" Requires="v">
                <p:oleObj spid="_x0000_s46879" name="Equation" r:id="rId12" imgW="20412055" imgH="6086610" progId="Equation.DSMT4">
                  <p:embed/>
                </p:oleObj>
              </mc:Choice>
              <mc:Fallback>
                <p:oleObj name="Equation" r:id="rId12" imgW="20412055" imgH="6086610" progId="Equation.DSMT4">
                  <p:embed/>
                  <p:pic>
                    <p:nvPicPr>
                      <p:cNvPr id="0" name="Object 8"/>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373913" y="610215"/>
                        <a:ext cx="1530350" cy="458788"/>
                      </a:xfrm>
                      <a:prstGeom prst="rect">
                        <a:avLst/>
                      </a:prstGeom>
                      <a:noFill/>
                      <a:ln>
                        <a:noFill/>
                      </a:ln>
                      <a:extLst>
                        <a:ext uri="{909E8E84-426E-40DD-AFC4-6F175D3DCCD1}">
                          <a14:hiddenFill xmlns:a14="http://schemas.microsoft.com/office/drawing/2010/main">
                            <a:solidFill>
                              <a:srgbClr val="003300"/>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5313" name="Object 17"/>
          <p:cNvGraphicFramePr>
            <a:graphicFrameLocks noChangeAspect="1"/>
          </p:cNvGraphicFramePr>
          <p:nvPr>
            <p:extLst>
              <p:ext uri="{D42A27DB-BD31-4B8C-83A1-F6EECF244321}">
                <p14:modId xmlns:p14="http://schemas.microsoft.com/office/powerpoint/2010/main" val="2929482926"/>
              </p:ext>
            </p:extLst>
          </p:nvPr>
        </p:nvGraphicFramePr>
        <p:xfrm>
          <a:off x="724505" y="1840707"/>
          <a:ext cx="6223759" cy="1006824"/>
        </p:xfrm>
        <a:graphic>
          <a:graphicData uri="http://schemas.openxmlformats.org/presentationml/2006/ole">
            <mc:AlternateContent xmlns:mc="http://schemas.openxmlformats.org/markup-compatibility/2006">
              <mc:Choice xmlns:v="urn:schemas-microsoft-com:vml" Requires="v">
                <p:oleObj spid="_x0000_s46880" name="Equation" r:id="rId14" imgW="2768600" imgH="444500" progId="Equation.DSMT4">
                  <p:embed/>
                </p:oleObj>
              </mc:Choice>
              <mc:Fallback>
                <p:oleObj name="Equation" r:id="rId14" imgW="2768600" imgH="444500" progId="Equation.DSMT4">
                  <p:embed/>
                  <p:pic>
                    <p:nvPicPr>
                      <p:cNvPr id="0" name="Object 17"/>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724505" y="1840707"/>
                        <a:ext cx="6223759" cy="1006824"/>
                      </a:xfrm>
                      <a:prstGeom prst="rect">
                        <a:avLst/>
                      </a:prstGeom>
                      <a:noFill/>
                      <a:ln>
                        <a:noFill/>
                      </a:ln>
                    </p:spPr>
                  </p:pic>
                </p:oleObj>
              </mc:Fallback>
            </mc:AlternateContent>
          </a:graphicData>
        </a:graphic>
      </p:graphicFrame>
      <p:graphicFrame>
        <p:nvGraphicFramePr>
          <p:cNvPr id="55314" name="Object 18"/>
          <p:cNvGraphicFramePr>
            <a:graphicFrameLocks noChangeAspect="1"/>
          </p:cNvGraphicFramePr>
          <p:nvPr>
            <p:extLst>
              <p:ext uri="{D42A27DB-BD31-4B8C-83A1-F6EECF244321}">
                <p14:modId xmlns:p14="http://schemas.microsoft.com/office/powerpoint/2010/main" val="2935839881"/>
              </p:ext>
            </p:extLst>
          </p:nvPr>
        </p:nvGraphicFramePr>
        <p:xfrm>
          <a:off x="1691680" y="3031631"/>
          <a:ext cx="3958835" cy="960727"/>
        </p:xfrm>
        <a:graphic>
          <a:graphicData uri="http://schemas.openxmlformats.org/presentationml/2006/ole">
            <mc:AlternateContent xmlns:mc="http://schemas.openxmlformats.org/markup-compatibility/2006">
              <mc:Choice xmlns:v="urn:schemas-microsoft-com:vml" Requires="v">
                <p:oleObj spid="_x0000_s46881" name="Equation" r:id="rId16" imgW="1841500" imgH="444500" progId="Equation.DSMT4">
                  <p:embed/>
                </p:oleObj>
              </mc:Choice>
              <mc:Fallback>
                <p:oleObj name="Equation" r:id="rId16" imgW="1841500" imgH="444500" progId="Equation.DSMT4">
                  <p:embed/>
                  <p:pic>
                    <p:nvPicPr>
                      <p:cNvPr id="0" name="Object 18"/>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691680" y="3031631"/>
                        <a:ext cx="3958835" cy="960727"/>
                      </a:xfrm>
                      <a:prstGeom prst="rect">
                        <a:avLst/>
                      </a:prstGeom>
                      <a:noFill/>
                      <a:ln>
                        <a:noFill/>
                      </a:ln>
                    </p:spPr>
                  </p:pic>
                </p:oleObj>
              </mc:Fallback>
            </mc:AlternateContent>
          </a:graphicData>
        </a:graphic>
      </p:graphicFrame>
      <p:graphicFrame>
        <p:nvGraphicFramePr>
          <p:cNvPr id="55315" name="Object 19"/>
          <p:cNvGraphicFramePr>
            <a:graphicFrameLocks noChangeAspect="1"/>
          </p:cNvGraphicFramePr>
          <p:nvPr>
            <p:extLst>
              <p:ext uri="{D42A27DB-BD31-4B8C-83A1-F6EECF244321}">
                <p14:modId xmlns:p14="http://schemas.microsoft.com/office/powerpoint/2010/main" val="2727660402"/>
              </p:ext>
            </p:extLst>
          </p:nvPr>
        </p:nvGraphicFramePr>
        <p:xfrm>
          <a:off x="1581150" y="5373216"/>
          <a:ext cx="2236788" cy="588963"/>
        </p:xfrm>
        <a:graphic>
          <a:graphicData uri="http://schemas.openxmlformats.org/presentationml/2006/ole">
            <mc:AlternateContent xmlns:mc="http://schemas.openxmlformats.org/markup-compatibility/2006">
              <mc:Choice xmlns:v="urn:schemas-microsoft-com:vml" Requires="v">
                <p:oleObj spid="_x0000_s46882" name="Equation" r:id="rId18" imgW="774364" imgH="203112" progId="Equation.DSMT4">
                  <p:embed/>
                </p:oleObj>
              </mc:Choice>
              <mc:Fallback>
                <p:oleObj name="Equation" r:id="rId18" imgW="774364" imgH="203112" progId="Equation.DSMT4">
                  <p:embed/>
                  <p:pic>
                    <p:nvPicPr>
                      <p:cNvPr id="0" name="Object 19"/>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581150" y="5373216"/>
                        <a:ext cx="2236788" cy="588963"/>
                      </a:xfrm>
                      <a:prstGeom prst="rect">
                        <a:avLst/>
                      </a:prstGeom>
                      <a:solidFill>
                        <a:schemeClr val="accent1">
                          <a:lumMod val="40000"/>
                          <a:lumOff val="60000"/>
                        </a:schemeClr>
                      </a:solidFill>
                      <a:ln>
                        <a:noFill/>
                      </a:ln>
                      <a:extLst/>
                    </p:spPr>
                  </p:pic>
                </p:oleObj>
              </mc:Fallback>
            </mc:AlternateContent>
          </a:graphicData>
        </a:graphic>
      </p:graphicFrame>
      <p:graphicFrame>
        <p:nvGraphicFramePr>
          <p:cNvPr id="55317" name="Object 21"/>
          <p:cNvGraphicFramePr>
            <a:graphicFrameLocks noChangeAspect="1"/>
          </p:cNvGraphicFramePr>
          <p:nvPr>
            <p:extLst>
              <p:ext uri="{D42A27DB-BD31-4B8C-83A1-F6EECF244321}">
                <p14:modId xmlns:p14="http://schemas.microsoft.com/office/powerpoint/2010/main" val="3503235889"/>
              </p:ext>
            </p:extLst>
          </p:nvPr>
        </p:nvGraphicFramePr>
        <p:xfrm>
          <a:off x="1669175" y="4284560"/>
          <a:ext cx="5351097" cy="532339"/>
        </p:xfrm>
        <a:graphic>
          <a:graphicData uri="http://schemas.openxmlformats.org/presentationml/2006/ole">
            <mc:AlternateContent xmlns:mc="http://schemas.openxmlformats.org/markup-compatibility/2006">
              <mc:Choice xmlns:v="urn:schemas-microsoft-com:vml" Requires="v">
                <p:oleObj spid="_x0000_s46883" name="Equation" r:id="rId20" imgW="2057400" imgH="203200" progId="Equation.DSMT4">
                  <p:embed/>
                </p:oleObj>
              </mc:Choice>
              <mc:Fallback>
                <p:oleObj name="Equation" r:id="rId20" imgW="2057400" imgH="203200" progId="Equation.DSMT4">
                  <p:embed/>
                  <p:pic>
                    <p:nvPicPr>
                      <p:cNvPr id="0" name="Object 21"/>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1669175" y="4284560"/>
                        <a:ext cx="5351097" cy="532339"/>
                      </a:xfrm>
                      <a:prstGeom prst="rect">
                        <a:avLst/>
                      </a:prstGeom>
                      <a:noFill/>
                      <a:ln>
                        <a:noFill/>
                      </a:ln>
                    </p:spPr>
                  </p:pic>
                </p:oleObj>
              </mc:Fallback>
            </mc:AlternateContent>
          </a:graphicData>
        </a:graphic>
      </p:graphicFrame>
      <p:graphicFrame>
        <p:nvGraphicFramePr>
          <p:cNvPr id="16" name="Object 13"/>
          <p:cNvGraphicFramePr>
            <a:graphicFrameLocks noChangeAspect="1"/>
          </p:cNvGraphicFramePr>
          <p:nvPr>
            <p:extLst>
              <p:ext uri="{D42A27DB-BD31-4B8C-83A1-F6EECF244321}">
                <p14:modId xmlns:p14="http://schemas.microsoft.com/office/powerpoint/2010/main" val="4171416225"/>
              </p:ext>
            </p:extLst>
          </p:nvPr>
        </p:nvGraphicFramePr>
        <p:xfrm>
          <a:off x="7529513" y="1121620"/>
          <a:ext cx="1614487" cy="1052513"/>
        </p:xfrm>
        <a:graphic>
          <a:graphicData uri="http://schemas.openxmlformats.org/presentationml/2006/ole">
            <mc:AlternateContent xmlns:mc="http://schemas.openxmlformats.org/markup-compatibility/2006">
              <mc:Choice xmlns:v="urn:schemas-microsoft-com:vml" Requires="v">
                <p:oleObj spid="_x0000_s46884" name="Equation" r:id="rId22" imgW="685502" imgH="444307" progId="Equation.DSMT4">
                  <p:embed/>
                </p:oleObj>
              </mc:Choice>
              <mc:Fallback>
                <p:oleObj name="Equation" r:id="rId22" imgW="685502" imgH="444307" progId="Equation.DSMT4">
                  <p:embed/>
                  <p:pic>
                    <p:nvPicPr>
                      <p:cNvPr id="0" name="Object 13"/>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7529513" y="1121620"/>
                        <a:ext cx="1614487" cy="1052513"/>
                      </a:xfrm>
                      <a:prstGeom prst="rect">
                        <a:avLst/>
                      </a:prstGeom>
                      <a:solidFill>
                        <a:srgbClr val="FFFF33"/>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mc:AlternateContent xmlns:mc="http://schemas.openxmlformats.org/markup-compatibility/2006" xmlns:a14="http://schemas.microsoft.com/office/drawing/2010/main">
        <mc:Choice Requires="a14">
          <p:sp>
            <p:nvSpPr>
              <p:cNvPr id="2" name="矩形 1"/>
              <p:cNvSpPr/>
              <p:nvPr/>
            </p:nvSpPr>
            <p:spPr>
              <a:xfrm>
                <a:off x="2351936" y="19330"/>
                <a:ext cx="1666417" cy="58477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ctrlPr>
                            <a:rPr lang="zh-CN" altLang="en-US" i="1" smtClean="0">
                              <a:solidFill>
                                <a:srgbClr val="FFFF00"/>
                              </a:solidFill>
                              <a:latin typeface="Cambria Math" panose="02040503050406030204" pitchFamily="18" charset="0"/>
                            </a:rPr>
                          </m:ctrlPr>
                        </m:dPr>
                        <m:e>
                          <m:r>
                            <a:rPr lang="zh-CN" altLang="en-US" i="1">
                              <a:solidFill>
                                <a:srgbClr val="FFFF00"/>
                              </a:solidFill>
                              <a:latin typeface="Cambria Math" panose="02040503050406030204" pitchFamily="18" charset="0"/>
                            </a:rPr>
                            <m:t>𝑋</m:t>
                          </m:r>
                          <m:r>
                            <a:rPr lang="zh-CN" altLang="en-US" i="0">
                              <a:solidFill>
                                <a:srgbClr val="FFFF00"/>
                              </a:solidFill>
                              <a:latin typeface="Cambria Math" panose="02040503050406030204" pitchFamily="18" charset="0"/>
                            </a:rPr>
                            <m:t>~</m:t>
                          </m:r>
                          <m:r>
                            <a:rPr lang="zh-CN" altLang="en-US" i="1">
                              <a:solidFill>
                                <a:srgbClr val="FFFF00"/>
                              </a:solidFill>
                              <a:latin typeface="Cambria Math" panose="02040503050406030204" pitchFamily="18" charset="0"/>
                            </a:rPr>
                            <m:t>𝜋</m:t>
                          </m:r>
                          <m:r>
                            <a:rPr lang="zh-CN" altLang="en-US" i="0">
                              <a:solidFill>
                                <a:srgbClr val="FFFF00"/>
                              </a:solidFill>
                              <a:latin typeface="Cambria Math" panose="02040503050406030204" pitchFamily="18" charset="0"/>
                            </a:rPr>
                            <m:t>(</m:t>
                          </m:r>
                          <m:r>
                            <a:rPr lang="zh-CN" altLang="en-US" i="1">
                              <a:solidFill>
                                <a:srgbClr val="FFFF00"/>
                              </a:solidFill>
                              <a:latin typeface="Cambria Math" panose="02040503050406030204" pitchFamily="18" charset="0"/>
                            </a:rPr>
                            <m:t>𝜆</m:t>
                          </m:r>
                        </m:e>
                      </m:d>
                    </m:oMath>
                  </m:oMathPara>
                </a14:m>
                <a:endParaRPr lang="zh-CN" altLang="en-US" dirty="0">
                  <a:solidFill>
                    <a:srgbClr val="FFFF00"/>
                  </a:solidFill>
                </a:endParaRPr>
              </a:p>
            </p:txBody>
          </p:sp>
        </mc:Choice>
        <mc:Fallback xmlns="">
          <p:sp>
            <p:nvSpPr>
              <p:cNvPr id="2" name="矩形 1"/>
              <p:cNvSpPr>
                <a:spLocks noRot="1" noChangeAspect="1" noMove="1" noResize="1" noEditPoints="1" noAdjustHandles="1" noChangeArrowheads="1" noChangeShapeType="1" noTextEdit="1"/>
              </p:cNvSpPr>
              <p:nvPr/>
            </p:nvSpPr>
            <p:spPr>
              <a:xfrm>
                <a:off x="2351936" y="19330"/>
                <a:ext cx="1666417" cy="584775"/>
              </a:xfrm>
              <a:prstGeom prst="rect">
                <a:avLst/>
              </a:prstGeom>
              <a:blipFill rotWithShape="0">
                <a:blip r:embed="rId24"/>
                <a:stretch>
                  <a:fillRect/>
                </a:stretch>
              </a:blipFill>
            </p:spPr>
            <p:txBody>
              <a:bodyPr/>
              <a:lstStyle/>
              <a:p>
                <a:r>
                  <a:rPr lang="zh-CN" altLang="en-US">
                    <a:noFill/>
                  </a:rPr>
                  <a:t> </a:t>
                </a:r>
              </a:p>
            </p:txBody>
          </p:sp>
        </mc:Fallback>
      </mc:AlternateContent>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5302">
                                            <p:txEl>
                                              <p:pRg st="0" end="0"/>
                                            </p:txEl>
                                          </p:spTgt>
                                        </p:tgtEl>
                                        <p:attrNameLst>
                                          <p:attrName>style.visibility</p:attrName>
                                        </p:attrNameLst>
                                      </p:cBhvr>
                                      <p:to>
                                        <p:strVal val="visible"/>
                                      </p:to>
                                    </p:set>
                                    <p:animEffect transition="in" filter="wipe(left)">
                                      <p:cBhvr>
                                        <p:cTn id="7" dur="500"/>
                                        <p:tgtEl>
                                          <p:spTgt spid="55302">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55299"/>
                                        </p:tgtEl>
                                        <p:attrNameLst>
                                          <p:attrName>style.visibility</p:attrName>
                                        </p:attrNameLst>
                                      </p:cBhvr>
                                      <p:to>
                                        <p:strVal val="visible"/>
                                      </p:to>
                                    </p:set>
                                    <p:animEffect transition="in" filter="wipe(left)">
                                      <p:cBhvr>
                                        <p:cTn id="12" dur="500"/>
                                        <p:tgtEl>
                                          <p:spTgt spid="5529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55300"/>
                                        </p:tgtEl>
                                        <p:attrNameLst>
                                          <p:attrName>style.visibility</p:attrName>
                                        </p:attrNameLst>
                                      </p:cBhvr>
                                      <p:to>
                                        <p:strVal val="visible"/>
                                      </p:to>
                                    </p:set>
                                    <p:animEffect transition="in" filter="wipe(left)">
                                      <p:cBhvr>
                                        <p:cTn id="17" dur="500"/>
                                        <p:tgtEl>
                                          <p:spTgt spid="5530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55301"/>
                                        </p:tgtEl>
                                        <p:attrNameLst>
                                          <p:attrName>style.visibility</p:attrName>
                                        </p:attrNameLst>
                                      </p:cBhvr>
                                      <p:to>
                                        <p:strVal val="visible"/>
                                      </p:to>
                                    </p:set>
                                    <p:animEffect transition="in" filter="wipe(left)">
                                      <p:cBhvr>
                                        <p:cTn id="22" dur="500"/>
                                        <p:tgtEl>
                                          <p:spTgt spid="55301"/>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55303"/>
                                        </p:tgtEl>
                                        <p:attrNameLst>
                                          <p:attrName>style.visibility</p:attrName>
                                        </p:attrNameLst>
                                      </p:cBhvr>
                                      <p:to>
                                        <p:strVal val="visible"/>
                                      </p:to>
                                    </p:set>
                                    <p:animEffect transition="in" filter="wipe(left)">
                                      <p:cBhvr>
                                        <p:cTn id="27" dur="500"/>
                                        <p:tgtEl>
                                          <p:spTgt spid="55303"/>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55313"/>
                                        </p:tgtEl>
                                        <p:attrNameLst>
                                          <p:attrName>style.visibility</p:attrName>
                                        </p:attrNameLst>
                                      </p:cBhvr>
                                      <p:to>
                                        <p:strVal val="visible"/>
                                      </p:to>
                                    </p:set>
                                    <p:animEffect transition="in" filter="wipe(left)">
                                      <p:cBhvr>
                                        <p:cTn id="32" dur="500"/>
                                        <p:tgtEl>
                                          <p:spTgt spid="55313"/>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55314"/>
                                        </p:tgtEl>
                                        <p:attrNameLst>
                                          <p:attrName>style.visibility</p:attrName>
                                        </p:attrNameLst>
                                      </p:cBhvr>
                                      <p:to>
                                        <p:strVal val="visible"/>
                                      </p:to>
                                    </p:set>
                                    <p:animEffect transition="in" filter="wipe(left)">
                                      <p:cBhvr>
                                        <p:cTn id="37" dur="500"/>
                                        <p:tgtEl>
                                          <p:spTgt spid="55314"/>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55317"/>
                                        </p:tgtEl>
                                        <p:attrNameLst>
                                          <p:attrName>style.visibility</p:attrName>
                                        </p:attrNameLst>
                                      </p:cBhvr>
                                      <p:to>
                                        <p:strVal val="visible"/>
                                      </p:to>
                                    </p:set>
                                    <p:animEffect transition="in" filter="wipe(left)">
                                      <p:cBhvr>
                                        <p:cTn id="42" dur="500"/>
                                        <p:tgtEl>
                                          <p:spTgt spid="55317"/>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55315"/>
                                        </p:tgtEl>
                                        <p:attrNameLst>
                                          <p:attrName>style.visibility</p:attrName>
                                        </p:attrNameLst>
                                      </p:cBhvr>
                                      <p:to>
                                        <p:strVal val="visible"/>
                                      </p:to>
                                    </p:set>
                                    <p:animEffect transition="in" filter="wipe(left)">
                                      <p:cBhvr>
                                        <p:cTn id="47" dur="500"/>
                                        <p:tgtEl>
                                          <p:spTgt spid="55315"/>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nodeType="clickEffect">
                                  <p:stCondLst>
                                    <p:cond delay="0"/>
                                  </p:stCondLst>
                                  <p:childTnLst>
                                    <p:set>
                                      <p:cBhvr>
                                        <p:cTn id="51" dur="1" fill="hold">
                                          <p:stCondLst>
                                            <p:cond delay="0"/>
                                          </p:stCondLst>
                                        </p:cTn>
                                        <p:tgtEl>
                                          <p:spTgt spid="55304"/>
                                        </p:tgtEl>
                                        <p:attrNameLst>
                                          <p:attrName>style.visibility</p:attrName>
                                        </p:attrNameLst>
                                      </p:cBhvr>
                                      <p:to>
                                        <p:strVal val="visible"/>
                                      </p:to>
                                    </p:set>
                                    <p:animEffect transition="in" filter="wipe(left)">
                                      <p:cBhvr>
                                        <p:cTn id="52" dur="500"/>
                                        <p:tgtEl>
                                          <p:spTgt spid="55304"/>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nodeType="clickEffect">
                                  <p:stCondLst>
                                    <p:cond delay="0"/>
                                  </p:stCondLst>
                                  <p:childTnLst>
                                    <p:set>
                                      <p:cBhvr>
                                        <p:cTn id="56" dur="1" fill="hold">
                                          <p:stCondLst>
                                            <p:cond delay="0"/>
                                          </p:stCondLst>
                                        </p:cTn>
                                        <p:tgtEl>
                                          <p:spTgt spid="16"/>
                                        </p:tgtEl>
                                        <p:attrNameLst>
                                          <p:attrName>style.visibility</p:attrName>
                                        </p:attrNameLst>
                                      </p:cBhvr>
                                      <p:to>
                                        <p:strVal val="visible"/>
                                      </p:to>
                                    </p:set>
                                    <p:animEffect transition="in" filter="wipe(left)">
                                      <p:cBhvr>
                                        <p:cTn id="5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302" grpId="0" build="p" autoUpdateAnimBg="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5251" name="Object 19"/>
          <p:cNvGraphicFramePr>
            <a:graphicFrameLocks noChangeAspect="1"/>
          </p:cNvGraphicFramePr>
          <p:nvPr>
            <p:extLst>
              <p:ext uri="{D42A27DB-BD31-4B8C-83A1-F6EECF244321}">
                <p14:modId xmlns:p14="http://schemas.microsoft.com/office/powerpoint/2010/main" val="2898763994"/>
              </p:ext>
            </p:extLst>
          </p:nvPr>
        </p:nvGraphicFramePr>
        <p:xfrm>
          <a:off x="3797300" y="671513"/>
          <a:ext cx="14288" cy="25400"/>
        </p:xfrm>
        <a:graphic>
          <a:graphicData uri="http://schemas.openxmlformats.org/presentationml/2006/ole">
            <mc:AlternateContent xmlns:mc="http://schemas.openxmlformats.org/markup-compatibility/2006">
              <mc:Choice xmlns:v="urn:schemas-microsoft-com:vml" Requires="v">
                <p:oleObj spid="_x0000_s47978" name="公式" r:id="rId3" imgW="126720" imgH="215640" progId="Equation.3">
                  <p:embed/>
                </p:oleObj>
              </mc:Choice>
              <mc:Fallback>
                <p:oleObj name="公式" r:id="rId3" imgW="126720" imgH="215640" progId="Equation.3">
                  <p:embed/>
                  <p:pic>
                    <p:nvPicPr>
                      <p:cNvPr id="0" name="Object 19"/>
                      <p:cNvPicPr>
                        <a:picLocks noChangeAspect="1" noChangeArrowheads="1"/>
                      </p:cNvPicPr>
                      <p:nvPr/>
                    </p:nvPicPr>
                    <p:blipFill>
                      <a:blip r:embed="rId4"/>
                      <a:srcRect/>
                      <a:stretch>
                        <a:fillRect/>
                      </a:stretch>
                    </p:blipFill>
                    <p:spPr bwMode="auto">
                      <a:xfrm>
                        <a:off x="3797300" y="671513"/>
                        <a:ext cx="14288" cy="2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mc:AlternateContent xmlns:mc="http://schemas.openxmlformats.org/markup-compatibility/2006" xmlns:a14="http://schemas.microsoft.com/office/drawing/2010/main">
        <mc:Choice Requires="a14">
          <p:sp>
            <p:nvSpPr>
              <p:cNvPr id="95252" name="Rectangle 20"/>
              <p:cNvSpPr>
                <a:spLocks noChangeArrowheads="1"/>
              </p:cNvSpPr>
              <p:nvPr/>
            </p:nvSpPr>
            <p:spPr bwMode="auto">
              <a:xfrm>
                <a:off x="378618" y="15876"/>
                <a:ext cx="4378326" cy="53340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lstStyle>
                <a:lvl1pPr>
                  <a:spcBef>
                    <a:spcPct val="20000"/>
                  </a:spcBef>
                  <a:buClr>
                    <a:srgbClr val="996633"/>
                  </a:buClr>
                  <a:buFont typeface="Wingdings" panose="05000000000000000000" pitchFamily="2" charset="2"/>
                  <a:buBlip>
                    <a:blip r:embed="rId5"/>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5"/>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5"/>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5"/>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5"/>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5"/>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5"/>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5"/>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5"/>
                  </a:buBlip>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r>
                  <a:rPr lang="en-US" altLang="zh-CN" sz="2800" b="1" dirty="0" smtClean="0">
                    <a:solidFill>
                      <a:srgbClr val="FFFF00"/>
                    </a:solidFill>
                    <a:latin typeface="楷体_GB2312" pitchFamily="49" charset="-122"/>
                  </a:rPr>
                  <a:t>4</a:t>
                </a:r>
                <a:r>
                  <a:rPr lang="zh-CN" altLang="en-US" sz="2800" b="1" dirty="0">
                    <a:solidFill>
                      <a:srgbClr val="FFFF00"/>
                    </a:solidFill>
                    <a:latin typeface="楷体_GB2312" pitchFamily="49" charset="-122"/>
                  </a:rPr>
                  <a:t>．</a:t>
                </a:r>
                <a:r>
                  <a:rPr lang="zh-CN" altLang="en-US" sz="2800" b="1" dirty="0" smtClean="0">
                    <a:solidFill>
                      <a:srgbClr val="FFFF00"/>
                    </a:solidFill>
                    <a:latin typeface="楷体_GB2312" pitchFamily="49" charset="-122"/>
                  </a:rPr>
                  <a:t>均匀分布 </a:t>
                </a:r>
                <a:r>
                  <a:rPr lang="en-US" altLang="zh-CN" sz="2800" b="1" i="1" dirty="0" smtClean="0">
                    <a:solidFill>
                      <a:srgbClr val="FFFF00"/>
                    </a:solidFill>
                    <a:latin typeface="楷体_GB2312" pitchFamily="49" charset="-122"/>
                  </a:rPr>
                  <a:t>X</a:t>
                </a:r>
                <a:r>
                  <a:rPr lang="zh-CN" altLang="en-US" sz="2800" i="1" dirty="0" smtClean="0">
                    <a:solidFill>
                      <a:srgbClr val="FFFF00"/>
                    </a:solidFill>
                  </a:rPr>
                  <a:t> </a:t>
                </a:r>
                <a14:m>
                  <m:oMath xmlns:m="http://schemas.openxmlformats.org/officeDocument/2006/math">
                    <m:r>
                      <a:rPr lang="zh-CN" altLang="en-US" sz="2800" i="0">
                        <a:solidFill>
                          <a:srgbClr val="FFFF00"/>
                        </a:solidFill>
                        <a:latin typeface="Cambria Math" panose="02040503050406030204" pitchFamily="18" charset="0"/>
                      </a:rPr>
                      <m:t>~</m:t>
                    </m:r>
                    <m:r>
                      <a:rPr lang="zh-CN" altLang="en-US" sz="2800" i="1">
                        <a:solidFill>
                          <a:srgbClr val="FFFF00"/>
                        </a:solidFill>
                        <a:latin typeface="Cambria Math" panose="02040503050406030204" pitchFamily="18" charset="0"/>
                      </a:rPr>
                      <m:t> </m:t>
                    </m:r>
                  </m:oMath>
                </a14:m>
                <a:r>
                  <a:rPr lang="en-US" altLang="zh-CN" sz="2800" b="1" i="1" dirty="0" smtClean="0">
                    <a:solidFill>
                      <a:srgbClr val="FFFF00"/>
                    </a:solidFill>
                    <a:latin typeface="楷体_GB2312" pitchFamily="49" charset="-122"/>
                  </a:rPr>
                  <a:t>U</a:t>
                </a:r>
                <a:r>
                  <a:rPr lang="en-US" altLang="zh-CN" sz="2800" b="1" dirty="0" smtClean="0">
                    <a:solidFill>
                      <a:srgbClr val="FFFF00"/>
                    </a:solidFill>
                    <a:latin typeface="楷体_GB2312" pitchFamily="49" charset="-122"/>
                  </a:rPr>
                  <a:t>(</a:t>
                </a:r>
                <a:r>
                  <a:rPr lang="en-US" altLang="zh-CN" sz="2800" b="1" i="1" dirty="0" err="1" smtClean="0">
                    <a:solidFill>
                      <a:srgbClr val="FFFF00"/>
                    </a:solidFill>
                    <a:latin typeface="楷体_GB2312" pitchFamily="49" charset="-122"/>
                  </a:rPr>
                  <a:t>a</a:t>
                </a:r>
                <a:r>
                  <a:rPr lang="en-US" altLang="zh-CN" sz="2800" b="1" dirty="0" err="1" smtClean="0">
                    <a:solidFill>
                      <a:srgbClr val="FFFF00"/>
                    </a:solidFill>
                    <a:latin typeface="楷体_GB2312" pitchFamily="49" charset="-122"/>
                  </a:rPr>
                  <a:t>,</a:t>
                </a:r>
                <a:r>
                  <a:rPr lang="en-US" altLang="zh-CN" sz="2800" b="1" i="1" dirty="0" err="1" smtClean="0">
                    <a:solidFill>
                      <a:srgbClr val="FFFF00"/>
                    </a:solidFill>
                    <a:latin typeface="楷体_GB2312" pitchFamily="49" charset="-122"/>
                  </a:rPr>
                  <a:t>b</a:t>
                </a:r>
                <a:r>
                  <a:rPr lang="en-US" altLang="zh-CN" sz="2800" b="1" dirty="0" smtClean="0">
                    <a:solidFill>
                      <a:srgbClr val="FFFF00"/>
                    </a:solidFill>
                    <a:latin typeface="楷体_GB2312" pitchFamily="49" charset="-122"/>
                  </a:rPr>
                  <a:t>)</a:t>
                </a:r>
                <a:endParaRPr lang="zh-CN" altLang="en-US" sz="2800" dirty="0">
                  <a:solidFill>
                    <a:srgbClr val="FFFF00"/>
                  </a:solidFill>
                </a:endParaRPr>
              </a:p>
            </p:txBody>
          </p:sp>
        </mc:Choice>
        <mc:Fallback xmlns="">
          <p:sp>
            <p:nvSpPr>
              <p:cNvPr id="95252" name="Rectangle 20"/>
              <p:cNvSpPr>
                <a:spLocks noRot="1" noChangeAspect="1" noMove="1" noResize="1" noEditPoints="1" noAdjustHandles="1" noChangeArrowheads="1" noChangeShapeType="1" noTextEdit="1"/>
              </p:cNvSpPr>
              <p:nvPr/>
            </p:nvSpPr>
            <p:spPr bwMode="auto">
              <a:xfrm>
                <a:off x="378618" y="15876"/>
                <a:ext cx="4378326" cy="533400"/>
              </a:xfrm>
              <a:prstGeom prst="rect">
                <a:avLst/>
              </a:prstGeom>
              <a:blipFill rotWithShape="0">
                <a:blip r:embed="rId6"/>
                <a:stretch>
                  <a:fillRect l="-2786" t="-16092" b="-26437"/>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graphicFrame>
        <p:nvGraphicFramePr>
          <p:cNvPr id="95254" name="Object 22"/>
          <p:cNvGraphicFramePr>
            <a:graphicFrameLocks noChangeAspect="1"/>
          </p:cNvGraphicFramePr>
          <p:nvPr>
            <p:extLst>
              <p:ext uri="{D42A27DB-BD31-4B8C-83A1-F6EECF244321}">
                <p14:modId xmlns:p14="http://schemas.microsoft.com/office/powerpoint/2010/main" val="2041640655"/>
              </p:ext>
            </p:extLst>
          </p:nvPr>
        </p:nvGraphicFramePr>
        <p:xfrm>
          <a:off x="609600" y="1053629"/>
          <a:ext cx="1460500" cy="571500"/>
        </p:xfrm>
        <a:graphic>
          <a:graphicData uri="http://schemas.openxmlformats.org/presentationml/2006/ole">
            <mc:AlternateContent xmlns:mc="http://schemas.openxmlformats.org/markup-compatibility/2006">
              <mc:Choice xmlns:v="urn:schemas-microsoft-com:vml" Requires="v">
                <p:oleObj spid="_x0000_s47979" name="Microsoft Equation 3.0" r:id="rId7" imgW="14011255" imgH="5476950" progId="Equation.3">
                  <p:embed/>
                </p:oleObj>
              </mc:Choice>
              <mc:Fallback>
                <p:oleObj name="Microsoft Equation 3.0" r:id="rId7" imgW="14011255" imgH="5476950" progId="Equation.3">
                  <p:embed/>
                  <p:pic>
                    <p:nvPicPr>
                      <p:cNvPr id="0" name="Object 2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09600" y="1053629"/>
                        <a:ext cx="146050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5255" name="Object 23">
            <a:hlinkClick r:id="rId9" action="ppaction://hlinksldjump"/>
          </p:cNvPr>
          <p:cNvGraphicFramePr>
            <a:graphicFrameLocks noChangeAspect="1"/>
          </p:cNvGraphicFramePr>
          <p:nvPr>
            <p:extLst>
              <p:ext uri="{D42A27DB-BD31-4B8C-83A1-F6EECF244321}">
                <p14:modId xmlns:p14="http://schemas.microsoft.com/office/powerpoint/2010/main" val="1713538733"/>
              </p:ext>
            </p:extLst>
          </p:nvPr>
        </p:nvGraphicFramePr>
        <p:xfrm>
          <a:off x="4132263" y="1909292"/>
          <a:ext cx="2252662" cy="1047750"/>
        </p:xfrm>
        <a:graphic>
          <a:graphicData uri="http://schemas.openxmlformats.org/presentationml/2006/ole">
            <mc:AlternateContent xmlns:mc="http://schemas.openxmlformats.org/markup-compatibility/2006">
              <mc:Choice xmlns:v="urn:schemas-microsoft-com:vml" Requires="v">
                <p:oleObj spid="_x0000_s47980" name="Equation" r:id="rId10" imgW="21631165" imgH="10048860" progId="Equation.3">
                  <p:embed/>
                </p:oleObj>
              </mc:Choice>
              <mc:Fallback>
                <p:oleObj name="Equation" r:id="rId10" imgW="21631165" imgH="10048860" progId="Equation.3">
                  <p:embed/>
                  <p:pic>
                    <p:nvPicPr>
                      <p:cNvPr id="0" name="Object 23"/>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132263" y="1909292"/>
                        <a:ext cx="2252662" cy="1047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5256" name="Object 24"/>
          <p:cNvGraphicFramePr>
            <a:graphicFrameLocks noChangeAspect="1"/>
          </p:cNvGraphicFramePr>
          <p:nvPr>
            <p:extLst>
              <p:ext uri="{D42A27DB-BD31-4B8C-83A1-F6EECF244321}">
                <p14:modId xmlns:p14="http://schemas.microsoft.com/office/powerpoint/2010/main" val="4011904135"/>
              </p:ext>
            </p:extLst>
          </p:nvPr>
        </p:nvGraphicFramePr>
        <p:xfrm>
          <a:off x="2078038" y="939929"/>
          <a:ext cx="2032000" cy="863600"/>
        </p:xfrm>
        <a:graphic>
          <a:graphicData uri="http://schemas.openxmlformats.org/presentationml/2006/ole">
            <mc:AlternateContent xmlns:mc="http://schemas.openxmlformats.org/markup-compatibility/2006">
              <mc:Choice xmlns:v="urn:schemas-microsoft-com:vml" Requires="v">
                <p:oleObj spid="_x0000_s47981" name="Microsoft Equation 3.0" r:id="rId12" imgW="19497655" imgH="7915320" progId="Equation.3">
                  <p:embed/>
                </p:oleObj>
              </mc:Choice>
              <mc:Fallback>
                <p:oleObj name="Microsoft Equation 3.0" r:id="rId12" imgW="19497655" imgH="7915320" progId="Equation.3">
                  <p:embed/>
                  <p:pic>
                    <p:nvPicPr>
                      <p:cNvPr id="0" name="Object 24"/>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078038" y="939929"/>
                        <a:ext cx="20320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5257" name="Object 25"/>
          <p:cNvGraphicFramePr>
            <a:graphicFrameLocks noChangeAspect="1"/>
          </p:cNvGraphicFramePr>
          <p:nvPr>
            <p:extLst>
              <p:ext uri="{D42A27DB-BD31-4B8C-83A1-F6EECF244321}">
                <p14:modId xmlns:p14="http://schemas.microsoft.com/office/powerpoint/2010/main" val="2195080091"/>
              </p:ext>
            </p:extLst>
          </p:nvPr>
        </p:nvGraphicFramePr>
        <p:xfrm>
          <a:off x="4132263" y="778992"/>
          <a:ext cx="1993900" cy="1066800"/>
        </p:xfrm>
        <a:graphic>
          <a:graphicData uri="http://schemas.openxmlformats.org/presentationml/2006/ole">
            <mc:AlternateContent xmlns:mc="http://schemas.openxmlformats.org/markup-compatibility/2006">
              <mc:Choice xmlns:v="urn:schemas-microsoft-com:vml" Requires="v">
                <p:oleObj spid="_x0000_s47982" name="Equation" r:id="rId14" imgW="24069655" imgH="12792060" progId="Equation.DSMT4">
                  <p:embed/>
                </p:oleObj>
              </mc:Choice>
              <mc:Fallback>
                <p:oleObj name="Equation" r:id="rId14" imgW="24069655" imgH="12792060" progId="Equation.DSMT4">
                  <p:embed/>
                  <p:pic>
                    <p:nvPicPr>
                      <p:cNvPr id="0" name="Object 25"/>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132263" y="778992"/>
                        <a:ext cx="19939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5258" name="Object 26"/>
          <p:cNvGraphicFramePr>
            <a:graphicFrameLocks noChangeAspect="1"/>
          </p:cNvGraphicFramePr>
          <p:nvPr>
            <p:extLst>
              <p:ext uri="{D42A27DB-BD31-4B8C-83A1-F6EECF244321}">
                <p14:modId xmlns:p14="http://schemas.microsoft.com/office/powerpoint/2010/main" val="4231782028"/>
              </p:ext>
            </p:extLst>
          </p:nvPr>
        </p:nvGraphicFramePr>
        <p:xfrm>
          <a:off x="6148388" y="764704"/>
          <a:ext cx="1938337" cy="1144588"/>
        </p:xfrm>
        <a:graphic>
          <a:graphicData uri="http://schemas.openxmlformats.org/presentationml/2006/ole">
            <mc:AlternateContent xmlns:mc="http://schemas.openxmlformats.org/markup-compatibility/2006">
              <mc:Choice xmlns:v="urn:schemas-microsoft-com:vml" Requires="v">
                <p:oleObj spid="_x0000_s47983" name="公式" r:id="rId16" imgW="774364" imgH="457002" progId="Equation.3">
                  <p:embed/>
                </p:oleObj>
              </mc:Choice>
              <mc:Fallback>
                <p:oleObj name="公式" r:id="rId16" imgW="774364" imgH="457002" progId="Equation.3">
                  <p:embed/>
                  <p:pic>
                    <p:nvPicPr>
                      <p:cNvPr id="0" name="Object 26"/>
                      <p:cNvPicPr>
                        <a:picLocks noChangeAspect="1" noChangeArrowheads="1"/>
                      </p:cNvPicPr>
                      <p:nvPr/>
                    </p:nvPicPr>
                    <p:blipFill>
                      <a:blip r:embed="rId17">
                        <a:lum bright="4000"/>
                        <a:extLst>
                          <a:ext uri="{28A0092B-C50C-407E-A947-70E740481C1C}">
                            <a14:useLocalDpi xmlns:a14="http://schemas.microsoft.com/office/drawing/2010/main" val="0"/>
                          </a:ext>
                        </a:extLst>
                      </a:blip>
                      <a:srcRect/>
                      <a:stretch>
                        <a:fillRect/>
                      </a:stretch>
                    </p:blipFill>
                    <p:spPr bwMode="auto">
                      <a:xfrm>
                        <a:off x="6148388" y="764704"/>
                        <a:ext cx="1938337" cy="1144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5259" name="Object 27"/>
          <p:cNvGraphicFramePr>
            <a:graphicFrameLocks noChangeAspect="1"/>
          </p:cNvGraphicFramePr>
          <p:nvPr>
            <p:extLst>
              <p:ext uri="{D42A27DB-BD31-4B8C-83A1-F6EECF244321}">
                <p14:modId xmlns:p14="http://schemas.microsoft.com/office/powerpoint/2010/main" val="4218960929"/>
              </p:ext>
            </p:extLst>
          </p:nvPr>
        </p:nvGraphicFramePr>
        <p:xfrm>
          <a:off x="674688" y="3068960"/>
          <a:ext cx="3786187" cy="554038"/>
        </p:xfrm>
        <a:graphic>
          <a:graphicData uri="http://schemas.openxmlformats.org/presentationml/2006/ole">
            <mc:AlternateContent xmlns:mc="http://schemas.openxmlformats.org/markup-compatibility/2006">
              <mc:Choice xmlns:v="urn:schemas-microsoft-com:vml" Requires="v">
                <p:oleObj spid="_x0000_s47984" name="Equation" r:id="rId18" imgW="48148765" imgH="7000830" progId="Equation.DSMT4">
                  <p:embed/>
                </p:oleObj>
              </mc:Choice>
              <mc:Fallback>
                <p:oleObj name="Equation" r:id="rId18" imgW="48148765" imgH="7000830" progId="Equation.DSMT4">
                  <p:embed/>
                  <p:pic>
                    <p:nvPicPr>
                      <p:cNvPr id="0" name="Object 27"/>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674688" y="3068960"/>
                        <a:ext cx="3786187"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5260" name="Object 28"/>
          <p:cNvGraphicFramePr>
            <a:graphicFrameLocks noChangeAspect="1"/>
          </p:cNvGraphicFramePr>
          <p:nvPr>
            <p:extLst>
              <p:ext uri="{D42A27DB-BD31-4B8C-83A1-F6EECF244321}">
                <p14:modId xmlns:p14="http://schemas.microsoft.com/office/powerpoint/2010/main" val="215958805"/>
              </p:ext>
            </p:extLst>
          </p:nvPr>
        </p:nvGraphicFramePr>
        <p:xfrm>
          <a:off x="1665288" y="3773810"/>
          <a:ext cx="3833812" cy="1012825"/>
        </p:xfrm>
        <a:graphic>
          <a:graphicData uri="http://schemas.openxmlformats.org/presentationml/2006/ole">
            <mc:AlternateContent xmlns:mc="http://schemas.openxmlformats.org/markup-compatibility/2006">
              <mc:Choice xmlns:v="urn:schemas-microsoft-com:vml" Requires="v">
                <p:oleObj spid="_x0000_s47985" name="Equation" r:id="rId20" imgW="48758455" imgH="12792060" progId="Equation.DSMT4">
                  <p:embed/>
                </p:oleObj>
              </mc:Choice>
              <mc:Fallback>
                <p:oleObj name="Equation" r:id="rId20" imgW="48758455" imgH="12792060" progId="Equation.DSMT4">
                  <p:embed/>
                  <p:pic>
                    <p:nvPicPr>
                      <p:cNvPr id="0" name="Object 28"/>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1665288" y="3773810"/>
                        <a:ext cx="3833812" cy="1012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5261" name="Object 29"/>
          <p:cNvGraphicFramePr>
            <a:graphicFrameLocks noChangeAspect="1"/>
          </p:cNvGraphicFramePr>
          <p:nvPr>
            <p:extLst>
              <p:ext uri="{D42A27DB-BD31-4B8C-83A1-F6EECF244321}">
                <p14:modId xmlns:p14="http://schemas.microsoft.com/office/powerpoint/2010/main" val="1354320223"/>
              </p:ext>
            </p:extLst>
          </p:nvPr>
        </p:nvGraphicFramePr>
        <p:xfrm>
          <a:off x="5632450" y="3773810"/>
          <a:ext cx="1606550" cy="1012825"/>
        </p:xfrm>
        <a:graphic>
          <a:graphicData uri="http://schemas.openxmlformats.org/presentationml/2006/ole">
            <mc:AlternateContent xmlns:mc="http://schemas.openxmlformats.org/markup-compatibility/2006">
              <mc:Choice xmlns:v="urn:schemas-microsoft-com:vml" Requires="v">
                <p:oleObj spid="_x0000_s47986" name="Equation" r:id="rId22" imgW="20412055" imgH="12792060" progId="Equation.DSMT4">
                  <p:embed/>
                </p:oleObj>
              </mc:Choice>
              <mc:Fallback>
                <p:oleObj name="Equation" r:id="rId22" imgW="20412055" imgH="12792060" progId="Equation.DSMT4">
                  <p:embed/>
                  <p:pic>
                    <p:nvPicPr>
                      <p:cNvPr id="0" name="Object 29"/>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5632450" y="3773810"/>
                        <a:ext cx="1606550" cy="1012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2" name="Group 30"/>
          <p:cNvGrpSpPr>
            <a:grpSpLocks/>
          </p:cNvGrpSpPr>
          <p:nvPr/>
        </p:nvGrpSpPr>
        <p:grpSpPr bwMode="auto">
          <a:xfrm>
            <a:off x="748507" y="5066829"/>
            <a:ext cx="4691062" cy="1011237"/>
            <a:chOff x="249" y="1296"/>
            <a:chExt cx="2955" cy="637"/>
          </a:xfrm>
          <a:solidFill>
            <a:schemeClr val="accent1">
              <a:lumMod val="40000"/>
              <a:lumOff val="60000"/>
            </a:schemeClr>
          </a:solidFill>
        </p:grpSpPr>
        <p:graphicFrame>
          <p:nvGraphicFramePr>
            <p:cNvPr id="47118" name="Object 31"/>
            <p:cNvGraphicFramePr>
              <a:graphicFrameLocks noChangeAspect="1"/>
            </p:cNvGraphicFramePr>
            <p:nvPr>
              <p:extLst>
                <p:ext uri="{D42A27DB-BD31-4B8C-83A1-F6EECF244321}">
                  <p14:modId xmlns:p14="http://schemas.microsoft.com/office/powerpoint/2010/main" val="839075443"/>
                </p:ext>
              </p:extLst>
            </p:nvPr>
          </p:nvGraphicFramePr>
          <p:xfrm>
            <a:off x="1655" y="1298"/>
            <a:ext cx="1549" cy="635"/>
          </p:xfrm>
          <a:graphic>
            <a:graphicData uri="http://schemas.openxmlformats.org/presentationml/2006/ole">
              <mc:AlternateContent xmlns:mc="http://schemas.openxmlformats.org/markup-compatibility/2006">
                <mc:Choice xmlns:v="urn:schemas-microsoft-com:vml" Requires="v">
                  <p:oleObj spid="_x0000_s47987" name="Equation" r:id="rId24" imgW="34432765" imgH="12792060" progId="Equation.DSMT4">
                    <p:embed/>
                  </p:oleObj>
                </mc:Choice>
                <mc:Fallback>
                  <p:oleObj name="Equation" r:id="rId24" imgW="34432765" imgH="12792060" progId="Equation.DSMT4">
                    <p:embed/>
                    <p:pic>
                      <p:nvPicPr>
                        <p:cNvPr id="0" name="Object 31"/>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1655" y="1298"/>
                          <a:ext cx="1549" cy="635"/>
                        </a:xfrm>
                        <a:prstGeom prst="rect">
                          <a:avLst/>
                        </a:prstGeom>
                        <a:solidFill>
                          <a:schemeClr val="accent1">
                            <a:lumMod val="40000"/>
                            <a:lumOff val="60000"/>
                          </a:schemeClr>
                        </a:solidFill>
                        <a:ln>
                          <a:noFill/>
                        </a:ln>
                        <a:extLst/>
                      </p:spPr>
                    </p:pic>
                  </p:oleObj>
                </mc:Fallback>
              </mc:AlternateContent>
            </a:graphicData>
          </a:graphic>
        </p:graphicFrame>
        <p:graphicFrame>
          <p:nvGraphicFramePr>
            <p:cNvPr id="47119" name="Object 32"/>
            <p:cNvGraphicFramePr>
              <a:graphicFrameLocks noChangeAspect="1"/>
            </p:cNvGraphicFramePr>
            <p:nvPr>
              <p:extLst>
                <p:ext uri="{D42A27DB-BD31-4B8C-83A1-F6EECF244321}">
                  <p14:modId xmlns:p14="http://schemas.microsoft.com/office/powerpoint/2010/main" val="560692773"/>
                </p:ext>
              </p:extLst>
            </p:nvPr>
          </p:nvGraphicFramePr>
          <p:xfrm>
            <a:off x="249" y="1296"/>
            <a:ext cx="1378" cy="619"/>
          </p:xfrm>
          <a:graphic>
            <a:graphicData uri="http://schemas.openxmlformats.org/presentationml/2006/ole">
              <mc:AlternateContent xmlns:mc="http://schemas.openxmlformats.org/markup-compatibility/2006">
                <mc:Choice xmlns:v="urn:schemas-microsoft-com:vml" Requires="v">
                  <p:oleObj spid="_x0000_s47988" name="公式" r:id="rId26" imgW="21021745" imgH="9439200" progId="Equation.3">
                    <p:embed/>
                  </p:oleObj>
                </mc:Choice>
                <mc:Fallback>
                  <p:oleObj name="公式" r:id="rId26" imgW="21021745" imgH="9439200" progId="Equation.3">
                    <p:embed/>
                    <p:pic>
                      <p:nvPicPr>
                        <p:cNvPr id="0" name="Object 32"/>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249" y="1296"/>
                          <a:ext cx="1378" cy="619"/>
                        </a:xfrm>
                        <a:prstGeom prst="rect">
                          <a:avLst/>
                        </a:prstGeom>
                        <a:solidFill>
                          <a:schemeClr val="accent1">
                            <a:lumMod val="40000"/>
                            <a:lumOff val="60000"/>
                          </a:schemeClr>
                        </a:solidFill>
                        <a:ln>
                          <a:noFill/>
                        </a:ln>
                        <a:effectLst/>
                        <a:extLst/>
                      </p:spPr>
                    </p:pic>
                  </p:oleObj>
                </mc:Fallback>
              </mc:AlternateContent>
            </a:graphicData>
          </a:graphic>
        </p:graphicFrame>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5252">
                                            <p:txEl>
                                              <p:pRg st="0" end="0"/>
                                            </p:txEl>
                                          </p:spTgt>
                                        </p:tgtEl>
                                        <p:attrNameLst>
                                          <p:attrName>style.visibility</p:attrName>
                                        </p:attrNameLst>
                                      </p:cBhvr>
                                      <p:to>
                                        <p:strVal val="visible"/>
                                      </p:to>
                                    </p:set>
                                    <p:animEffect transition="in" filter="wipe(left)">
                                      <p:cBhvr>
                                        <p:cTn id="7" dur="500"/>
                                        <p:tgtEl>
                                          <p:spTgt spid="95252">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95251"/>
                                        </p:tgtEl>
                                        <p:attrNameLst>
                                          <p:attrName>style.visibility</p:attrName>
                                        </p:attrNameLst>
                                      </p:cBhvr>
                                      <p:to>
                                        <p:strVal val="visible"/>
                                      </p:to>
                                    </p:set>
                                    <p:animEffect transition="in" filter="wipe(left)">
                                      <p:cBhvr>
                                        <p:cTn id="12" dur="500"/>
                                        <p:tgtEl>
                                          <p:spTgt spid="9525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95254"/>
                                        </p:tgtEl>
                                        <p:attrNameLst>
                                          <p:attrName>style.visibility</p:attrName>
                                        </p:attrNameLst>
                                      </p:cBhvr>
                                      <p:to>
                                        <p:strVal val="visible"/>
                                      </p:to>
                                    </p:set>
                                    <p:animEffect transition="in" filter="wipe(left)">
                                      <p:cBhvr>
                                        <p:cTn id="17" dur="500"/>
                                        <p:tgtEl>
                                          <p:spTgt spid="9525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95256"/>
                                        </p:tgtEl>
                                        <p:attrNameLst>
                                          <p:attrName>style.visibility</p:attrName>
                                        </p:attrNameLst>
                                      </p:cBhvr>
                                      <p:to>
                                        <p:strVal val="visible"/>
                                      </p:to>
                                    </p:set>
                                    <p:animEffect transition="in" filter="wipe(left)">
                                      <p:cBhvr>
                                        <p:cTn id="22" dur="500"/>
                                        <p:tgtEl>
                                          <p:spTgt spid="9525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95257"/>
                                        </p:tgtEl>
                                        <p:attrNameLst>
                                          <p:attrName>style.visibility</p:attrName>
                                        </p:attrNameLst>
                                      </p:cBhvr>
                                      <p:to>
                                        <p:strVal val="visible"/>
                                      </p:to>
                                    </p:set>
                                    <p:animEffect transition="in" filter="wipe(left)">
                                      <p:cBhvr>
                                        <p:cTn id="27" dur="500"/>
                                        <p:tgtEl>
                                          <p:spTgt spid="95257"/>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95258"/>
                                        </p:tgtEl>
                                        <p:attrNameLst>
                                          <p:attrName>style.visibility</p:attrName>
                                        </p:attrNameLst>
                                      </p:cBhvr>
                                      <p:to>
                                        <p:strVal val="visible"/>
                                      </p:to>
                                    </p:set>
                                    <p:animEffect transition="in" filter="wipe(left)">
                                      <p:cBhvr>
                                        <p:cTn id="32" dur="500"/>
                                        <p:tgtEl>
                                          <p:spTgt spid="95258"/>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95255"/>
                                        </p:tgtEl>
                                        <p:attrNameLst>
                                          <p:attrName>style.visibility</p:attrName>
                                        </p:attrNameLst>
                                      </p:cBhvr>
                                      <p:to>
                                        <p:strVal val="visible"/>
                                      </p:to>
                                    </p:set>
                                    <p:animEffect transition="in" filter="wipe(left)">
                                      <p:cBhvr>
                                        <p:cTn id="37" dur="500"/>
                                        <p:tgtEl>
                                          <p:spTgt spid="95255"/>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95259"/>
                                        </p:tgtEl>
                                        <p:attrNameLst>
                                          <p:attrName>style.visibility</p:attrName>
                                        </p:attrNameLst>
                                      </p:cBhvr>
                                      <p:to>
                                        <p:strVal val="visible"/>
                                      </p:to>
                                    </p:set>
                                    <p:animEffect transition="in" filter="wipe(left)">
                                      <p:cBhvr>
                                        <p:cTn id="42" dur="500"/>
                                        <p:tgtEl>
                                          <p:spTgt spid="95259"/>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95260"/>
                                        </p:tgtEl>
                                        <p:attrNameLst>
                                          <p:attrName>style.visibility</p:attrName>
                                        </p:attrNameLst>
                                      </p:cBhvr>
                                      <p:to>
                                        <p:strVal val="visible"/>
                                      </p:to>
                                    </p:set>
                                    <p:animEffect transition="in" filter="wipe(left)">
                                      <p:cBhvr>
                                        <p:cTn id="47" dur="500"/>
                                        <p:tgtEl>
                                          <p:spTgt spid="95260"/>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nodeType="clickEffect">
                                  <p:stCondLst>
                                    <p:cond delay="0"/>
                                  </p:stCondLst>
                                  <p:childTnLst>
                                    <p:set>
                                      <p:cBhvr>
                                        <p:cTn id="51" dur="1" fill="hold">
                                          <p:stCondLst>
                                            <p:cond delay="0"/>
                                          </p:stCondLst>
                                        </p:cTn>
                                        <p:tgtEl>
                                          <p:spTgt spid="95261"/>
                                        </p:tgtEl>
                                        <p:attrNameLst>
                                          <p:attrName>style.visibility</p:attrName>
                                        </p:attrNameLst>
                                      </p:cBhvr>
                                      <p:to>
                                        <p:strVal val="visible"/>
                                      </p:to>
                                    </p:set>
                                    <p:animEffect transition="in" filter="wipe(left)">
                                      <p:cBhvr>
                                        <p:cTn id="52" dur="500"/>
                                        <p:tgtEl>
                                          <p:spTgt spid="95261"/>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nodeType="clickEffect">
                                  <p:stCondLst>
                                    <p:cond delay="0"/>
                                  </p:stCondLst>
                                  <p:childTnLst>
                                    <p:set>
                                      <p:cBhvr>
                                        <p:cTn id="56" dur="1" fill="hold">
                                          <p:stCondLst>
                                            <p:cond delay="0"/>
                                          </p:stCondLst>
                                        </p:cTn>
                                        <p:tgtEl>
                                          <p:spTgt spid="2"/>
                                        </p:tgtEl>
                                        <p:attrNameLst>
                                          <p:attrName>style.visibility</p:attrName>
                                        </p:attrNameLst>
                                      </p:cBhvr>
                                      <p:to>
                                        <p:strVal val="visible"/>
                                      </p:to>
                                    </p:set>
                                    <p:animEffect transition="in" filter="wipe(left)">
                                      <p:cBhvr>
                                        <p:cTn id="5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252" grpId="0" build="p" autoUpdateAnimBg="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32" name="Rectangle 12"/>
          <p:cNvSpPr>
            <a:spLocks noChangeArrowheads="1"/>
          </p:cNvSpPr>
          <p:nvPr/>
        </p:nvSpPr>
        <p:spPr bwMode="auto">
          <a:xfrm>
            <a:off x="179512" y="38100"/>
            <a:ext cx="26670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6633"/>
              </a:buClr>
              <a:buFont typeface="Wingdings" panose="05000000000000000000" pitchFamily="2" charset="2"/>
              <a:buBlip>
                <a:blip r:embed="rId3"/>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3"/>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3"/>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r>
              <a:rPr lang="en-US" altLang="zh-CN" sz="2800" b="1" dirty="0">
                <a:solidFill>
                  <a:srgbClr val="FFFF00"/>
                </a:solidFill>
                <a:latin typeface="楷体_GB2312" pitchFamily="49" charset="-122"/>
              </a:rPr>
              <a:t>⒌ </a:t>
            </a:r>
            <a:r>
              <a:rPr lang="zh-CN" altLang="en-US" sz="2800" b="1" dirty="0">
                <a:solidFill>
                  <a:srgbClr val="FFFF00"/>
                </a:solidFill>
                <a:latin typeface="楷体_GB2312" pitchFamily="49" charset="-122"/>
              </a:rPr>
              <a:t>指数分布</a:t>
            </a:r>
            <a:endParaRPr lang="zh-CN" altLang="en-US" sz="2800" dirty="0">
              <a:solidFill>
                <a:srgbClr val="FFFF00"/>
              </a:solidFill>
            </a:endParaRPr>
          </a:p>
        </p:txBody>
      </p:sp>
      <p:graphicFrame>
        <p:nvGraphicFramePr>
          <p:cNvPr id="56333" name="Object 13"/>
          <p:cNvGraphicFramePr>
            <a:graphicFrameLocks noChangeAspect="1"/>
          </p:cNvGraphicFramePr>
          <p:nvPr>
            <p:extLst>
              <p:ext uri="{D42A27DB-BD31-4B8C-83A1-F6EECF244321}">
                <p14:modId xmlns:p14="http://schemas.microsoft.com/office/powerpoint/2010/main" val="3454013168"/>
              </p:ext>
            </p:extLst>
          </p:nvPr>
        </p:nvGraphicFramePr>
        <p:xfrm>
          <a:off x="448469" y="666750"/>
          <a:ext cx="3595688" cy="1219200"/>
        </p:xfrm>
        <a:graphic>
          <a:graphicData uri="http://schemas.openxmlformats.org/presentationml/2006/ole">
            <mc:AlternateContent xmlns:mc="http://schemas.openxmlformats.org/markup-compatibility/2006">
              <mc:Choice xmlns:v="urn:schemas-microsoft-com:vml" Requires="v">
                <p:oleObj spid="_x0000_s48844" name="Equation" r:id="rId4" imgW="45100855" imgH="15230430" progId="Equation.DSMT4">
                  <p:embed/>
                </p:oleObj>
              </mc:Choice>
              <mc:Fallback>
                <p:oleObj name="Equation" r:id="rId4" imgW="45100855" imgH="15230430" progId="Equation.DSMT4">
                  <p:embed/>
                  <p:pic>
                    <p:nvPicPr>
                      <p:cNvPr id="0" name="Object 1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8469" y="666750"/>
                        <a:ext cx="3595688"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2" name="Group 14"/>
          <p:cNvGrpSpPr>
            <a:grpSpLocks/>
          </p:cNvGrpSpPr>
          <p:nvPr/>
        </p:nvGrpSpPr>
        <p:grpSpPr bwMode="auto">
          <a:xfrm>
            <a:off x="5745310" y="748110"/>
            <a:ext cx="2592288" cy="657687"/>
            <a:chOff x="718" y="3634"/>
            <a:chExt cx="2230" cy="578"/>
          </a:xfrm>
        </p:grpSpPr>
        <p:graphicFrame>
          <p:nvGraphicFramePr>
            <p:cNvPr id="48140" name="Object 15"/>
            <p:cNvGraphicFramePr>
              <a:graphicFrameLocks noChangeAspect="1"/>
            </p:cNvGraphicFramePr>
            <p:nvPr>
              <p:extLst>
                <p:ext uri="{D42A27DB-BD31-4B8C-83A1-F6EECF244321}">
                  <p14:modId xmlns:p14="http://schemas.microsoft.com/office/powerpoint/2010/main" val="3900676001"/>
                </p:ext>
              </p:extLst>
            </p:nvPr>
          </p:nvGraphicFramePr>
          <p:xfrm>
            <a:off x="718" y="3634"/>
            <a:ext cx="1036" cy="578"/>
          </p:xfrm>
          <a:graphic>
            <a:graphicData uri="http://schemas.openxmlformats.org/presentationml/2006/ole">
              <mc:AlternateContent xmlns:mc="http://schemas.openxmlformats.org/markup-compatibility/2006">
                <mc:Choice xmlns:v="urn:schemas-microsoft-com:vml" Requires="v">
                  <p:oleObj spid="_x0000_s48845" name="Equation" r:id="rId6" imgW="21936145" imgH="12182400" progId="Equation.DSMT4">
                    <p:embed/>
                  </p:oleObj>
                </mc:Choice>
                <mc:Fallback>
                  <p:oleObj name="Equation" r:id="rId6" imgW="21936145" imgH="12182400" progId="Equation.DSMT4">
                    <p:embed/>
                    <p:pic>
                      <p:nvPicPr>
                        <p:cNvPr id="0" name="Object 1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18" y="3634"/>
                          <a:ext cx="1036" cy="578"/>
                        </a:xfrm>
                        <a:prstGeom prst="rect">
                          <a:avLst/>
                        </a:prstGeom>
                        <a:noFill/>
                        <a:ln>
                          <a:noFill/>
                        </a:ln>
                        <a:extLst>
                          <a:ext uri="{909E8E84-426E-40DD-AFC4-6F175D3DCCD1}">
                            <a14:hiddenFill xmlns:a14="http://schemas.microsoft.com/office/drawing/2010/main">
                              <a:solidFill>
                                <a:srgbClr val="003300"/>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8141" name="Object 16"/>
            <p:cNvGraphicFramePr>
              <a:graphicFrameLocks noChangeAspect="1"/>
            </p:cNvGraphicFramePr>
            <p:nvPr>
              <p:extLst>
                <p:ext uri="{D42A27DB-BD31-4B8C-83A1-F6EECF244321}">
                  <p14:modId xmlns:p14="http://schemas.microsoft.com/office/powerpoint/2010/main" val="4038759551"/>
                </p:ext>
              </p:extLst>
            </p:nvPr>
          </p:nvGraphicFramePr>
          <p:xfrm>
            <a:off x="1754" y="3634"/>
            <a:ext cx="1194" cy="578"/>
          </p:xfrm>
          <a:graphic>
            <a:graphicData uri="http://schemas.openxmlformats.org/presentationml/2006/ole">
              <mc:AlternateContent xmlns:mc="http://schemas.openxmlformats.org/markup-compatibility/2006">
                <mc:Choice xmlns:v="urn:schemas-microsoft-com:vml" Requires="v">
                  <p:oleObj spid="_x0000_s48846" name="Equation" r:id="rId8" imgW="25288765" imgH="12182400" progId="Equation.DSMT4">
                    <p:embed/>
                  </p:oleObj>
                </mc:Choice>
                <mc:Fallback>
                  <p:oleObj name="Equation" r:id="rId8" imgW="25288765" imgH="12182400" progId="Equation.DSMT4">
                    <p:embed/>
                    <p:pic>
                      <p:nvPicPr>
                        <p:cNvPr id="0" name="Object 1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754" y="3634"/>
                          <a:ext cx="1194" cy="578"/>
                        </a:xfrm>
                        <a:prstGeom prst="rect">
                          <a:avLst/>
                        </a:prstGeom>
                        <a:noFill/>
                        <a:ln>
                          <a:noFill/>
                        </a:ln>
                        <a:extLst>
                          <a:ext uri="{909E8E84-426E-40DD-AFC4-6F175D3DCCD1}">
                            <a14:hiddenFill xmlns:a14="http://schemas.microsoft.com/office/drawing/2010/main">
                              <a:solidFill>
                                <a:srgbClr val="003300"/>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aphicFrame>
        <p:nvGraphicFramePr>
          <p:cNvPr id="95254" name="Object 22"/>
          <p:cNvGraphicFramePr>
            <a:graphicFrameLocks noChangeAspect="1"/>
          </p:cNvGraphicFramePr>
          <p:nvPr>
            <p:extLst>
              <p:ext uri="{D42A27DB-BD31-4B8C-83A1-F6EECF244321}">
                <p14:modId xmlns:p14="http://schemas.microsoft.com/office/powerpoint/2010/main" val="1744820903"/>
              </p:ext>
            </p:extLst>
          </p:nvPr>
        </p:nvGraphicFramePr>
        <p:xfrm>
          <a:off x="685800" y="2334096"/>
          <a:ext cx="1460500" cy="571500"/>
        </p:xfrm>
        <a:graphic>
          <a:graphicData uri="http://schemas.openxmlformats.org/presentationml/2006/ole">
            <mc:AlternateContent xmlns:mc="http://schemas.openxmlformats.org/markup-compatibility/2006">
              <mc:Choice xmlns:v="urn:schemas-microsoft-com:vml" Requires="v">
                <p:oleObj spid="_x0000_s48847" name="Microsoft Equation 3.0" r:id="rId10" imgW="571601" imgH="218970" progId="Equation.3">
                  <p:embed/>
                </p:oleObj>
              </mc:Choice>
              <mc:Fallback>
                <p:oleObj name="Microsoft Equation 3.0" r:id="rId10" imgW="571601" imgH="218970" progId="Equation.3">
                  <p:embed/>
                  <p:pic>
                    <p:nvPicPr>
                      <p:cNvPr id="0" name="Object 22"/>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85800" y="2334096"/>
                        <a:ext cx="146050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5256" name="Object 24"/>
          <p:cNvGraphicFramePr>
            <a:graphicFrameLocks noChangeAspect="1"/>
          </p:cNvGraphicFramePr>
          <p:nvPr>
            <p:extLst>
              <p:ext uri="{D42A27DB-BD31-4B8C-83A1-F6EECF244321}">
                <p14:modId xmlns:p14="http://schemas.microsoft.com/office/powerpoint/2010/main" val="1610409193"/>
              </p:ext>
            </p:extLst>
          </p:nvPr>
        </p:nvGraphicFramePr>
        <p:xfrm>
          <a:off x="2246313" y="2181696"/>
          <a:ext cx="2032000" cy="863600"/>
        </p:xfrm>
        <a:graphic>
          <a:graphicData uri="http://schemas.openxmlformats.org/presentationml/2006/ole">
            <mc:AlternateContent xmlns:mc="http://schemas.openxmlformats.org/markup-compatibility/2006">
              <mc:Choice xmlns:v="urn:schemas-microsoft-com:vml" Requires="v">
                <p:oleObj spid="_x0000_s48848" name="Microsoft Equation 3.0" r:id="rId12" imgW="800134" imgH="323730" progId="Equation.3">
                  <p:embed/>
                </p:oleObj>
              </mc:Choice>
              <mc:Fallback>
                <p:oleObj name="Microsoft Equation 3.0" r:id="rId12" imgW="800134" imgH="323730" progId="Equation.3">
                  <p:embed/>
                  <p:pic>
                    <p:nvPicPr>
                      <p:cNvPr id="0" name="Object 24"/>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246313" y="2181696"/>
                        <a:ext cx="20320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5257" name="Object 25"/>
          <p:cNvGraphicFramePr>
            <a:graphicFrameLocks noChangeAspect="1"/>
          </p:cNvGraphicFramePr>
          <p:nvPr>
            <p:extLst>
              <p:ext uri="{D42A27DB-BD31-4B8C-83A1-F6EECF244321}">
                <p14:modId xmlns:p14="http://schemas.microsoft.com/office/powerpoint/2010/main" val="3719900192"/>
              </p:ext>
            </p:extLst>
          </p:nvPr>
        </p:nvGraphicFramePr>
        <p:xfrm>
          <a:off x="4386263" y="2219796"/>
          <a:ext cx="2547937" cy="838200"/>
        </p:xfrm>
        <a:graphic>
          <a:graphicData uri="http://schemas.openxmlformats.org/presentationml/2006/ole">
            <mc:AlternateContent xmlns:mc="http://schemas.openxmlformats.org/markup-compatibility/2006">
              <mc:Choice xmlns:v="urn:schemas-microsoft-com:vml" Requires="v">
                <p:oleObj spid="_x0000_s48849" name="Equation" r:id="rId14" imgW="30775165" imgH="10048860" progId="Equation.DSMT4">
                  <p:embed/>
                </p:oleObj>
              </mc:Choice>
              <mc:Fallback>
                <p:oleObj name="Equation" r:id="rId14" imgW="30775165" imgH="10048860" progId="Equation.DSMT4">
                  <p:embed/>
                  <p:pic>
                    <p:nvPicPr>
                      <p:cNvPr id="0" name="Object 25"/>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386263" y="2219796"/>
                        <a:ext cx="2547937"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 name="Object 8"/>
          <p:cNvGraphicFramePr>
            <a:graphicFrameLocks noChangeAspect="1"/>
          </p:cNvGraphicFramePr>
          <p:nvPr>
            <p:extLst>
              <p:ext uri="{D42A27DB-BD31-4B8C-83A1-F6EECF244321}">
                <p14:modId xmlns:p14="http://schemas.microsoft.com/office/powerpoint/2010/main" val="3938625103"/>
              </p:ext>
            </p:extLst>
          </p:nvPr>
        </p:nvGraphicFramePr>
        <p:xfrm>
          <a:off x="1387475" y="3096096"/>
          <a:ext cx="6815138" cy="838200"/>
        </p:xfrm>
        <a:graphic>
          <a:graphicData uri="http://schemas.openxmlformats.org/presentationml/2006/ole">
            <mc:AlternateContent xmlns:mc="http://schemas.openxmlformats.org/markup-compatibility/2006">
              <mc:Choice xmlns:v="urn:schemas-microsoft-com:vml" Requires="v">
                <p:oleObj spid="_x0000_s48850" name="Equation" r:id="rId16" imgW="82286545" imgH="10048860" progId="Equation.DSMT4">
                  <p:embed/>
                </p:oleObj>
              </mc:Choice>
              <mc:Fallback>
                <p:oleObj name="Equation" r:id="rId16" imgW="82286545" imgH="10048860" progId="Equation.DSMT4">
                  <p:embed/>
                  <p:pic>
                    <p:nvPicPr>
                      <p:cNvPr id="0" name="Object 8"/>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387475" y="3096096"/>
                        <a:ext cx="6815138" cy="838200"/>
                      </a:xfrm>
                      <a:prstGeom prst="rect">
                        <a:avLst/>
                      </a:prstGeom>
                      <a:noFill/>
                      <a:ln>
                        <a:noFill/>
                      </a:ln>
                    </p:spPr>
                  </p:pic>
                </p:oleObj>
              </mc:Fallback>
            </mc:AlternateContent>
          </a:graphicData>
        </a:graphic>
      </p:graphicFrame>
      <p:graphicFrame>
        <p:nvGraphicFramePr>
          <p:cNvPr id="4" name="Object 9"/>
          <p:cNvGraphicFramePr>
            <a:graphicFrameLocks noChangeAspect="1"/>
          </p:cNvGraphicFramePr>
          <p:nvPr>
            <p:extLst>
              <p:ext uri="{D42A27DB-BD31-4B8C-83A1-F6EECF244321}">
                <p14:modId xmlns:p14="http://schemas.microsoft.com/office/powerpoint/2010/main" val="808836224"/>
              </p:ext>
            </p:extLst>
          </p:nvPr>
        </p:nvGraphicFramePr>
        <p:xfrm>
          <a:off x="1387475" y="3858096"/>
          <a:ext cx="6003925" cy="1016000"/>
        </p:xfrm>
        <a:graphic>
          <a:graphicData uri="http://schemas.openxmlformats.org/presentationml/2006/ole">
            <mc:AlternateContent xmlns:mc="http://schemas.openxmlformats.org/markup-compatibility/2006">
              <mc:Choice xmlns:v="urn:schemas-microsoft-com:vml" Requires="v">
                <p:oleObj spid="_x0000_s48851" name="Equation" r:id="rId18" imgW="72532855" imgH="12182400" progId="Equation.DSMT4">
                  <p:embed/>
                </p:oleObj>
              </mc:Choice>
              <mc:Fallback>
                <p:oleObj name="Equation" r:id="rId18" imgW="72532855" imgH="12182400" progId="Equation.DSMT4">
                  <p:embed/>
                  <p:pic>
                    <p:nvPicPr>
                      <p:cNvPr id="0" name="Object 9"/>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387475" y="3858096"/>
                        <a:ext cx="6003925"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 name="Object 10"/>
          <p:cNvGraphicFramePr>
            <a:graphicFrameLocks noChangeAspect="1"/>
          </p:cNvGraphicFramePr>
          <p:nvPr>
            <p:extLst>
              <p:ext uri="{D42A27DB-BD31-4B8C-83A1-F6EECF244321}">
                <p14:modId xmlns:p14="http://schemas.microsoft.com/office/powerpoint/2010/main" val="2987222164"/>
              </p:ext>
            </p:extLst>
          </p:nvPr>
        </p:nvGraphicFramePr>
        <p:xfrm>
          <a:off x="614363" y="5077296"/>
          <a:ext cx="6911975" cy="1016000"/>
        </p:xfrm>
        <a:graphic>
          <a:graphicData uri="http://schemas.openxmlformats.org/presentationml/2006/ole">
            <mc:AlternateContent xmlns:mc="http://schemas.openxmlformats.org/markup-compatibility/2006">
              <mc:Choice xmlns:v="urn:schemas-microsoft-com:vml" Requires="v">
                <p:oleObj spid="_x0000_s48852" name="Equation" r:id="rId20" imgW="83505655" imgH="12182400" progId="Equation.DSMT4">
                  <p:embed/>
                </p:oleObj>
              </mc:Choice>
              <mc:Fallback>
                <p:oleObj name="Equation" r:id="rId20" imgW="83505655" imgH="12182400" progId="Equation.DSMT4">
                  <p:embed/>
                  <p:pic>
                    <p:nvPicPr>
                      <p:cNvPr id="0" name="Object 10"/>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614363" y="5077296"/>
                        <a:ext cx="6911975" cy="1016000"/>
                      </a:xfrm>
                      <a:prstGeom prst="rect">
                        <a:avLst/>
                      </a:prstGeom>
                      <a:noFill/>
                      <a:ln>
                        <a:noFill/>
                      </a:ln>
                    </p:spPr>
                  </p:pic>
                </p:oleObj>
              </mc:Fallback>
            </mc:AlternateContent>
          </a:graphicData>
        </a:graphic>
      </p:graphicFrame>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6332">
                                            <p:txEl>
                                              <p:pRg st="0" end="0"/>
                                            </p:txEl>
                                          </p:spTgt>
                                        </p:tgtEl>
                                        <p:attrNameLst>
                                          <p:attrName>style.visibility</p:attrName>
                                        </p:attrNameLst>
                                      </p:cBhvr>
                                      <p:to>
                                        <p:strVal val="visible"/>
                                      </p:to>
                                    </p:set>
                                    <p:animEffect transition="in" filter="wipe(left)">
                                      <p:cBhvr>
                                        <p:cTn id="7" dur="500"/>
                                        <p:tgtEl>
                                          <p:spTgt spid="56332">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56333"/>
                                        </p:tgtEl>
                                        <p:attrNameLst>
                                          <p:attrName>style.visibility</p:attrName>
                                        </p:attrNameLst>
                                      </p:cBhvr>
                                      <p:to>
                                        <p:strVal val="visible"/>
                                      </p:to>
                                    </p:set>
                                    <p:animEffect transition="in" filter="wipe(left)">
                                      <p:cBhvr>
                                        <p:cTn id="12" dur="500"/>
                                        <p:tgtEl>
                                          <p:spTgt spid="5633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left)">
                                      <p:cBhvr>
                                        <p:cTn id="17" dur="500"/>
                                        <p:tgtEl>
                                          <p:spTgt spid="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95254"/>
                                        </p:tgtEl>
                                        <p:attrNameLst>
                                          <p:attrName>style.visibility</p:attrName>
                                        </p:attrNameLst>
                                      </p:cBhvr>
                                      <p:to>
                                        <p:strVal val="visible"/>
                                      </p:to>
                                    </p:set>
                                    <p:animEffect transition="in" filter="wipe(left)">
                                      <p:cBhvr>
                                        <p:cTn id="22" dur="500"/>
                                        <p:tgtEl>
                                          <p:spTgt spid="95254"/>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95256"/>
                                        </p:tgtEl>
                                        <p:attrNameLst>
                                          <p:attrName>style.visibility</p:attrName>
                                        </p:attrNameLst>
                                      </p:cBhvr>
                                      <p:to>
                                        <p:strVal val="visible"/>
                                      </p:to>
                                    </p:set>
                                    <p:animEffect transition="in" filter="wipe(left)">
                                      <p:cBhvr>
                                        <p:cTn id="27" dur="500"/>
                                        <p:tgtEl>
                                          <p:spTgt spid="95256"/>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95257"/>
                                        </p:tgtEl>
                                        <p:attrNameLst>
                                          <p:attrName>style.visibility</p:attrName>
                                        </p:attrNameLst>
                                      </p:cBhvr>
                                      <p:to>
                                        <p:strVal val="visible"/>
                                      </p:to>
                                    </p:set>
                                    <p:animEffect transition="in" filter="wipe(left)">
                                      <p:cBhvr>
                                        <p:cTn id="32" dur="500"/>
                                        <p:tgtEl>
                                          <p:spTgt spid="95257"/>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3"/>
                                        </p:tgtEl>
                                        <p:attrNameLst>
                                          <p:attrName>style.visibility</p:attrName>
                                        </p:attrNameLst>
                                      </p:cBhvr>
                                      <p:to>
                                        <p:strVal val="visible"/>
                                      </p:to>
                                    </p:set>
                                    <p:animEffect transition="in" filter="wipe(left)">
                                      <p:cBhvr>
                                        <p:cTn id="37" dur="500"/>
                                        <p:tgtEl>
                                          <p:spTgt spid="3"/>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4"/>
                                        </p:tgtEl>
                                        <p:attrNameLst>
                                          <p:attrName>style.visibility</p:attrName>
                                        </p:attrNameLst>
                                      </p:cBhvr>
                                      <p:to>
                                        <p:strVal val="visible"/>
                                      </p:to>
                                    </p:set>
                                    <p:animEffect transition="in" filter="wipe(left)">
                                      <p:cBhvr>
                                        <p:cTn id="42" dur="500"/>
                                        <p:tgtEl>
                                          <p:spTgt spid="4"/>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5"/>
                                        </p:tgtEl>
                                        <p:attrNameLst>
                                          <p:attrName>style.visibility</p:attrName>
                                        </p:attrNameLst>
                                      </p:cBhvr>
                                      <p:to>
                                        <p:strVal val="visible"/>
                                      </p:to>
                                    </p:set>
                                    <p:animEffect transition="in" filter="wipe(left)">
                                      <p:cBhvr>
                                        <p:cTn id="4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332" grpId="0" build="p" autoUpdateAnimBg="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7" name="Rectangle 3"/>
          <p:cNvSpPr>
            <a:spLocks noChangeArrowheads="1"/>
          </p:cNvSpPr>
          <p:nvPr/>
        </p:nvSpPr>
        <p:spPr bwMode="auto">
          <a:xfrm>
            <a:off x="35223" y="54907"/>
            <a:ext cx="26670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6633"/>
              </a:buClr>
              <a:buFont typeface="Wingdings" panose="05000000000000000000" pitchFamily="2" charset="2"/>
              <a:buBlip>
                <a:blip r:embed="rId3"/>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3"/>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3"/>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r>
              <a:rPr lang="en-US" altLang="zh-CN" sz="2800" b="1" dirty="0">
                <a:solidFill>
                  <a:srgbClr val="FFFF00"/>
                </a:solidFill>
                <a:latin typeface="楷体_GB2312" pitchFamily="49" charset="-122"/>
              </a:rPr>
              <a:t>⒍</a:t>
            </a:r>
            <a:r>
              <a:rPr lang="zh-CN" altLang="en-US" sz="2800" b="1" dirty="0">
                <a:solidFill>
                  <a:srgbClr val="FFFF00"/>
                </a:solidFill>
                <a:latin typeface="楷体_GB2312" pitchFamily="49" charset="-122"/>
              </a:rPr>
              <a:t>正态分布</a:t>
            </a:r>
            <a:endParaRPr lang="zh-CN" altLang="en-US" sz="2800" b="1" dirty="0">
              <a:solidFill>
                <a:srgbClr val="FFFF00"/>
              </a:solidFill>
            </a:endParaRPr>
          </a:p>
        </p:txBody>
      </p:sp>
      <p:graphicFrame>
        <p:nvGraphicFramePr>
          <p:cNvPr id="57358" name="Object 14"/>
          <p:cNvGraphicFramePr>
            <a:graphicFrameLocks noChangeAspect="1"/>
          </p:cNvGraphicFramePr>
          <p:nvPr>
            <p:extLst>
              <p:ext uri="{D42A27DB-BD31-4B8C-83A1-F6EECF244321}">
                <p14:modId xmlns:p14="http://schemas.microsoft.com/office/powerpoint/2010/main" val="2209214780"/>
              </p:ext>
            </p:extLst>
          </p:nvPr>
        </p:nvGraphicFramePr>
        <p:xfrm>
          <a:off x="827584" y="719844"/>
          <a:ext cx="6042025" cy="701675"/>
        </p:xfrm>
        <a:graphic>
          <a:graphicData uri="http://schemas.openxmlformats.org/presentationml/2006/ole">
            <mc:AlternateContent xmlns:mc="http://schemas.openxmlformats.org/markup-compatibility/2006">
              <mc:Choice xmlns:v="urn:schemas-microsoft-com:vml" Requires="v">
                <p:oleObj spid="_x0000_s49817" name="Equation" r:id="rId4" imgW="76190455" imgH="8829810" progId="Equation.DSMT4">
                  <p:embed/>
                </p:oleObj>
              </mc:Choice>
              <mc:Fallback>
                <p:oleObj name="Equation" r:id="rId4" imgW="76190455" imgH="8829810" progId="Equation.DSMT4">
                  <p:embed/>
                  <p:pic>
                    <p:nvPicPr>
                      <p:cNvPr id="0" name="Object 1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27584" y="719844"/>
                        <a:ext cx="6042025"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7360" name="Object 16"/>
          <p:cNvGraphicFramePr>
            <a:graphicFrameLocks noChangeAspect="1"/>
          </p:cNvGraphicFramePr>
          <p:nvPr>
            <p:extLst>
              <p:ext uri="{D42A27DB-BD31-4B8C-83A1-F6EECF244321}">
                <p14:modId xmlns:p14="http://schemas.microsoft.com/office/powerpoint/2010/main" val="579756920"/>
              </p:ext>
            </p:extLst>
          </p:nvPr>
        </p:nvGraphicFramePr>
        <p:xfrm>
          <a:off x="1661318" y="1226630"/>
          <a:ext cx="4675188" cy="1184275"/>
        </p:xfrm>
        <a:graphic>
          <a:graphicData uri="http://schemas.openxmlformats.org/presentationml/2006/ole">
            <mc:AlternateContent xmlns:mc="http://schemas.openxmlformats.org/markup-compatibility/2006">
              <mc:Choice xmlns:v="urn:schemas-microsoft-com:vml" Requires="v">
                <p:oleObj spid="_x0000_s49818" name="Equation" r:id="rId6" imgW="51806365" imgH="13096890" progId="Equation.DSMT4">
                  <p:embed/>
                </p:oleObj>
              </mc:Choice>
              <mc:Fallback>
                <p:oleObj name="Equation" r:id="rId6" imgW="51806365" imgH="13096890" progId="Equation.DSMT4">
                  <p:embed/>
                  <p:pic>
                    <p:nvPicPr>
                      <p:cNvPr id="0" name="Object 1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661318" y="1226630"/>
                        <a:ext cx="4675188" cy="1184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7361" name="Object 17"/>
          <p:cNvGraphicFramePr>
            <a:graphicFrameLocks noChangeAspect="1"/>
          </p:cNvGraphicFramePr>
          <p:nvPr>
            <p:extLst>
              <p:ext uri="{D42A27DB-BD31-4B8C-83A1-F6EECF244321}">
                <p14:modId xmlns:p14="http://schemas.microsoft.com/office/powerpoint/2010/main" val="4000192863"/>
              </p:ext>
            </p:extLst>
          </p:nvPr>
        </p:nvGraphicFramePr>
        <p:xfrm>
          <a:off x="1516062" y="3813703"/>
          <a:ext cx="4949825" cy="1177925"/>
        </p:xfrm>
        <a:graphic>
          <a:graphicData uri="http://schemas.openxmlformats.org/presentationml/2006/ole">
            <mc:AlternateContent xmlns:mc="http://schemas.openxmlformats.org/markup-compatibility/2006">
              <mc:Choice xmlns:v="urn:schemas-microsoft-com:vml" Requires="v">
                <p:oleObj spid="_x0000_s49819" name="Equation" r:id="rId8" imgW="62779165" imgH="14925600" progId="Equation.DSMT4">
                  <p:embed/>
                </p:oleObj>
              </mc:Choice>
              <mc:Fallback>
                <p:oleObj name="Equation" r:id="rId8" imgW="62779165" imgH="14925600" progId="Equation.DSMT4">
                  <p:embed/>
                  <p:pic>
                    <p:nvPicPr>
                      <p:cNvPr id="0" name="Object 1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516062" y="3813703"/>
                        <a:ext cx="4949825" cy="1177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7362" name="Object 18"/>
          <p:cNvGraphicFramePr>
            <a:graphicFrameLocks noChangeAspect="1"/>
          </p:cNvGraphicFramePr>
          <p:nvPr>
            <p:extLst>
              <p:ext uri="{D42A27DB-BD31-4B8C-83A1-F6EECF244321}">
                <p14:modId xmlns:p14="http://schemas.microsoft.com/office/powerpoint/2010/main" val="655262450"/>
              </p:ext>
            </p:extLst>
          </p:nvPr>
        </p:nvGraphicFramePr>
        <p:xfrm>
          <a:off x="1516062" y="5114013"/>
          <a:ext cx="3200400" cy="1009650"/>
        </p:xfrm>
        <a:graphic>
          <a:graphicData uri="http://schemas.openxmlformats.org/presentationml/2006/ole">
            <mc:AlternateContent xmlns:mc="http://schemas.openxmlformats.org/markup-compatibility/2006">
              <mc:Choice xmlns:v="urn:schemas-microsoft-com:vml" Requires="v">
                <p:oleObj spid="_x0000_s49820" name="Equation" r:id="rId10" imgW="38700055" imgH="12182400" progId="Equation.DSMT4">
                  <p:embed/>
                </p:oleObj>
              </mc:Choice>
              <mc:Fallback>
                <p:oleObj name="Equation" r:id="rId10" imgW="38700055" imgH="12182400" progId="Equation.DSMT4">
                  <p:embed/>
                  <p:pic>
                    <p:nvPicPr>
                      <p:cNvPr id="0" name="Object 1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516062" y="5114013"/>
                        <a:ext cx="3200400" cy="1009650"/>
                      </a:xfrm>
                      <a:prstGeom prst="rect">
                        <a:avLst/>
                      </a:prstGeom>
                      <a:noFill/>
                      <a:ln>
                        <a:noFill/>
                      </a:ln>
                    </p:spPr>
                  </p:pic>
                </p:oleObj>
              </mc:Fallback>
            </mc:AlternateContent>
          </a:graphicData>
        </a:graphic>
      </p:graphicFrame>
      <p:graphicFrame>
        <p:nvGraphicFramePr>
          <p:cNvPr id="57363" name="Object 19"/>
          <p:cNvGraphicFramePr>
            <a:graphicFrameLocks noGrp="1" noChangeAspect="1"/>
          </p:cNvGraphicFramePr>
          <p:nvPr>
            <p:ph sz="half" idx="4294967295"/>
            <p:extLst>
              <p:ext uri="{D42A27DB-BD31-4B8C-83A1-F6EECF244321}">
                <p14:modId xmlns:p14="http://schemas.microsoft.com/office/powerpoint/2010/main" val="3027967712"/>
              </p:ext>
            </p:extLst>
          </p:nvPr>
        </p:nvGraphicFramePr>
        <p:xfrm>
          <a:off x="3343275" y="2277974"/>
          <a:ext cx="1295400" cy="1014413"/>
        </p:xfrm>
        <a:graphic>
          <a:graphicData uri="http://schemas.openxmlformats.org/presentationml/2006/ole">
            <mc:AlternateContent xmlns:mc="http://schemas.openxmlformats.org/markup-compatibility/2006">
              <mc:Choice xmlns:v="urn:schemas-microsoft-com:vml" Requires="v">
                <p:oleObj spid="_x0000_s49821" name="公式" r:id="rId12" imgW="14011255" imgH="10963350" progId="Equation.3">
                  <p:embed/>
                </p:oleObj>
              </mc:Choice>
              <mc:Fallback>
                <p:oleObj name="公式" r:id="rId12" imgW="14011255" imgH="10963350" progId="Equation.3">
                  <p:embed/>
                  <p:pic>
                    <p:nvPicPr>
                      <p:cNvPr id="0" name="Object 19"/>
                      <p:cNvPicPr>
                        <a:picLocks noGrp="1"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343275" y="2277974"/>
                        <a:ext cx="1295400" cy="1014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7365" name="Object 21"/>
          <p:cNvGraphicFramePr>
            <a:graphicFrameLocks noGrp="1" noChangeAspect="1"/>
          </p:cNvGraphicFramePr>
          <p:nvPr>
            <p:ph sz="half" idx="4294967295"/>
            <p:extLst>
              <p:ext uri="{D42A27DB-BD31-4B8C-83A1-F6EECF244321}">
                <p14:modId xmlns:p14="http://schemas.microsoft.com/office/powerpoint/2010/main" val="48966976"/>
              </p:ext>
            </p:extLst>
          </p:nvPr>
        </p:nvGraphicFramePr>
        <p:xfrm>
          <a:off x="683568" y="2580068"/>
          <a:ext cx="2670175" cy="1111250"/>
        </p:xfrm>
        <a:graphic>
          <a:graphicData uri="http://schemas.openxmlformats.org/presentationml/2006/ole">
            <mc:AlternateContent xmlns:mc="http://schemas.openxmlformats.org/markup-compatibility/2006">
              <mc:Choice xmlns:v="urn:schemas-microsoft-com:vml" Requires="v">
                <p:oleObj spid="_x0000_s49822" name="公式" r:id="rId14" imgW="25593745" imgH="10658520" progId="Equation.3">
                  <p:embed/>
                </p:oleObj>
              </mc:Choice>
              <mc:Fallback>
                <p:oleObj name="公式" r:id="rId14" imgW="25593745" imgH="10658520" progId="Equation.3">
                  <p:embed/>
                  <p:pic>
                    <p:nvPicPr>
                      <p:cNvPr id="0" name="Object 21"/>
                      <p:cNvPicPr>
                        <a:picLocks noGrp="1"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683568" y="2580068"/>
                        <a:ext cx="2670175" cy="1111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7368" name="Object 24"/>
          <p:cNvGraphicFramePr>
            <a:graphicFrameLocks noChangeAspect="1"/>
          </p:cNvGraphicFramePr>
          <p:nvPr>
            <p:extLst>
              <p:ext uri="{D42A27DB-BD31-4B8C-83A1-F6EECF244321}">
                <p14:modId xmlns:p14="http://schemas.microsoft.com/office/powerpoint/2010/main" val="405589360"/>
              </p:ext>
            </p:extLst>
          </p:nvPr>
        </p:nvGraphicFramePr>
        <p:xfrm>
          <a:off x="4638675" y="2715837"/>
          <a:ext cx="2443162" cy="946150"/>
        </p:xfrm>
        <a:graphic>
          <a:graphicData uri="http://schemas.openxmlformats.org/presentationml/2006/ole">
            <mc:AlternateContent xmlns:mc="http://schemas.openxmlformats.org/markup-compatibility/2006">
              <mc:Choice xmlns:v="urn:schemas-microsoft-com:vml" Requires="v">
                <p:oleObj spid="_x0000_s49823" name="Equation" r:id="rId16" imgW="1129810" imgH="444307" progId="Equation.DSMT4">
                  <p:embed/>
                </p:oleObj>
              </mc:Choice>
              <mc:Fallback>
                <p:oleObj name="Equation" r:id="rId16" imgW="1129810" imgH="444307" progId="Equation.DSMT4">
                  <p:embed/>
                  <p:pic>
                    <p:nvPicPr>
                      <p:cNvPr id="0" name="Object 24"/>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638675" y="2715837"/>
                        <a:ext cx="2443162"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 name="Object 11"/>
          <p:cNvGraphicFramePr>
            <a:graphicFrameLocks noChangeAspect="1"/>
          </p:cNvGraphicFramePr>
          <p:nvPr>
            <p:extLst>
              <p:ext uri="{D42A27DB-BD31-4B8C-83A1-F6EECF244321}">
                <p14:modId xmlns:p14="http://schemas.microsoft.com/office/powerpoint/2010/main" val="2810746925"/>
              </p:ext>
            </p:extLst>
          </p:nvPr>
        </p:nvGraphicFramePr>
        <p:xfrm>
          <a:off x="6553200" y="5214025"/>
          <a:ext cx="2306637" cy="809625"/>
        </p:xfrm>
        <a:graphic>
          <a:graphicData uri="http://schemas.openxmlformats.org/presentationml/2006/ole">
            <mc:AlternateContent xmlns:mc="http://schemas.openxmlformats.org/markup-compatibility/2006">
              <mc:Choice xmlns:v="urn:schemas-microsoft-com:vml" Requires="v">
                <p:oleObj spid="_x0000_s49824" name="Equation" r:id="rId18" imgW="1066800" imgH="381000" progId="Equation.DSMT4">
                  <p:embed/>
                </p:oleObj>
              </mc:Choice>
              <mc:Fallback>
                <p:oleObj name="Equation" r:id="rId18" imgW="1066800" imgH="381000" progId="Equation.DSMT4">
                  <p:embed/>
                  <p:pic>
                    <p:nvPicPr>
                      <p:cNvPr id="0" name="Object 11"/>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6553200" y="5214025"/>
                        <a:ext cx="2306637" cy="809625"/>
                      </a:xfrm>
                      <a:prstGeom prst="rect">
                        <a:avLst/>
                      </a:prstGeom>
                      <a:solidFill>
                        <a:srgbClr val="FFFF00"/>
                      </a:solidFill>
                      <a:ln>
                        <a:noFill/>
                      </a:ln>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7347">
                                            <p:txEl>
                                              <p:pRg st="0" end="0"/>
                                            </p:txEl>
                                          </p:spTgt>
                                        </p:tgtEl>
                                        <p:attrNameLst>
                                          <p:attrName>style.visibility</p:attrName>
                                        </p:attrNameLst>
                                      </p:cBhvr>
                                      <p:to>
                                        <p:strVal val="visible"/>
                                      </p:to>
                                    </p:set>
                                    <p:animEffect transition="in" filter="wipe(left)">
                                      <p:cBhvr>
                                        <p:cTn id="7" dur="500"/>
                                        <p:tgtEl>
                                          <p:spTgt spid="5734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57358"/>
                                        </p:tgtEl>
                                        <p:attrNameLst>
                                          <p:attrName>style.visibility</p:attrName>
                                        </p:attrNameLst>
                                      </p:cBhvr>
                                      <p:to>
                                        <p:strVal val="visible"/>
                                      </p:to>
                                    </p:set>
                                    <p:animEffect transition="in" filter="wipe(left)">
                                      <p:cBhvr>
                                        <p:cTn id="12" dur="500"/>
                                        <p:tgtEl>
                                          <p:spTgt spid="5735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57360"/>
                                        </p:tgtEl>
                                        <p:attrNameLst>
                                          <p:attrName>style.visibility</p:attrName>
                                        </p:attrNameLst>
                                      </p:cBhvr>
                                      <p:to>
                                        <p:strVal val="visible"/>
                                      </p:to>
                                    </p:set>
                                    <p:animEffect transition="in" filter="wipe(left)">
                                      <p:cBhvr>
                                        <p:cTn id="17" dur="500"/>
                                        <p:tgtEl>
                                          <p:spTgt spid="5736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57363"/>
                                        </p:tgtEl>
                                        <p:attrNameLst>
                                          <p:attrName>style.visibility</p:attrName>
                                        </p:attrNameLst>
                                      </p:cBhvr>
                                      <p:to>
                                        <p:strVal val="visible"/>
                                      </p:to>
                                    </p:set>
                                    <p:animEffect transition="in" filter="wipe(left)">
                                      <p:cBhvr>
                                        <p:cTn id="22" dur="500"/>
                                        <p:tgtEl>
                                          <p:spTgt spid="5736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57365"/>
                                        </p:tgtEl>
                                        <p:attrNameLst>
                                          <p:attrName>style.visibility</p:attrName>
                                        </p:attrNameLst>
                                      </p:cBhvr>
                                      <p:to>
                                        <p:strVal val="visible"/>
                                      </p:to>
                                    </p:set>
                                    <p:animEffect transition="in" filter="wipe(left)">
                                      <p:cBhvr>
                                        <p:cTn id="27" dur="500"/>
                                        <p:tgtEl>
                                          <p:spTgt spid="57365"/>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57368"/>
                                        </p:tgtEl>
                                        <p:attrNameLst>
                                          <p:attrName>style.visibility</p:attrName>
                                        </p:attrNameLst>
                                      </p:cBhvr>
                                      <p:to>
                                        <p:strVal val="visible"/>
                                      </p:to>
                                    </p:set>
                                    <p:animEffect transition="in" filter="wipe(left)">
                                      <p:cBhvr>
                                        <p:cTn id="32" dur="500"/>
                                        <p:tgtEl>
                                          <p:spTgt spid="57368"/>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57361"/>
                                        </p:tgtEl>
                                        <p:attrNameLst>
                                          <p:attrName>style.visibility</p:attrName>
                                        </p:attrNameLst>
                                      </p:cBhvr>
                                      <p:to>
                                        <p:strVal val="visible"/>
                                      </p:to>
                                    </p:set>
                                    <p:animEffect transition="in" filter="wipe(left)">
                                      <p:cBhvr>
                                        <p:cTn id="37" dur="500"/>
                                        <p:tgtEl>
                                          <p:spTgt spid="57361"/>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57362"/>
                                        </p:tgtEl>
                                        <p:attrNameLst>
                                          <p:attrName>style.visibility</p:attrName>
                                        </p:attrNameLst>
                                      </p:cBhvr>
                                      <p:to>
                                        <p:strVal val="visible"/>
                                      </p:to>
                                    </p:set>
                                    <p:animEffect transition="in" filter="wipe(left)">
                                      <p:cBhvr>
                                        <p:cTn id="42" dur="500"/>
                                        <p:tgtEl>
                                          <p:spTgt spid="57362"/>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11"/>
                                        </p:tgtEl>
                                        <p:attrNameLst>
                                          <p:attrName>style.visibility</p:attrName>
                                        </p:attrNameLst>
                                      </p:cBhvr>
                                      <p:to>
                                        <p:strVal val="visible"/>
                                      </p:to>
                                    </p:set>
                                    <p:animEffect transition="in" filter="wipe(left)">
                                      <p:cBhvr>
                                        <p:cTn id="4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347" grpId="0" build="p" autoUpdateAnimBg="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4"/>
          <p:cNvGrpSpPr>
            <a:grpSpLocks/>
          </p:cNvGrpSpPr>
          <p:nvPr/>
        </p:nvGrpSpPr>
        <p:grpSpPr bwMode="auto">
          <a:xfrm>
            <a:off x="876300" y="726312"/>
            <a:ext cx="3894138" cy="592137"/>
            <a:chOff x="459" y="2578"/>
            <a:chExt cx="2717" cy="410"/>
          </a:xfrm>
        </p:grpSpPr>
        <p:graphicFrame>
          <p:nvGraphicFramePr>
            <p:cNvPr id="50186" name="Object 5"/>
            <p:cNvGraphicFramePr>
              <a:graphicFrameLocks noChangeAspect="1"/>
            </p:cNvGraphicFramePr>
            <p:nvPr/>
          </p:nvGraphicFramePr>
          <p:xfrm>
            <a:off x="459" y="2578"/>
            <a:ext cx="1421" cy="402"/>
          </p:xfrm>
          <a:graphic>
            <a:graphicData uri="http://schemas.openxmlformats.org/presentationml/2006/ole">
              <mc:AlternateContent xmlns:mc="http://schemas.openxmlformats.org/markup-compatibility/2006">
                <mc:Choice xmlns:v="urn:schemas-microsoft-com:vml" Requires="v">
                  <p:oleObj spid="_x0000_s50578" name="Equation" r:id="rId3" imgW="21631165" imgH="6086610" progId="Equation.DSMT4">
                    <p:embed/>
                  </p:oleObj>
                </mc:Choice>
                <mc:Fallback>
                  <p:oleObj name="Equation" r:id="rId3" imgW="21631165" imgH="6086610" progId="Equation.DSMT4">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9" y="2578"/>
                          <a:ext cx="1421" cy="402"/>
                        </a:xfrm>
                        <a:prstGeom prst="rect">
                          <a:avLst/>
                        </a:prstGeom>
                        <a:noFill/>
                        <a:ln>
                          <a:noFill/>
                        </a:ln>
                        <a:extLst>
                          <a:ext uri="{909E8E84-426E-40DD-AFC4-6F175D3DCCD1}">
                            <a14:hiddenFill xmlns:a14="http://schemas.microsoft.com/office/drawing/2010/main">
                              <a:solidFill>
                                <a:srgbClr val="003300"/>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0187" name="Object 6"/>
            <p:cNvGraphicFramePr>
              <a:graphicFrameLocks noChangeAspect="1"/>
            </p:cNvGraphicFramePr>
            <p:nvPr/>
          </p:nvGraphicFramePr>
          <p:xfrm>
            <a:off x="1764" y="2586"/>
            <a:ext cx="1412" cy="402"/>
          </p:xfrm>
          <a:graphic>
            <a:graphicData uri="http://schemas.openxmlformats.org/presentationml/2006/ole">
              <mc:AlternateContent xmlns:mc="http://schemas.openxmlformats.org/markup-compatibility/2006">
                <mc:Choice xmlns:v="urn:schemas-microsoft-com:vml" Requires="v">
                  <p:oleObj spid="_x0000_s50579" name="Equation" r:id="rId5" imgW="24679345" imgH="7000830" progId="Equation.DSMT4">
                    <p:embed/>
                  </p:oleObj>
                </mc:Choice>
                <mc:Fallback>
                  <p:oleObj name="Equation" r:id="rId5" imgW="24679345" imgH="7000830" progId="Equation.DSMT4">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64" y="2586"/>
                          <a:ext cx="1412" cy="402"/>
                        </a:xfrm>
                        <a:prstGeom prst="rect">
                          <a:avLst/>
                        </a:prstGeom>
                        <a:noFill/>
                        <a:ln>
                          <a:noFill/>
                        </a:ln>
                        <a:extLst>
                          <a:ext uri="{909E8E84-426E-40DD-AFC4-6F175D3DCCD1}">
                            <a14:hiddenFill xmlns:a14="http://schemas.microsoft.com/office/drawing/2010/main">
                              <a:solidFill>
                                <a:srgbClr val="003300"/>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90119" name="Text Box 7"/>
          <p:cNvSpPr txBox="1">
            <a:spLocks noChangeArrowheads="1"/>
          </p:cNvSpPr>
          <p:nvPr/>
        </p:nvSpPr>
        <p:spPr bwMode="auto">
          <a:xfrm>
            <a:off x="555805" y="3682621"/>
            <a:ext cx="73660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996633"/>
              </a:buClr>
              <a:buFont typeface="Wingdings" panose="05000000000000000000" pitchFamily="2" charset="2"/>
              <a:buBlip>
                <a:blip r:embed="rId7"/>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7"/>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7"/>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7"/>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7"/>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7"/>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7"/>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7"/>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7"/>
              </a:buBlip>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r>
              <a:rPr lang="zh-CN" altLang="en-US" sz="2800" dirty="0">
                <a:solidFill>
                  <a:srgbClr val="FF0000"/>
                </a:solidFill>
              </a:rPr>
              <a:t>注：服从正态分布的随机变量完全由它的数学</a:t>
            </a:r>
          </a:p>
        </p:txBody>
      </p:sp>
      <p:sp>
        <p:nvSpPr>
          <p:cNvPr id="90120" name="Text Box 8"/>
          <p:cNvSpPr txBox="1">
            <a:spLocks noChangeArrowheads="1"/>
          </p:cNvSpPr>
          <p:nvPr/>
        </p:nvSpPr>
        <p:spPr bwMode="auto">
          <a:xfrm>
            <a:off x="1259632" y="4437112"/>
            <a:ext cx="34163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996633"/>
              </a:buClr>
              <a:buFont typeface="Wingdings" panose="05000000000000000000" pitchFamily="2" charset="2"/>
              <a:buBlip>
                <a:blip r:embed="rId7"/>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7"/>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7"/>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7"/>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7"/>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7"/>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7"/>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7"/>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7"/>
              </a:buBlip>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r>
              <a:rPr lang="zh-CN" altLang="en-US" sz="2800" dirty="0">
                <a:solidFill>
                  <a:srgbClr val="FF0000"/>
                </a:solidFill>
              </a:rPr>
              <a:t>期望和方差所决定。</a:t>
            </a:r>
          </a:p>
        </p:txBody>
      </p:sp>
      <p:sp>
        <p:nvSpPr>
          <p:cNvPr id="90121" name="Text Box 9"/>
          <p:cNvSpPr txBox="1">
            <a:spLocks noChangeArrowheads="1"/>
          </p:cNvSpPr>
          <p:nvPr/>
        </p:nvSpPr>
        <p:spPr bwMode="auto">
          <a:xfrm>
            <a:off x="561975" y="1630363"/>
            <a:ext cx="162083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996633"/>
              </a:buClr>
              <a:buFont typeface="Wingdings" panose="05000000000000000000" pitchFamily="2" charset="2"/>
              <a:buBlip>
                <a:blip r:embed="rId7"/>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7"/>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7"/>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7"/>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7"/>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7"/>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7"/>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7"/>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7"/>
              </a:buBlip>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r>
              <a:rPr lang="zh-CN" altLang="en-US" sz="2800">
                <a:solidFill>
                  <a:srgbClr val="0000FF"/>
                </a:solidFill>
              </a:rPr>
              <a:t>特别</a:t>
            </a:r>
            <a:r>
              <a:rPr lang="zh-CN" altLang="en-US" sz="2800">
                <a:solidFill>
                  <a:schemeClr val="tx2"/>
                </a:solidFill>
              </a:rPr>
              <a:t>，当</a:t>
            </a:r>
          </a:p>
        </p:txBody>
      </p:sp>
      <p:graphicFrame>
        <p:nvGraphicFramePr>
          <p:cNvPr id="90122" name="Object 10"/>
          <p:cNvGraphicFramePr>
            <a:graphicFrameLocks noChangeAspect="1"/>
          </p:cNvGraphicFramePr>
          <p:nvPr/>
        </p:nvGraphicFramePr>
        <p:xfrm>
          <a:off x="2555875" y="1703388"/>
          <a:ext cx="1936750" cy="503237"/>
        </p:xfrm>
        <a:graphic>
          <a:graphicData uri="http://schemas.openxmlformats.org/presentationml/2006/ole">
            <mc:AlternateContent xmlns:mc="http://schemas.openxmlformats.org/markup-compatibility/2006">
              <mc:Choice xmlns:v="urn:schemas-microsoft-com:vml" Requires="v">
                <p:oleObj spid="_x0000_s50580" name="Equation" r:id="rId8" imgW="850900" imgH="228600" progId="Equation.DSMT4">
                  <p:embed/>
                </p:oleObj>
              </mc:Choice>
              <mc:Fallback>
                <p:oleObj name="Equation" r:id="rId8" imgW="850900" imgH="228600" progId="Equation.DSMT4">
                  <p:embed/>
                  <p:pic>
                    <p:nvPicPr>
                      <p:cNvPr id="0" name="Object 1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555875" y="1703388"/>
                        <a:ext cx="1936750"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0123" name="Object 11"/>
          <p:cNvGraphicFramePr>
            <a:graphicFrameLocks noChangeAspect="1"/>
          </p:cNvGraphicFramePr>
          <p:nvPr/>
        </p:nvGraphicFramePr>
        <p:xfrm>
          <a:off x="1984375" y="2549525"/>
          <a:ext cx="1795463" cy="538163"/>
        </p:xfrm>
        <a:graphic>
          <a:graphicData uri="http://schemas.openxmlformats.org/presentationml/2006/ole">
            <mc:AlternateContent xmlns:mc="http://schemas.openxmlformats.org/markup-compatibility/2006">
              <mc:Choice xmlns:v="urn:schemas-microsoft-com:vml" Requires="v">
                <p:oleObj spid="_x0000_s50581" name="Equation" r:id="rId10" imgW="863225" imgH="253890" progId="Equation.DSMT4">
                  <p:embed/>
                </p:oleObj>
              </mc:Choice>
              <mc:Fallback>
                <p:oleObj name="Equation" r:id="rId10" imgW="863225" imgH="253890" progId="Equation.DSMT4">
                  <p:embed/>
                  <p:pic>
                    <p:nvPicPr>
                      <p:cNvPr id="0" name="Object 11"/>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984375" y="2549525"/>
                        <a:ext cx="1795463" cy="538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0124" name="Object 12"/>
          <p:cNvGraphicFramePr>
            <a:graphicFrameLocks noChangeAspect="1"/>
          </p:cNvGraphicFramePr>
          <p:nvPr/>
        </p:nvGraphicFramePr>
        <p:xfrm>
          <a:off x="3635375" y="2595563"/>
          <a:ext cx="1577975" cy="473075"/>
        </p:xfrm>
        <a:graphic>
          <a:graphicData uri="http://schemas.openxmlformats.org/presentationml/2006/ole">
            <mc:AlternateContent xmlns:mc="http://schemas.openxmlformats.org/markup-compatibility/2006">
              <mc:Choice xmlns:v="urn:schemas-microsoft-com:vml" Requires="v">
                <p:oleObj spid="_x0000_s50582" name="Equation" r:id="rId12" imgW="875920" imgH="253890" progId="Equation.DSMT4">
                  <p:embed/>
                </p:oleObj>
              </mc:Choice>
              <mc:Fallback>
                <p:oleObj name="Equation" r:id="rId12" imgW="875920" imgH="253890" progId="Equation.DSMT4">
                  <p:embed/>
                  <p:pic>
                    <p:nvPicPr>
                      <p:cNvPr id="0" name="Object 12"/>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635375" y="2595563"/>
                        <a:ext cx="1577975" cy="47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0121">
                                            <p:txEl>
                                              <p:pRg st="0" end="0"/>
                                            </p:txEl>
                                          </p:spTgt>
                                        </p:tgtEl>
                                        <p:attrNameLst>
                                          <p:attrName>style.visibility</p:attrName>
                                        </p:attrNameLst>
                                      </p:cBhvr>
                                      <p:to>
                                        <p:strVal val="visible"/>
                                      </p:to>
                                    </p:set>
                                    <p:animEffect transition="in" filter="wipe(left)">
                                      <p:cBhvr>
                                        <p:cTn id="12" dur="500"/>
                                        <p:tgtEl>
                                          <p:spTgt spid="90121">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90122"/>
                                        </p:tgtEl>
                                        <p:attrNameLst>
                                          <p:attrName>style.visibility</p:attrName>
                                        </p:attrNameLst>
                                      </p:cBhvr>
                                      <p:to>
                                        <p:strVal val="visible"/>
                                      </p:to>
                                    </p:set>
                                    <p:animEffect transition="in" filter="wipe(left)">
                                      <p:cBhvr>
                                        <p:cTn id="17" dur="500"/>
                                        <p:tgtEl>
                                          <p:spTgt spid="9012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90123"/>
                                        </p:tgtEl>
                                        <p:attrNameLst>
                                          <p:attrName>style.visibility</p:attrName>
                                        </p:attrNameLst>
                                      </p:cBhvr>
                                      <p:to>
                                        <p:strVal val="visible"/>
                                      </p:to>
                                    </p:set>
                                    <p:animEffect transition="in" filter="wipe(left)">
                                      <p:cBhvr>
                                        <p:cTn id="22" dur="500"/>
                                        <p:tgtEl>
                                          <p:spTgt spid="9012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90124"/>
                                        </p:tgtEl>
                                        <p:attrNameLst>
                                          <p:attrName>style.visibility</p:attrName>
                                        </p:attrNameLst>
                                      </p:cBhvr>
                                      <p:to>
                                        <p:strVal val="visible"/>
                                      </p:to>
                                    </p:set>
                                    <p:animEffect transition="in" filter="wipe(left)">
                                      <p:cBhvr>
                                        <p:cTn id="27" dur="500"/>
                                        <p:tgtEl>
                                          <p:spTgt spid="90124"/>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90119">
                                            <p:txEl>
                                              <p:pRg st="0" end="0"/>
                                            </p:txEl>
                                          </p:spTgt>
                                        </p:tgtEl>
                                        <p:attrNameLst>
                                          <p:attrName>style.visibility</p:attrName>
                                        </p:attrNameLst>
                                      </p:cBhvr>
                                      <p:to>
                                        <p:strVal val="visible"/>
                                      </p:to>
                                    </p:set>
                                    <p:animEffect transition="in" filter="wipe(left)">
                                      <p:cBhvr>
                                        <p:cTn id="32" dur="500"/>
                                        <p:tgtEl>
                                          <p:spTgt spid="90119">
                                            <p:txEl>
                                              <p:pRg st="0" end="0"/>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90120">
                                            <p:txEl>
                                              <p:pRg st="0" end="0"/>
                                            </p:txEl>
                                          </p:spTgt>
                                        </p:tgtEl>
                                        <p:attrNameLst>
                                          <p:attrName>style.visibility</p:attrName>
                                        </p:attrNameLst>
                                      </p:cBhvr>
                                      <p:to>
                                        <p:strVal val="visible"/>
                                      </p:to>
                                    </p:set>
                                    <p:animEffect transition="in" filter="wipe(left)">
                                      <p:cBhvr>
                                        <p:cTn id="37" dur="500"/>
                                        <p:tgtEl>
                                          <p:spTgt spid="9012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119" grpId="0" build="p" autoUpdateAnimBg="0"/>
      <p:bldP spid="90120" grpId="0" build="p" autoUpdateAnimBg="0"/>
      <p:bldP spid="90121" grpId="0" build="p" autoUpdateAnimBg="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1206" name="Group 13"/>
          <p:cNvGrpSpPr>
            <a:grpSpLocks/>
          </p:cNvGrpSpPr>
          <p:nvPr/>
        </p:nvGrpSpPr>
        <p:grpSpPr bwMode="auto">
          <a:xfrm>
            <a:off x="527050" y="781050"/>
            <a:ext cx="8285163" cy="1704975"/>
            <a:chOff x="232" y="373"/>
            <a:chExt cx="5219" cy="1074"/>
          </a:xfrm>
        </p:grpSpPr>
        <p:grpSp>
          <p:nvGrpSpPr>
            <p:cNvPr id="51211" name="Group 14"/>
            <p:cNvGrpSpPr>
              <a:grpSpLocks/>
            </p:cNvGrpSpPr>
            <p:nvPr/>
          </p:nvGrpSpPr>
          <p:grpSpPr bwMode="auto">
            <a:xfrm>
              <a:off x="232" y="373"/>
              <a:ext cx="5219" cy="1074"/>
              <a:chOff x="232" y="373"/>
              <a:chExt cx="5219" cy="1074"/>
            </a:xfrm>
          </p:grpSpPr>
          <p:sp>
            <p:nvSpPr>
              <p:cNvPr id="51213" name="Rectangle 15"/>
              <p:cNvSpPr>
                <a:spLocks noChangeArrowheads="1"/>
              </p:cNvSpPr>
              <p:nvPr/>
            </p:nvSpPr>
            <p:spPr bwMode="auto">
              <a:xfrm>
                <a:off x="376" y="373"/>
                <a:ext cx="576"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6633"/>
                  </a:buClr>
                  <a:buFont typeface="Wingdings" panose="05000000000000000000" pitchFamily="2" charset="2"/>
                  <a:buBlip>
                    <a:blip r:embed="rId4"/>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4"/>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4"/>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r>
                  <a:rPr lang="zh-CN" altLang="en-US" sz="2800" b="1">
                    <a:solidFill>
                      <a:srgbClr val="0000FF"/>
                    </a:solidFill>
                    <a:latin typeface="楷体_GB2312" pitchFamily="49" charset="-122"/>
                  </a:rPr>
                  <a:t>例</a:t>
                </a:r>
                <a:endParaRPr lang="en-US" altLang="zh-CN" sz="2800" b="1">
                  <a:solidFill>
                    <a:srgbClr val="0000FF"/>
                  </a:solidFill>
                </a:endParaRPr>
              </a:p>
            </p:txBody>
          </p:sp>
          <p:sp>
            <p:nvSpPr>
              <p:cNvPr id="51214" name="Text Box 16"/>
              <p:cNvSpPr txBox="1">
                <a:spLocks noChangeArrowheads="1"/>
              </p:cNvSpPr>
              <p:nvPr/>
            </p:nvSpPr>
            <p:spPr bwMode="auto">
              <a:xfrm>
                <a:off x="909" y="403"/>
                <a:ext cx="4542"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996633"/>
                  </a:buClr>
                  <a:buFont typeface="Wingdings" panose="05000000000000000000" pitchFamily="2" charset="2"/>
                  <a:buBlip>
                    <a:blip r:embed="rId4"/>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4"/>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4"/>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r>
                  <a:rPr lang="zh-CN" altLang="en-US" sz="2800" b="1">
                    <a:solidFill>
                      <a:schemeClr val="accent2"/>
                    </a:solidFill>
                  </a:rPr>
                  <a:t>设 </a:t>
                </a:r>
                <a:r>
                  <a:rPr lang="en-US" altLang="zh-CN" sz="2800" b="1" i="1">
                    <a:solidFill>
                      <a:schemeClr val="accent2"/>
                    </a:solidFill>
                  </a:rPr>
                  <a:t>X </a:t>
                </a:r>
                <a:r>
                  <a:rPr lang="en-US" altLang="zh-CN" sz="2800" b="1">
                    <a:solidFill>
                      <a:schemeClr val="accent2"/>
                    </a:solidFill>
                  </a:rPr>
                  <a:t>, </a:t>
                </a:r>
                <a:r>
                  <a:rPr lang="en-US" altLang="zh-CN" sz="2800" b="1" i="1">
                    <a:solidFill>
                      <a:schemeClr val="accent2"/>
                    </a:solidFill>
                  </a:rPr>
                  <a:t>Y </a:t>
                </a:r>
                <a:r>
                  <a:rPr lang="zh-CN" altLang="en-US" sz="2800" b="1">
                    <a:solidFill>
                      <a:schemeClr val="accent2"/>
                    </a:solidFill>
                  </a:rPr>
                  <a:t>是两个相互独立的且服从正态分布的</a:t>
                </a:r>
              </a:p>
            </p:txBody>
          </p:sp>
          <p:graphicFrame>
            <p:nvGraphicFramePr>
              <p:cNvPr id="51215" name="Object 17"/>
              <p:cNvGraphicFramePr>
                <a:graphicFrameLocks noChangeAspect="1"/>
              </p:cNvGraphicFramePr>
              <p:nvPr/>
            </p:nvGraphicFramePr>
            <p:xfrm>
              <a:off x="1620" y="831"/>
              <a:ext cx="2500" cy="273"/>
            </p:xfrm>
            <a:graphic>
              <a:graphicData uri="http://schemas.openxmlformats.org/presentationml/2006/ole">
                <mc:AlternateContent xmlns:mc="http://schemas.openxmlformats.org/markup-compatibility/2006">
                  <mc:Choice xmlns:v="urn:schemas-microsoft-com:vml" Requires="v">
                    <p:oleObj spid="_x0000_s51547" name="Equation" r:id="rId5" imgW="86553565" imgH="9439200" progId="Equation.DSMT4">
                      <p:embed/>
                    </p:oleObj>
                  </mc:Choice>
                  <mc:Fallback>
                    <p:oleObj name="Equation" r:id="rId5" imgW="86553565" imgH="9439200" progId="Equation.DSMT4">
                      <p:embed/>
                      <p:pic>
                        <p:nvPicPr>
                          <p:cNvPr id="0" name="Object 1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20" y="831"/>
                            <a:ext cx="2500" cy="2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1216" name="Text Box 18"/>
              <p:cNvSpPr txBox="1">
                <a:spLocks noChangeArrowheads="1"/>
              </p:cNvSpPr>
              <p:nvPr/>
            </p:nvSpPr>
            <p:spPr bwMode="auto">
              <a:xfrm>
                <a:off x="232" y="774"/>
                <a:ext cx="1422"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996633"/>
                  </a:buClr>
                  <a:buFont typeface="Wingdings" panose="05000000000000000000" pitchFamily="2" charset="2"/>
                  <a:buBlip>
                    <a:blip r:embed="rId4"/>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4"/>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4"/>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r>
                  <a:rPr lang="zh-CN" altLang="en-US" sz="2800" b="1">
                    <a:solidFill>
                      <a:schemeClr val="accent2"/>
                    </a:solidFill>
                  </a:rPr>
                  <a:t>随机变量 </a:t>
                </a:r>
                <a:r>
                  <a:rPr lang="en-US" altLang="zh-CN" sz="2800" b="1">
                    <a:solidFill>
                      <a:schemeClr val="accent2"/>
                    </a:solidFill>
                  </a:rPr>
                  <a:t>, </a:t>
                </a:r>
                <a:r>
                  <a:rPr lang="zh-CN" altLang="en-US" sz="2800" b="1">
                    <a:solidFill>
                      <a:schemeClr val="accent2"/>
                    </a:solidFill>
                  </a:rPr>
                  <a:t>且</a:t>
                </a:r>
              </a:p>
            </p:txBody>
          </p:sp>
          <p:sp>
            <p:nvSpPr>
              <p:cNvPr id="51217" name="Text Box 19"/>
              <p:cNvSpPr txBox="1">
                <a:spLocks noChangeArrowheads="1"/>
              </p:cNvSpPr>
              <p:nvPr/>
            </p:nvSpPr>
            <p:spPr bwMode="auto">
              <a:xfrm>
                <a:off x="4120" y="744"/>
                <a:ext cx="1252"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996633"/>
                  </a:buClr>
                  <a:buFont typeface="Wingdings" panose="05000000000000000000" pitchFamily="2" charset="2"/>
                  <a:buBlip>
                    <a:blip r:embed="rId4"/>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4"/>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4"/>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r>
                  <a:rPr lang="zh-CN" altLang="en-US" sz="2800" b="1">
                    <a:solidFill>
                      <a:schemeClr val="accent2"/>
                    </a:solidFill>
                  </a:rPr>
                  <a:t>，则求随机</a:t>
                </a:r>
              </a:p>
            </p:txBody>
          </p:sp>
          <p:sp>
            <p:nvSpPr>
              <p:cNvPr id="51218" name="Text Box 20"/>
              <p:cNvSpPr txBox="1">
                <a:spLocks noChangeArrowheads="1"/>
              </p:cNvSpPr>
              <p:nvPr/>
            </p:nvSpPr>
            <p:spPr bwMode="auto">
              <a:xfrm>
                <a:off x="242" y="1106"/>
                <a:ext cx="571"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996633"/>
                  </a:buClr>
                  <a:buFont typeface="Wingdings" panose="05000000000000000000" pitchFamily="2" charset="2"/>
                  <a:buBlip>
                    <a:blip r:embed="rId4"/>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4"/>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4"/>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r>
                  <a:rPr lang="zh-CN" altLang="en-US" sz="2800" b="1">
                    <a:solidFill>
                      <a:schemeClr val="accent2"/>
                    </a:solidFill>
                  </a:rPr>
                  <a:t>变量</a:t>
                </a:r>
              </a:p>
            </p:txBody>
          </p:sp>
          <p:sp>
            <p:nvSpPr>
              <p:cNvPr id="51219" name="Text Box 21"/>
              <p:cNvSpPr txBox="1">
                <a:spLocks noChangeArrowheads="1"/>
              </p:cNvSpPr>
              <p:nvPr/>
            </p:nvSpPr>
            <p:spPr bwMode="auto">
              <a:xfrm>
                <a:off x="1922" y="1117"/>
                <a:ext cx="1707"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996633"/>
                  </a:buClr>
                  <a:buFont typeface="Wingdings" panose="05000000000000000000" pitchFamily="2" charset="2"/>
                  <a:buBlip>
                    <a:blip r:embed="rId4"/>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4"/>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4"/>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r>
                  <a:rPr lang="zh-CN" altLang="en-US" sz="2800" b="1">
                    <a:solidFill>
                      <a:schemeClr val="accent2"/>
                    </a:solidFill>
                  </a:rPr>
                  <a:t>服从什么分布？</a:t>
                </a:r>
              </a:p>
            </p:txBody>
          </p:sp>
        </p:grpSp>
        <p:graphicFrame>
          <p:nvGraphicFramePr>
            <p:cNvPr id="51212" name="Object 22"/>
            <p:cNvGraphicFramePr>
              <a:graphicFrameLocks noChangeAspect="1"/>
            </p:cNvGraphicFramePr>
            <p:nvPr/>
          </p:nvGraphicFramePr>
          <p:xfrm>
            <a:off x="790" y="1162"/>
            <a:ext cx="1183" cy="261"/>
          </p:xfrm>
          <a:graphic>
            <a:graphicData uri="http://schemas.openxmlformats.org/presentationml/2006/ole">
              <mc:AlternateContent xmlns:mc="http://schemas.openxmlformats.org/markup-compatibility/2006">
                <mc:Choice xmlns:v="urn:schemas-microsoft-com:vml" Requires="v">
                  <p:oleObj spid="_x0000_s51548" name="公式" r:id="rId7" imgW="748975" imgH="165028" progId="Equation.3">
                    <p:embed/>
                  </p:oleObj>
                </mc:Choice>
                <mc:Fallback>
                  <p:oleObj name="公式" r:id="rId7" imgW="748975" imgH="165028" progId="Equation.3">
                    <p:embed/>
                    <p:pic>
                      <p:nvPicPr>
                        <p:cNvPr id="0" name="Object 22"/>
                        <p:cNvPicPr>
                          <a:picLocks noChangeAspect="1" noChangeArrowheads="1"/>
                        </p:cNvPicPr>
                        <p:nvPr/>
                      </p:nvPicPr>
                      <p:blipFill>
                        <a:blip r:embed="rId8">
                          <a:lum bright="-2000"/>
                          <a:extLst>
                            <a:ext uri="{28A0092B-C50C-407E-A947-70E740481C1C}">
                              <a14:useLocalDpi xmlns:a14="http://schemas.microsoft.com/office/drawing/2010/main" val="0"/>
                            </a:ext>
                          </a:extLst>
                        </a:blip>
                        <a:srcRect/>
                        <a:stretch>
                          <a:fillRect/>
                        </a:stretch>
                      </p:blipFill>
                      <p:spPr bwMode="auto">
                        <a:xfrm>
                          <a:off x="790" y="1162"/>
                          <a:ext cx="1183" cy="2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Tree>
  </p:cSld>
  <p:clrMapOvr>
    <a:masterClrMapping/>
  </p:clrMapOvr>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73" name="Text Box 9"/>
          <p:cNvSpPr txBox="1">
            <a:spLocks noChangeArrowheads="1"/>
          </p:cNvSpPr>
          <p:nvPr/>
        </p:nvSpPr>
        <p:spPr bwMode="auto">
          <a:xfrm>
            <a:off x="557213" y="2668588"/>
            <a:ext cx="82867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996633"/>
              </a:buClr>
              <a:buFont typeface="Wingdings" panose="05000000000000000000" pitchFamily="2" charset="2"/>
              <a:buBlip>
                <a:blip r:embed="rId4"/>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4"/>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4"/>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r>
              <a:rPr lang="zh-CN" altLang="en-US" sz="2800" b="1">
                <a:solidFill>
                  <a:srgbClr val="0000FF"/>
                </a:solidFill>
              </a:rPr>
              <a:t>解 </a:t>
            </a:r>
            <a:r>
              <a:rPr lang="zh-CN" altLang="en-US" sz="2800" b="1">
                <a:solidFill>
                  <a:schemeClr val="tx2"/>
                </a:solidFill>
              </a:rPr>
              <a:t>  </a:t>
            </a:r>
            <a:r>
              <a:rPr lang="en-US" altLang="zh-CN" sz="2800" b="1" i="1">
                <a:solidFill>
                  <a:schemeClr val="accent2"/>
                </a:solidFill>
              </a:rPr>
              <a:t>Z </a:t>
            </a:r>
            <a:r>
              <a:rPr lang="zh-CN" altLang="en-US" sz="2800" b="1">
                <a:solidFill>
                  <a:schemeClr val="accent2"/>
                </a:solidFill>
              </a:rPr>
              <a:t>为正态随机变量的线性组合，所以仍然服从正</a:t>
            </a:r>
            <a:endParaRPr lang="zh-CN" altLang="en-US" sz="2800" b="1">
              <a:solidFill>
                <a:schemeClr val="tx2"/>
              </a:solidFill>
            </a:endParaRPr>
          </a:p>
        </p:txBody>
      </p:sp>
      <p:sp>
        <p:nvSpPr>
          <p:cNvPr id="62474" name="Text Box 10"/>
          <p:cNvSpPr txBox="1">
            <a:spLocks noChangeArrowheads="1"/>
          </p:cNvSpPr>
          <p:nvPr/>
        </p:nvSpPr>
        <p:spPr bwMode="auto">
          <a:xfrm>
            <a:off x="1130300" y="3260725"/>
            <a:ext cx="34305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996633"/>
              </a:buClr>
              <a:buFont typeface="Wingdings" panose="05000000000000000000" pitchFamily="2" charset="2"/>
              <a:buBlip>
                <a:blip r:embed="rId4"/>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4"/>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4"/>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r>
              <a:rPr lang="zh-CN" altLang="en-US" sz="2800" b="1">
                <a:solidFill>
                  <a:schemeClr val="accent2"/>
                </a:solidFill>
              </a:rPr>
              <a:t>态分布，且其参数为</a:t>
            </a:r>
          </a:p>
        </p:txBody>
      </p:sp>
      <p:graphicFrame>
        <p:nvGraphicFramePr>
          <p:cNvPr id="62475" name="Object 11"/>
          <p:cNvGraphicFramePr>
            <a:graphicFrameLocks noChangeAspect="1"/>
          </p:cNvGraphicFramePr>
          <p:nvPr/>
        </p:nvGraphicFramePr>
        <p:xfrm>
          <a:off x="1203325" y="4700588"/>
          <a:ext cx="5127625" cy="517525"/>
        </p:xfrm>
        <a:graphic>
          <a:graphicData uri="http://schemas.openxmlformats.org/presentationml/2006/ole">
            <mc:AlternateContent xmlns:mc="http://schemas.openxmlformats.org/markup-compatibility/2006">
              <mc:Choice xmlns:v="urn:schemas-microsoft-com:vml" Requires="v">
                <p:oleObj spid="_x0000_s81003" name="Equation" r:id="rId5" imgW="108499165" imgH="10963350" progId="Equation.DSMT4">
                  <p:embed/>
                </p:oleObj>
              </mc:Choice>
              <mc:Fallback>
                <p:oleObj name="Equation" r:id="rId5" imgW="108499165" imgH="10963350"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03325" y="4700588"/>
                        <a:ext cx="512762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2476" name="Text Box 12"/>
          <p:cNvSpPr txBox="1">
            <a:spLocks noChangeArrowheads="1"/>
          </p:cNvSpPr>
          <p:nvPr/>
        </p:nvSpPr>
        <p:spPr bwMode="auto">
          <a:xfrm>
            <a:off x="1130300" y="5314950"/>
            <a:ext cx="54133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996633"/>
              </a:buClr>
              <a:buFont typeface="Wingdings" panose="05000000000000000000" pitchFamily="2" charset="2"/>
              <a:buBlip>
                <a:blip r:embed="rId4"/>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4"/>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4"/>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r>
              <a:rPr lang="zh-CN" altLang="en-US" sz="2800" b="1">
                <a:solidFill>
                  <a:schemeClr val="accent2"/>
                </a:solidFill>
              </a:rPr>
              <a:t>故</a:t>
            </a:r>
          </a:p>
        </p:txBody>
      </p:sp>
      <p:grpSp>
        <p:nvGrpSpPr>
          <p:cNvPr id="51206" name="Group 13"/>
          <p:cNvGrpSpPr>
            <a:grpSpLocks/>
          </p:cNvGrpSpPr>
          <p:nvPr/>
        </p:nvGrpSpPr>
        <p:grpSpPr bwMode="auto">
          <a:xfrm>
            <a:off x="527050" y="781050"/>
            <a:ext cx="8285163" cy="1704975"/>
            <a:chOff x="232" y="373"/>
            <a:chExt cx="5219" cy="1074"/>
          </a:xfrm>
        </p:grpSpPr>
        <p:grpSp>
          <p:nvGrpSpPr>
            <p:cNvPr id="51211" name="Group 14"/>
            <p:cNvGrpSpPr>
              <a:grpSpLocks/>
            </p:cNvGrpSpPr>
            <p:nvPr/>
          </p:nvGrpSpPr>
          <p:grpSpPr bwMode="auto">
            <a:xfrm>
              <a:off x="232" y="373"/>
              <a:ext cx="5219" cy="1074"/>
              <a:chOff x="232" y="373"/>
              <a:chExt cx="5219" cy="1074"/>
            </a:xfrm>
          </p:grpSpPr>
          <p:sp>
            <p:nvSpPr>
              <p:cNvPr id="51213" name="Rectangle 15"/>
              <p:cNvSpPr>
                <a:spLocks noChangeArrowheads="1"/>
              </p:cNvSpPr>
              <p:nvPr/>
            </p:nvSpPr>
            <p:spPr bwMode="auto">
              <a:xfrm>
                <a:off x="376" y="373"/>
                <a:ext cx="576"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6633"/>
                  </a:buClr>
                  <a:buFont typeface="Wingdings" panose="05000000000000000000" pitchFamily="2" charset="2"/>
                  <a:buBlip>
                    <a:blip r:embed="rId4"/>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4"/>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4"/>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r>
                  <a:rPr lang="zh-CN" altLang="en-US" sz="2800" b="1">
                    <a:solidFill>
                      <a:srgbClr val="0000FF"/>
                    </a:solidFill>
                    <a:latin typeface="楷体_GB2312" pitchFamily="49" charset="-122"/>
                  </a:rPr>
                  <a:t>例</a:t>
                </a:r>
                <a:endParaRPr lang="en-US" altLang="zh-CN" sz="2800" b="1">
                  <a:solidFill>
                    <a:srgbClr val="0000FF"/>
                  </a:solidFill>
                </a:endParaRPr>
              </a:p>
            </p:txBody>
          </p:sp>
          <p:sp>
            <p:nvSpPr>
              <p:cNvPr id="51214" name="Text Box 16"/>
              <p:cNvSpPr txBox="1">
                <a:spLocks noChangeArrowheads="1"/>
              </p:cNvSpPr>
              <p:nvPr/>
            </p:nvSpPr>
            <p:spPr bwMode="auto">
              <a:xfrm>
                <a:off x="909" y="403"/>
                <a:ext cx="4542"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996633"/>
                  </a:buClr>
                  <a:buFont typeface="Wingdings" panose="05000000000000000000" pitchFamily="2" charset="2"/>
                  <a:buBlip>
                    <a:blip r:embed="rId4"/>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4"/>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4"/>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r>
                  <a:rPr lang="zh-CN" altLang="en-US" sz="2800" b="1">
                    <a:solidFill>
                      <a:schemeClr val="accent2"/>
                    </a:solidFill>
                  </a:rPr>
                  <a:t>设 </a:t>
                </a:r>
                <a:r>
                  <a:rPr lang="en-US" altLang="zh-CN" sz="2800" b="1" i="1">
                    <a:solidFill>
                      <a:schemeClr val="accent2"/>
                    </a:solidFill>
                  </a:rPr>
                  <a:t>X </a:t>
                </a:r>
                <a:r>
                  <a:rPr lang="en-US" altLang="zh-CN" sz="2800" b="1">
                    <a:solidFill>
                      <a:schemeClr val="accent2"/>
                    </a:solidFill>
                  </a:rPr>
                  <a:t>, </a:t>
                </a:r>
                <a:r>
                  <a:rPr lang="en-US" altLang="zh-CN" sz="2800" b="1" i="1">
                    <a:solidFill>
                      <a:schemeClr val="accent2"/>
                    </a:solidFill>
                  </a:rPr>
                  <a:t>Y </a:t>
                </a:r>
                <a:r>
                  <a:rPr lang="zh-CN" altLang="en-US" sz="2800" b="1">
                    <a:solidFill>
                      <a:schemeClr val="accent2"/>
                    </a:solidFill>
                  </a:rPr>
                  <a:t>是两个相互独立的且服从正态分布的</a:t>
                </a:r>
              </a:p>
            </p:txBody>
          </p:sp>
          <p:graphicFrame>
            <p:nvGraphicFramePr>
              <p:cNvPr id="51215" name="Object 17"/>
              <p:cNvGraphicFramePr>
                <a:graphicFrameLocks noChangeAspect="1"/>
              </p:cNvGraphicFramePr>
              <p:nvPr/>
            </p:nvGraphicFramePr>
            <p:xfrm>
              <a:off x="1620" y="831"/>
              <a:ext cx="2500" cy="273"/>
            </p:xfrm>
            <a:graphic>
              <a:graphicData uri="http://schemas.openxmlformats.org/presentationml/2006/ole">
                <mc:AlternateContent xmlns:mc="http://schemas.openxmlformats.org/markup-compatibility/2006">
                  <mc:Choice xmlns:v="urn:schemas-microsoft-com:vml" Requires="v">
                    <p:oleObj spid="_x0000_s81004" name="Equation" r:id="rId7" imgW="86553565" imgH="9439200" progId="Equation.DSMT4">
                      <p:embed/>
                    </p:oleObj>
                  </mc:Choice>
                  <mc:Fallback>
                    <p:oleObj name="Equation" r:id="rId7" imgW="86553565" imgH="9439200" progId="Equation.DSMT4">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620" y="831"/>
                            <a:ext cx="2500" cy="2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1216" name="Text Box 18"/>
              <p:cNvSpPr txBox="1">
                <a:spLocks noChangeArrowheads="1"/>
              </p:cNvSpPr>
              <p:nvPr/>
            </p:nvSpPr>
            <p:spPr bwMode="auto">
              <a:xfrm>
                <a:off x="232" y="774"/>
                <a:ext cx="1422"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996633"/>
                  </a:buClr>
                  <a:buFont typeface="Wingdings" panose="05000000000000000000" pitchFamily="2" charset="2"/>
                  <a:buBlip>
                    <a:blip r:embed="rId4"/>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4"/>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4"/>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r>
                  <a:rPr lang="zh-CN" altLang="en-US" sz="2800" b="1">
                    <a:solidFill>
                      <a:schemeClr val="accent2"/>
                    </a:solidFill>
                  </a:rPr>
                  <a:t>随机变量 </a:t>
                </a:r>
                <a:r>
                  <a:rPr lang="en-US" altLang="zh-CN" sz="2800" b="1">
                    <a:solidFill>
                      <a:schemeClr val="accent2"/>
                    </a:solidFill>
                  </a:rPr>
                  <a:t>, </a:t>
                </a:r>
                <a:r>
                  <a:rPr lang="zh-CN" altLang="en-US" sz="2800" b="1">
                    <a:solidFill>
                      <a:schemeClr val="accent2"/>
                    </a:solidFill>
                  </a:rPr>
                  <a:t>且</a:t>
                </a:r>
              </a:p>
            </p:txBody>
          </p:sp>
          <p:sp>
            <p:nvSpPr>
              <p:cNvPr id="51217" name="Text Box 19"/>
              <p:cNvSpPr txBox="1">
                <a:spLocks noChangeArrowheads="1"/>
              </p:cNvSpPr>
              <p:nvPr/>
            </p:nvSpPr>
            <p:spPr bwMode="auto">
              <a:xfrm>
                <a:off x="4120" y="744"/>
                <a:ext cx="1252"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996633"/>
                  </a:buClr>
                  <a:buFont typeface="Wingdings" panose="05000000000000000000" pitchFamily="2" charset="2"/>
                  <a:buBlip>
                    <a:blip r:embed="rId4"/>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4"/>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4"/>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r>
                  <a:rPr lang="zh-CN" altLang="en-US" sz="2800" b="1">
                    <a:solidFill>
                      <a:schemeClr val="accent2"/>
                    </a:solidFill>
                  </a:rPr>
                  <a:t>，则求随机</a:t>
                </a:r>
              </a:p>
            </p:txBody>
          </p:sp>
          <p:sp>
            <p:nvSpPr>
              <p:cNvPr id="51218" name="Text Box 20"/>
              <p:cNvSpPr txBox="1">
                <a:spLocks noChangeArrowheads="1"/>
              </p:cNvSpPr>
              <p:nvPr/>
            </p:nvSpPr>
            <p:spPr bwMode="auto">
              <a:xfrm>
                <a:off x="242" y="1106"/>
                <a:ext cx="571"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996633"/>
                  </a:buClr>
                  <a:buFont typeface="Wingdings" panose="05000000000000000000" pitchFamily="2" charset="2"/>
                  <a:buBlip>
                    <a:blip r:embed="rId4"/>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4"/>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4"/>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r>
                  <a:rPr lang="zh-CN" altLang="en-US" sz="2800" b="1">
                    <a:solidFill>
                      <a:schemeClr val="accent2"/>
                    </a:solidFill>
                  </a:rPr>
                  <a:t>变量</a:t>
                </a:r>
              </a:p>
            </p:txBody>
          </p:sp>
          <p:sp>
            <p:nvSpPr>
              <p:cNvPr id="51219" name="Text Box 21"/>
              <p:cNvSpPr txBox="1">
                <a:spLocks noChangeArrowheads="1"/>
              </p:cNvSpPr>
              <p:nvPr/>
            </p:nvSpPr>
            <p:spPr bwMode="auto">
              <a:xfrm>
                <a:off x="1922" y="1117"/>
                <a:ext cx="1707"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996633"/>
                  </a:buClr>
                  <a:buFont typeface="Wingdings" panose="05000000000000000000" pitchFamily="2" charset="2"/>
                  <a:buBlip>
                    <a:blip r:embed="rId4"/>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4"/>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4"/>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r>
                  <a:rPr lang="zh-CN" altLang="en-US" sz="2800" b="1">
                    <a:solidFill>
                      <a:schemeClr val="accent2"/>
                    </a:solidFill>
                  </a:rPr>
                  <a:t>服从什么分布？</a:t>
                </a:r>
              </a:p>
            </p:txBody>
          </p:sp>
        </p:grpSp>
        <p:graphicFrame>
          <p:nvGraphicFramePr>
            <p:cNvPr id="51212" name="Object 22"/>
            <p:cNvGraphicFramePr>
              <a:graphicFrameLocks noChangeAspect="1"/>
            </p:cNvGraphicFramePr>
            <p:nvPr/>
          </p:nvGraphicFramePr>
          <p:xfrm>
            <a:off x="790" y="1162"/>
            <a:ext cx="1183" cy="261"/>
          </p:xfrm>
          <a:graphic>
            <a:graphicData uri="http://schemas.openxmlformats.org/presentationml/2006/ole">
              <mc:AlternateContent xmlns:mc="http://schemas.openxmlformats.org/markup-compatibility/2006">
                <mc:Choice xmlns:v="urn:schemas-microsoft-com:vml" Requires="v">
                  <p:oleObj spid="_x0000_s81005" name="公式" r:id="rId9" imgW="748975" imgH="165028" progId="Equation.3">
                    <p:embed/>
                  </p:oleObj>
                </mc:Choice>
                <mc:Fallback>
                  <p:oleObj name="公式" r:id="rId9" imgW="748975" imgH="165028" progId="Equation.3">
                    <p:embed/>
                    <p:pic>
                      <p:nvPicPr>
                        <p:cNvPr id="0" name=""/>
                        <p:cNvPicPr>
                          <a:picLocks noChangeAspect="1" noChangeArrowheads="1"/>
                        </p:cNvPicPr>
                        <p:nvPr/>
                      </p:nvPicPr>
                      <p:blipFill>
                        <a:blip r:embed="rId10">
                          <a:lum bright="-2000"/>
                          <a:extLst>
                            <a:ext uri="{28A0092B-C50C-407E-A947-70E740481C1C}">
                              <a14:useLocalDpi xmlns:a14="http://schemas.microsoft.com/office/drawing/2010/main" val="0"/>
                            </a:ext>
                          </a:extLst>
                        </a:blip>
                        <a:srcRect/>
                        <a:stretch>
                          <a:fillRect/>
                        </a:stretch>
                      </p:blipFill>
                      <p:spPr bwMode="auto">
                        <a:xfrm>
                          <a:off x="790" y="1162"/>
                          <a:ext cx="1183" cy="2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aphicFrame>
        <p:nvGraphicFramePr>
          <p:cNvPr id="62487" name="Object 23"/>
          <p:cNvGraphicFramePr>
            <a:graphicFrameLocks noChangeAspect="1"/>
          </p:cNvGraphicFramePr>
          <p:nvPr/>
        </p:nvGraphicFramePr>
        <p:xfrm>
          <a:off x="1274763" y="3990975"/>
          <a:ext cx="1728787" cy="565150"/>
        </p:xfrm>
        <a:graphic>
          <a:graphicData uri="http://schemas.openxmlformats.org/presentationml/2006/ole">
            <mc:AlternateContent xmlns:mc="http://schemas.openxmlformats.org/markup-compatibility/2006">
              <mc:Choice xmlns:v="urn:schemas-microsoft-com:vml" Requires="v">
                <p:oleObj spid="_x0000_s81006" name="公式" r:id="rId11" imgW="622030" imgH="203112" progId="Equation.3">
                  <p:embed/>
                </p:oleObj>
              </mc:Choice>
              <mc:Fallback>
                <p:oleObj name="公式" r:id="rId11" imgW="622030" imgH="203112" progId="Equation.3">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274763" y="3990975"/>
                        <a:ext cx="1728787" cy="565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2488" name="Object 24"/>
          <p:cNvGraphicFramePr>
            <a:graphicFrameLocks noChangeAspect="1"/>
          </p:cNvGraphicFramePr>
          <p:nvPr/>
        </p:nvGraphicFramePr>
        <p:xfrm>
          <a:off x="2971800" y="3990975"/>
          <a:ext cx="3775075" cy="565150"/>
        </p:xfrm>
        <a:graphic>
          <a:graphicData uri="http://schemas.openxmlformats.org/presentationml/2006/ole">
            <mc:AlternateContent xmlns:mc="http://schemas.openxmlformats.org/markup-compatibility/2006">
              <mc:Choice xmlns:v="urn:schemas-microsoft-com:vml" Requires="v">
                <p:oleObj spid="_x0000_s81007" name="公式" r:id="rId13" imgW="1358310" imgH="203112" progId="Equation.3">
                  <p:embed/>
                </p:oleObj>
              </mc:Choice>
              <mc:Fallback>
                <p:oleObj name="公式" r:id="rId13" imgW="1358310" imgH="203112" progId="Equation.3">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971800" y="3990975"/>
                        <a:ext cx="3775075" cy="565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2489" name="Text Box 25"/>
          <p:cNvSpPr txBox="1">
            <a:spLocks noChangeArrowheads="1"/>
          </p:cNvSpPr>
          <p:nvPr/>
        </p:nvSpPr>
        <p:spPr bwMode="auto">
          <a:xfrm>
            <a:off x="1571625" y="5348288"/>
            <a:ext cx="18383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996633"/>
              </a:buClr>
              <a:buFont typeface="Wingdings" panose="05000000000000000000" pitchFamily="2" charset="2"/>
              <a:buBlip>
                <a:blip r:embed="rId4"/>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4"/>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4"/>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4"/>
              </a:buBlip>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r>
              <a:rPr lang="en-US" altLang="zh-CN" sz="2800" b="1" i="1">
                <a:solidFill>
                  <a:schemeClr val="accent2"/>
                </a:solidFill>
              </a:rPr>
              <a:t>Z </a:t>
            </a:r>
            <a:r>
              <a:rPr lang="en-US" altLang="zh-CN" sz="2800" b="1">
                <a:solidFill>
                  <a:schemeClr val="accent2"/>
                </a:solidFill>
              </a:rPr>
              <a:t>~ </a:t>
            </a:r>
            <a:r>
              <a:rPr lang="en-US" altLang="zh-CN" sz="2800" b="1" i="1">
                <a:solidFill>
                  <a:schemeClr val="accent2"/>
                </a:solidFill>
              </a:rPr>
              <a:t>N</a:t>
            </a:r>
            <a:r>
              <a:rPr lang="en-US" altLang="zh-CN" sz="2800" b="1">
                <a:solidFill>
                  <a:schemeClr val="accent2"/>
                </a:solidFill>
              </a:rPr>
              <a:t>(-7,5)</a:t>
            </a:r>
          </a:p>
        </p:txBody>
      </p:sp>
    </p:spTree>
    <p:extLst>
      <p:ext uri="{BB962C8B-B14F-4D97-AF65-F5344CB8AC3E}">
        <p14:creationId xmlns:p14="http://schemas.microsoft.com/office/powerpoint/2010/main" val="1704164519"/>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2473">
                                            <p:txEl>
                                              <p:pRg st="0" end="0"/>
                                            </p:txEl>
                                          </p:spTgt>
                                        </p:tgtEl>
                                        <p:attrNameLst>
                                          <p:attrName>style.visibility</p:attrName>
                                        </p:attrNameLst>
                                      </p:cBhvr>
                                      <p:to>
                                        <p:strVal val="visible"/>
                                      </p:to>
                                    </p:set>
                                    <p:animEffect transition="in" filter="wipe(left)">
                                      <p:cBhvr>
                                        <p:cTn id="7" dur="500"/>
                                        <p:tgtEl>
                                          <p:spTgt spid="6247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2474">
                                            <p:txEl>
                                              <p:pRg st="0" end="0"/>
                                            </p:txEl>
                                          </p:spTgt>
                                        </p:tgtEl>
                                        <p:attrNameLst>
                                          <p:attrName>style.visibility</p:attrName>
                                        </p:attrNameLst>
                                      </p:cBhvr>
                                      <p:to>
                                        <p:strVal val="visible"/>
                                      </p:to>
                                    </p:set>
                                    <p:animEffect transition="in" filter="wipe(left)">
                                      <p:cBhvr>
                                        <p:cTn id="12" dur="500"/>
                                        <p:tgtEl>
                                          <p:spTgt spid="62474">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62487"/>
                                        </p:tgtEl>
                                        <p:attrNameLst>
                                          <p:attrName>style.visibility</p:attrName>
                                        </p:attrNameLst>
                                      </p:cBhvr>
                                      <p:to>
                                        <p:strVal val="visible"/>
                                      </p:to>
                                    </p:set>
                                    <p:animEffect transition="in" filter="wipe(left)">
                                      <p:cBhvr>
                                        <p:cTn id="17" dur="500"/>
                                        <p:tgtEl>
                                          <p:spTgt spid="6248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62488"/>
                                        </p:tgtEl>
                                        <p:attrNameLst>
                                          <p:attrName>style.visibility</p:attrName>
                                        </p:attrNameLst>
                                      </p:cBhvr>
                                      <p:to>
                                        <p:strVal val="visible"/>
                                      </p:to>
                                    </p:set>
                                    <p:animEffect transition="in" filter="wipe(left)">
                                      <p:cBhvr>
                                        <p:cTn id="22" dur="500"/>
                                        <p:tgtEl>
                                          <p:spTgt spid="62488"/>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62475"/>
                                        </p:tgtEl>
                                        <p:attrNameLst>
                                          <p:attrName>style.visibility</p:attrName>
                                        </p:attrNameLst>
                                      </p:cBhvr>
                                      <p:to>
                                        <p:strVal val="visible"/>
                                      </p:to>
                                    </p:set>
                                    <p:animEffect transition="in" filter="wipe(left)">
                                      <p:cBhvr>
                                        <p:cTn id="27" dur="500"/>
                                        <p:tgtEl>
                                          <p:spTgt spid="62475"/>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62476">
                                            <p:txEl>
                                              <p:pRg st="0" end="0"/>
                                            </p:txEl>
                                          </p:spTgt>
                                        </p:tgtEl>
                                        <p:attrNameLst>
                                          <p:attrName>style.visibility</p:attrName>
                                        </p:attrNameLst>
                                      </p:cBhvr>
                                      <p:to>
                                        <p:strVal val="visible"/>
                                      </p:to>
                                    </p:set>
                                    <p:animEffect transition="in" filter="wipe(left)">
                                      <p:cBhvr>
                                        <p:cTn id="32" dur="500"/>
                                        <p:tgtEl>
                                          <p:spTgt spid="62476">
                                            <p:txEl>
                                              <p:pRg st="0" end="0"/>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62489"/>
                                        </p:tgtEl>
                                        <p:attrNameLst>
                                          <p:attrName>style.visibility</p:attrName>
                                        </p:attrNameLst>
                                      </p:cBhvr>
                                      <p:to>
                                        <p:strVal val="visible"/>
                                      </p:to>
                                    </p:set>
                                    <p:animEffect transition="in" filter="wipe(left)">
                                      <p:cBhvr>
                                        <p:cTn id="37" dur="500"/>
                                        <p:tgtEl>
                                          <p:spTgt spid="624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473" grpId="0" build="p" autoUpdateAnimBg="0"/>
      <p:bldP spid="62474" grpId="0" build="p" autoUpdateAnimBg="0"/>
      <p:bldP spid="62476" grpId="0" build="p" autoUpdateAnimBg="0"/>
      <p:bldP spid="62489"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p:cNvGrpSpPr>
          <p:nvPr/>
        </p:nvGrpSpPr>
        <p:grpSpPr bwMode="auto">
          <a:xfrm>
            <a:off x="179512" y="615156"/>
            <a:ext cx="8110537" cy="1120775"/>
            <a:chOff x="260" y="330"/>
            <a:chExt cx="5109" cy="706"/>
          </a:xfrm>
        </p:grpSpPr>
        <p:sp>
          <p:nvSpPr>
            <p:cNvPr id="53269" name="Rectangle 3"/>
            <p:cNvSpPr>
              <a:spLocks noChangeArrowheads="1"/>
            </p:cNvSpPr>
            <p:nvPr/>
          </p:nvSpPr>
          <p:spPr bwMode="auto">
            <a:xfrm>
              <a:off x="260" y="345"/>
              <a:ext cx="576"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6633"/>
                </a:buClr>
                <a:buFont typeface="Wingdings" panose="05000000000000000000" pitchFamily="2" charset="2"/>
                <a:buBlip>
                  <a:blip r:embed="rId3"/>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3"/>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3"/>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r>
                <a:rPr lang="zh-CN" altLang="en-US" sz="2800" b="1">
                  <a:solidFill>
                    <a:srgbClr val="0000FF"/>
                  </a:solidFill>
                  <a:latin typeface="楷体_GB2312" pitchFamily="49" charset="-122"/>
                </a:rPr>
                <a:t>例</a:t>
              </a:r>
              <a:endParaRPr lang="en-US" altLang="zh-CN" sz="2800" b="1">
                <a:solidFill>
                  <a:srgbClr val="0000FF"/>
                </a:solidFill>
              </a:endParaRPr>
            </a:p>
          </p:txBody>
        </p:sp>
        <p:sp>
          <p:nvSpPr>
            <p:cNvPr id="53270" name="Text Box 4"/>
            <p:cNvSpPr txBox="1">
              <a:spLocks noChangeArrowheads="1"/>
            </p:cNvSpPr>
            <p:nvPr/>
          </p:nvSpPr>
          <p:spPr bwMode="auto">
            <a:xfrm>
              <a:off x="857" y="354"/>
              <a:ext cx="1970"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996633"/>
                </a:buClr>
                <a:buFont typeface="Wingdings" panose="05000000000000000000" pitchFamily="2" charset="2"/>
                <a:buBlip>
                  <a:blip r:embed="rId3"/>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3"/>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3"/>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r>
                <a:rPr lang="zh-CN" altLang="en-US" sz="2800" b="1">
                  <a:solidFill>
                    <a:schemeClr val="accent2"/>
                  </a:solidFill>
                </a:rPr>
                <a:t>设 </a:t>
              </a:r>
              <a:r>
                <a:rPr lang="en-US" altLang="zh-CN" sz="2800" b="1" i="1">
                  <a:solidFill>
                    <a:schemeClr val="accent2"/>
                  </a:solidFill>
                </a:rPr>
                <a:t>X </a:t>
              </a:r>
              <a:r>
                <a:rPr lang="zh-CN" altLang="en-US" sz="2800" b="1">
                  <a:solidFill>
                    <a:schemeClr val="accent2"/>
                  </a:solidFill>
                </a:rPr>
                <a:t>的可能取值为</a:t>
              </a:r>
            </a:p>
          </p:txBody>
        </p:sp>
        <p:graphicFrame>
          <p:nvGraphicFramePr>
            <p:cNvPr id="53271" name="Object 5"/>
            <p:cNvGraphicFramePr>
              <a:graphicFrameLocks noChangeAspect="1"/>
            </p:cNvGraphicFramePr>
            <p:nvPr/>
          </p:nvGraphicFramePr>
          <p:xfrm>
            <a:off x="2809" y="381"/>
            <a:ext cx="2279" cy="313"/>
          </p:xfrm>
          <a:graphic>
            <a:graphicData uri="http://schemas.openxmlformats.org/presentationml/2006/ole">
              <mc:AlternateContent xmlns:mc="http://schemas.openxmlformats.org/markup-compatibility/2006">
                <mc:Choice xmlns:v="urn:schemas-microsoft-com:vml" Requires="v">
                  <p:oleObj spid="_x0000_s54127" name="Equation" r:id="rId4" imgW="75580765" imgH="10353690" progId="Equation.DSMT4">
                    <p:embed/>
                  </p:oleObj>
                </mc:Choice>
                <mc:Fallback>
                  <p:oleObj name="Equation" r:id="rId4" imgW="75580765" imgH="10353690" progId="Equation.DSMT4">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09" y="381"/>
                          <a:ext cx="2279" cy="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3272" name="Text Box 6"/>
            <p:cNvSpPr txBox="1">
              <a:spLocks noChangeArrowheads="1"/>
            </p:cNvSpPr>
            <p:nvPr/>
          </p:nvSpPr>
          <p:spPr bwMode="auto">
            <a:xfrm>
              <a:off x="5028" y="330"/>
              <a:ext cx="34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996633"/>
                </a:buClr>
                <a:buFont typeface="Wingdings" panose="05000000000000000000" pitchFamily="2" charset="2"/>
                <a:buBlip>
                  <a:blip r:embed="rId3"/>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3"/>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3"/>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r>
                <a:rPr lang="zh-CN" altLang="en-US" sz="2800" b="1">
                  <a:solidFill>
                    <a:schemeClr val="accent2"/>
                  </a:solidFill>
                </a:rPr>
                <a:t>且</a:t>
              </a:r>
            </a:p>
          </p:txBody>
        </p:sp>
        <p:graphicFrame>
          <p:nvGraphicFramePr>
            <p:cNvPr id="53273" name="Object 7"/>
            <p:cNvGraphicFramePr>
              <a:graphicFrameLocks noChangeAspect="1"/>
            </p:cNvGraphicFramePr>
            <p:nvPr/>
          </p:nvGraphicFramePr>
          <p:xfrm>
            <a:off x="284" y="764"/>
            <a:ext cx="2524" cy="272"/>
          </p:xfrm>
          <a:graphic>
            <a:graphicData uri="http://schemas.openxmlformats.org/presentationml/2006/ole">
              <mc:AlternateContent xmlns:mc="http://schemas.openxmlformats.org/markup-compatibility/2006">
                <mc:Choice xmlns:v="urn:schemas-microsoft-com:vml" Requires="v">
                  <p:oleObj spid="_x0000_s54128" name="Equation" r:id="rId6" imgW="87467965" imgH="9439200" progId="Equation.DSMT4">
                    <p:embed/>
                  </p:oleObj>
                </mc:Choice>
                <mc:Fallback>
                  <p:oleObj name="Equation" r:id="rId6" imgW="87467965" imgH="9439200" progId="Equation.DSMT4">
                    <p:embed/>
                    <p:pic>
                      <p:nvPicPr>
                        <p:cNvPr id="0"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84" y="764"/>
                          <a:ext cx="2524"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3274" name="Text Box 8"/>
            <p:cNvSpPr txBox="1">
              <a:spLocks noChangeArrowheads="1"/>
            </p:cNvSpPr>
            <p:nvPr/>
          </p:nvSpPr>
          <p:spPr bwMode="auto">
            <a:xfrm>
              <a:off x="2784" y="698"/>
              <a:ext cx="1970"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996633"/>
                </a:buClr>
                <a:buFont typeface="Wingdings" panose="05000000000000000000" pitchFamily="2" charset="2"/>
                <a:buBlip>
                  <a:blip r:embed="rId3"/>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3"/>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3"/>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r>
                <a:rPr lang="zh-CN" altLang="en-US" sz="2800" b="1">
                  <a:solidFill>
                    <a:schemeClr val="accent2"/>
                  </a:solidFill>
                </a:rPr>
                <a:t>，求 </a:t>
              </a:r>
              <a:r>
                <a:rPr lang="en-US" altLang="zh-CN" sz="2800" b="1" i="1">
                  <a:solidFill>
                    <a:schemeClr val="accent2"/>
                  </a:solidFill>
                </a:rPr>
                <a:t>X </a:t>
              </a:r>
              <a:r>
                <a:rPr lang="zh-CN" altLang="en-US" sz="2800" b="1">
                  <a:solidFill>
                    <a:schemeClr val="accent2"/>
                  </a:solidFill>
                </a:rPr>
                <a:t>的分布律。</a:t>
              </a:r>
            </a:p>
          </p:txBody>
        </p: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p:cNvGrpSpPr>
          <p:nvPr/>
        </p:nvGrpSpPr>
        <p:grpSpPr bwMode="auto">
          <a:xfrm>
            <a:off x="179512" y="615156"/>
            <a:ext cx="8110537" cy="1120775"/>
            <a:chOff x="260" y="330"/>
            <a:chExt cx="5109" cy="706"/>
          </a:xfrm>
        </p:grpSpPr>
        <p:sp>
          <p:nvSpPr>
            <p:cNvPr id="53269" name="Rectangle 3"/>
            <p:cNvSpPr>
              <a:spLocks noChangeArrowheads="1"/>
            </p:cNvSpPr>
            <p:nvPr/>
          </p:nvSpPr>
          <p:spPr bwMode="auto">
            <a:xfrm>
              <a:off x="260" y="345"/>
              <a:ext cx="576"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6633"/>
                </a:buClr>
                <a:buFont typeface="Wingdings" panose="05000000000000000000" pitchFamily="2" charset="2"/>
                <a:buBlip>
                  <a:blip r:embed="rId3"/>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3"/>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3"/>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r>
                <a:rPr lang="zh-CN" altLang="en-US" sz="2800" b="1">
                  <a:solidFill>
                    <a:srgbClr val="0000FF"/>
                  </a:solidFill>
                  <a:latin typeface="楷体_GB2312" pitchFamily="49" charset="-122"/>
                </a:rPr>
                <a:t>例</a:t>
              </a:r>
              <a:endParaRPr lang="en-US" altLang="zh-CN" sz="2800" b="1">
                <a:solidFill>
                  <a:srgbClr val="0000FF"/>
                </a:solidFill>
              </a:endParaRPr>
            </a:p>
          </p:txBody>
        </p:sp>
        <p:sp>
          <p:nvSpPr>
            <p:cNvPr id="53270" name="Text Box 4"/>
            <p:cNvSpPr txBox="1">
              <a:spLocks noChangeArrowheads="1"/>
            </p:cNvSpPr>
            <p:nvPr/>
          </p:nvSpPr>
          <p:spPr bwMode="auto">
            <a:xfrm>
              <a:off x="857" y="354"/>
              <a:ext cx="1970"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996633"/>
                </a:buClr>
                <a:buFont typeface="Wingdings" panose="05000000000000000000" pitchFamily="2" charset="2"/>
                <a:buBlip>
                  <a:blip r:embed="rId3"/>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3"/>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3"/>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r>
                <a:rPr lang="zh-CN" altLang="en-US" sz="2800" b="1">
                  <a:solidFill>
                    <a:schemeClr val="accent2"/>
                  </a:solidFill>
                </a:rPr>
                <a:t>设 </a:t>
              </a:r>
              <a:r>
                <a:rPr lang="en-US" altLang="zh-CN" sz="2800" b="1" i="1">
                  <a:solidFill>
                    <a:schemeClr val="accent2"/>
                  </a:solidFill>
                </a:rPr>
                <a:t>X </a:t>
              </a:r>
              <a:r>
                <a:rPr lang="zh-CN" altLang="en-US" sz="2800" b="1">
                  <a:solidFill>
                    <a:schemeClr val="accent2"/>
                  </a:solidFill>
                </a:rPr>
                <a:t>的可能取值为</a:t>
              </a:r>
            </a:p>
          </p:txBody>
        </p:sp>
        <p:graphicFrame>
          <p:nvGraphicFramePr>
            <p:cNvPr id="53271" name="Object 5"/>
            <p:cNvGraphicFramePr>
              <a:graphicFrameLocks noChangeAspect="1"/>
            </p:cNvGraphicFramePr>
            <p:nvPr/>
          </p:nvGraphicFramePr>
          <p:xfrm>
            <a:off x="2809" y="381"/>
            <a:ext cx="2279" cy="313"/>
          </p:xfrm>
          <a:graphic>
            <a:graphicData uri="http://schemas.openxmlformats.org/presentationml/2006/ole">
              <mc:AlternateContent xmlns:mc="http://schemas.openxmlformats.org/markup-compatibility/2006">
                <mc:Choice xmlns:v="urn:schemas-microsoft-com:vml" Requires="v">
                  <p:oleObj spid="_x0000_s82202" name="Equation" r:id="rId4" imgW="75580765" imgH="10353690" progId="Equation.DSMT4">
                    <p:embed/>
                  </p:oleObj>
                </mc:Choice>
                <mc:Fallback>
                  <p:oleObj name="Equation" r:id="rId4" imgW="75580765" imgH="10353690"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09" y="381"/>
                          <a:ext cx="2279" cy="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3272" name="Text Box 6"/>
            <p:cNvSpPr txBox="1">
              <a:spLocks noChangeArrowheads="1"/>
            </p:cNvSpPr>
            <p:nvPr/>
          </p:nvSpPr>
          <p:spPr bwMode="auto">
            <a:xfrm>
              <a:off x="5028" y="330"/>
              <a:ext cx="34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996633"/>
                </a:buClr>
                <a:buFont typeface="Wingdings" panose="05000000000000000000" pitchFamily="2" charset="2"/>
                <a:buBlip>
                  <a:blip r:embed="rId3"/>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3"/>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3"/>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r>
                <a:rPr lang="zh-CN" altLang="en-US" sz="2800" b="1">
                  <a:solidFill>
                    <a:schemeClr val="accent2"/>
                  </a:solidFill>
                </a:rPr>
                <a:t>且</a:t>
              </a:r>
            </a:p>
          </p:txBody>
        </p:sp>
        <p:graphicFrame>
          <p:nvGraphicFramePr>
            <p:cNvPr id="53273" name="Object 7"/>
            <p:cNvGraphicFramePr>
              <a:graphicFrameLocks noChangeAspect="1"/>
            </p:cNvGraphicFramePr>
            <p:nvPr/>
          </p:nvGraphicFramePr>
          <p:xfrm>
            <a:off x="284" y="764"/>
            <a:ext cx="2524" cy="272"/>
          </p:xfrm>
          <a:graphic>
            <a:graphicData uri="http://schemas.openxmlformats.org/presentationml/2006/ole">
              <mc:AlternateContent xmlns:mc="http://schemas.openxmlformats.org/markup-compatibility/2006">
                <mc:Choice xmlns:v="urn:schemas-microsoft-com:vml" Requires="v">
                  <p:oleObj spid="_x0000_s82203" name="Equation" r:id="rId6" imgW="87467965" imgH="9439200" progId="Equation.DSMT4">
                    <p:embed/>
                  </p:oleObj>
                </mc:Choice>
                <mc:Fallback>
                  <p:oleObj name="Equation" r:id="rId6" imgW="87467965" imgH="9439200" progId="Equation.DSMT4">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84" y="764"/>
                          <a:ext cx="2524"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3274" name="Text Box 8"/>
            <p:cNvSpPr txBox="1">
              <a:spLocks noChangeArrowheads="1"/>
            </p:cNvSpPr>
            <p:nvPr/>
          </p:nvSpPr>
          <p:spPr bwMode="auto">
            <a:xfrm>
              <a:off x="2784" y="698"/>
              <a:ext cx="1970"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996633"/>
                </a:buClr>
                <a:buFont typeface="Wingdings" panose="05000000000000000000" pitchFamily="2" charset="2"/>
                <a:buBlip>
                  <a:blip r:embed="rId3"/>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3"/>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3"/>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r>
                <a:rPr lang="zh-CN" altLang="en-US" sz="2800" b="1">
                  <a:solidFill>
                    <a:schemeClr val="accent2"/>
                  </a:solidFill>
                </a:rPr>
                <a:t>，求 </a:t>
              </a:r>
              <a:r>
                <a:rPr lang="en-US" altLang="zh-CN" sz="2800" b="1" i="1">
                  <a:solidFill>
                    <a:schemeClr val="accent2"/>
                  </a:solidFill>
                </a:rPr>
                <a:t>X </a:t>
              </a:r>
              <a:r>
                <a:rPr lang="zh-CN" altLang="en-US" sz="2800" b="1">
                  <a:solidFill>
                    <a:schemeClr val="accent2"/>
                  </a:solidFill>
                </a:rPr>
                <a:t>的分布律。</a:t>
              </a:r>
            </a:p>
          </p:txBody>
        </p:sp>
      </p:grpSp>
      <p:sp>
        <p:nvSpPr>
          <p:cNvPr id="61449" name="Text Box 9"/>
          <p:cNvSpPr txBox="1">
            <a:spLocks noChangeArrowheads="1"/>
          </p:cNvSpPr>
          <p:nvPr/>
        </p:nvSpPr>
        <p:spPr bwMode="auto">
          <a:xfrm>
            <a:off x="460375" y="1771650"/>
            <a:ext cx="33686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996633"/>
              </a:buClr>
              <a:buFont typeface="Wingdings" panose="05000000000000000000" pitchFamily="2" charset="2"/>
              <a:buBlip>
                <a:blip r:embed="rId3"/>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3"/>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3"/>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r>
              <a:rPr lang="zh-CN" altLang="en-US" sz="2800" b="1">
                <a:solidFill>
                  <a:srgbClr val="0000FF"/>
                </a:solidFill>
              </a:rPr>
              <a:t>解</a:t>
            </a:r>
            <a:r>
              <a:rPr lang="zh-CN" altLang="en-US" sz="2800" b="1">
                <a:solidFill>
                  <a:schemeClr val="tx2"/>
                </a:solidFill>
              </a:rPr>
              <a:t>  </a:t>
            </a:r>
            <a:r>
              <a:rPr lang="zh-CN" altLang="en-US" sz="2800" b="1">
                <a:solidFill>
                  <a:schemeClr val="accent2"/>
                </a:solidFill>
              </a:rPr>
              <a:t> 设</a:t>
            </a:r>
            <a:r>
              <a:rPr lang="zh-CN" altLang="en-US" sz="2800" b="1">
                <a:solidFill>
                  <a:schemeClr val="tx2"/>
                </a:solidFill>
              </a:rPr>
              <a:t> </a:t>
            </a:r>
            <a:r>
              <a:rPr lang="en-US" altLang="zh-CN" sz="2800" b="1" i="1">
                <a:solidFill>
                  <a:schemeClr val="accent2"/>
                </a:solidFill>
              </a:rPr>
              <a:t>X </a:t>
            </a:r>
            <a:r>
              <a:rPr lang="zh-CN" altLang="en-US" sz="2800" b="1">
                <a:solidFill>
                  <a:schemeClr val="accent2"/>
                </a:solidFill>
              </a:rPr>
              <a:t>的分布律为</a:t>
            </a:r>
          </a:p>
        </p:txBody>
      </p:sp>
      <p:graphicFrame>
        <p:nvGraphicFramePr>
          <p:cNvPr id="61450" name="Object 10"/>
          <p:cNvGraphicFramePr>
            <a:graphicFrameLocks noChangeAspect="1"/>
          </p:cNvGraphicFramePr>
          <p:nvPr/>
        </p:nvGraphicFramePr>
        <p:xfrm>
          <a:off x="898525" y="3770313"/>
          <a:ext cx="7189788" cy="515937"/>
        </p:xfrm>
        <a:graphic>
          <a:graphicData uri="http://schemas.openxmlformats.org/presentationml/2006/ole">
            <mc:AlternateContent xmlns:mc="http://schemas.openxmlformats.org/markup-compatibility/2006">
              <mc:Choice xmlns:v="urn:schemas-microsoft-com:vml" Requires="v">
                <p:oleObj spid="_x0000_s82204" name="Equation" r:id="rId8" imgW="156962365" imgH="11268180" progId="Equation.DSMT4">
                  <p:embed/>
                </p:oleObj>
              </mc:Choice>
              <mc:Fallback>
                <p:oleObj name="Equation" r:id="rId8" imgW="156962365" imgH="11268180" progId="Equation.DSMT4">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98525" y="3770313"/>
                        <a:ext cx="7189788" cy="515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3" name="Group 11"/>
          <p:cNvGrpSpPr>
            <a:grpSpLocks/>
          </p:cNvGrpSpPr>
          <p:nvPr/>
        </p:nvGrpSpPr>
        <p:grpSpPr bwMode="auto">
          <a:xfrm>
            <a:off x="1916113" y="2473325"/>
            <a:ext cx="4343400" cy="1069975"/>
            <a:chOff x="1152" y="1642"/>
            <a:chExt cx="2736" cy="674"/>
          </a:xfrm>
        </p:grpSpPr>
        <p:sp>
          <p:nvSpPr>
            <p:cNvPr id="53259" name="Line 12"/>
            <p:cNvSpPr>
              <a:spLocks noChangeShapeType="1"/>
            </p:cNvSpPr>
            <p:nvPr/>
          </p:nvSpPr>
          <p:spPr bwMode="auto">
            <a:xfrm>
              <a:off x="1632" y="1642"/>
              <a:ext cx="0" cy="66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260" name="Line 13"/>
            <p:cNvSpPr>
              <a:spLocks noChangeShapeType="1"/>
            </p:cNvSpPr>
            <p:nvPr/>
          </p:nvSpPr>
          <p:spPr bwMode="auto">
            <a:xfrm>
              <a:off x="1152" y="1978"/>
              <a:ext cx="273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53261" name="Object 14"/>
            <p:cNvGraphicFramePr>
              <a:graphicFrameLocks noChangeAspect="1"/>
            </p:cNvGraphicFramePr>
            <p:nvPr/>
          </p:nvGraphicFramePr>
          <p:xfrm>
            <a:off x="1320" y="1698"/>
            <a:ext cx="236" cy="201"/>
          </p:xfrm>
          <a:graphic>
            <a:graphicData uri="http://schemas.openxmlformats.org/presentationml/2006/ole">
              <mc:AlternateContent xmlns:mc="http://schemas.openxmlformats.org/markup-compatibility/2006">
                <mc:Choice xmlns:v="urn:schemas-microsoft-com:vml" Requires="v">
                  <p:oleObj spid="_x0000_s82205" name="Equation" r:id="rId10" imgW="342751" imgH="291973" progId="Equation.DSMT4">
                    <p:embed/>
                  </p:oleObj>
                </mc:Choice>
                <mc:Fallback>
                  <p:oleObj name="Equation" r:id="rId10" imgW="342751" imgH="291973" progId="Equation.DSMT4">
                    <p:embed/>
                    <p:pic>
                      <p:nvPicPr>
                        <p:cNvPr id="0" name=""/>
                        <p:cNvPicPr>
                          <a:picLocks noChangeAspect="1" noChangeArrowheads="1"/>
                        </p:cNvPicPr>
                        <p:nvPr/>
                      </p:nvPicPr>
                      <p:blipFill>
                        <a:blip r:embed="rId11">
                          <a:grayscl/>
                          <a:biLevel thresh="50000"/>
                          <a:extLst>
                            <a:ext uri="{28A0092B-C50C-407E-A947-70E740481C1C}">
                              <a14:useLocalDpi xmlns:a14="http://schemas.microsoft.com/office/drawing/2010/main" val="0"/>
                            </a:ext>
                          </a:extLst>
                        </a:blip>
                        <a:srcRect/>
                        <a:stretch>
                          <a:fillRect/>
                        </a:stretch>
                      </p:blipFill>
                      <p:spPr bwMode="auto">
                        <a:xfrm>
                          <a:off x="1320" y="1698"/>
                          <a:ext cx="236" cy="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3262" name="Object 15"/>
            <p:cNvGraphicFramePr>
              <a:graphicFrameLocks noChangeAspect="1"/>
            </p:cNvGraphicFramePr>
            <p:nvPr/>
          </p:nvGraphicFramePr>
          <p:xfrm>
            <a:off x="1940" y="1992"/>
            <a:ext cx="229" cy="300"/>
          </p:xfrm>
          <a:graphic>
            <a:graphicData uri="http://schemas.openxmlformats.org/presentationml/2006/ole">
              <mc:AlternateContent xmlns:mc="http://schemas.openxmlformats.org/markup-compatibility/2006">
                <mc:Choice xmlns:v="urn:schemas-microsoft-com:vml" Requires="v">
                  <p:oleObj spid="_x0000_s82206" name="Equation" r:id="rId12" imgW="330057" imgH="431613" progId="Equation.DSMT4">
                    <p:embed/>
                  </p:oleObj>
                </mc:Choice>
                <mc:Fallback>
                  <p:oleObj name="Equation" r:id="rId12" imgW="330057" imgH="431613" progId="Equation.DSMT4">
                    <p:embed/>
                    <p:pic>
                      <p:nvPicPr>
                        <p:cNvPr id="0" name=""/>
                        <p:cNvPicPr>
                          <a:picLocks noChangeAspect="1" noChangeArrowheads="1"/>
                        </p:cNvPicPr>
                        <p:nvPr/>
                      </p:nvPicPr>
                      <p:blipFill>
                        <a:blip r:embed="rId13">
                          <a:grayscl/>
                          <a:biLevel thresh="50000"/>
                          <a:extLst>
                            <a:ext uri="{28A0092B-C50C-407E-A947-70E740481C1C}">
                              <a14:useLocalDpi xmlns:a14="http://schemas.microsoft.com/office/drawing/2010/main" val="0"/>
                            </a:ext>
                          </a:extLst>
                        </a:blip>
                        <a:srcRect/>
                        <a:stretch>
                          <a:fillRect/>
                        </a:stretch>
                      </p:blipFill>
                      <p:spPr bwMode="auto">
                        <a:xfrm>
                          <a:off x="1940" y="1992"/>
                          <a:ext cx="229" cy="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3263" name="Object 16"/>
            <p:cNvGraphicFramePr>
              <a:graphicFrameLocks noChangeAspect="1"/>
            </p:cNvGraphicFramePr>
            <p:nvPr/>
          </p:nvGraphicFramePr>
          <p:xfrm>
            <a:off x="2728" y="1676"/>
            <a:ext cx="128" cy="200"/>
          </p:xfrm>
          <a:graphic>
            <a:graphicData uri="http://schemas.openxmlformats.org/presentationml/2006/ole">
              <mc:AlternateContent xmlns:mc="http://schemas.openxmlformats.org/markup-compatibility/2006">
                <mc:Choice xmlns:v="urn:schemas-microsoft-com:vml" Requires="v">
                  <p:oleObj spid="_x0000_s82207" name="Equation" r:id="rId14" imgW="203024" imgH="317225" progId="Equation.DSMT4">
                    <p:embed/>
                  </p:oleObj>
                </mc:Choice>
                <mc:Fallback>
                  <p:oleObj name="Equation" r:id="rId14" imgW="203024" imgH="317225" progId="Equation.DSMT4">
                    <p:embed/>
                    <p:pic>
                      <p:nvPicPr>
                        <p:cNvPr id="0" name=""/>
                        <p:cNvPicPr>
                          <a:picLocks noChangeAspect="1" noChangeArrowheads="1"/>
                        </p:cNvPicPr>
                        <p:nvPr/>
                      </p:nvPicPr>
                      <p:blipFill>
                        <a:blip r:embed="rId15">
                          <a:grayscl/>
                          <a:biLevel thresh="50000"/>
                          <a:extLst>
                            <a:ext uri="{28A0092B-C50C-407E-A947-70E740481C1C}">
                              <a14:useLocalDpi xmlns:a14="http://schemas.microsoft.com/office/drawing/2010/main" val="0"/>
                            </a:ext>
                          </a:extLst>
                        </a:blip>
                        <a:srcRect/>
                        <a:stretch>
                          <a:fillRect/>
                        </a:stretch>
                      </p:blipFill>
                      <p:spPr bwMode="auto">
                        <a:xfrm>
                          <a:off x="2728" y="1676"/>
                          <a:ext cx="128" cy="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3264" name="Object 17"/>
            <p:cNvGraphicFramePr>
              <a:graphicFrameLocks noChangeAspect="1"/>
            </p:cNvGraphicFramePr>
            <p:nvPr/>
          </p:nvGraphicFramePr>
          <p:xfrm>
            <a:off x="1940" y="1682"/>
            <a:ext cx="240" cy="192"/>
          </p:xfrm>
          <a:graphic>
            <a:graphicData uri="http://schemas.openxmlformats.org/presentationml/2006/ole">
              <mc:AlternateContent xmlns:mc="http://schemas.openxmlformats.org/markup-compatibility/2006">
                <mc:Choice xmlns:v="urn:schemas-microsoft-com:vml" Requires="v">
                  <p:oleObj spid="_x0000_s82208" name="Equation" r:id="rId16" imgW="380835" imgH="304668" progId="Equation.DSMT4">
                    <p:embed/>
                  </p:oleObj>
                </mc:Choice>
                <mc:Fallback>
                  <p:oleObj name="Equation" r:id="rId16" imgW="380835" imgH="304668" progId="Equation.DSMT4">
                    <p:embed/>
                    <p:pic>
                      <p:nvPicPr>
                        <p:cNvPr id="0" name=""/>
                        <p:cNvPicPr>
                          <a:picLocks noChangeAspect="1" noChangeArrowheads="1"/>
                        </p:cNvPicPr>
                        <p:nvPr/>
                      </p:nvPicPr>
                      <p:blipFill>
                        <a:blip r:embed="rId17">
                          <a:grayscl/>
                          <a:biLevel thresh="50000"/>
                          <a:extLst>
                            <a:ext uri="{28A0092B-C50C-407E-A947-70E740481C1C}">
                              <a14:useLocalDpi xmlns:a14="http://schemas.microsoft.com/office/drawing/2010/main" val="0"/>
                            </a:ext>
                          </a:extLst>
                        </a:blip>
                        <a:srcRect/>
                        <a:stretch>
                          <a:fillRect/>
                        </a:stretch>
                      </p:blipFill>
                      <p:spPr bwMode="auto">
                        <a:xfrm>
                          <a:off x="1940" y="1682"/>
                          <a:ext cx="24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3265" name="Object 18"/>
            <p:cNvGraphicFramePr>
              <a:graphicFrameLocks noChangeAspect="1"/>
            </p:cNvGraphicFramePr>
            <p:nvPr/>
          </p:nvGraphicFramePr>
          <p:xfrm>
            <a:off x="3468" y="1682"/>
            <a:ext cx="88" cy="192"/>
          </p:xfrm>
          <a:graphic>
            <a:graphicData uri="http://schemas.openxmlformats.org/presentationml/2006/ole">
              <mc:AlternateContent xmlns:mc="http://schemas.openxmlformats.org/markup-compatibility/2006">
                <mc:Choice xmlns:v="urn:schemas-microsoft-com:vml" Requires="v">
                  <p:oleObj spid="_x0000_s82209" name="Equation" r:id="rId18" imgW="139639" imgH="304668" progId="Equation.DSMT4">
                    <p:embed/>
                  </p:oleObj>
                </mc:Choice>
                <mc:Fallback>
                  <p:oleObj name="Equation" r:id="rId18" imgW="139639" imgH="304668" progId="Equation.DSMT4">
                    <p:embed/>
                    <p:pic>
                      <p:nvPicPr>
                        <p:cNvPr id="0" name=""/>
                        <p:cNvPicPr>
                          <a:picLocks noChangeAspect="1" noChangeArrowheads="1"/>
                        </p:cNvPicPr>
                        <p:nvPr/>
                      </p:nvPicPr>
                      <p:blipFill>
                        <a:blip r:embed="rId19">
                          <a:grayscl/>
                          <a:biLevel thresh="50000"/>
                          <a:extLst>
                            <a:ext uri="{28A0092B-C50C-407E-A947-70E740481C1C}">
                              <a14:useLocalDpi xmlns:a14="http://schemas.microsoft.com/office/drawing/2010/main" val="0"/>
                            </a:ext>
                          </a:extLst>
                        </a:blip>
                        <a:srcRect/>
                        <a:stretch>
                          <a:fillRect/>
                        </a:stretch>
                      </p:blipFill>
                      <p:spPr bwMode="auto">
                        <a:xfrm>
                          <a:off x="3468" y="1682"/>
                          <a:ext cx="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3266" name="Object 19"/>
            <p:cNvGraphicFramePr>
              <a:graphicFrameLocks noChangeAspect="1"/>
            </p:cNvGraphicFramePr>
            <p:nvPr/>
          </p:nvGraphicFramePr>
          <p:xfrm>
            <a:off x="3401" y="2016"/>
            <a:ext cx="247" cy="300"/>
          </p:xfrm>
          <a:graphic>
            <a:graphicData uri="http://schemas.openxmlformats.org/presentationml/2006/ole">
              <mc:AlternateContent xmlns:mc="http://schemas.openxmlformats.org/markup-compatibility/2006">
                <mc:Choice xmlns:v="urn:schemas-microsoft-com:vml" Requires="v">
                  <p:oleObj spid="_x0000_s82210" name="Equation" r:id="rId20" imgW="355446" imgH="431613" progId="Equation.DSMT4">
                    <p:embed/>
                  </p:oleObj>
                </mc:Choice>
                <mc:Fallback>
                  <p:oleObj name="Equation" r:id="rId20" imgW="355446" imgH="431613" progId="Equation.DSMT4">
                    <p:embed/>
                    <p:pic>
                      <p:nvPicPr>
                        <p:cNvPr id="0" name=""/>
                        <p:cNvPicPr>
                          <a:picLocks noChangeAspect="1" noChangeArrowheads="1"/>
                        </p:cNvPicPr>
                        <p:nvPr/>
                      </p:nvPicPr>
                      <p:blipFill>
                        <a:blip r:embed="rId21">
                          <a:grayscl/>
                          <a:biLevel thresh="50000"/>
                          <a:extLst>
                            <a:ext uri="{28A0092B-C50C-407E-A947-70E740481C1C}">
                              <a14:useLocalDpi xmlns:a14="http://schemas.microsoft.com/office/drawing/2010/main" val="0"/>
                            </a:ext>
                          </a:extLst>
                        </a:blip>
                        <a:srcRect/>
                        <a:stretch>
                          <a:fillRect/>
                        </a:stretch>
                      </p:blipFill>
                      <p:spPr bwMode="auto">
                        <a:xfrm>
                          <a:off x="3401" y="2016"/>
                          <a:ext cx="247" cy="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3267" name="Object 20"/>
            <p:cNvGraphicFramePr>
              <a:graphicFrameLocks noChangeAspect="1"/>
            </p:cNvGraphicFramePr>
            <p:nvPr/>
          </p:nvGraphicFramePr>
          <p:xfrm>
            <a:off x="2673" y="2004"/>
            <a:ext cx="255" cy="300"/>
          </p:xfrm>
          <a:graphic>
            <a:graphicData uri="http://schemas.openxmlformats.org/presentationml/2006/ole">
              <mc:AlternateContent xmlns:mc="http://schemas.openxmlformats.org/markup-compatibility/2006">
                <mc:Choice xmlns:v="urn:schemas-microsoft-com:vml" Requires="v">
                  <p:oleObj spid="_x0000_s82211" name="Equation" r:id="rId22" imgW="368140" imgH="431613" progId="Equation.DSMT4">
                    <p:embed/>
                  </p:oleObj>
                </mc:Choice>
                <mc:Fallback>
                  <p:oleObj name="Equation" r:id="rId22" imgW="368140" imgH="431613" progId="Equation.DSMT4">
                    <p:embed/>
                    <p:pic>
                      <p:nvPicPr>
                        <p:cNvPr id="0" name=""/>
                        <p:cNvPicPr>
                          <a:picLocks noChangeAspect="1" noChangeArrowheads="1"/>
                        </p:cNvPicPr>
                        <p:nvPr/>
                      </p:nvPicPr>
                      <p:blipFill>
                        <a:blip r:embed="rId23">
                          <a:grayscl/>
                          <a:biLevel thresh="50000"/>
                          <a:extLst>
                            <a:ext uri="{28A0092B-C50C-407E-A947-70E740481C1C}">
                              <a14:useLocalDpi xmlns:a14="http://schemas.microsoft.com/office/drawing/2010/main" val="0"/>
                            </a:ext>
                          </a:extLst>
                        </a:blip>
                        <a:srcRect/>
                        <a:stretch>
                          <a:fillRect/>
                        </a:stretch>
                      </p:blipFill>
                      <p:spPr bwMode="auto">
                        <a:xfrm>
                          <a:off x="2673" y="2004"/>
                          <a:ext cx="255" cy="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3268" name="Object 21"/>
            <p:cNvGraphicFramePr>
              <a:graphicFrameLocks noChangeAspect="1"/>
            </p:cNvGraphicFramePr>
            <p:nvPr/>
          </p:nvGraphicFramePr>
          <p:xfrm>
            <a:off x="1305" y="1980"/>
            <a:ext cx="255" cy="300"/>
          </p:xfrm>
          <a:graphic>
            <a:graphicData uri="http://schemas.openxmlformats.org/presentationml/2006/ole">
              <mc:AlternateContent xmlns:mc="http://schemas.openxmlformats.org/markup-compatibility/2006">
                <mc:Choice xmlns:v="urn:schemas-microsoft-com:vml" Requires="v">
                  <p:oleObj spid="_x0000_s82212" name="Equation" r:id="rId24" imgW="368140" imgH="431613" progId="Equation.DSMT4">
                    <p:embed/>
                  </p:oleObj>
                </mc:Choice>
                <mc:Fallback>
                  <p:oleObj name="Equation" r:id="rId24" imgW="368140" imgH="431613" progId="Equation.DSMT4">
                    <p:embed/>
                    <p:pic>
                      <p:nvPicPr>
                        <p:cNvPr id="0" name=""/>
                        <p:cNvPicPr>
                          <a:picLocks noChangeAspect="1" noChangeArrowheads="1"/>
                        </p:cNvPicPr>
                        <p:nvPr/>
                      </p:nvPicPr>
                      <p:blipFill>
                        <a:blip r:embed="rId25">
                          <a:grayscl/>
                          <a:biLevel thresh="50000"/>
                          <a:extLst>
                            <a:ext uri="{28A0092B-C50C-407E-A947-70E740481C1C}">
                              <a14:useLocalDpi xmlns:a14="http://schemas.microsoft.com/office/drawing/2010/main" val="0"/>
                            </a:ext>
                          </a:extLst>
                        </a:blip>
                        <a:srcRect/>
                        <a:stretch>
                          <a:fillRect/>
                        </a:stretch>
                      </p:blipFill>
                      <p:spPr bwMode="auto">
                        <a:xfrm>
                          <a:off x="1305" y="1980"/>
                          <a:ext cx="255" cy="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aphicFrame>
        <p:nvGraphicFramePr>
          <p:cNvPr id="61462" name="Object 22"/>
          <p:cNvGraphicFramePr>
            <a:graphicFrameLocks noChangeAspect="1"/>
          </p:cNvGraphicFramePr>
          <p:nvPr/>
        </p:nvGraphicFramePr>
        <p:xfrm>
          <a:off x="898525" y="4491038"/>
          <a:ext cx="4481513" cy="473075"/>
        </p:xfrm>
        <a:graphic>
          <a:graphicData uri="http://schemas.openxmlformats.org/presentationml/2006/ole">
            <mc:AlternateContent xmlns:mc="http://schemas.openxmlformats.org/markup-compatibility/2006">
              <mc:Choice xmlns:v="urn:schemas-microsoft-com:vml" Requires="v">
                <p:oleObj spid="_x0000_s82213" name="Equation" r:id="rId26" imgW="97831345" imgH="10353690" progId="Equation.DSMT4">
                  <p:embed/>
                </p:oleObj>
              </mc:Choice>
              <mc:Fallback>
                <p:oleObj name="Equation" r:id="rId26" imgW="97831345" imgH="10353690" progId="Equation.DSMT4">
                  <p:embed/>
                  <p:pic>
                    <p:nvPicPr>
                      <p:cNvPr id="0" name=""/>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898525" y="4491038"/>
                        <a:ext cx="4481513" cy="47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1463" name="Object 23"/>
          <p:cNvGraphicFramePr>
            <a:graphicFrameLocks noChangeAspect="1"/>
          </p:cNvGraphicFramePr>
          <p:nvPr>
            <p:extLst>
              <p:ext uri="{D42A27DB-BD31-4B8C-83A1-F6EECF244321}">
                <p14:modId xmlns:p14="http://schemas.microsoft.com/office/powerpoint/2010/main" val="2546821886"/>
              </p:ext>
            </p:extLst>
          </p:nvPr>
        </p:nvGraphicFramePr>
        <p:xfrm>
          <a:off x="1608139" y="5687219"/>
          <a:ext cx="4270375" cy="473075"/>
        </p:xfrm>
        <a:graphic>
          <a:graphicData uri="http://schemas.openxmlformats.org/presentationml/2006/ole">
            <mc:AlternateContent xmlns:mc="http://schemas.openxmlformats.org/markup-compatibility/2006">
              <mc:Choice xmlns:v="urn:schemas-microsoft-com:vml" Requires="v">
                <p:oleObj spid="_x0000_s82214" name="Equation" r:id="rId28" imgW="93259345" imgH="10353690" progId="Equation.DSMT4">
                  <p:embed/>
                </p:oleObj>
              </mc:Choice>
              <mc:Fallback>
                <p:oleObj name="Equation" r:id="rId28" imgW="93259345" imgH="10353690" progId="Equation.DSMT4">
                  <p:embed/>
                  <p:pic>
                    <p:nvPicPr>
                      <p:cNvPr id="0" name=""/>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1608139" y="5687219"/>
                        <a:ext cx="4270375" cy="47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1464" name="Object 24"/>
          <p:cNvGraphicFramePr>
            <a:graphicFrameLocks noChangeAspect="1"/>
          </p:cNvGraphicFramePr>
          <p:nvPr/>
        </p:nvGraphicFramePr>
        <p:xfrm>
          <a:off x="904875" y="5067300"/>
          <a:ext cx="2386013" cy="473075"/>
        </p:xfrm>
        <a:graphic>
          <a:graphicData uri="http://schemas.openxmlformats.org/presentationml/2006/ole">
            <mc:AlternateContent xmlns:mc="http://schemas.openxmlformats.org/markup-compatibility/2006">
              <mc:Choice xmlns:v="urn:schemas-microsoft-com:vml" Requires="v">
                <p:oleObj spid="_x0000_s82215" name="Equation" r:id="rId30" imgW="52111345" imgH="10353690" progId="Equation.DSMT4">
                  <p:embed/>
                </p:oleObj>
              </mc:Choice>
              <mc:Fallback>
                <p:oleObj name="Equation" r:id="rId30" imgW="52111345" imgH="10353690" progId="Equation.DSMT4">
                  <p:embed/>
                  <p:pic>
                    <p:nvPicPr>
                      <p:cNvPr id="0" name=""/>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904875" y="5067300"/>
                        <a:ext cx="2386013" cy="47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1465" name="Text Box 25"/>
          <p:cNvSpPr txBox="1">
            <a:spLocks noChangeArrowheads="1"/>
          </p:cNvSpPr>
          <p:nvPr/>
        </p:nvSpPr>
        <p:spPr bwMode="auto">
          <a:xfrm>
            <a:off x="625264" y="5663751"/>
            <a:ext cx="90646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996633"/>
              </a:buClr>
              <a:buFont typeface="Wingdings" panose="05000000000000000000" pitchFamily="2" charset="2"/>
              <a:buBlip>
                <a:blip r:embed="rId3"/>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3"/>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3"/>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r>
              <a:rPr lang="zh-CN" altLang="en-US" sz="2800" b="1" dirty="0">
                <a:solidFill>
                  <a:schemeClr val="accent2"/>
                </a:solidFill>
              </a:rPr>
              <a:t>所以</a:t>
            </a:r>
          </a:p>
        </p:txBody>
      </p:sp>
    </p:spTree>
    <p:extLst>
      <p:ext uri="{BB962C8B-B14F-4D97-AF65-F5344CB8AC3E}">
        <p14:creationId xmlns:p14="http://schemas.microsoft.com/office/powerpoint/2010/main" val="2961559230"/>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1449">
                                            <p:txEl>
                                              <p:pRg st="0" end="0"/>
                                            </p:txEl>
                                          </p:spTgt>
                                        </p:tgtEl>
                                        <p:attrNameLst>
                                          <p:attrName>style.visibility</p:attrName>
                                        </p:attrNameLst>
                                      </p:cBhvr>
                                      <p:to>
                                        <p:strVal val="visible"/>
                                      </p:to>
                                    </p:set>
                                    <p:animEffect transition="in" filter="wipe(left)">
                                      <p:cBhvr>
                                        <p:cTn id="12" dur="500"/>
                                        <p:tgtEl>
                                          <p:spTgt spid="61449">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left)">
                                      <p:cBhvr>
                                        <p:cTn id="17" dur="500"/>
                                        <p:tgtEl>
                                          <p:spTgt spid="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61450"/>
                                        </p:tgtEl>
                                        <p:attrNameLst>
                                          <p:attrName>style.visibility</p:attrName>
                                        </p:attrNameLst>
                                      </p:cBhvr>
                                      <p:to>
                                        <p:strVal val="visible"/>
                                      </p:to>
                                    </p:set>
                                    <p:animEffect transition="in" filter="wipe(left)">
                                      <p:cBhvr>
                                        <p:cTn id="22" dur="500"/>
                                        <p:tgtEl>
                                          <p:spTgt spid="61450"/>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61462"/>
                                        </p:tgtEl>
                                        <p:attrNameLst>
                                          <p:attrName>style.visibility</p:attrName>
                                        </p:attrNameLst>
                                      </p:cBhvr>
                                      <p:to>
                                        <p:strVal val="visible"/>
                                      </p:to>
                                    </p:set>
                                    <p:animEffect transition="in" filter="wipe(left)">
                                      <p:cBhvr>
                                        <p:cTn id="27" dur="500"/>
                                        <p:tgtEl>
                                          <p:spTgt spid="61462"/>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61464"/>
                                        </p:tgtEl>
                                        <p:attrNameLst>
                                          <p:attrName>style.visibility</p:attrName>
                                        </p:attrNameLst>
                                      </p:cBhvr>
                                      <p:to>
                                        <p:strVal val="visible"/>
                                      </p:to>
                                    </p:set>
                                    <p:animEffect transition="in" filter="wipe(left)">
                                      <p:cBhvr>
                                        <p:cTn id="32" dur="500"/>
                                        <p:tgtEl>
                                          <p:spTgt spid="61464"/>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61465">
                                            <p:txEl>
                                              <p:pRg st="0" end="0"/>
                                            </p:txEl>
                                          </p:spTgt>
                                        </p:tgtEl>
                                        <p:attrNameLst>
                                          <p:attrName>style.visibility</p:attrName>
                                        </p:attrNameLst>
                                      </p:cBhvr>
                                      <p:to>
                                        <p:strVal val="visible"/>
                                      </p:to>
                                    </p:set>
                                    <p:animEffect transition="in" filter="wipe(left)">
                                      <p:cBhvr>
                                        <p:cTn id="37" dur="500"/>
                                        <p:tgtEl>
                                          <p:spTgt spid="61465">
                                            <p:txEl>
                                              <p:pRg st="0" end="0"/>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61463"/>
                                        </p:tgtEl>
                                        <p:attrNameLst>
                                          <p:attrName>style.visibility</p:attrName>
                                        </p:attrNameLst>
                                      </p:cBhvr>
                                      <p:to>
                                        <p:strVal val="visible"/>
                                      </p:to>
                                    </p:set>
                                    <p:animEffect transition="in" filter="wipe(left)">
                                      <p:cBhvr>
                                        <p:cTn id="42" dur="500"/>
                                        <p:tgtEl>
                                          <p:spTgt spid="614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49" grpId="0" build="p" autoUpdateAnimBg="0"/>
      <p:bldP spid="61465" grpId="0" build="p" autoUpdateAnimBg="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23106" name="Rectangle 2"/>
          <p:cNvSpPr>
            <a:spLocks noGrp="1" noChangeArrowheads="1"/>
          </p:cNvSpPr>
          <p:nvPr>
            <p:ph type="title"/>
          </p:nvPr>
        </p:nvSpPr>
        <p:spPr>
          <a:xfrm>
            <a:off x="1785938" y="571500"/>
            <a:ext cx="4442246" cy="681038"/>
          </a:xfrm>
          <a:solidFill>
            <a:srgbClr val="CCCC00"/>
          </a:solidFill>
        </p:spPr>
        <p:txBody>
          <a:bodyPr/>
          <a:lstStyle/>
          <a:p>
            <a:r>
              <a:rPr lang="zh-CN" altLang="en-US" sz="3200" smtClean="0"/>
              <a:t>总结方差的计算方法</a:t>
            </a:r>
          </a:p>
        </p:txBody>
      </p:sp>
      <p:sp>
        <p:nvSpPr>
          <p:cNvPr id="2223107" name="Rectangle 3"/>
          <p:cNvSpPr>
            <a:spLocks noGrp="1" noChangeArrowheads="1"/>
          </p:cNvSpPr>
          <p:nvPr>
            <p:ph idx="1"/>
          </p:nvPr>
        </p:nvSpPr>
        <p:spPr>
          <a:xfrm>
            <a:off x="693738" y="1628800"/>
            <a:ext cx="7785100" cy="2736304"/>
          </a:xfrm>
        </p:spPr>
        <p:txBody>
          <a:bodyPr/>
          <a:lstStyle/>
          <a:p>
            <a:r>
              <a:rPr lang="zh-CN" altLang="en-US" sz="2400" b="1" dirty="0" smtClean="0">
                <a:effectLst/>
              </a:rPr>
              <a:t>定义法：函数的数学期望</a:t>
            </a:r>
            <a:endParaRPr lang="en-US" altLang="zh-CN" sz="2400" b="1" dirty="0" smtClean="0">
              <a:effectLst/>
            </a:endParaRPr>
          </a:p>
          <a:p>
            <a:endParaRPr lang="zh-CN" altLang="en-US" sz="2400" b="1" dirty="0" smtClean="0">
              <a:effectLst/>
            </a:endParaRPr>
          </a:p>
          <a:p>
            <a:r>
              <a:rPr lang="zh-CN" altLang="en-US" sz="2400" b="1" dirty="0" smtClean="0">
                <a:effectLst/>
              </a:rPr>
              <a:t>方差的性质</a:t>
            </a:r>
            <a:endParaRPr lang="en-US" altLang="zh-CN" sz="2400" b="1" dirty="0" smtClean="0">
              <a:effectLst/>
            </a:endParaRPr>
          </a:p>
          <a:p>
            <a:endParaRPr lang="zh-CN" altLang="en-US" sz="2400" b="1" dirty="0" smtClean="0">
              <a:effectLst/>
            </a:endParaRPr>
          </a:p>
          <a:p>
            <a:r>
              <a:rPr lang="zh-CN" altLang="en-US" sz="2400" b="1" dirty="0" smtClean="0">
                <a:effectLst/>
              </a:rPr>
              <a:t>常用公式：</a:t>
            </a:r>
            <a:r>
              <a:rPr lang="en-US" altLang="zh-CN" sz="2400" b="1" dirty="0" smtClean="0">
                <a:effectLst/>
              </a:rPr>
              <a:t>D(X)=E(X</a:t>
            </a:r>
            <a:r>
              <a:rPr lang="en-US" altLang="zh-CN" sz="2400" b="1" baseline="30000" dirty="0" smtClean="0">
                <a:effectLst/>
              </a:rPr>
              <a:t>2</a:t>
            </a:r>
            <a:r>
              <a:rPr lang="en-US" altLang="zh-CN" sz="2400" b="1" dirty="0" smtClean="0">
                <a:effectLst/>
              </a:rPr>
              <a:t>)-[E(X)]</a:t>
            </a:r>
            <a:r>
              <a:rPr lang="en-US" altLang="zh-CN" sz="2400" b="1" baseline="30000" dirty="0" smtClean="0">
                <a:effectLst/>
              </a:rPr>
              <a:t>2</a:t>
            </a:r>
          </a:p>
          <a:p>
            <a:endParaRPr lang="en-US" altLang="zh-CN" sz="2400" b="1" dirty="0" smtClean="0">
              <a:effectLst/>
            </a:endParaRPr>
          </a:p>
          <a:p>
            <a:r>
              <a:rPr lang="en-US" altLang="zh-CN" sz="2400" b="1" dirty="0" smtClean="0">
                <a:effectLst/>
              </a:rPr>
              <a:t>X</a:t>
            </a:r>
            <a:r>
              <a:rPr lang="zh-CN" altLang="en-US" sz="2400" b="1" dirty="0" smtClean="0">
                <a:effectLst/>
              </a:rPr>
              <a:t>分解成数个</a:t>
            </a:r>
            <a:r>
              <a:rPr lang="zh-CN" altLang="en-US" sz="2400" b="1" dirty="0" smtClean="0">
                <a:solidFill>
                  <a:srgbClr val="FF0000"/>
                </a:solidFill>
                <a:effectLst/>
              </a:rPr>
              <a:t>相互独立的</a:t>
            </a:r>
            <a:r>
              <a:rPr lang="zh-CN" altLang="en-US" sz="2400" b="1" dirty="0" smtClean="0">
                <a:effectLst/>
              </a:rPr>
              <a:t>随机变量之和，利用</a:t>
            </a:r>
            <a:endParaRPr lang="en-US" altLang="zh-CN" sz="2400" b="1" dirty="0" smtClean="0">
              <a:effectLst/>
            </a:endParaRPr>
          </a:p>
          <a:p>
            <a:pPr marL="0" indent="0">
              <a:buNone/>
            </a:pPr>
            <a:r>
              <a:rPr lang="en-US" altLang="zh-CN" sz="2400" b="1" dirty="0" smtClean="0">
                <a:effectLst/>
              </a:rPr>
              <a:t>    D(X)=D (X</a:t>
            </a:r>
            <a:r>
              <a:rPr lang="en-US" altLang="zh-CN" sz="2400" b="1" baseline="-25000" dirty="0" smtClean="0">
                <a:effectLst/>
              </a:rPr>
              <a:t>1</a:t>
            </a:r>
            <a:r>
              <a:rPr lang="en-US" altLang="zh-CN" sz="2400" b="1" dirty="0" smtClean="0">
                <a:effectLst/>
              </a:rPr>
              <a:t> +X</a:t>
            </a:r>
            <a:r>
              <a:rPr lang="en-US" altLang="zh-CN" sz="2400" b="1" baseline="-25000" dirty="0" smtClean="0">
                <a:effectLst/>
              </a:rPr>
              <a:t>2</a:t>
            </a:r>
            <a:r>
              <a:rPr lang="en-US" altLang="zh-CN" sz="2400" b="1" dirty="0" smtClean="0">
                <a:effectLst/>
              </a:rPr>
              <a:t>+</a:t>
            </a:r>
            <a:r>
              <a:rPr lang="en-US" altLang="en-US" sz="2400" b="1" dirty="0" smtClean="0">
                <a:effectLst/>
              </a:rPr>
              <a:t>…</a:t>
            </a:r>
            <a:r>
              <a:rPr lang="en-US" altLang="zh-CN" sz="2400" b="1" dirty="0" smtClean="0">
                <a:effectLst/>
              </a:rPr>
              <a:t>+</a:t>
            </a:r>
            <a:r>
              <a:rPr lang="en-US" altLang="zh-CN" sz="2400" b="1" dirty="0" err="1" smtClean="0">
                <a:effectLst/>
              </a:rPr>
              <a:t>X</a:t>
            </a:r>
            <a:r>
              <a:rPr lang="en-US" altLang="zh-CN" sz="2400" b="1" baseline="-25000" dirty="0" err="1" smtClean="0">
                <a:effectLst/>
              </a:rPr>
              <a:t>n</a:t>
            </a:r>
            <a:r>
              <a:rPr lang="en-US" altLang="zh-CN" sz="2400" b="1" dirty="0" smtClean="0">
                <a:effectLst/>
              </a:rPr>
              <a:t>)= D (X</a:t>
            </a:r>
            <a:r>
              <a:rPr lang="en-US" altLang="zh-CN" sz="2400" b="1" baseline="-25000" dirty="0" smtClean="0">
                <a:effectLst/>
              </a:rPr>
              <a:t>1</a:t>
            </a:r>
            <a:r>
              <a:rPr lang="en-US" altLang="zh-CN" sz="2400" b="1" dirty="0" smtClean="0">
                <a:effectLst/>
              </a:rPr>
              <a:t>)+ D (X</a:t>
            </a:r>
            <a:r>
              <a:rPr lang="en-US" altLang="zh-CN" sz="2400" b="1" baseline="-25000" dirty="0" smtClean="0">
                <a:effectLst/>
              </a:rPr>
              <a:t>2</a:t>
            </a:r>
            <a:r>
              <a:rPr lang="en-US" altLang="zh-CN" sz="2400" b="1" dirty="0" smtClean="0">
                <a:effectLst/>
              </a:rPr>
              <a:t>)+… +D (</a:t>
            </a:r>
            <a:r>
              <a:rPr lang="en-US" altLang="zh-CN" sz="2400" b="1" dirty="0" err="1" smtClean="0">
                <a:effectLst/>
              </a:rPr>
              <a:t>X</a:t>
            </a:r>
            <a:r>
              <a:rPr lang="en-US" altLang="zh-CN" sz="2400" b="1" baseline="-25000" dirty="0" err="1" smtClean="0">
                <a:effectLst/>
              </a:rPr>
              <a:t>n</a:t>
            </a:r>
            <a:r>
              <a:rPr lang="en-US" altLang="zh-CN" sz="2400" b="1" dirty="0" smtClean="0">
                <a:effectLst/>
              </a:rPr>
              <a:t>)</a:t>
            </a:r>
          </a:p>
          <a:p>
            <a:endParaRPr lang="en-US" altLang="zh-CN" sz="2400" b="1" dirty="0" smtClean="0">
              <a:effectLst/>
            </a:endParaRPr>
          </a:p>
          <a:p>
            <a:pPr>
              <a:buFontTx/>
              <a:buNone/>
            </a:pPr>
            <a:r>
              <a:rPr lang="en-US" altLang="zh-CN" sz="2400" b="1" dirty="0" smtClean="0">
                <a:effectLst/>
              </a:rPr>
              <a:t>    </a:t>
            </a:r>
            <a:r>
              <a:rPr lang="zh-CN" altLang="en-US" sz="2400" b="1" dirty="0" smtClean="0">
                <a:effectLst/>
              </a:rPr>
              <a:t>根据题型，以上方法可能独立使用，也可能结合使用。</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23106"/>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223107">
                                            <p:txEl>
                                              <p:pRg st="0" end="0"/>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223107">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223107">
                                            <p:txEl>
                                              <p:pRg st="4" end="4"/>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223107">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223107">
                                            <p:txEl>
                                              <p:pRg st="7" end="7"/>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223107">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23106" grpId="0" animBg="1"/>
      <p:bldP spid="2223107" grpId="0"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0530" name="Group 2"/>
          <p:cNvGraphicFramePr>
            <a:graphicFrameLocks noGrp="1"/>
          </p:cNvGraphicFramePr>
          <p:nvPr/>
        </p:nvGraphicFramePr>
        <p:xfrm>
          <a:off x="179388" y="153988"/>
          <a:ext cx="8713787" cy="6602415"/>
        </p:xfrm>
        <a:graphic>
          <a:graphicData uri="http://schemas.openxmlformats.org/drawingml/2006/table">
            <a:tbl>
              <a:tblPr/>
              <a:tblGrid>
                <a:gridCol w="1439862">
                  <a:extLst>
                    <a:ext uri="{9D8B030D-6E8A-4147-A177-3AD203B41FA5}">
                      <a16:colId xmlns:a16="http://schemas.microsoft.com/office/drawing/2014/main" val="20000"/>
                    </a:ext>
                  </a:extLst>
                </a:gridCol>
                <a:gridCol w="1512888">
                  <a:extLst>
                    <a:ext uri="{9D8B030D-6E8A-4147-A177-3AD203B41FA5}">
                      <a16:colId xmlns:a16="http://schemas.microsoft.com/office/drawing/2014/main" val="20001"/>
                    </a:ext>
                  </a:extLst>
                </a:gridCol>
                <a:gridCol w="3455987">
                  <a:extLst>
                    <a:ext uri="{9D8B030D-6E8A-4147-A177-3AD203B41FA5}">
                      <a16:colId xmlns:a16="http://schemas.microsoft.com/office/drawing/2014/main" val="20002"/>
                    </a:ext>
                  </a:extLst>
                </a:gridCol>
                <a:gridCol w="1079500">
                  <a:extLst>
                    <a:ext uri="{9D8B030D-6E8A-4147-A177-3AD203B41FA5}">
                      <a16:colId xmlns:a16="http://schemas.microsoft.com/office/drawing/2014/main" val="20003"/>
                    </a:ext>
                  </a:extLst>
                </a:gridCol>
                <a:gridCol w="1225550">
                  <a:extLst>
                    <a:ext uri="{9D8B030D-6E8A-4147-A177-3AD203B41FA5}">
                      <a16:colId xmlns:a16="http://schemas.microsoft.com/office/drawing/2014/main" val="20004"/>
                    </a:ext>
                  </a:extLst>
                </a:gridCol>
              </a:tblGrid>
              <a:tr h="896100">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2400" b="1" i="0" u="none" strike="noStrike" cap="none" normalizeH="0" baseline="0" dirty="0" smtClean="0">
                          <a:ln>
                            <a:noFill/>
                          </a:ln>
                          <a:solidFill>
                            <a:srgbClr val="CCFFFF"/>
                          </a:solidFill>
                          <a:effectLst/>
                          <a:latin typeface="Arial" panose="020B0604020202020204" pitchFamily="34" charset="0"/>
                          <a:ea typeface="楷体_GB2312" pitchFamily="49" charset="-122"/>
                        </a:rPr>
                        <a:t>分布名称</a:t>
                      </a:r>
                    </a:p>
                  </a:txBody>
                  <a:tcPr marT="45714" marB="45714"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3366CC"/>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2400" b="1" i="0" u="none" strike="noStrike" cap="none" normalizeH="0" baseline="0" smtClean="0">
                          <a:ln>
                            <a:noFill/>
                          </a:ln>
                          <a:solidFill>
                            <a:srgbClr val="CCFFFF"/>
                          </a:solidFill>
                          <a:effectLst/>
                          <a:latin typeface="Arial" panose="020B0604020202020204" pitchFamily="34" charset="0"/>
                          <a:ea typeface="楷体_GB2312" pitchFamily="49" charset="-122"/>
                        </a:rPr>
                        <a:t>记号</a:t>
                      </a: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3366CC"/>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2400" b="1" i="0" u="none" strike="noStrike" cap="none" normalizeH="0" baseline="0" dirty="0" smtClean="0">
                          <a:ln>
                            <a:noFill/>
                          </a:ln>
                          <a:solidFill>
                            <a:srgbClr val="CCFFFF"/>
                          </a:solidFill>
                          <a:effectLst/>
                          <a:latin typeface="Arial" panose="020B0604020202020204" pitchFamily="34" charset="0"/>
                          <a:ea typeface="楷体_GB2312" pitchFamily="49" charset="-122"/>
                        </a:rPr>
                        <a:t>分布列或者概率</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2400" b="1" i="0" u="none" strike="noStrike" cap="none" normalizeH="0" baseline="0" dirty="0" smtClean="0">
                          <a:ln>
                            <a:noFill/>
                          </a:ln>
                          <a:solidFill>
                            <a:srgbClr val="CCFFFF"/>
                          </a:solidFill>
                          <a:effectLst/>
                          <a:latin typeface="Arial" panose="020B0604020202020204" pitchFamily="34" charset="0"/>
                          <a:ea typeface="楷体_GB2312" pitchFamily="49" charset="-122"/>
                        </a:rPr>
                        <a:t>密度函数</a:t>
                      </a: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3366CC"/>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2400" b="1" i="0" u="none" strike="noStrike" cap="none" normalizeH="0" baseline="0" smtClean="0">
                          <a:ln>
                            <a:noFill/>
                          </a:ln>
                          <a:solidFill>
                            <a:srgbClr val="CCFFFF"/>
                          </a:solidFill>
                          <a:effectLst/>
                          <a:latin typeface="Arial" panose="020B0604020202020204" pitchFamily="34" charset="0"/>
                          <a:ea typeface="楷体_GB2312" pitchFamily="49" charset="-122"/>
                        </a:rPr>
                        <a:t>数学期望</a:t>
                      </a: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3366CC"/>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2400" b="1" i="0" u="none" strike="noStrike" cap="none" normalizeH="0" baseline="0" smtClean="0">
                          <a:ln>
                            <a:noFill/>
                          </a:ln>
                          <a:solidFill>
                            <a:srgbClr val="CCFFFF"/>
                          </a:solidFill>
                          <a:effectLst/>
                          <a:latin typeface="Arial" panose="020B0604020202020204" pitchFamily="34" charset="0"/>
                          <a:ea typeface="楷体_GB2312" pitchFamily="49" charset="-122"/>
                        </a:rPr>
                        <a:t>方差</a:t>
                      </a:r>
                    </a:p>
                  </a:txBody>
                  <a:tcPr marT="45714" marB="45714"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3366CC"/>
                    </a:solidFill>
                  </a:tcPr>
                </a:tc>
                <a:extLst>
                  <a:ext uri="{0D108BD9-81ED-4DB2-BD59-A6C34878D82A}">
                    <a16:rowId xmlns:a16="http://schemas.microsoft.com/office/drawing/2014/main" val="10000"/>
                  </a:ext>
                </a:extLst>
              </a:tr>
              <a:tr h="834915">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2400" b="1" i="0" u="none" strike="noStrike" cap="none" normalizeH="0" baseline="0" smtClean="0">
                          <a:ln>
                            <a:noFill/>
                          </a:ln>
                          <a:solidFill>
                            <a:srgbClr val="CCFFFF"/>
                          </a:solidFill>
                          <a:effectLst/>
                          <a:latin typeface="Arial" panose="020B0604020202020204" pitchFamily="34" charset="0"/>
                          <a:ea typeface="楷体_GB2312" pitchFamily="49" charset="-122"/>
                        </a:rPr>
                        <a:t>两点分布</a:t>
                      </a:r>
                    </a:p>
                  </a:txBody>
                  <a:tcPr marT="45714" marB="45714"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3366CC"/>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en-US"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3366CC"/>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en-US"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3366CC"/>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en-US"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3366CC"/>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en-US"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14" marB="45714"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3366CC"/>
                    </a:solidFill>
                  </a:tcPr>
                </a:tc>
                <a:extLst>
                  <a:ext uri="{0D108BD9-81ED-4DB2-BD59-A6C34878D82A}">
                    <a16:rowId xmlns:a16="http://schemas.microsoft.com/office/drawing/2014/main" val="10001"/>
                  </a:ext>
                </a:extLst>
              </a:tr>
              <a:tr h="1007931">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2400" b="1" i="0" u="none" strike="noStrike" cap="none" normalizeH="0" baseline="0" smtClean="0">
                          <a:ln>
                            <a:noFill/>
                          </a:ln>
                          <a:solidFill>
                            <a:srgbClr val="CCFFFF"/>
                          </a:solidFill>
                          <a:effectLst/>
                          <a:latin typeface="Arial" panose="020B0604020202020204" pitchFamily="34" charset="0"/>
                          <a:ea typeface="楷体_GB2312" pitchFamily="49" charset="-122"/>
                        </a:rPr>
                        <a:t>二项分布</a:t>
                      </a:r>
                    </a:p>
                  </a:txBody>
                  <a:tcPr marT="45714" marB="45714"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3366CC"/>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en-US"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3366CC"/>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en-US"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3366CC"/>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en-US"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3366CC"/>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en-US"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14" marB="45714"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3366CC"/>
                    </a:solidFill>
                  </a:tcPr>
                </a:tc>
                <a:extLst>
                  <a:ext uri="{0D108BD9-81ED-4DB2-BD59-A6C34878D82A}">
                    <a16:rowId xmlns:a16="http://schemas.microsoft.com/office/drawing/2014/main" val="10002"/>
                  </a:ext>
                </a:extLst>
              </a:tr>
              <a:tr h="984121">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2400" b="1" i="0" u="none" strike="noStrike" cap="none" normalizeH="0" baseline="0" smtClean="0">
                          <a:ln>
                            <a:noFill/>
                          </a:ln>
                          <a:solidFill>
                            <a:srgbClr val="CCFFFF"/>
                          </a:solidFill>
                          <a:effectLst/>
                          <a:latin typeface="Arial" panose="020B0604020202020204" pitchFamily="34" charset="0"/>
                          <a:ea typeface="楷体_GB2312" pitchFamily="49" charset="-122"/>
                        </a:rPr>
                        <a:t>泊松分布</a:t>
                      </a:r>
                    </a:p>
                  </a:txBody>
                  <a:tcPr marT="45714" marB="45714"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3366CC"/>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en-US"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3366CC"/>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en-US"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3366CC"/>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en-US"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3366CC"/>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en-US"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14" marB="45714"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3366CC"/>
                    </a:solidFill>
                  </a:tcPr>
                </a:tc>
                <a:extLst>
                  <a:ext uri="{0D108BD9-81ED-4DB2-BD59-A6C34878D82A}">
                    <a16:rowId xmlns:a16="http://schemas.microsoft.com/office/drawing/2014/main" val="10003"/>
                  </a:ext>
                </a:extLst>
              </a:tr>
              <a:tr h="958724">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2400" b="1" i="0" u="none" strike="noStrike" cap="none" normalizeH="0" baseline="0" smtClean="0">
                          <a:ln>
                            <a:noFill/>
                          </a:ln>
                          <a:solidFill>
                            <a:srgbClr val="CCFFFF"/>
                          </a:solidFill>
                          <a:effectLst/>
                          <a:latin typeface="Arial" panose="020B0604020202020204" pitchFamily="34" charset="0"/>
                          <a:ea typeface="楷体_GB2312" pitchFamily="49" charset="-122"/>
                        </a:rPr>
                        <a:t>均匀分布</a:t>
                      </a:r>
                    </a:p>
                  </a:txBody>
                  <a:tcPr marT="45714" marB="45714"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3366CC"/>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en-US"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3366CC"/>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en-US"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3366CC"/>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en-US"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3366CC"/>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en-US"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14" marB="45714"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3366CC"/>
                    </a:solidFill>
                  </a:tcPr>
                </a:tc>
                <a:extLst>
                  <a:ext uri="{0D108BD9-81ED-4DB2-BD59-A6C34878D82A}">
                    <a16:rowId xmlns:a16="http://schemas.microsoft.com/office/drawing/2014/main" val="10004"/>
                  </a:ext>
                </a:extLst>
              </a:tr>
              <a:tr h="960312">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2400" b="1" i="0" u="none" strike="noStrike" cap="none" normalizeH="0" baseline="0" smtClean="0">
                          <a:ln>
                            <a:noFill/>
                          </a:ln>
                          <a:solidFill>
                            <a:srgbClr val="CCFFFF"/>
                          </a:solidFill>
                          <a:effectLst/>
                          <a:latin typeface="Arial" panose="020B0604020202020204" pitchFamily="34" charset="0"/>
                          <a:ea typeface="楷体_GB2312" pitchFamily="49" charset="-122"/>
                        </a:rPr>
                        <a:t>指数分布</a:t>
                      </a:r>
                    </a:p>
                  </a:txBody>
                  <a:tcPr marT="45714" marB="45714"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3366CC"/>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en-US"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3366CC"/>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en-US"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3366CC"/>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en-US"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3366CC"/>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en-US"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14" marB="45714"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3366CC"/>
                    </a:solidFill>
                  </a:tcPr>
                </a:tc>
                <a:extLst>
                  <a:ext uri="{0D108BD9-81ED-4DB2-BD59-A6C34878D82A}">
                    <a16:rowId xmlns:a16="http://schemas.microsoft.com/office/drawing/2014/main" val="10005"/>
                  </a:ext>
                </a:extLst>
              </a:tr>
              <a:tr h="960312">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2400" b="1" i="0" u="none" strike="noStrike" cap="none" normalizeH="0" baseline="0" smtClean="0">
                          <a:ln>
                            <a:noFill/>
                          </a:ln>
                          <a:solidFill>
                            <a:srgbClr val="CCFFFF"/>
                          </a:solidFill>
                          <a:effectLst/>
                          <a:latin typeface="Arial" panose="020B0604020202020204" pitchFamily="34" charset="0"/>
                          <a:ea typeface="楷体_GB2312" pitchFamily="49" charset="-122"/>
                        </a:rPr>
                        <a:t>正态分布</a:t>
                      </a:r>
                    </a:p>
                  </a:txBody>
                  <a:tcPr marT="45714" marB="45714"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3366CC"/>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en-US"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3366CC"/>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en-US"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3366CC"/>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en-US"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3366CC"/>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en-US" sz="24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marT="45714" marB="45714"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3366CC"/>
                    </a:solidFill>
                  </a:tcPr>
                </a:tc>
                <a:extLst>
                  <a:ext uri="{0D108BD9-81ED-4DB2-BD59-A6C34878D82A}">
                    <a16:rowId xmlns:a16="http://schemas.microsoft.com/office/drawing/2014/main" val="10006"/>
                  </a:ext>
                </a:extLst>
              </a:tr>
            </a:tbl>
          </a:graphicData>
        </a:graphic>
      </p:graphicFrame>
      <p:graphicFrame>
        <p:nvGraphicFramePr>
          <p:cNvPr id="55348" name="Object 52"/>
          <p:cNvGraphicFramePr>
            <a:graphicFrameLocks noChangeAspect="1"/>
          </p:cNvGraphicFramePr>
          <p:nvPr/>
        </p:nvGraphicFramePr>
        <p:xfrm>
          <a:off x="1763713" y="1268413"/>
          <a:ext cx="1296987" cy="377825"/>
        </p:xfrm>
        <a:graphic>
          <a:graphicData uri="http://schemas.openxmlformats.org/presentationml/2006/ole">
            <mc:AlternateContent xmlns:mc="http://schemas.openxmlformats.org/markup-compatibility/2006">
              <mc:Choice xmlns:v="urn:schemas-microsoft-com:vml" Requires="v">
                <p:oleObj spid="_x0000_s83003" name="Equation" r:id="rId3" imgW="698197" imgH="203112" progId="Equation.DSMT4">
                  <p:embed/>
                </p:oleObj>
              </mc:Choice>
              <mc:Fallback>
                <p:oleObj name="Equation" r:id="rId3" imgW="698197" imgH="203112" progId="Equation.DSMT4">
                  <p:embed/>
                  <p:pic>
                    <p:nvPicPr>
                      <p:cNvPr id="0" name="Object 5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63713" y="1268413"/>
                        <a:ext cx="1296987" cy="377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5349" name="Object 53"/>
          <p:cNvGraphicFramePr>
            <a:graphicFrameLocks noChangeAspect="1"/>
          </p:cNvGraphicFramePr>
          <p:nvPr/>
        </p:nvGraphicFramePr>
        <p:xfrm>
          <a:off x="3276600" y="1125538"/>
          <a:ext cx="3095625" cy="795337"/>
        </p:xfrm>
        <a:graphic>
          <a:graphicData uri="http://schemas.openxmlformats.org/presentationml/2006/ole">
            <mc:AlternateContent xmlns:mc="http://schemas.openxmlformats.org/markup-compatibility/2006">
              <mc:Choice xmlns:v="urn:schemas-microsoft-com:vml" Requires="v">
                <p:oleObj spid="_x0000_s83004" name="Equation" r:id="rId5" imgW="1625600" imgH="457200" progId="Equation.DSMT4">
                  <p:embed/>
                </p:oleObj>
              </mc:Choice>
              <mc:Fallback>
                <p:oleObj name="Equation" r:id="rId5" imgW="1625600" imgH="457200" progId="Equation.DSMT4">
                  <p:embed/>
                  <p:pic>
                    <p:nvPicPr>
                      <p:cNvPr id="0" name="Object 5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76600" y="1125538"/>
                        <a:ext cx="3095625" cy="795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5350" name="Object 54"/>
          <p:cNvGraphicFramePr>
            <a:graphicFrameLocks noChangeAspect="1"/>
          </p:cNvGraphicFramePr>
          <p:nvPr/>
        </p:nvGraphicFramePr>
        <p:xfrm>
          <a:off x="7019925" y="1341438"/>
          <a:ext cx="265113" cy="287337"/>
        </p:xfrm>
        <a:graphic>
          <a:graphicData uri="http://schemas.openxmlformats.org/presentationml/2006/ole">
            <mc:AlternateContent xmlns:mc="http://schemas.openxmlformats.org/markup-compatibility/2006">
              <mc:Choice xmlns:v="urn:schemas-microsoft-com:vml" Requires="v">
                <p:oleObj spid="_x0000_s83005" name="Equation" r:id="rId7" imgW="152268" imgH="164957" progId="Equation.DSMT4">
                  <p:embed/>
                </p:oleObj>
              </mc:Choice>
              <mc:Fallback>
                <p:oleObj name="Equation" r:id="rId7" imgW="152268" imgH="164957" progId="Equation.DSMT4">
                  <p:embed/>
                  <p:pic>
                    <p:nvPicPr>
                      <p:cNvPr id="0" name="Object 5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019925" y="1341438"/>
                        <a:ext cx="265113"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5351" name="Object 55"/>
          <p:cNvGraphicFramePr>
            <a:graphicFrameLocks noChangeAspect="1"/>
          </p:cNvGraphicFramePr>
          <p:nvPr/>
        </p:nvGraphicFramePr>
        <p:xfrm>
          <a:off x="8101013" y="1341438"/>
          <a:ext cx="431800" cy="311150"/>
        </p:xfrm>
        <a:graphic>
          <a:graphicData uri="http://schemas.openxmlformats.org/presentationml/2006/ole">
            <mc:AlternateContent xmlns:mc="http://schemas.openxmlformats.org/markup-compatibility/2006">
              <mc:Choice xmlns:v="urn:schemas-microsoft-com:vml" Requires="v">
                <p:oleObj spid="_x0000_s83006" name="Equation" r:id="rId9" imgW="228501" imgH="165028" progId="Equation.DSMT4">
                  <p:embed/>
                </p:oleObj>
              </mc:Choice>
              <mc:Fallback>
                <p:oleObj name="Equation" r:id="rId9" imgW="228501" imgH="165028" progId="Equation.DSMT4">
                  <p:embed/>
                  <p:pic>
                    <p:nvPicPr>
                      <p:cNvPr id="0" name="Object 5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101013" y="1341438"/>
                        <a:ext cx="431800" cy="311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5352" name="Object 56"/>
          <p:cNvGraphicFramePr>
            <a:graphicFrameLocks noChangeAspect="1"/>
          </p:cNvGraphicFramePr>
          <p:nvPr/>
        </p:nvGraphicFramePr>
        <p:xfrm>
          <a:off x="1763713" y="2205038"/>
          <a:ext cx="1368425" cy="358775"/>
        </p:xfrm>
        <a:graphic>
          <a:graphicData uri="http://schemas.openxmlformats.org/presentationml/2006/ole">
            <mc:AlternateContent xmlns:mc="http://schemas.openxmlformats.org/markup-compatibility/2006">
              <mc:Choice xmlns:v="urn:schemas-microsoft-com:vml" Requires="v">
                <p:oleObj spid="_x0000_s83007" name="Equation" r:id="rId11" imgW="774364" imgH="203112" progId="Equation.DSMT4">
                  <p:embed/>
                </p:oleObj>
              </mc:Choice>
              <mc:Fallback>
                <p:oleObj name="Equation" r:id="rId11" imgW="774364" imgH="203112" progId="Equation.DSMT4">
                  <p:embed/>
                  <p:pic>
                    <p:nvPicPr>
                      <p:cNvPr id="0" name="Object 5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763713" y="2205038"/>
                        <a:ext cx="1368425" cy="358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5353" name="Object 57"/>
          <p:cNvGraphicFramePr>
            <a:graphicFrameLocks noChangeAspect="1"/>
          </p:cNvGraphicFramePr>
          <p:nvPr/>
        </p:nvGraphicFramePr>
        <p:xfrm>
          <a:off x="1763713" y="3213100"/>
          <a:ext cx="1174750" cy="376238"/>
        </p:xfrm>
        <a:graphic>
          <a:graphicData uri="http://schemas.openxmlformats.org/presentationml/2006/ole">
            <mc:AlternateContent xmlns:mc="http://schemas.openxmlformats.org/markup-compatibility/2006">
              <mc:Choice xmlns:v="urn:schemas-microsoft-com:vml" Requires="v">
                <p:oleObj spid="_x0000_s83008" name="Equation" r:id="rId13" imgW="634725" imgH="203112" progId="Equation.DSMT4">
                  <p:embed/>
                </p:oleObj>
              </mc:Choice>
              <mc:Fallback>
                <p:oleObj name="Equation" r:id="rId13" imgW="634725" imgH="203112" progId="Equation.DSMT4">
                  <p:embed/>
                  <p:pic>
                    <p:nvPicPr>
                      <p:cNvPr id="0" name="Object 5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763713" y="3213100"/>
                        <a:ext cx="1174750" cy="376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5354" name="Object 58"/>
          <p:cNvGraphicFramePr>
            <a:graphicFrameLocks noChangeAspect="1"/>
          </p:cNvGraphicFramePr>
          <p:nvPr/>
        </p:nvGraphicFramePr>
        <p:xfrm>
          <a:off x="1692275" y="4149725"/>
          <a:ext cx="1439863" cy="390525"/>
        </p:xfrm>
        <a:graphic>
          <a:graphicData uri="http://schemas.openxmlformats.org/presentationml/2006/ole">
            <mc:AlternateContent xmlns:mc="http://schemas.openxmlformats.org/markup-compatibility/2006">
              <mc:Choice xmlns:v="urn:schemas-microsoft-com:vml" Requires="v">
                <p:oleObj spid="_x0000_s83009" name="Equation" r:id="rId15" imgW="748975" imgH="203112" progId="Equation.DSMT4">
                  <p:embed/>
                </p:oleObj>
              </mc:Choice>
              <mc:Fallback>
                <p:oleObj name="Equation" r:id="rId15" imgW="748975" imgH="203112" progId="Equation.DSMT4">
                  <p:embed/>
                  <p:pic>
                    <p:nvPicPr>
                      <p:cNvPr id="0" name="Object 58"/>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692275" y="4149725"/>
                        <a:ext cx="1439863" cy="390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5355" name="Object 59"/>
          <p:cNvGraphicFramePr>
            <a:graphicFrameLocks noChangeAspect="1"/>
          </p:cNvGraphicFramePr>
          <p:nvPr/>
        </p:nvGraphicFramePr>
        <p:xfrm>
          <a:off x="1763713" y="5157788"/>
          <a:ext cx="1223962" cy="392112"/>
        </p:xfrm>
        <a:graphic>
          <a:graphicData uri="http://schemas.openxmlformats.org/presentationml/2006/ole">
            <mc:AlternateContent xmlns:mc="http://schemas.openxmlformats.org/markup-compatibility/2006">
              <mc:Choice xmlns:v="urn:schemas-microsoft-com:vml" Requires="v">
                <p:oleObj spid="_x0000_s83010" name="Equation" r:id="rId17" imgW="634725" imgH="203112" progId="Equation.DSMT4">
                  <p:embed/>
                </p:oleObj>
              </mc:Choice>
              <mc:Fallback>
                <p:oleObj name="Equation" r:id="rId17" imgW="634725" imgH="203112" progId="Equation.DSMT4">
                  <p:embed/>
                  <p:pic>
                    <p:nvPicPr>
                      <p:cNvPr id="0" name="Object 59"/>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763713" y="5157788"/>
                        <a:ext cx="1223962" cy="392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5356" name="Object 60"/>
          <p:cNvGraphicFramePr>
            <a:graphicFrameLocks noChangeAspect="1"/>
          </p:cNvGraphicFramePr>
          <p:nvPr/>
        </p:nvGraphicFramePr>
        <p:xfrm>
          <a:off x="1630363" y="6092825"/>
          <a:ext cx="1490662" cy="382588"/>
        </p:xfrm>
        <a:graphic>
          <a:graphicData uri="http://schemas.openxmlformats.org/presentationml/2006/ole">
            <mc:AlternateContent xmlns:mc="http://schemas.openxmlformats.org/markup-compatibility/2006">
              <mc:Choice xmlns:v="urn:schemas-microsoft-com:vml" Requires="v">
                <p:oleObj spid="_x0000_s83011" name="Equation" r:id="rId19" imgW="889000" imgH="228600" progId="Equation.DSMT4">
                  <p:embed/>
                </p:oleObj>
              </mc:Choice>
              <mc:Fallback>
                <p:oleObj name="Equation" r:id="rId19" imgW="889000" imgH="228600" progId="Equation.DSMT4">
                  <p:embed/>
                  <p:pic>
                    <p:nvPicPr>
                      <p:cNvPr id="0" name="Object 60"/>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630363" y="6092825"/>
                        <a:ext cx="1490662" cy="3825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5357" name="Object 61"/>
          <p:cNvGraphicFramePr>
            <a:graphicFrameLocks noChangeAspect="1"/>
          </p:cNvGraphicFramePr>
          <p:nvPr/>
        </p:nvGraphicFramePr>
        <p:xfrm>
          <a:off x="3132138" y="2060575"/>
          <a:ext cx="3455987" cy="736600"/>
        </p:xfrm>
        <a:graphic>
          <a:graphicData uri="http://schemas.openxmlformats.org/presentationml/2006/ole">
            <mc:AlternateContent xmlns:mc="http://schemas.openxmlformats.org/markup-compatibility/2006">
              <mc:Choice xmlns:v="urn:schemas-microsoft-com:vml" Requires="v">
                <p:oleObj spid="_x0000_s83012" name="Equation" r:id="rId21" imgW="2146300" imgH="457200" progId="Equation.DSMT4">
                  <p:embed/>
                </p:oleObj>
              </mc:Choice>
              <mc:Fallback>
                <p:oleObj name="Equation" r:id="rId21" imgW="2146300" imgH="457200" progId="Equation.DSMT4">
                  <p:embed/>
                  <p:pic>
                    <p:nvPicPr>
                      <p:cNvPr id="0" name="Object 61"/>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3132138" y="2060575"/>
                        <a:ext cx="3455987" cy="736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5358" name="Object 62"/>
          <p:cNvGraphicFramePr>
            <a:graphicFrameLocks noChangeAspect="1"/>
          </p:cNvGraphicFramePr>
          <p:nvPr/>
        </p:nvGraphicFramePr>
        <p:xfrm>
          <a:off x="7019925" y="2205038"/>
          <a:ext cx="358775" cy="292100"/>
        </p:xfrm>
        <a:graphic>
          <a:graphicData uri="http://schemas.openxmlformats.org/presentationml/2006/ole">
            <mc:AlternateContent xmlns:mc="http://schemas.openxmlformats.org/markup-compatibility/2006">
              <mc:Choice xmlns:v="urn:schemas-microsoft-com:vml" Requires="v">
                <p:oleObj spid="_x0000_s83013" name="Equation" r:id="rId23" imgW="203024" imgH="164957" progId="Equation.DSMT4">
                  <p:embed/>
                </p:oleObj>
              </mc:Choice>
              <mc:Fallback>
                <p:oleObj name="Equation" r:id="rId23" imgW="203024" imgH="164957" progId="Equation.DSMT4">
                  <p:embed/>
                  <p:pic>
                    <p:nvPicPr>
                      <p:cNvPr id="0" name="Object 62"/>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7019925" y="2205038"/>
                        <a:ext cx="358775" cy="292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5359" name="Object 63"/>
          <p:cNvGraphicFramePr>
            <a:graphicFrameLocks noChangeAspect="1"/>
          </p:cNvGraphicFramePr>
          <p:nvPr/>
        </p:nvGraphicFramePr>
        <p:xfrm>
          <a:off x="8027988" y="2205038"/>
          <a:ext cx="503237" cy="298450"/>
        </p:xfrm>
        <a:graphic>
          <a:graphicData uri="http://schemas.openxmlformats.org/presentationml/2006/ole">
            <mc:AlternateContent xmlns:mc="http://schemas.openxmlformats.org/markup-compatibility/2006">
              <mc:Choice xmlns:v="urn:schemas-microsoft-com:vml" Requires="v">
                <p:oleObj spid="_x0000_s83014" name="Equation" r:id="rId25" imgW="279279" imgH="165028" progId="Equation.DSMT4">
                  <p:embed/>
                </p:oleObj>
              </mc:Choice>
              <mc:Fallback>
                <p:oleObj name="Equation" r:id="rId25" imgW="279279" imgH="165028" progId="Equation.DSMT4">
                  <p:embed/>
                  <p:pic>
                    <p:nvPicPr>
                      <p:cNvPr id="0" name="Object 63"/>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8027988" y="2205038"/>
                        <a:ext cx="503237" cy="298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5360" name="Object 64"/>
          <p:cNvGraphicFramePr>
            <a:graphicFrameLocks noChangeAspect="1"/>
          </p:cNvGraphicFramePr>
          <p:nvPr/>
        </p:nvGraphicFramePr>
        <p:xfrm>
          <a:off x="3203575" y="2997200"/>
          <a:ext cx="3240088" cy="747713"/>
        </p:xfrm>
        <a:graphic>
          <a:graphicData uri="http://schemas.openxmlformats.org/presentationml/2006/ole">
            <mc:AlternateContent xmlns:mc="http://schemas.openxmlformats.org/markup-compatibility/2006">
              <mc:Choice xmlns:v="urn:schemas-microsoft-com:vml" Requires="v">
                <p:oleObj spid="_x0000_s83015" name="Equation" r:id="rId27" imgW="1816100" imgH="419100" progId="Equation.DSMT4">
                  <p:embed/>
                </p:oleObj>
              </mc:Choice>
              <mc:Fallback>
                <p:oleObj name="Equation" r:id="rId27" imgW="1816100" imgH="419100" progId="Equation.DSMT4">
                  <p:embed/>
                  <p:pic>
                    <p:nvPicPr>
                      <p:cNvPr id="0" name="Object 64"/>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3203575" y="2997200"/>
                        <a:ext cx="3240088" cy="747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5361" name="Object 65"/>
          <p:cNvGraphicFramePr>
            <a:graphicFrameLocks noChangeAspect="1"/>
          </p:cNvGraphicFramePr>
          <p:nvPr/>
        </p:nvGraphicFramePr>
        <p:xfrm>
          <a:off x="5724525" y="3573463"/>
          <a:ext cx="576263" cy="277812"/>
        </p:xfrm>
        <a:graphic>
          <a:graphicData uri="http://schemas.openxmlformats.org/presentationml/2006/ole">
            <mc:AlternateContent xmlns:mc="http://schemas.openxmlformats.org/markup-compatibility/2006">
              <mc:Choice xmlns:v="urn:schemas-microsoft-com:vml" Requires="v">
                <p:oleObj spid="_x0000_s83016" name="Equation" r:id="rId29" imgW="368140" imgH="177723" progId="Equation.DSMT4">
                  <p:embed/>
                </p:oleObj>
              </mc:Choice>
              <mc:Fallback>
                <p:oleObj name="Equation" r:id="rId29" imgW="368140" imgH="177723" progId="Equation.DSMT4">
                  <p:embed/>
                  <p:pic>
                    <p:nvPicPr>
                      <p:cNvPr id="0" name="Object 65"/>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5724525" y="3573463"/>
                        <a:ext cx="576263" cy="277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5362" name="Object 66"/>
          <p:cNvGraphicFramePr>
            <a:graphicFrameLocks noChangeAspect="1"/>
          </p:cNvGraphicFramePr>
          <p:nvPr/>
        </p:nvGraphicFramePr>
        <p:xfrm>
          <a:off x="3348038" y="3860800"/>
          <a:ext cx="2519362" cy="1065213"/>
        </p:xfrm>
        <a:graphic>
          <a:graphicData uri="http://schemas.openxmlformats.org/presentationml/2006/ole">
            <mc:AlternateContent xmlns:mc="http://schemas.openxmlformats.org/markup-compatibility/2006">
              <mc:Choice xmlns:v="urn:schemas-microsoft-com:vml" Requires="v">
                <p:oleObj spid="_x0000_s83017" name="Equation" r:id="rId31" imgW="1562100" imgH="660400" progId="Equation.DSMT4">
                  <p:embed/>
                </p:oleObj>
              </mc:Choice>
              <mc:Fallback>
                <p:oleObj name="Equation" r:id="rId31" imgW="1562100" imgH="660400" progId="Equation.DSMT4">
                  <p:embed/>
                  <p:pic>
                    <p:nvPicPr>
                      <p:cNvPr id="0" name="Object 66"/>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3348038" y="3860800"/>
                        <a:ext cx="2519362" cy="1065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5363" name="Object 67"/>
          <p:cNvGraphicFramePr>
            <a:graphicFrameLocks noChangeAspect="1"/>
          </p:cNvGraphicFramePr>
          <p:nvPr/>
        </p:nvGraphicFramePr>
        <p:xfrm>
          <a:off x="7019925" y="3284538"/>
          <a:ext cx="284163" cy="360362"/>
        </p:xfrm>
        <a:graphic>
          <a:graphicData uri="http://schemas.openxmlformats.org/presentationml/2006/ole">
            <mc:AlternateContent xmlns:mc="http://schemas.openxmlformats.org/markup-compatibility/2006">
              <mc:Choice xmlns:v="urn:schemas-microsoft-com:vml" Requires="v">
                <p:oleObj spid="_x0000_s83018" name="Equation" r:id="rId33" imgW="139579" imgH="177646" progId="Equation.DSMT4">
                  <p:embed/>
                </p:oleObj>
              </mc:Choice>
              <mc:Fallback>
                <p:oleObj name="Equation" r:id="rId33" imgW="139579" imgH="177646" progId="Equation.DSMT4">
                  <p:embed/>
                  <p:pic>
                    <p:nvPicPr>
                      <p:cNvPr id="0" name="Object 67"/>
                      <p:cNvPicPr>
                        <a:picLocks noChangeAspect="1" noChangeArrowheads="1"/>
                      </p:cNvPicPr>
                      <p:nvPr/>
                    </p:nvPicPr>
                    <p:blipFill>
                      <a:blip r:embed="rId34">
                        <a:extLst>
                          <a:ext uri="{28A0092B-C50C-407E-A947-70E740481C1C}">
                            <a14:useLocalDpi xmlns:a14="http://schemas.microsoft.com/office/drawing/2010/main" val="0"/>
                          </a:ext>
                        </a:extLst>
                      </a:blip>
                      <a:srcRect/>
                      <a:stretch>
                        <a:fillRect/>
                      </a:stretch>
                    </p:blipFill>
                    <p:spPr bwMode="auto">
                      <a:xfrm>
                        <a:off x="7019925" y="3284538"/>
                        <a:ext cx="284163" cy="360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5364" name="Object 68"/>
          <p:cNvGraphicFramePr>
            <a:graphicFrameLocks noChangeAspect="1"/>
          </p:cNvGraphicFramePr>
          <p:nvPr/>
        </p:nvGraphicFramePr>
        <p:xfrm>
          <a:off x="8172450" y="3284538"/>
          <a:ext cx="282575" cy="360362"/>
        </p:xfrm>
        <a:graphic>
          <a:graphicData uri="http://schemas.openxmlformats.org/presentationml/2006/ole">
            <mc:AlternateContent xmlns:mc="http://schemas.openxmlformats.org/markup-compatibility/2006">
              <mc:Choice xmlns:v="urn:schemas-microsoft-com:vml" Requires="v">
                <p:oleObj spid="_x0000_s83019" name="Equation" r:id="rId35" imgW="139579" imgH="177646" progId="Equation.DSMT4">
                  <p:embed/>
                </p:oleObj>
              </mc:Choice>
              <mc:Fallback>
                <p:oleObj name="Equation" r:id="rId35" imgW="139579" imgH="177646" progId="Equation.DSMT4">
                  <p:embed/>
                  <p:pic>
                    <p:nvPicPr>
                      <p:cNvPr id="0" name="Object 68"/>
                      <p:cNvPicPr>
                        <a:picLocks noChangeAspect="1" noChangeArrowheads="1"/>
                      </p:cNvPicPr>
                      <p:nvPr/>
                    </p:nvPicPr>
                    <p:blipFill>
                      <a:blip r:embed="rId34">
                        <a:extLst>
                          <a:ext uri="{28A0092B-C50C-407E-A947-70E740481C1C}">
                            <a14:useLocalDpi xmlns:a14="http://schemas.microsoft.com/office/drawing/2010/main" val="0"/>
                          </a:ext>
                        </a:extLst>
                      </a:blip>
                      <a:srcRect/>
                      <a:stretch>
                        <a:fillRect/>
                      </a:stretch>
                    </p:blipFill>
                    <p:spPr bwMode="auto">
                      <a:xfrm>
                        <a:off x="8172450" y="3284538"/>
                        <a:ext cx="282575" cy="360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5365" name="Object 69"/>
          <p:cNvGraphicFramePr>
            <a:graphicFrameLocks noChangeAspect="1"/>
          </p:cNvGraphicFramePr>
          <p:nvPr/>
        </p:nvGraphicFramePr>
        <p:xfrm>
          <a:off x="3348038" y="4959350"/>
          <a:ext cx="2162175" cy="774700"/>
        </p:xfrm>
        <a:graphic>
          <a:graphicData uri="http://schemas.openxmlformats.org/presentationml/2006/ole">
            <mc:AlternateContent xmlns:mc="http://schemas.openxmlformats.org/markup-compatibility/2006">
              <mc:Choice xmlns:v="urn:schemas-microsoft-com:vml" Requires="v">
                <p:oleObj spid="_x0000_s83020" name="Equation" r:id="rId36" imgW="1346200" imgH="482600" progId="Equation.DSMT4">
                  <p:embed/>
                </p:oleObj>
              </mc:Choice>
              <mc:Fallback>
                <p:oleObj name="Equation" r:id="rId36" imgW="1346200" imgH="482600" progId="Equation.DSMT4">
                  <p:embed/>
                  <p:pic>
                    <p:nvPicPr>
                      <p:cNvPr id="0" name="Object 69"/>
                      <p:cNvPicPr>
                        <a:picLocks noChangeAspect="1" noChangeArrowheads="1"/>
                      </p:cNvPicPr>
                      <p:nvPr/>
                    </p:nvPicPr>
                    <p:blipFill>
                      <a:blip r:embed="rId37">
                        <a:extLst>
                          <a:ext uri="{28A0092B-C50C-407E-A947-70E740481C1C}">
                            <a14:useLocalDpi xmlns:a14="http://schemas.microsoft.com/office/drawing/2010/main" val="0"/>
                          </a:ext>
                        </a:extLst>
                      </a:blip>
                      <a:srcRect/>
                      <a:stretch>
                        <a:fillRect/>
                      </a:stretch>
                    </p:blipFill>
                    <p:spPr bwMode="auto">
                      <a:xfrm>
                        <a:off x="3348038" y="4959350"/>
                        <a:ext cx="2162175" cy="774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5366" name="Object 70"/>
          <p:cNvGraphicFramePr>
            <a:graphicFrameLocks noChangeAspect="1"/>
          </p:cNvGraphicFramePr>
          <p:nvPr/>
        </p:nvGraphicFramePr>
        <p:xfrm>
          <a:off x="3348038" y="5805488"/>
          <a:ext cx="2303462" cy="825500"/>
        </p:xfrm>
        <a:graphic>
          <a:graphicData uri="http://schemas.openxmlformats.org/presentationml/2006/ole">
            <mc:AlternateContent xmlns:mc="http://schemas.openxmlformats.org/markup-compatibility/2006">
              <mc:Choice xmlns:v="urn:schemas-microsoft-com:vml" Requires="v">
                <p:oleObj spid="_x0000_s83021" name="Equation" r:id="rId38" imgW="1346200" imgH="482600" progId="Equation.DSMT4">
                  <p:embed/>
                </p:oleObj>
              </mc:Choice>
              <mc:Fallback>
                <p:oleObj name="Equation" r:id="rId38" imgW="1346200" imgH="482600" progId="Equation.DSMT4">
                  <p:embed/>
                  <p:pic>
                    <p:nvPicPr>
                      <p:cNvPr id="0" name="Object 70"/>
                      <p:cNvPicPr>
                        <a:picLocks noChangeAspect="1" noChangeArrowheads="1"/>
                      </p:cNvPicPr>
                      <p:nvPr/>
                    </p:nvPicPr>
                    <p:blipFill>
                      <a:blip r:embed="rId39">
                        <a:extLst>
                          <a:ext uri="{28A0092B-C50C-407E-A947-70E740481C1C}">
                            <a14:useLocalDpi xmlns:a14="http://schemas.microsoft.com/office/drawing/2010/main" val="0"/>
                          </a:ext>
                        </a:extLst>
                      </a:blip>
                      <a:srcRect/>
                      <a:stretch>
                        <a:fillRect/>
                      </a:stretch>
                    </p:blipFill>
                    <p:spPr bwMode="auto">
                      <a:xfrm>
                        <a:off x="3348038" y="5805488"/>
                        <a:ext cx="2303462" cy="825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5367" name="Object 71"/>
          <p:cNvGraphicFramePr>
            <a:graphicFrameLocks noChangeAspect="1"/>
          </p:cNvGraphicFramePr>
          <p:nvPr/>
        </p:nvGraphicFramePr>
        <p:xfrm>
          <a:off x="4859338" y="6381750"/>
          <a:ext cx="1728787" cy="314325"/>
        </p:xfrm>
        <a:graphic>
          <a:graphicData uri="http://schemas.openxmlformats.org/presentationml/2006/ole">
            <mc:AlternateContent xmlns:mc="http://schemas.openxmlformats.org/markup-compatibility/2006">
              <mc:Choice xmlns:v="urn:schemas-microsoft-com:vml" Requires="v">
                <p:oleObj spid="_x0000_s83022" name="Equation" r:id="rId40" imgW="1117115" imgH="203112" progId="Equation.DSMT4">
                  <p:embed/>
                </p:oleObj>
              </mc:Choice>
              <mc:Fallback>
                <p:oleObj name="Equation" r:id="rId40" imgW="1117115" imgH="203112" progId="Equation.DSMT4">
                  <p:embed/>
                  <p:pic>
                    <p:nvPicPr>
                      <p:cNvPr id="0" name="Object 71"/>
                      <p:cNvPicPr>
                        <a:picLocks noChangeAspect="1" noChangeArrowheads="1"/>
                      </p:cNvPicPr>
                      <p:nvPr/>
                    </p:nvPicPr>
                    <p:blipFill>
                      <a:blip r:embed="rId41">
                        <a:extLst>
                          <a:ext uri="{28A0092B-C50C-407E-A947-70E740481C1C}">
                            <a14:useLocalDpi xmlns:a14="http://schemas.microsoft.com/office/drawing/2010/main" val="0"/>
                          </a:ext>
                        </a:extLst>
                      </a:blip>
                      <a:srcRect/>
                      <a:stretch>
                        <a:fillRect/>
                      </a:stretch>
                    </p:blipFill>
                    <p:spPr bwMode="auto">
                      <a:xfrm>
                        <a:off x="4859338" y="6381750"/>
                        <a:ext cx="1728787" cy="314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5368" name="Object 72"/>
          <p:cNvGraphicFramePr>
            <a:graphicFrameLocks noChangeAspect="1"/>
          </p:cNvGraphicFramePr>
          <p:nvPr/>
        </p:nvGraphicFramePr>
        <p:xfrm>
          <a:off x="6877050" y="4005263"/>
          <a:ext cx="650875" cy="719137"/>
        </p:xfrm>
        <a:graphic>
          <a:graphicData uri="http://schemas.openxmlformats.org/presentationml/2006/ole">
            <mc:AlternateContent xmlns:mc="http://schemas.openxmlformats.org/markup-compatibility/2006">
              <mc:Choice xmlns:v="urn:schemas-microsoft-com:vml" Requires="v">
                <p:oleObj spid="_x0000_s83023" name="Equation" r:id="rId42" imgW="355292" imgH="393359" progId="Equation.DSMT4">
                  <p:embed/>
                </p:oleObj>
              </mc:Choice>
              <mc:Fallback>
                <p:oleObj name="Equation" r:id="rId42" imgW="355292" imgH="393359" progId="Equation.DSMT4">
                  <p:embed/>
                  <p:pic>
                    <p:nvPicPr>
                      <p:cNvPr id="0" name="Object 72"/>
                      <p:cNvPicPr>
                        <a:picLocks noChangeAspect="1" noChangeArrowheads="1"/>
                      </p:cNvPicPr>
                      <p:nvPr/>
                    </p:nvPicPr>
                    <p:blipFill>
                      <a:blip r:embed="rId43">
                        <a:extLst>
                          <a:ext uri="{28A0092B-C50C-407E-A947-70E740481C1C}">
                            <a14:useLocalDpi xmlns:a14="http://schemas.microsoft.com/office/drawing/2010/main" val="0"/>
                          </a:ext>
                        </a:extLst>
                      </a:blip>
                      <a:srcRect/>
                      <a:stretch>
                        <a:fillRect/>
                      </a:stretch>
                    </p:blipFill>
                    <p:spPr bwMode="auto">
                      <a:xfrm>
                        <a:off x="6877050" y="4005263"/>
                        <a:ext cx="650875" cy="719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5369" name="Object 73"/>
          <p:cNvGraphicFramePr>
            <a:graphicFrameLocks noChangeAspect="1"/>
          </p:cNvGraphicFramePr>
          <p:nvPr/>
        </p:nvGraphicFramePr>
        <p:xfrm>
          <a:off x="7885113" y="3933825"/>
          <a:ext cx="1008062" cy="790575"/>
        </p:xfrm>
        <a:graphic>
          <a:graphicData uri="http://schemas.openxmlformats.org/presentationml/2006/ole">
            <mc:AlternateContent xmlns:mc="http://schemas.openxmlformats.org/markup-compatibility/2006">
              <mc:Choice xmlns:v="urn:schemas-microsoft-com:vml" Requires="v">
                <p:oleObj spid="_x0000_s83024" name="Equation" r:id="rId44" imgW="533169" imgH="418918" progId="Equation.DSMT4">
                  <p:embed/>
                </p:oleObj>
              </mc:Choice>
              <mc:Fallback>
                <p:oleObj name="Equation" r:id="rId44" imgW="533169" imgH="418918" progId="Equation.DSMT4">
                  <p:embed/>
                  <p:pic>
                    <p:nvPicPr>
                      <p:cNvPr id="0" name="Object 73"/>
                      <p:cNvPicPr>
                        <a:picLocks noChangeAspect="1" noChangeArrowheads="1"/>
                      </p:cNvPicPr>
                      <p:nvPr/>
                    </p:nvPicPr>
                    <p:blipFill>
                      <a:blip r:embed="rId45">
                        <a:extLst>
                          <a:ext uri="{28A0092B-C50C-407E-A947-70E740481C1C}">
                            <a14:useLocalDpi xmlns:a14="http://schemas.microsoft.com/office/drawing/2010/main" val="0"/>
                          </a:ext>
                        </a:extLst>
                      </a:blip>
                      <a:srcRect/>
                      <a:stretch>
                        <a:fillRect/>
                      </a:stretch>
                    </p:blipFill>
                    <p:spPr bwMode="auto">
                      <a:xfrm>
                        <a:off x="7885113" y="3933825"/>
                        <a:ext cx="1008062" cy="790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5370" name="Object 74"/>
          <p:cNvGraphicFramePr>
            <a:graphicFrameLocks noChangeAspect="1"/>
          </p:cNvGraphicFramePr>
          <p:nvPr/>
        </p:nvGraphicFramePr>
        <p:xfrm>
          <a:off x="6981825" y="4940300"/>
          <a:ext cx="331788" cy="795338"/>
        </p:xfrm>
        <a:graphic>
          <a:graphicData uri="http://schemas.openxmlformats.org/presentationml/2006/ole">
            <mc:AlternateContent xmlns:mc="http://schemas.openxmlformats.org/markup-compatibility/2006">
              <mc:Choice xmlns:v="urn:schemas-microsoft-com:vml" Requires="v">
                <p:oleObj spid="_x0000_s83025" name="Equation" r:id="rId46" imgW="164957" imgH="393359" progId="Equation.DSMT4">
                  <p:embed/>
                </p:oleObj>
              </mc:Choice>
              <mc:Fallback>
                <p:oleObj name="Equation" r:id="rId46" imgW="164957" imgH="393359" progId="Equation.DSMT4">
                  <p:embed/>
                  <p:pic>
                    <p:nvPicPr>
                      <p:cNvPr id="0" name="Object 74"/>
                      <p:cNvPicPr>
                        <a:picLocks noChangeAspect="1" noChangeArrowheads="1"/>
                      </p:cNvPicPr>
                      <p:nvPr/>
                    </p:nvPicPr>
                    <p:blipFill>
                      <a:blip r:embed="rId47">
                        <a:extLst>
                          <a:ext uri="{28A0092B-C50C-407E-A947-70E740481C1C}">
                            <a14:useLocalDpi xmlns:a14="http://schemas.microsoft.com/office/drawing/2010/main" val="0"/>
                          </a:ext>
                        </a:extLst>
                      </a:blip>
                      <a:srcRect/>
                      <a:stretch>
                        <a:fillRect/>
                      </a:stretch>
                    </p:blipFill>
                    <p:spPr bwMode="auto">
                      <a:xfrm>
                        <a:off x="6981825" y="4940300"/>
                        <a:ext cx="331788" cy="795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5371" name="Object 75"/>
          <p:cNvGraphicFramePr>
            <a:graphicFrameLocks noChangeAspect="1"/>
          </p:cNvGraphicFramePr>
          <p:nvPr/>
        </p:nvGraphicFramePr>
        <p:xfrm>
          <a:off x="8118475" y="4883150"/>
          <a:ext cx="484188" cy="836613"/>
        </p:xfrm>
        <a:graphic>
          <a:graphicData uri="http://schemas.openxmlformats.org/presentationml/2006/ole">
            <mc:AlternateContent xmlns:mc="http://schemas.openxmlformats.org/markup-compatibility/2006">
              <mc:Choice xmlns:v="urn:schemas-microsoft-com:vml" Requires="v">
                <p:oleObj spid="_x0000_s83026" name="Equation" r:id="rId48" imgW="228501" imgH="393529" progId="Equation.DSMT4">
                  <p:embed/>
                </p:oleObj>
              </mc:Choice>
              <mc:Fallback>
                <p:oleObj name="Equation" r:id="rId48" imgW="228501" imgH="393529" progId="Equation.DSMT4">
                  <p:embed/>
                  <p:pic>
                    <p:nvPicPr>
                      <p:cNvPr id="0" name="Object 75"/>
                      <p:cNvPicPr>
                        <a:picLocks noChangeAspect="1" noChangeArrowheads="1"/>
                      </p:cNvPicPr>
                      <p:nvPr/>
                    </p:nvPicPr>
                    <p:blipFill>
                      <a:blip r:embed="rId49">
                        <a:extLst>
                          <a:ext uri="{28A0092B-C50C-407E-A947-70E740481C1C}">
                            <a14:useLocalDpi xmlns:a14="http://schemas.microsoft.com/office/drawing/2010/main" val="0"/>
                          </a:ext>
                        </a:extLst>
                      </a:blip>
                      <a:srcRect/>
                      <a:stretch>
                        <a:fillRect/>
                      </a:stretch>
                    </p:blipFill>
                    <p:spPr bwMode="auto">
                      <a:xfrm>
                        <a:off x="8118475" y="4883150"/>
                        <a:ext cx="484188" cy="836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5372" name="Object 76"/>
          <p:cNvGraphicFramePr>
            <a:graphicFrameLocks noChangeAspect="1"/>
          </p:cNvGraphicFramePr>
          <p:nvPr/>
        </p:nvGraphicFramePr>
        <p:xfrm>
          <a:off x="8101013" y="6092825"/>
          <a:ext cx="360362" cy="360363"/>
        </p:xfrm>
        <a:graphic>
          <a:graphicData uri="http://schemas.openxmlformats.org/presentationml/2006/ole">
            <mc:AlternateContent xmlns:mc="http://schemas.openxmlformats.org/markup-compatibility/2006">
              <mc:Choice xmlns:v="urn:schemas-microsoft-com:vml" Requires="v">
                <p:oleObj spid="_x0000_s83027" name="Equation" r:id="rId50" imgW="203024" imgH="203024" progId="Equation.DSMT4">
                  <p:embed/>
                </p:oleObj>
              </mc:Choice>
              <mc:Fallback>
                <p:oleObj name="Equation" r:id="rId50" imgW="203024" imgH="203024" progId="Equation.DSMT4">
                  <p:embed/>
                  <p:pic>
                    <p:nvPicPr>
                      <p:cNvPr id="0" name="Object 76"/>
                      <p:cNvPicPr>
                        <a:picLocks noChangeAspect="1" noChangeArrowheads="1"/>
                      </p:cNvPicPr>
                      <p:nvPr/>
                    </p:nvPicPr>
                    <p:blipFill>
                      <a:blip r:embed="rId51">
                        <a:extLst>
                          <a:ext uri="{28A0092B-C50C-407E-A947-70E740481C1C}">
                            <a14:useLocalDpi xmlns:a14="http://schemas.microsoft.com/office/drawing/2010/main" val="0"/>
                          </a:ext>
                        </a:extLst>
                      </a:blip>
                      <a:srcRect/>
                      <a:stretch>
                        <a:fillRect/>
                      </a:stretch>
                    </p:blipFill>
                    <p:spPr bwMode="auto">
                      <a:xfrm>
                        <a:off x="8101013" y="6092825"/>
                        <a:ext cx="360362" cy="360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5373" name="Object 77"/>
          <p:cNvGraphicFramePr>
            <a:graphicFrameLocks noChangeAspect="1"/>
          </p:cNvGraphicFramePr>
          <p:nvPr/>
        </p:nvGraphicFramePr>
        <p:xfrm>
          <a:off x="7019925" y="6165850"/>
          <a:ext cx="331788" cy="358775"/>
        </p:xfrm>
        <a:graphic>
          <a:graphicData uri="http://schemas.openxmlformats.org/presentationml/2006/ole">
            <mc:AlternateContent xmlns:mc="http://schemas.openxmlformats.org/markup-compatibility/2006">
              <mc:Choice xmlns:v="urn:schemas-microsoft-com:vml" Requires="v">
                <p:oleObj spid="_x0000_s83028" name="Equation" r:id="rId52" imgW="152268" imgH="164957" progId="Equation.DSMT4">
                  <p:embed/>
                </p:oleObj>
              </mc:Choice>
              <mc:Fallback>
                <p:oleObj name="Equation" r:id="rId52" imgW="152268" imgH="164957" progId="Equation.DSMT4">
                  <p:embed/>
                  <p:pic>
                    <p:nvPicPr>
                      <p:cNvPr id="0" name="Object 77"/>
                      <p:cNvPicPr>
                        <a:picLocks noChangeAspect="1" noChangeArrowheads="1"/>
                      </p:cNvPicPr>
                      <p:nvPr/>
                    </p:nvPicPr>
                    <p:blipFill>
                      <a:blip r:embed="rId53">
                        <a:extLst>
                          <a:ext uri="{28A0092B-C50C-407E-A947-70E740481C1C}">
                            <a14:useLocalDpi xmlns:a14="http://schemas.microsoft.com/office/drawing/2010/main" val="0"/>
                          </a:ext>
                        </a:extLst>
                      </a:blip>
                      <a:srcRect/>
                      <a:stretch>
                        <a:fillRect/>
                      </a:stretch>
                    </p:blipFill>
                    <p:spPr bwMode="auto">
                      <a:xfrm>
                        <a:off x="7019925" y="6165850"/>
                        <a:ext cx="331788" cy="358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2" name="Rectangle 2"/>
          <p:cNvSpPr>
            <a:spLocks noChangeArrowheads="1"/>
          </p:cNvSpPr>
          <p:nvPr/>
        </p:nvSpPr>
        <p:spPr bwMode="auto">
          <a:xfrm>
            <a:off x="1619672" y="723900"/>
            <a:ext cx="7162800" cy="138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996633"/>
              </a:buClr>
              <a:buFont typeface="Wingdings" panose="05000000000000000000" pitchFamily="2" charset="2"/>
              <a:buBlip>
                <a:blip r:embed="rId3"/>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3"/>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3"/>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lang="zh-CN" altLang="en-US" sz="2800" b="1" dirty="0">
                <a:latin typeface="宋体" panose="02010600030101010101" pitchFamily="2" charset="-122"/>
              </a:rPr>
              <a:t>设</a:t>
            </a:r>
            <a:r>
              <a:rPr lang="en-US" altLang="zh-CN" sz="2800" b="1" i="1" dirty="0"/>
              <a:t>X</a:t>
            </a:r>
            <a:r>
              <a:rPr lang="zh-CN" altLang="en-US" sz="2800" b="1" dirty="0">
                <a:latin typeface="宋体" panose="02010600030101010101" pitchFamily="2" charset="-122"/>
              </a:rPr>
              <a:t>表示</a:t>
            </a:r>
            <a:r>
              <a:rPr lang="en-US" altLang="zh-CN" sz="2800" b="1" dirty="0">
                <a:latin typeface="宋体" panose="02010600030101010101" pitchFamily="2" charset="-122"/>
              </a:rPr>
              <a:t>10</a:t>
            </a:r>
            <a:r>
              <a:rPr lang="zh-CN" altLang="en-US" sz="2800" b="1" dirty="0">
                <a:latin typeface="宋体" panose="02010600030101010101" pitchFamily="2" charset="-122"/>
              </a:rPr>
              <a:t>次独立重复射击命中目标的次</a:t>
            </a:r>
          </a:p>
          <a:p>
            <a:pPr eaLnBrk="1" hangingPunct="1">
              <a:spcBef>
                <a:spcPct val="0"/>
              </a:spcBef>
              <a:buClrTx/>
              <a:buFontTx/>
              <a:buNone/>
            </a:pPr>
            <a:r>
              <a:rPr lang="zh-CN" altLang="en-US" sz="2800" b="1" dirty="0">
                <a:latin typeface="宋体" panose="02010600030101010101" pitchFamily="2" charset="-122"/>
              </a:rPr>
              <a:t>数</a:t>
            </a:r>
            <a:r>
              <a:rPr lang="en-US" altLang="zh-CN" sz="2800" b="1" dirty="0">
                <a:latin typeface="宋体" panose="02010600030101010101" pitchFamily="2" charset="-122"/>
              </a:rPr>
              <a:t>,</a:t>
            </a:r>
            <a:r>
              <a:rPr lang="zh-CN" altLang="en-US" sz="2800" b="1" dirty="0">
                <a:latin typeface="宋体" panose="02010600030101010101" pitchFamily="2" charset="-122"/>
              </a:rPr>
              <a:t>每次射中目标的概率为</a:t>
            </a:r>
            <a:r>
              <a:rPr lang="en-US" altLang="zh-CN" sz="2800" b="1" dirty="0">
                <a:latin typeface="宋体" panose="02010600030101010101" pitchFamily="2" charset="-122"/>
              </a:rPr>
              <a:t>0.4,</a:t>
            </a:r>
            <a:r>
              <a:rPr lang="zh-CN" altLang="en-US" sz="2800" b="1" dirty="0">
                <a:latin typeface="宋体" panose="02010600030101010101" pitchFamily="2" charset="-122"/>
              </a:rPr>
              <a:t>则   的数学期望</a:t>
            </a:r>
          </a:p>
        </p:txBody>
      </p:sp>
      <p:graphicFrame>
        <p:nvGraphicFramePr>
          <p:cNvPr id="179203" name="Object 3"/>
          <p:cNvGraphicFramePr>
            <a:graphicFrameLocks noChangeAspect="1"/>
          </p:cNvGraphicFramePr>
          <p:nvPr>
            <p:extLst>
              <p:ext uri="{D42A27DB-BD31-4B8C-83A1-F6EECF244321}">
                <p14:modId xmlns:p14="http://schemas.microsoft.com/office/powerpoint/2010/main" val="4021810328"/>
              </p:ext>
            </p:extLst>
          </p:nvPr>
        </p:nvGraphicFramePr>
        <p:xfrm>
          <a:off x="6876256" y="1167606"/>
          <a:ext cx="593725" cy="496888"/>
        </p:xfrm>
        <a:graphic>
          <a:graphicData uri="http://schemas.openxmlformats.org/presentationml/2006/ole">
            <mc:AlternateContent xmlns:mc="http://schemas.openxmlformats.org/markup-compatibility/2006">
              <mc:Choice xmlns:v="urn:schemas-microsoft-com:vml" Requires="v">
                <p:oleObj spid="_x0000_s56589" name="Equation" r:id="rId4" imgW="228600" imgH="190500" progId="Equation.DSMT4">
                  <p:embed/>
                </p:oleObj>
              </mc:Choice>
              <mc:Fallback>
                <p:oleObj name="Equation" r:id="rId4" imgW="228600" imgH="190500" progId="Equation.DSMT4">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876256" y="1167606"/>
                        <a:ext cx="593725" cy="4968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79204" name="Object 4"/>
          <p:cNvGraphicFramePr>
            <a:graphicFrameLocks noChangeAspect="1"/>
          </p:cNvGraphicFramePr>
          <p:nvPr>
            <p:extLst>
              <p:ext uri="{D42A27DB-BD31-4B8C-83A1-F6EECF244321}">
                <p14:modId xmlns:p14="http://schemas.microsoft.com/office/powerpoint/2010/main" val="1931378266"/>
              </p:ext>
            </p:extLst>
          </p:nvPr>
        </p:nvGraphicFramePr>
        <p:xfrm>
          <a:off x="2524125" y="1580469"/>
          <a:ext cx="2743200" cy="569913"/>
        </p:xfrm>
        <a:graphic>
          <a:graphicData uri="http://schemas.openxmlformats.org/presentationml/2006/ole">
            <mc:AlternateContent xmlns:mc="http://schemas.openxmlformats.org/markup-compatibility/2006">
              <mc:Choice xmlns:v="urn:schemas-microsoft-com:vml" Requires="v">
                <p:oleObj spid="_x0000_s56590" name="Equation" r:id="rId6" imgW="1104900" imgH="228600" progId="Equation.DSMT4">
                  <p:embed/>
                </p:oleObj>
              </mc:Choice>
              <mc:Fallback>
                <p:oleObj name="Equation" r:id="rId6" imgW="1104900" imgH="228600" progId="Equation.DSMT4">
                  <p:embed/>
                  <p:pic>
                    <p:nvPicPr>
                      <p:cNvPr id="0"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524125" y="1580469"/>
                        <a:ext cx="2743200" cy="569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6325" name="矩形 1"/>
          <p:cNvSpPr>
            <a:spLocks noChangeArrowheads="1"/>
          </p:cNvSpPr>
          <p:nvPr/>
        </p:nvSpPr>
        <p:spPr bwMode="auto">
          <a:xfrm>
            <a:off x="252413" y="955675"/>
            <a:ext cx="1268412"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996633"/>
              </a:buClr>
              <a:buFont typeface="Wingdings" panose="05000000000000000000" pitchFamily="2" charset="2"/>
              <a:buBlip>
                <a:blip r:embed="rId3"/>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3"/>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3"/>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r>
              <a:rPr lang="zh-CN" altLang="en-US" sz="2400" b="1">
                <a:solidFill>
                  <a:srgbClr val="FF0000"/>
                </a:solidFill>
                <a:latin typeface="宋体" panose="02010600030101010101" pitchFamily="2" charset="-122"/>
              </a:rPr>
              <a:t>作业</a:t>
            </a:r>
            <a:r>
              <a:rPr lang="en-US" altLang="zh-CN" sz="2400" b="1">
                <a:solidFill>
                  <a:srgbClr val="FF0000"/>
                </a:solidFill>
                <a:latin typeface="宋体" panose="02010600030101010101" pitchFamily="2" charset="-122"/>
              </a:rPr>
              <a:t>1</a:t>
            </a:r>
            <a:r>
              <a:rPr lang="zh-CN" altLang="en-US" sz="2400" b="1">
                <a:solidFill>
                  <a:srgbClr val="FF0000"/>
                </a:solidFill>
                <a:latin typeface="宋体" panose="02010600030101010101" pitchFamily="2" charset="-122"/>
              </a:rPr>
              <a:t>：</a:t>
            </a:r>
            <a:endParaRPr lang="zh-CN" altLang="en-US" sz="2400" b="1">
              <a:solidFill>
                <a:srgbClr val="FF0000"/>
              </a:solidFill>
              <a:latin typeface="楷体_GB2312" pitchFamily="49" charset="-122"/>
              <a:ea typeface="楷体_GB2312" pitchFamily="49" charset="-122"/>
            </a:endParaRPr>
          </a:p>
        </p:txBody>
      </p:sp>
      <p:sp>
        <p:nvSpPr>
          <p:cNvPr id="56326" name="矩形 1"/>
          <p:cNvSpPr>
            <a:spLocks noChangeArrowheads="1"/>
          </p:cNvSpPr>
          <p:nvPr/>
        </p:nvSpPr>
        <p:spPr bwMode="auto">
          <a:xfrm>
            <a:off x="6449218" y="1637110"/>
            <a:ext cx="20415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996633"/>
              </a:buClr>
              <a:buFont typeface="Wingdings" panose="05000000000000000000" pitchFamily="2" charset="2"/>
              <a:buBlip>
                <a:blip r:embed="rId3"/>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3"/>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3"/>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r>
              <a:rPr lang="zh-CN" altLang="en-US" sz="2400" b="1" dirty="0">
                <a:solidFill>
                  <a:srgbClr val="FF0000"/>
                </a:solidFill>
                <a:latin typeface="楷体_GB2312" pitchFamily="49" charset="-122"/>
                <a:ea typeface="楷体_GB2312" pitchFamily="49" charset="-122"/>
              </a:rPr>
              <a:t>写出计算过程</a:t>
            </a:r>
          </a:p>
        </p:txBody>
      </p:sp>
      <p:sp>
        <p:nvSpPr>
          <p:cNvPr id="7" name="Text Box 2"/>
          <p:cNvSpPr txBox="1">
            <a:spLocks noChangeArrowheads="1"/>
          </p:cNvSpPr>
          <p:nvPr/>
        </p:nvSpPr>
        <p:spPr bwMode="auto">
          <a:xfrm>
            <a:off x="692968" y="3038946"/>
            <a:ext cx="60960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996633"/>
              </a:buClr>
              <a:buFont typeface="Wingdings" panose="05000000000000000000" pitchFamily="2" charset="2"/>
              <a:buBlip>
                <a:blip r:embed="rId3"/>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3"/>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3"/>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9pPr>
          </a:lstStyle>
          <a:p>
            <a:pPr>
              <a:spcBef>
                <a:spcPct val="50000"/>
              </a:spcBef>
              <a:buClrTx/>
              <a:buFontTx/>
              <a:buNone/>
            </a:pPr>
            <a:r>
              <a:rPr lang="zh-CN" altLang="en-US" sz="2800" b="1">
                <a:latin typeface="宋体" panose="02010600030101010101" pitchFamily="2" charset="-122"/>
              </a:rPr>
              <a:t>设随机变量</a:t>
            </a:r>
            <a:r>
              <a:rPr lang="en-US" altLang="zh-CN" sz="2800" b="1" i="1"/>
              <a:t>X</a:t>
            </a:r>
            <a:r>
              <a:rPr lang="zh-CN" altLang="en-US" sz="2800" b="1">
                <a:latin typeface="宋体" panose="02010600030101010101" pitchFamily="2" charset="-122"/>
              </a:rPr>
              <a:t>的分布函数</a:t>
            </a:r>
            <a:r>
              <a:rPr lang="en-US" altLang="zh-CN" sz="2800" b="1" i="1"/>
              <a:t>F</a:t>
            </a:r>
            <a:r>
              <a:rPr lang="en-US" altLang="zh-CN" sz="2800" b="1"/>
              <a:t>(</a:t>
            </a:r>
            <a:r>
              <a:rPr lang="en-US" altLang="zh-CN" sz="2800" b="1" i="1"/>
              <a:t>x</a:t>
            </a:r>
            <a:r>
              <a:rPr lang="en-US" altLang="zh-CN" sz="2800" b="1"/>
              <a:t>)</a:t>
            </a:r>
            <a:r>
              <a:rPr lang="zh-CN" altLang="en-US" sz="2800" b="1">
                <a:latin typeface="宋体" panose="02010600030101010101" pitchFamily="2" charset="-122"/>
              </a:rPr>
              <a:t>为</a:t>
            </a:r>
          </a:p>
        </p:txBody>
      </p:sp>
      <p:sp>
        <p:nvSpPr>
          <p:cNvPr id="8" name="Text Box 3"/>
          <p:cNvSpPr txBox="1">
            <a:spLocks noChangeArrowheads="1"/>
          </p:cNvSpPr>
          <p:nvPr/>
        </p:nvSpPr>
        <p:spPr bwMode="auto">
          <a:xfrm>
            <a:off x="6865168" y="4562946"/>
            <a:ext cx="28194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996633"/>
              </a:buClr>
              <a:buFont typeface="Wingdings" panose="05000000000000000000" pitchFamily="2" charset="2"/>
              <a:buBlip>
                <a:blip r:embed="rId3"/>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3"/>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3"/>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9pPr>
          </a:lstStyle>
          <a:p>
            <a:pPr>
              <a:spcBef>
                <a:spcPct val="50000"/>
              </a:spcBef>
              <a:buClrTx/>
              <a:buFontTx/>
              <a:buNone/>
            </a:pPr>
            <a:r>
              <a:rPr lang="zh-CN" altLang="en-US" sz="2800" b="1">
                <a:latin typeface="宋体" panose="02010600030101010101" pitchFamily="2" charset="-122"/>
              </a:rPr>
              <a:t>求</a:t>
            </a:r>
            <a:r>
              <a:rPr lang="en-US" altLang="zh-CN" sz="2800" b="1" i="1"/>
              <a:t>EX</a:t>
            </a:r>
            <a:r>
              <a:rPr lang="zh-CN" altLang="en-US" sz="2800" b="1">
                <a:latin typeface="宋体" panose="02010600030101010101" pitchFamily="2" charset="-122"/>
              </a:rPr>
              <a:t>和</a:t>
            </a:r>
            <a:r>
              <a:rPr lang="en-US" altLang="zh-CN" sz="2800" b="1" i="1"/>
              <a:t>DX</a:t>
            </a:r>
            <a:r>
              <a:rPr lang="en-US" altLang="zh-CN" sz="2800" b="1">
                <a:latin typeface="宋体" panose="02010600030101010101" pitchFamily="2" charset="-122"/>
              </a:rPr>
              <a:t>.            </a:t>
            </a:r>
          </a:p>
        </p:txBody>
      </p:sp>
      <p:graphicFrame>
        <p:nvGraphicFramePr>
          <p:cNvPr id="9" name="Object 5"/>
          <p:cNvGraphicFramePr>
            <a:graphicFrameLocks noChangeAspect="1"/>
          </p:cNvGraphicFramePr>
          <p:nvPr>
            <p:extLst>
              <p:ext uri="{D42A27DB-BD31-4B8C-83A1-F6EECF244321}">
                <p14:modId xmlns:p14="http://schemas.microsoft.com/office/powerpoint/2010/main" val="1218249436"/>
              </p:ext>
            </p:extLst>
          </p:nvPr>
        </p:nvGraphicFramePr>
        <p:xfrm>
          <a:off x="905693" y="3675533"/>
          <a:ext cx="1771650" cy="2417763"/>
        </p:xfrm>
        <a:graphic>
          <a:graphicData uri="http://schemas.openxmlformats.org/presentationml/2006/ole">
            <mc:AlternateContent xmlns:mc="http://schemas.openxmlformats.org/markup-compatibility/2006">
              <mc:Choice xmlns:v="urn:schemas-microsoft-com:vml" Requires="v">
                <p:oleObj spid="_x0000_s56591" name="Equation" r:id="rId8" imgW="685800" imgH="927100" progId="Equation.DSMT4">
                  <p:embed/>
                </p:oleObj>
              </mc:Choice>
              <mc:Fallback>
                <p:oleObj name="Equation" r:id="rId8" imgW="685800" imgH="927100" progId="Equation.DSMT4">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05693" y="3675533"/>
                        <a:ext cx="1771650" cy="24177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 name="Object 8"/>
          <p:cNvGraphicFramePr>
            <a:graphicFrameLocks noChangeAspect="1"/>
          </p:cNvGraphicFramePr>
          <p:nvPr>
            <p:extLst>
              <p:ext uri="{D42A27DB-BD31-4B8C-83A1-F6EECF244321}">
                <p14:modId xmlns:p14="http://schemas.microsoft.com/office/powerpoint/2010/main" val="1708235514"/>
              </p:ext>
            </p:extLst>
          </p:nvPr>
        </p:nvGraphicFramePr>
        <p:xfrm>
          <a:off x="3021831" y="3648546"/>
          <a:ext cx="3309937" cy="463550"/>
        </p:xfrm>
        <a:graphic>
          <a:graphicData uri="http://schemas.openxmlformats.org/presentationml/2006/ole">
            <mc:AlternateContent xmlns:mc="http://schemas.openxmlformats.org/markup-compatibility/2006">
              <mc:Choice xmlns:v="urn:schemas-microsoft-com:vml" Requires="v">
                <p:oleObj spid="_x0000_s56592" name="Equation" r:id="rId10" imgW="1282144" imgH="177723" progId="Equation.DSMT4">
                  <p:embed/>
                </p:oleObj>
              </mc:Choice>
              <mc:Fallback>
                <p:oleObj name="Equation" r:id="rId10" imgW="1282144" imgH="177723" progId="Equation.DSMT4">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021831" y="3648546"/>
                        <a:ext cx="3309937" cy="463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 name="Object 10"/>
          <p:cNvGraphicFramePr>
            <a:graphicFrameLocks noChangeAspect="1"/>
          </p:cNvGraphicFramePr>
          <p:nvPr>
            <p:extLst>
              <p:ext uri="{D42A27DB-BD31-4B8C-83A1-F6EECF244321}">
                <p14:modId xmlns:p14="http://schemas.microsoft.com/office/powerpoint/2010/main" val="1553991472"/>
              </p:ext>
            </p:extLst>
          </p:nvPr>
        </p:nvGraphicFramePr>
        <p:xfrm>
          <a:off x="4977631" y="4950296"/>
          <a:ext cx="1506537" cy="463550"/>
        </p:xfrm>
        <a:graphic>
          <a:graphicData uri="http://schemas.openxmlformats.org/presentationml/2006/ole">
            <mc:AlternateContent xmlns:mc="http://schemas.openxmlformats.org/markup-compatibility/2006">
              <mc:Choice xmlns:v="urn:schemas-microsoft-com:vml" Requires="v">
                <p:oleObj spid="_x0000_s56593" name="Equation" r:id="rId12" imgW="583693" imgH="177646" progId="Equation.DSMT4">
                  <p:embed/>
                </p:oleObj>
              </mc:Choice>
              <mc:Fallback>
                <p:oleObj name="Equation" r:id="rId12" imgW="583693" imgH="177646" progId="Equation.DSMT4">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977631" y="4950296"/>
                        <a:ext cx="1506537" cy="463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 name="Object 11"/>
          <p:cNvGraphicFramePr>
            <a:graphicFrameLocks noChangeAspect="1"/>
          </p:cNvGraphicFramePr>
          <p:nvPr>
            <p:extLst>
              <p:ext uri="{D42A27DB-BD31-4B8C-83A1-F6EECF244321}">
                <p14:modId xmlns:p14="http://schemas.microsoft.com/office/powerpoint/2010/main" val="3022147393"/>
              </p:ext>
            </p:extLst>
          </p:nvPr>
        </p:nvGraphicFramePr>
        <p:xfrm>
          <a:off x="2978968" y="5559896"/>
          <a:ext cx="3276600" cy="463550"/>
        </p:xfrm>
        <a:graphic>
          <a:graphicData uri="http://schemas.openxmlformats.org/presentationml/2006/ole">
            <mc:AlternateContent xmlns:mc="http://schemas.openxmlformats.org/markup-compatibility/2006">
              <mc:Choice xmlns:v="urn:schemas-microsoft-com:vml" Requires="v">
                <p:oleObj spid="_x0000_s56594" name="Equation" r:id="rId14" imgW="1269449" imgH="177723" progId="Equation.DSMT4">
                  <p:embed/>
                </p:oleObj>
              </mc:Choice>
              <mc:Fallback>
                <p:oleObj name="Equation" r:id="rId14" imgW="1269449" imgH="177723" progId="Equation.DSMT4">
                  <p:embed/>
                  <p:pic>
                    <p:nvPicPr>
                      <p:cNvPr id="0" nam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978968" y="5559896"/>
                        <a:ext cx="3276600" cy="463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 name="Object 12"/>
          <p:cNvGraphicFramePr>
            <a:graphicFrameLocks noChangeAspect="1"/>
          </p:cNvGraphicFramePr>
          <p:nvPr>
            <p:extLst>
              <p:ext uri="{D42A27DB-BD31-4B8C-83A1-F6EECF244321}">
                <p14:modId xmlns:p14="http://schemas.microsoft.com/office/powerpoint/2010/main" val="2707484506"/>
              </p:ext>
            </p:extLst>
          </p:nvPr>
        </p:nvGraphicFramePr>
        <p:xfrm>
          <a:off x="4790306" y="4121621"/>
          <a:ext cx="1770062" cy="463550"/>
        </p:xfrm>
        <a:graphic>
          <a:graphicData uri="http://schemas.openxmlformats.org/presentationml/2006/ole">
            <mc:AlternateContent xmlns:mc="http://schemas.openxmlformats.org/markup-compatibility/2006">
              <mc:Choice xmlns:v="urn:schemas-microsoft-com:vml" Requires="v">
                <p:oleObj spid="_x0000_s56595" name="Equation" r:id="rId16" imgW="685502" imgH="177723" progId="Equation.DSMT4">
                  <p:embed/>
                </p:oleObj>
              </mc:Choice>
              <mc:Fallback>
                <p:oleObj name="Equation" r:id="rId16" imgW="685502" imgH="177723" progId="Equation.DSMT4">
                  <p:embed/>
                  <p:pic>
                    <p:nvPicPr>
                      <p:cNvPr id="0" name=""/>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790306" y="4121621"/>
                        <a:ext cx="1770062" cy="463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 name="Object 13"/>
          <p:cNvGraphicFramePr>
            <a:graphicFrameLocks noChangeAspect="1"/>
          </p:cNvGraphicFramePr>
          <p:nvPr>
            <p:extLst>
              <p:ext uri="{D42A27DB-BD31-4B8C-83A1-F6EECF244321}">
                <p14:modId xmlns:p14="http://schemas.microsoft.com/office/powerpoint/2010/main" val="4102640848"/>
              </p:ext>
            </p:extLst>
          </p:nvPr>
        </p:nvGraphicFramePr>
        <p:xfrm>
          <a:off x="2445568" y="4721696"/>
          <a:ext cx="1676400" cy="996950"/>
        </p:xfrm>
        <a:graphic>
          <a:graphicData uri="http://schemas.openxmlformats.org/presentationml/2006/ole">
            <mc:AlternateContent xmlns:mc="http://schemas.openxmlformats.org/markup-compatibility/2006">
              <mc:Choice xmlns:v="urn:schemas-microsoft-com:vml" Requires="v">
                <p:oleObj spid="_x0000_s56596" name="Equation" r:id="rId18" imgW="710891" imgH="418918" progId="Equation.DSMT4">
                  <p:embed/>
                </p:oleObj>
              </mc:Choice>
              <mc:Fallback>
                <p:oleObj name="Equation" r:id="rId18" imgW="710891" imgH="418918" progId="Equation.DSMT4">
                  <p:embed/>
                  <p:pic>
                    <p:nvPicPr>
                      <p:cNvPr id="0" name=""/>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2445568" y="4721696"/>
                        <a:ext cx="1676400" cy="996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 name="Object 14"/>
          <p:cNvGraphicFramePr>
            <a:graphicFrameLocks noChangeAspect="1"/>
          </p:cNvGraphicFramePr>
          <p:nvPr>
            <p:extLst>
              <p:ext uri="{D42A27DB-BD31-4B8C-83A1-F6EECF244321}">
                <p14:modId xmlns:p14="http://schemas.microsoft.com/office/powerpoint/2010/main" val="2221920560"/>
              </p:ext>
            </p:extLst>
          </p:nvPr>
        </p:nvGraphicFramePr>
        <p:xfrm>
          <a:off x="2445568" y="3883496"/>
          <a:ext cx="1676400" cy="996950"/>
        </p:xfrm>
        <a:graphic>
          <a:graphicData uri="http://schemas.openxmlformats.org/presentationml/2006/ole">
            <mc:AlternateContent xmlns:mc="http://schemas.openxmlformats.org/markup-compatibility/2006">
              <mc:Choice xmlns:v="urn:schemas-microsoft-com:vml" Requires="v">
                <p:oleObj spid="_x0000_s56597" name="Equation" r:id="rId20" imgW="710891" imgH="418918" progId="Equation.DSMT4">
                  <p:embed/>
                </p:oleObj>
              </mc:Choice>
              <mc:Fallback>
                <p:oleObj name="Equation" r:id="rId20" imgW="710891" imgH="418918" progId="Equation.DSMT4">
                  <p:embed/>
                  <p:pic>
                    <p:nvPicPr>
                      <p:cNvPr id="0" name=""/>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2445568" y="3883496"/>
                        <a:ext cx="1676400" cy="996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6" name="矩形 1"/>
          <p:cNvSpPr>
            <a:spLocks noChangeArrowheads="1"/>
          </p:cNvSpPr>
          <p:nvPr/>
        </p:nvSpPr>
        <p:spPr bwMode="auto">
          <a:xfrm>
            <a:off x="272281" y="2384896"/>
            <a:ext cx="12668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996633"/>
              </a:buClr>
              <a:buFont typeface="Wingdings" panose="05000000000000000000" pitchFamily="2" charset="2"/>
              <a:buBlip>
                <a:blip r:embed="rId3"/>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3"/>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3"/>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r>
              <a:rPr lang="zh-CN" altLang="en-US" sz="2400" b="1">
                <a:solidFill>
                  <a:srgbClr val="FF0000"/>
                </a:solidFill>
                <a:latin typeface="宋体" panose="02010600030101010101" pitchFamily="2" charset="-122"/>
              </a:rPr>
              <a:t>作业</a:t>
            </a:r>
            <a:r>
              <a:rPr lang="en-US" altLang="zh-CN" sz="2400" b="1">
                <a:solidFill>
                  <a:srgbClr val="FF0000"/>
                </a:solidFill>
                <a:latin typeface="宋体" panose="02010600030101010101" pitchFamily="2" charset="-122"/>
              </a:rPr>
              <a:t>2</a:t>
            </a:r>
            <a:r>
              <a:rPr lang="zh-CN" altLang="en-US" sz="2400" b="1">
                <a:solidFill>
                  <a:srgbClr val="FF0000"/>
                </a:solidFill>
                <a:latin typeface="宋体" panose="02010600030101010101" pitchFamily="2" charset="-122"/>
              </a:rPr>
              <a:t>：</a:t>
            </a:r>
            <a:endParaRPr lang="zh-CN" altLang="en-US" sz="2400" b="1">
              <a:solidFill>
                <a:srgbClr val="FF0000"/>
              </a:solidFill>
              <a:latin typeface="楷体_GB2312" pitchFamily="49" charset="-122"/>
              <a:ea typeface="楷体_GB2312"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79202"/>
                                        </p:tgtEl>
                                        <p:attrNameLst>
                                          <p:attrName>style.visibility</p:attrName>
                                        </p:attrNameLst>
                                      </p:cBhvr>
                                      <p:to>
                                        <p:strVal val="visible"/>
                                      </p:to>
                                    </p:set>
                                    <p:animEffect transition="in" filter="blinds(horizontal)">
                                      <p:cBhvr>
                                        <p:cTn id="7" dur="500"/>
                                        <p:tgtEl>
                                          <p:spTgt spid="179202"/>
                                        </p:tgtEl>
                                      </p:cBhvr>
                                    </p:animEffect>
                                  </p:childTnLst>
                                </p:cTn>
                              </p:par>
                              <p:par>
                                <p:cTn id="8" presetID="3" presetClass="entr" presetSubtype="10" fill="hold" nodeType="withEffect">
                                  <p:stCondLst>
                                    <p:cond delay="0"/>
                                  </p:stCondLst>
                                  <p:childTnLst>
                                    <p:set>
                                      <p:cBhvr>
                                        <p:cTn id="9" dur="1" fill="hold">
                                          <p:stCondLst>
                                            <p:cond delay="0"/>
                                          </p:stCondLst>
                                        </p:cTn>
                                        <p:tgtEl>
                                          <p:spTgt spid="179203"/>
                                        </p:tgtEl>
                                        <p:attrNameLst>
                                          <p:attrName>style.visibility</p:attrName>
                                        </p:attrNameLst>
                                      </p:cBhvr>
                                      <p:to>
                                        <p:strVal val="visible"/>
                                      </p:to>
                                    </p:set>
                                    <p:animEffect transition="in" filter="blinds(horizontal)">
                                      <p:cBhvr>
                                        <p:cTn id="10" dur="500"/>
                                        <p:tgtEl>
                                          <p:spTgt spid="179203"/>
                                        </p:tgtEl>
                                      </p:cBhvr>
                                    </p:animEffect>
                                  </p:childTnLst>
                                </p:cTn>
                              </p:par>
                              <p:par>
                                <p:cTn id="11" presetID="3" presetClass="entr" presetSubtype="10" fill="hold" nodeType="withEffect">
                                  <p:stCondLst>
                                    <p:cond delay="0"/>
                                  </p:stCondLst>
                                  <p:childTnLst>
                                    <p:set>
                                      <p:cBhvr>
                                        <p:cTn id="12" dur="1" fill="hold">
                                          <p:stCondLst>
                                            <p:cond delay="0"/>
                                          </p:stCondLst>
                                        </p:cTn>
                                        <p:tgtEl>
                                          <p:spTgt spid="179204"/>
                                        </p:tgtEl>
                                        <p:attrNameLst>
                                          <p:attrName>style.visibility</p:attrName>
                                        </p:attrNameLst>
                                      </p:cBhvr>
                                      <p:to>
                                        <p:strVal val="visible"/>
                                      </p:to>
                                    </p:set>
                                    <p:animEffect transition="in" filter="blinds(horizontal)">
                                      <p:cBhvr>
                                        <p:cTn id="13" dur="500"/>
                                        <p:tgtEl>
                                          <p:spTgt spid="179204"/>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grpId="0" nodeType="click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blinds(horizontal)">
                                      <p:cBhvr>
                                        <p:cTn id="18" dur="500"/>
                                        <p:tgtEl>
                                          <p:spTgt spid="7"/>
                                        </p:tgtEl>
                                      </p:cBhvr>
                                    </p:animEffect>
                                  </p:childTnLst>
                                </p:cTn>
                              </p:par>
                              <p:par>
                                <p:cTn id="19" presetID="3" presetClass="entr" presetSubtype="10"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blinds(horizontal)">
                                      <p:cBhvr>
                                        <p:cTn id="21" dur="500"/>
                                        <p:tgtEl>
                                          <p:spTgt spid="8"/>
                                        </p:tgtEl>
                                      </p:cBhvr>
                                    </p:animEffect>
                                  </p:childTnLst>
                                </p:cTn>
                              </p:par>
                              <p:par>
                                <p:cTn id="22" presetID="3" presetClass="entr" presetSubtype="10" fill="hold" nodeType="with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blinds(horizontal)">
                                      <p:cBhvr>
                                        <p:cTn id="24" dur="500"/>
                                        <p:tgtEl>
                                          <p:spTgt spid="9"/>
                                        </p:tgtEl>
                                      </p:cBhvr>
                                    </p:animEffect>
                                  </p:childTnLst>
                                </p:cTn>
                              </p:par>
                              <p:par>
                                <p:cTn id="25" presetID="3" presetClass="entr" presetSubtype="10" fill="hold" nodeType="with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blinds(horizontal)">
                                      <p:cBhvr>
                                        <p:cTn id="27" dur="500"/>
                                        <p:tgtEl>
                                          <p:spTgt spid="10"/>
                                        </p:tgtEl>
                                      </p:cBhvr>
                                    </p:animEffect>
                                  </p:childTnLst>
                                </p:cTn>
                              </p:par>
                              <p:par>
                                <p:cTn id="28" presetID="3" presetClass="entr" presetSubtype="10" fill="hold" nodeType="with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blinds(horizontal)">
                                      <p:cBhvr>
                                        <p:cTn id="30" dur="500"/>
                                        <p:tgtEl>
                                          <p:spTgt spid="11"/>
                                        </p:tgtEl>
                                      </p:cBhvr>
                                    </p:animEffect>
                                  </p:childTnLst>
                                </p:cTn>
                              </p:par>
                              <p:par>
                                <p:cTn id="31" presetID="3" presetClass="entr" presetSubtype="10" fill="hold" nodeType="with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blinds(horizontal)">
                                      <p:cBhvr>
                                        <p:cTn id="33" dur="500"/>
                                        <p:tgtEl>
                                          <p:spTgt spid="12"/>
                                        </p:tgtEl>
                                      </p:cBhvr>
                                    </p:animEffect>
                                  </p:childTnLst>
                                </p:cTn>
                              </p:par>
                              <p:par>
                                <p:cTn id="34" presetID="3" presetClass="entr" presetSubtype="10" fill="hold" nodeType="with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blinds(horizontal)">
                                      <p:cBhvr>
                                        <p:cTn id="36" dur="500"/>
                                        <p:tgtEl>
                                          <p:spTgt spid="13"/>
                                        </p:tgtEl>
                                      </p:cBhvr>
                                    </p:animEffect>
                                  </p:childTnLst>
                                </p:cTn>
                              </p:par>
                              <p:par>
                                <p:cTn id="37" presetID="3" presetClass="entr" presetSubtype="10" fill="hold" nodeType="with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blinds(horizontal)">
                                      <p:cBhvr>
                                        <p:cTn id="39" dur="500"/>
                                        <p:tgtEl>
                                          <p:spTgt spid="14"/>
                                        </p:tgtEl>
                                      </p:cBhvr>
                                    </p:animEffect>
                                  </p:childTnLst>
                                </p:cTn>
                              </p:par>
                              <p:par>
                                <p:cTn id="40" presetID="3" presetClass="entr" presetSubtype="10" fill="hold" nodeType="with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blinds(horizontal)">
                                      <p:cBhvr>
                                        <p:cTn id="42"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9202" grpId="0"/>
      <p:bldP spid="7" grpId="0"/>
      <p:bldP spid="8"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矩形 22"/>
          <p:cNvSpPr/>
          <p:nvPr/>
        </p:nvSpPr>
        <p:spPr>
          <a:xfrm>
            <a:off x="3389312" y="1066065"/>
            <a:ext cx="1443038" cy="533400"/>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81250" name="Rectangle 2"/>
          <p:cNvSpPr>
            <a:spLocks noChangeArrowheads="1"/>
          </p:cNvSpPr>
          <p:nvPr/>
        </p:nvSpPr>
        <p:spPr bwMode="auto">
          <a:xfrm>
            <a:off x="417512" y="1088290"/>
            <a:ext cx="8763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996633"/>
              </a:buClr>
              <a:buFont typeface="Wingdings" panose="05000000000000000000" pitchFamily="2" charset="2"/>
              <a:buBlip>
                <a:blip r:embed="rId3"/>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3"/>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3"/>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lang="zh-CN" altLang="en-US" sz="2800" b="1">
                <a:latin typeface="宋体" panose="02010600030101010101" pitchFamily="2" charset="-122"/>
              </a:rPr>
              <a:t>设</a:t>
            </a:r>
            <a:r>
              <a:rPr lang="en-US" altLang="zh-CN" sz="2800" b="1" i="1"/>
              <a:t>X</a:t>
            </a:r>
            <a:r>
              <a:rPr lang="zh-CN" altLang="en-US" sz="2800" b="1">
                <a:latin typeface="宋体" panose="02010600030101010101" pitchFamily="2" charset="-122"/>
              </a:rPr>
              <a:t>服从参数为</a:t>
            </a:r>
            <a:r>
              <a:rPr lang="en-US" altLang="zh-CN" sz="2800" b="1">
                <a:latin typeface="宋体" panose="02010600030101010101" pitchFamily="2" charset="-122"/>
              </a:rPr>
              <a:t>1</a:t>
            </a:r>
            <a:r>
              <a:rPr lang="zh-CN" altLang="en-US" sz="2800" b="1">
                <a:latin typeface="宋体" panose="02010600030101010101" pitchFamily="2" charset="-122"/>
              </a:rPr>
              <a:t>的指数分布</a:t>
            </a:r>
            <a:r>
              <a:rPr lang="en-US" altLang="zh-CN" sz="2800" b="1">
                <a:latin typeface="宋体" panose="02010600030101010101" pitchFamily="2" charset="-122"/>
              </a:rPr>
              <a:t>,</a:t>
            </a:r>
            <a:r>
              <a:rPr lang="zh-CN" altLang="en-US" sz="2800" b="1">
                <a:latin typeface="宋体" panose="02010600030101010101" pitchFamily="2" charset="-122"/>
              </a:rPr>
              <a:t>则</a:t>
            </a:r>
          </a:p>
        </p:txBody>
      </p:sp>
      <p:graphicFrame>
        <p:nvGraphicFramePr>
          <p:cNvPr id="181251" name="Object 3"/>
          <p:cNvGraphicFramePr>
            <a:graphicFrameLocks noChangeAspect="1"/>
          </p:cNvGraphicFramePr>
          <p:nvPr>
            <p:extLst>
              <p:ext uri="{D42A27DB-BD31-4B8C-83A1-F6EECF244321}">
                <p14:modId xmlns:p14="http://schemas.microsoft.com/office/powerpoint/2010/main" val="2512943996"/>
              </p:ext>
            </p:extLst>
          </p:nvPr>
        </p:nvGraphicFramePr>
        <p:xfrm>
          <a:off x="5932487" y="1066065"/>
          <a:ext cx="2943225" cy="561975"/>
        </p:xfrm>
        <a:graphic>
          <a:graphicData uri="http://schemas.openxmlformats.org/presentationml/2006/ole">
            <mc:AlternateContent xmlns:mc="http://schemas.openxmlformats.org/markup-compatibility/2006">
              <mc:Choice xmlns:v="urn:schemas-microsoft-com:vml" Requires="v">
                <p:oleObj spid="_x0000_s58696" name="Equation" r:id="rId4" imgW="1206500" imgH="228600" progId="Equation.DSMT4">
                  <p:embed/>
                </p:oleObj>
              </mc:Choice>
              <mc:Fallback>
                <p:oleObj name="Equation" r:id="rId4" imgW="1206500" imgH="228600" progId="Equation.DSMT4">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932487" y="1066065"/>
                        <a:ext cx="2943225"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81252" name="Object 4"/>
          <p:cNvGraphicFramePr>
            <a:graphicFrameLocks noChangeAspect="1"/>
          </p:cNvGraphicFramePr>
          <p:nvPr>
            <p:extLst>
              <p:ext uri="{D42A27DB-BD31-4B8C-83A1-F6EECF244321}">
                <p14:modId xmlns:p14="http://schemas.microsoft.com/office/powerpoint/2010/main" val="1256408523"/>
              </p:ext>
            </p:extLst>
          </p:nvPr>
        </p:nvGraphicFramePr>
        <p:xfrm>
          <a:off x="1103312" y="1523265"/>
          <a:ext cx="2462213" cy="550863"/>
        </p:xfrm>
        <a:graphic>
          <a:graphicData uri="http://schemas.openxmlformats.org/presentationml/2006/ole">
            <mc:AlternateContent xmlns:mc="http://schemas.openxmlformats.org/markup-compatibility/2006">
              <mc:Choice xmlns:v="urn:schemas-microsoft-com:vml" Requires="v">
                <p:oleObj spid="_x0000_s58697" name="Equation" r:id="rId6" imgW="1028700" imgH="228600" progId="Equation.DSMT4">
                  <p:embed/>
                </p:oleObj>
              </mc:Choice>
              <mc:Fallback>
                <p:oleObj name="Equation" r:id="rId6" imgW="1028700" imgH="228600" progId="Equation.DSMT4">
                  <p:embed/>
                  <p:pic>
                    <p:nvPicPr>
                      <p:cNvPr id="0"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03312" y="1523265"/>
                        <a:ext cx="2462213" cy="5508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81268" name="Object 20"/>
          <p:cNvGraphicFramePr>
            <a:graphicFrameLocks noChangeAspect="1"/>
          </p:cNvGraphicFramePr>
          <p:nvPr>
            <p:extLst>
              <p:ext uri="{D42A27DB-BD31-4B8C-83A1-F6EECF244321}">
                <p14:modId xmlns:p14="http://schemas.microsoft.com/office/powerpoint/2010/main" val="3453781138"/>
              </p:ext>
            </p:extLst>
          </p:nvPr>
        </p:nvGraphicFramePr>
        <p:xfrm>
          <a:off x="5380037" y="761265"/>
          <a:ext cx="3343275" cy="1193800"/>
        </p:xfrm>
        <a:graphic>
          <a:graphicData uri="http://schemas.openxmlformats.org/presentationml/2006/ole">
            <mc:AlternateContent xmlns:mc="http://schemas.openxmlformats.org/markup-compatibility/2006">
              <mc:Choice xmlns:v="urn:schemas-microsoft-com:vml" Requires="v">
                <p:oleObj spid="_x0000_s58698" name="Equation" r:id="rId8" imgW="1358310" imgH="482391" progId="Equation.DSMT4">
                  <p:embed/>
                </p:oleObj>
              </mc:Choice>
              <mc:Fallback>
                <p:oleObj name="Equation" r:id="rId8" imgW="1358310" imgH="482391" progId="Equation.DSMT4">
                  <p:embed/>
                  <p:pic>
                    <p:nvPicPr>
                      <p:cNvPr id="0" name="Object 2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380037" y="761265"/>
                        <a:ext cx="3343275" cy="1193800"/>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8375" name="矩形 1"/>
          <p:cNvSpPr>
            <a:spLocks noChangeArrowheads="1"/>
          </p:cNvSpPr>
          <p:nvPr/>
        </p:nvSpPr>
        <p:spPr bwMode="auto">
          <a:xfrm>
            <a:off x="68262" y="577115"/>
            <a:ext cx="126841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996633"/>
              </a:buClr>
              <a:buFont typeface="Wingdings" panose="05000000000000000000" pitchFamily="2" charset="2"/>
              <a:buBlip>
                <a:blip r:embed="rId3"/>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3"/>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3"/>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r>
              <a:rPr lang="zh-CN" altLang="en-US" sz="2400" b="1">
                <a:solidFill>
                  <a:srgbClr val="FF0000"/>
                </a:solidFill>
                <a:latin typeface="宋体" panose="02010600030101010101" pitchFamily="2" charset="-122"/>
              </a:rPr>
              <a:t>作业</a:t>
            </a:r>
            <a:r>
              <a:rPr lang="en-US" altLang="zh-CN" sz="2400" b="1">
                <a:solidFill>
                  <a:srgbClr val="FF0000"/>
                </a:solidFill>
                <a:latin typeface="宋体" panose="02010600030101010101" pitchFamily="2" charset="-122"/>
              </a:rPr>
              <a:t>3</a:t>
            </a:r>
            <a:r>
              <a:rPr lang="zh-CN" altLang="en-US" sz="2400" b="1">
                <a:solidFill>
                  <a:srgbClr val="FF0000"/>
                </a:solidFill>
                <a:latin typeface="宋体" panose="02010600030101010101" pitchFamily="2" charset="-122"/>
              </a:rPr>
              <a:t>：</a:t>
            </a:r>
            <a:endParaRPr lang="zh-CN" altLang="en-US" sz="2400" b="1">
              <a:solidFill>
                <a:srgbClr val="FF0000"/>
              </a:solidFill>
              <a:latin typeface="楷体_GB2312" pitchFamily="49" charset="-122"/>
              <a:ea typeface="楷体_GB2312" pitchFamily="49" charset="-122"/>
            </a:endParaRPr>
          </a:p>
        </p:txBody>
      </p:sp>
      <p:sp>
        <p:nvSpPr>
          <p:cNvPr id="58376" name="矩形 1"/>
          <p:cNvSpPr>
            <a:spLocks noChangeArrowheads="1"/>
          </p:cNvSpPr>
          <p:nvPr/>
        </p:nvSpPr>
        <p:spPr bwMode="auto">
          <a:xfrm>
            <a:off x="4359274" y="1742901"/>
            <a:ext cx="20415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996633"/>
              </a:buClr>
              <a:buFont typeface="Wingdings" panose="05000000000000000000" pitchFamily="2" charset="2"/>
              <a:buBlip>
                <a:blip r:embed="rId3"/>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3"/>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3"/>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r>
              <a:rPr lang="zh-CN" altLang="en-US" sz="2400" b="1" dirty="0">
                <a:solidFill>
                  <a:srgbClr val="FF0000"/>
                </a:solidFill>
                <a:latin typeface="楷体_GB2312" pitchFamily="49" charset="-122"/>
                <a:ea typeface="楷体_GB2312" pitchFamily="49" charset="-122"/>
              </a:rPr>
              <a:t>写出计算过程</a:t>
            </a:r>
          </a:p>
        </p:txBody>
      </p:sp>
      <p:sp>
        <p:nvSpPr>
          <p:cNvPr id="9" name="Text Box 4"/>
          <p:cNvSpPr txBox="1">
            <a:spLocks noChangeArrowheads="1"/>
          </p:cNvSpPr>
          <p:nvPr/>
        </p:nvSpPr>
        <p:spPr bwMode="auto">
          <a:xfrm>
            <a:off x="461516" y="2667396"/>
            <a:ext cx="8763000" cy="1160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996633"/>
              </a:buClr>
              <a:buFont typeface="Wingdings" panose="05000000000000000000" pitchFamily="2" charset="2"/>
              <a:buBlip>
                <a:blip r:embed="rId3"/>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3"/>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3"/>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9pPr>
          </a:lstStyle>
          <a:p>
            <a:pPr>
              <a:spcBef>
                <a:spcPct val="50000"/>
              </a:spcBef>
              <a:buClrTx/>
              <a:buFontTx/>
              <a:buNone/>
            </a:pPr>
            <a:r>
              <a:rPr lang="zh-CN" altLang="en-US" sz="2800">
                <a:latin typeface="宋体" panose="02010600030101010101" pitchFamily="2" charset="-122"/>
              </a:rPr>
              <a:t>设随机变量             且</a:t>
            </a:r>
          </a:p>
          <a:p>
            <a:pPr>
              <a:spcBef>
                <a:spcPct val="50000"/>
              </a:spcBef>
              <a:buClrTx/>
              <a:buFontTx/>
              <a:buNone/>
            </a:pPr>
            <a:r>
              <a:rPr lang="zh-CN" altLang="en-US" sz="2800">
                <a:latin typeface="宋体" panose="02010600030101010101" pitchFamily="2" charset="-122"/>
              </a:rPr>
              <a:t>  则</a:t>
            </a:r>
          </a:p>
        </p:txBody>
      </p:sp>
      <p:graphicFrame>
        <p:nvGraphicFramePr>
          <p:cNvPr id="10" name="Object 5"/>
          <p:cNvGraphicFramePr>
            <a:graphicFrameLocks noChangeAspect="1"/>
          </p:cNvGraphicFramePr>
          <p:nvPr>
            <p:extLst>
              <p:ext uri="{D42A27DB-BD31-4B8C-83A1-F6EECF244321}">
                <p14:modId xmlns:p14="http://schemas.microsoft.com/office/powerpoint/2010/main" val="3007695495"/>
              </p:ext>
            </p:extLst>
          </p:nvPr>
        </p:nvGraphicFramePr>
        <p:xfrm>
          <a:off x="2290316" y="2707084"/>
          <a:ext cx="2251075" cy="557212"/>
        </p:xfrm>
        <a:graphic>
          <a:graphicData uri="http://schemas.openxmlformats.org/presentationml/2006/ole">
            <mc:AlternateContent xmlns:mc="http://schemas.openxmlformats.org/markup-compatibility/2006">
              <mc:Choice xmlns:v="urn:schemas-microsoft-com:vml" Requires="v">
                <p:oleObj spid="_x0000_s58699" name="Equation" r:id="rId10" imgW="927100" imgH="228600" progId="Equation.DSMT4">
                  <p:embed/>
                </p:oleObj>
              </mc:Choice>
              <mc:Fallback>
                <p:oleObj name="Equation" r:id="rId10" imgW="927100" imgH="228600" progId="Equation.DSMT4">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290316" y="2707084"/>
                        <a:ext cx="2251075" cy="557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 name="Object 6"/>
          <p:cNvGraphicFramePr>
            <a:graphicFrameLocks noChangeAspect="1"/>
          </p:cNvGraphicFramePr>
          <p:nvPr>
            <p:extLst>
              <p:ext uri="{D42A27DB-BD31-4B8C-83A1-F6EECF244321}">
                <p14:modId xmlns:p14="http://schemas.microsoft.com/office/powerpoint/2010/main" val="3096574351"/>
              </p:ext>
            </p:extLst>
          </p:nvPr>
        </p:nvGraphicFramePr>
        <p:xfrm>
          <a:off x="5033516" y="2738834"/>
          <a:ext cx="3033713" cy="496887"/>
        </p:xfrm>
        <a:graphic>
          <a:graphicData uri="http://schemas.openxmlformats.org/presentationml/2006/ole">
            <mc:AlternateContent xmlns:mc="http://schemas.openxmlformats.org/markup-compatibility/2006">
              <mc:Choice xmlns:v="urn:schemas-microsoft-com:vml" Requires="v">
                <p:oleObj spid="_x0000_s58700" name="Equation" r:id="rId12" imgW="1244600" imgH="203200" progId="Equation.DSMT4">
                  <p:embed/>
                </p:oleObj>
              </mc:Choice>
              <mc:Fallback>
                <p:oleObj name="Equation" r:id="rId12" imgW="1244600" imgH="203200" progId="Equation.DSMT4">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033516" y="2738834"/>
                        <a:ext cx="3033713" cy="4968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 name="Object 7"/>
          <p:cNvGraphicFramePr>
            <a:graphicFrameLocks noChangeAspect="1"/>
          </p:cNvGraphicFramePr>
          <p:nvPr>
            <p:extLst>
              <p:ext uri="{D42A27DB-BD31-4B8C-83A1-F6EECF244321}">
                <p14:modId xmlns:p14="http://schemas.microsoft.com/office/powerpoint/2010/main" val="2065807120"/>
              </p:ext>
            </p:extLst>
          </p:nvPr>
        </p:nvGraphicFramePr>
        <p:xfrm>
          <a:off x="1282254" y="3353196"/>
          <a:ext cx="3289300" cy="485775"/>
        </p:xfrm>
        <a:graphic>
          <a:graphicData uri="http://schemas.openxmlformats.org/presentationml/2006/ole">
            <mc:AlternateContent xmlns:mc="http://schemas.openxmlformats.org/markup-compatibility/2006">
              <mc:Choice xmlns:v="urn:schemas-microsoft-com:vml" Requires="v">
                <p:oleObj spid="_x0000_s58701" name="Equation" r:id="rId14" imgW="1384300" imgH="203200" progId="Equation.DSMT4">
                  <p:embed/>
                </p:oleObj>
              </mc:Choice>
              <mc:Fallback>
                <p:oleObj name="Equation" r:id="rId14" imgW="1384300" imgH="203200" progId="Equation.DSMT4">
                  <p:embed/>
                  <p:pic>
                    <p:nvPicPr>
                      <p:cNvPr id="0" nam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282254" y="3353196"/>
                        <a:ext cx="3289300" cy="485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 name="矩形 1"/>
          <p:cNvSpPr>
            <a:spLocks noChangeArrowheads="1"/>
          </p:cNvSpPr>
          <p:nvPr/>
        </p:nvSpPr>
        <p:spPr bwMode="auto">
          <a:xfrm>
            <a:off x="107504" y="2276872"/>
            <a:ext cx="1268412"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996633"/>
              </a:buClr>
              <a:buFont typeface="Wingdings" panose="05000000000000000000" pitchFamily="2" charset="2"/>
              <a:buBlip>
                <a:blip r:embed="rId3"/>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3"/>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3"/>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r>
              <a:rPr lang="zh-CN" altLang="en-US" sz="2400" b="1" dirty="0">
                <a:solidFill>
                  <a:srgbClr val="FF0000"/>
                </a:solidFill>
                <a:latin typeface="宋体" panose="02010600030101010101" pitchFamily="2" charset="-122"/>
              </a:rPr>
              <a:t>作业</a:t>
            </a:r>
            <a:r>
              <a:rPr lang="en-US" altLang="zh-CN" sz="2400" b="1" dirty="0">
                <a:solidFill>
                  <a:srgbClr val="FF0000"/>
                </a:solidFill>
                <a:latin typeface="宋体" panose="02010600030101010101" pitchFamily="2" charset="-122"/>
              </a:rPr>
              <a:t>4</a:t>
            </a:r>
            <a:r>
              <a:rPr lang="zh-CN" altLang="en-US" sz="2400" b="1" dirty="0">
                <a:solidFill>
                  <a:srgbClr val="FF0000"/>
                </a:solidFill>
                <a:latin typeface="宋体" panose="02010600030101010101" pitchFamily="2" charset="-122"/>
              </a:rPr>
              <a:t>：</a:t>
            </a:r>
            <a:endParaRPr lang="zh-CN" altLang="en-US" sz="2400" b="1" dirty="0">
              <a:solidFill>
                <a:srgbClr val="FF0000"/>
              </a:solidFill>
              <a:latin typeface="楷体_GB2312" pitchFamily="49" charset="-122"/>
              <a:ea typeface="楷体_GB2312" pitchFamily="49" charset="-122"/>
            </a:endParaRPr>
          </a:p>
        </p:txBody>
      </p:sp>
      <p:sp>
        <p:nvSpPr>
          <p:cNvPr id="14" name="矩形 1"/>
          <p:cNvSpPr>
            <a:spLocks noChangeArrowheads="1"/>
          </p:cNvSpPr>
          <p:nvPr/>
        </p:nvSpPr>
        <p:spPr bwMode="auto">
          <a:xfrm>
            <a:off x="4995416" y="3300809"/>
            <a:ext cx="20415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996633"/>
              </a:buClr>
              <a:buFont typeface="Wingdings" panose="05000000000000000000" pitchFamily="2" charset="2"/>
              <a:buBlip>
                <a:blip r:embed="rId3"/>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3"/>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3"/>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r>
              <a:rPr lang="zh-CN" altLang="en-US" sz="2400" b="1">
                <a:solidFill>
                  <a:srgbClr val="FF0000"/>
                </a:solidFill>
                <a:latin typeface="楷体_GB2312" pitchFamily="49" charset="-122"/>
                <a:ea typeface="楷体_GB2312" pitchFamily="49" charset="-122"/>
              </a:rPr>
              <a:t>写出计算过程</a:t>
            </a:r>
          </a:p>
        </p:txBody>
      </p:sp>
      <p:grpSp>
        <p:nvGrpSpPr>
          <p:cNvPr id="15" name="Group 9"/>
          <p:cNvGrpSpPr>
            <a:grpSpLocks/>
          </p:cNvGrpSpPr>
          <p:nvPr/>
        </p:nvGrpSpPr>
        <p:grpSpPr bwMode="auto">
          <a:xfrm>
            <a:off x="159531" y="4099942"/>
            <a:ext cx="8891121" cy="1763713"/>
            <a:chOff x="-120" y="228"/>
            <a:chExt cx="5746" cy="1111"/>
          </a:xfrm>
        </p:grpSpPr>
        <p:sp>
          <p:nvSpPr>
            <p:cNvPr id="16" name="Rectangle 10"/>
            <p:cNvSpPr>
              <a:spLocks noChangeArrowheads="1"/>
            </p:cNvSpPr>
            <p:nvPr/>
          </p:nvSpPr>
          <p:spPr bwMode="auto">
            <a:xfrm>
              <a:off x="552" y="417"/>
              <a:ext cx="969"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996633"/>
                </a:buClr>
                <a:buFont typeface="Wingdings" panose="05000000000000000000" pitchFamily="2" charset="2"/>
                <a:buBlip>
                  <a:blip r:embed="rId3"/>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3"/>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3"/>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9pPr>
            </a:lstStyle>
            <a:p>
              <a:pPr algn="just">
                <a:spcBef>
                  <a:spcPct val="0"/>
                </a:spcBef>
                <a:buClrTx/>
                <a:buFontTx/>
                <a:buNone/>
              </a:pPr>
              <a:r>
                <a:rPr lang="zh-CN" altLang="en-US" sz="2800">
                  <a:solidFill>
                    <a:schemeClr val="accent2"/>
                  </a:solidFill>
                  <a:latin typeface="楷体_GB2312" pitchFamily="49" charset="-122"/>
                </a:rPr>
                <a:t>已知</a:t>
              </a:r>
            </a:p>
          </p:txBody>
        </p:sp>
        <p:graphicFrame>
          <p:nvGraphicFramePr>
            <p:cNvPr id="17" name="Object 11"/>
            <p:cNvGraphicFramePr>
              <a:graphicFrameLocks noChangeAspect="1"/>
            </p:cNvGraphicFramePr>
            <p:nvPr>
              <p:extLst>
                <p:ext uri="{D42A27DB-BD31-4B8C-83A1-F6EECF244321}">
                  <p14:modId xmlns:p14="http://schemas.microsoft.com/office/powerpoint/2010/main" val="967223099"/>
                </p:ext>
              </p:extLst>
            </p:nvPr>
          </p:nvGraphicFramePr>
          <p:xfrm>
            <a:off x="1074" y="228"/>
            <a:ext cx="2594" cy="776"/>
          </p:xfrm>
          <a:graphic>
            <a:graphicData uri="http://schemas.openxmlformats.org/presentationml/2006/ole">
              <mc:AlternateContent xmlns:mc="http://schemas.openxmlformats.org/markup-compatibility/2006">
                <mc:Choice xmlns:v="urn:schemas-microsoft-com:vml" Requires="v">
                  <p:oleObj spid="_x0000_s58702" name="Equation" r:id="rId16" imgW="114290545" imgH="34128000" progId="Equation.DSMT4">
                    <p:embed/>
                  </p:oleObj>
                </mc:Choice>
                <mc:Fallback>
                  <p:oleObj name="Equation" r:id="rId16" imgW="114290545" imgH="34128000" progId="Equation.DSMT4">
                    <p:embed/>
                    <p:pic>
                      <p:nvPicPr>
                        <p:cNvPr id="0" name=""/>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074" y="228"/>
                          <a:ext cx="2594" cy="776"/>
                        </a:xfrm>
                        <a:prstGeom prst="rect">
                          <a:avLst/>
                        </a:prstGeom>
                        <a:noFill/>
                        <a:ln>
                          <a:noFill/>
                        </a:ln>
                        <a:extLst/>
                      </p:spPr>
                    </p:pic>
                  </p:oleObj>
                </mc:Fallback>
              </mc:AlternateContent>
            </a:graphicData>
          </a:graphic>
        </p:graphicFrame>
        <p:sp>
          <p:nvSpPr>
            <p:cNvPr id="18" name="Text Box 13"/>
            <p:cNvSpPr txBox="1">
              <a:spLocks noChangeArrowheads="1"/>
            </p:cNvSpPr>
            <p:nvPr/>
          </p:nvSpPr>
          <p:spPr bwMode="auto">
            <a:xfrm>
              <a:off x="4726" y="1024"/>
              <a:ext cx="319"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996633"/>
                </a:buClr>
                <a:buFont typeface="Wingdings" panose="05000000000000000000" pitchFamily="2" charset="2"/>
                <a:buBlip>
                  <a:blip r:embed="rId3"/>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3"/>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3"/>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r>
                <a:rPr lang="zh-CN" altLang="en-US" sz="2400" b="1" dirty="0">
                  <a:solidFill>
                    <a:schemeClr val="accent2"/>
                  </a:solidFill>
                  <a:latin typeface="楷体_GB2312" pitchFamily="49" charset="-122"/>
                </a:rPr>
                <a:t>求</a:t>
              </a:r>
            </a:p>
          </p:txBody>
        </p:sp>
        <p:sp>
          <p:nvSpPr>
            <p:cNvPr id="19" name="Text Box 14"/>
            <p:cNvSpPr txBox="1">
              <a:spLocks noChangeArrowheads="1"/>
            </p:cNvSpPr>
            <p:nvPr/>
          </p:nvSpPr>
          <p:spPr bwMode="auto">
            <a:xfrm>
              <a:off x="4038" y="1028"/>
              <a:ext cx="919"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996633"/>
                </a:buClr>
                <a:buFont typeface="Wingdings" panose="05000000000000000000" pitchFamily="2" charset="2"/>
                <a:buBlip>
                  <a:blip r:embed="rId3"/>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3"/>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3"/>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r>
                <a:rPr lang="zh-CN" altLang="en-US" sz="2400" b="1" dirty="0">
                  <a:solidFill>
                    <a:schemeClr val="accent2"/>
                  </a:solidFill>
                </a:rPr>
                <a:t>的次数，</a:t>
              </a:r>
            </a:p>
          </p:txBody>
        </p:sp>
        <p:sp>
          <p:nvSpPr>
            <p:cNvPr id="20" name="Text Box 15"/>
            <p:cNvSpPr txBox="1">
              <a:spLocks noChangeArrowheads="1"/>
            </p:cNvSpPr>
            <p:nvPr/>
          </p:nvSpPr>
          <p:spPr bwMode="auto">
            <a:xfrm>
              <a:off x="-120" y="1048"/>
              <a:ext cx="3846"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996633"/>
                </a:buClr>
                <a:buFont typeface="Wingdings" panose="05000000000000000000" pitchFamily="2" charset="2"/>
                <a:buBlip>
                  <a:blip r:embed="rId3"/>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3"/>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3"/>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r>
                <a:rPr lang="zh-CN" altLang="en-US" sz="2400" b="1" dirty="0">
                  <a:solidFill>
                    <a:schemeClr val="accent2"/>
                  </a:solidFill>
                </a:rPr>
                <a:t>对</a:t>
              </a:r>
              <a:r>
                <a:rPr lang="en-US" altLang="zh-CN" sz="2400" b="1" i="1" dirty="0">
                  <a:solidFill>
                    <a:schemeClr val="accent2"/>
                  </a:solidFill>
                </a:rPr>
                <a:t>X </a:t>
              </a:r>
              <a:r>
                <a:rPr lang="zh-CN" altLang="en-US" sz="2400" b="1" dirty="0">
                  <a:solidFill>
                    <a:schemeClr val="accent2"/>
                  </a:solidFill>
                </a:rPr>
                <a:t>独立观察 </a:t>
              </a:r>
              <a:r>
                <a:rPr lang="en-US" altLang="zh-CN" sz="2400" b="1" dirty="0">
                  <a:solidFill>
                    <a:schemeClr val="accent2"/>
                  </a:solidFill>
                </a:rPr>
                <a:t>4 </a:t>
              </a:r>
              <a:r>
                <a:rPr lang="zh-CN" altLang="en-US" sz="2400" b="1" dirty="0">
                  <a:solidFill>
                    <a:schemeClr val="accent2"/>
                  </a:solidFill>
                </a:rPr>
                <a:t>次，</a:t>
              </a:r>
              <a:r>
                <a:rPr lang="en-US" altLang="zh-CN" sz="2400" b="1" i="1" dirty="0">
                  <a:solidFill>
                    <a:schemeClr val="accent2"/>
                  </a:solidFill>
                </a:rPr>
                <a:t>Y </a:t>
              </a:r>
              <a:r>
                <a:rPr lang="zh-CN" altLang="en-US" sz="2400" b="1" dirty="0">
                  <a:solidFill>
                    <a:schemeClr val="accent2"/>
                  </a:solidFill>
                </a:rPr>
                <a:t>表示</a:t>
              </a:r>
              <a:r>
                <a:rPr lang="en-US" altLang="zh-CN" sz="2400" b="1" i="1" dirty="0">
                  <a:solidFill>
                    <a:schemeClr val="accent2"/>
                  </a:solidFill>
                </a:rPr>
                <a:t>X</a:t>
              </a:r>
              <a:r>
                <a:rPr lang="en-US" altLang="zh-CN" sz="2400" b="1" dirty="0">
                  <a:solidFill>
                    <a:schemeClr val="accent2"/>
                  </a:solidFill>
                </a:rPr>
                <a:t> </a:t>
              </a:r>
              <a:r>
                <a:rPr lang="zh-CN" altLang="en-US" sz="2400" b="1" dirty="0">
                  <a:solidFill>
                    <a:schemeClr val="accent2"/>
                  </a:solidFill>
                </a:rPr>
                <a:t>的观察值大于</a:t>
              </a:r>
            </a:p>
          </p:txBody>
        </p:sp>
        <p:graphicFrame>
          <p:nvGraphicFramePr>
            <p:cNvPr id="21" name="Object 16"/>
            <p:cNvGraphicFramePr>
              <a:graphicFrameLocks noChangeAspect="1"/>
            </p:cNvGraphicFramePr>
            <p:nvPr>
              <p:extLst>
                <p:ext uri="{D42A27DB-BD31-4B8C-83A1-F6EECF244321}">
                  <p14:modId xmlns:p14="http://schemas.microsoft.com/office/powerpoint/2010/main" val="385126107"/>
                </p:ext>
              </p:extLst>
            </p:nvPr>
          </p:nvGraphicFramePr>
          <p:xfrm>
            <a:off x="5058" y="1063"/>
            <a:ext cx="568" cy="252"/>
          </p:xfrm>
          <a:graphic>
            <a:graphicData uri="http://schemas.openxmlformats.org/presentationml/2006/ole">
              <mc:AlternateContent xmlns:mc="http://schemas.openxmlformats.org/markup-compatibility/2006">
                <mc:Choice xmlns:v="urn:schemas-microsoft-com:vml" Requires="v">
                  <p:oleObj spid="_x0000_s58703" name="Equation" r:id="rId18" imgW="24679345" imgH="10963350" progId="Equation.DSMT4">
                    <p:embed/>
                  </p:oleObj>
                </mc:Choice>
                <mc:Fallback>
                  <p:oleObj name="Equation" r:id="rId18" imgW="24679345" imgH="10963350" progId="Equation.DSMT4">
                    <p:embed/>
                    <p:pic>
                      <p:nvPicPr>
                        <p:cNvPr id="0" name=""/>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5058" y="1063"/>
                          <a:ext cx="568" cy="252"/>
                        </a:xfrm>
                        <a:prstGeom prst="rect">
                          <a:avLst/>
                        </a:prstGeom>
                        <a:noFill/>
                        <a:ln>
                          <a:noFill/>
                        </a:ln>
                        <a:extLst/>
                      </p:spPr>
                    </p:pic>
                  </p:oleObj>
                </mc:Fallback>
              </mc:AlternateContent>
            </a:graphicData>
          </a:graphic>
        </p:graphicFrame>
        <p:graphicFrame>
          <p:nvGraphicFramePr>
            <p:cNvPr id="22" name="Object 17"/>
            <p:cNvGraphicFramePr>
              <a:graphicFrameLocks noChangeAspect="1"/>
            </p:cNvGraphicFramePr>
            <p:nvPr>
              <p:extLst>
                <p:ext uri="{D42A27DB-BD31-4B8C-83A1-F6EECF244321}">
                  <p14:modId xmlns:p14="http://schemas.microsoft.com/office/powerpoint/2010/main" val="1188788813"/>
                </p:ext>
              </p:extLst>
            </p:nvPr>
          </p:nvGraphicFramePr>
          <p:xfrm>
            <a:off x="3646" y="1073"/>
            <a:ext cx="440" cy="220"/>
          </p:xfrm>
          <a:graphic>
            <a:graphicData uri="http://schemas.openxmlformats.org/presentationml/2006/ole">
              <mc:AlternateContent xmlns:mc="http://schemas.openxmlformats.org/markup-compatibility/2006">
                <mc:Choice xmlns:v="urn:schemas-microsoft-com:vml" Requires="v">
                  <p:oleObj spid="_x0000_s58704" name="Equation" r:id="rId20" imgW="15230365" imgH="7610490" progId="Equation.DSMT4">
                    <p:embed/>
                  </p:oleObj>
                </mc:Choice>
                <mc:Fallback>
                  <p:oleObj name="Equation" r:id="rId20" imgW="15230365" imgH="7610490" progId="Equation.DSMT4">
                    <p:embed/>
                    <p:pic>
                      <p:nvPicPr>
                        <p:cNvPr id="0" name=""/>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3646" y="1073"/>
                          <a:ext cx="440" cy="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24" name="矩形 16"/>
          <p:cNvSpPr>
            <a:spLocks noChangeArrowheads="1"/>
          </p:cNvSpPr>
          <p:nvPr/>
        </p:nvSpPr>
        <p:spPr bwMode="auto">
          <a:xfrm>
            <a:off x="63853" y="4030575"/>
            <a:ext cx="12684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996633"/>
              </a:buClr>
              <a:buFont typeface="Wingdings" panose="05000000000000000000" pitchFamily="2" charset="2"/>
              <a:buBlip>
                <a:blip r:embed="rId3"/>
              </a:buBlip>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996633"/>
              </a:buClr>
              <a:buFont typeface="Wingdings" panose="05000000000000000000" pitchFamily="2" charset="2"/>
              <a:buBlip>
                <a:blip r:embed="rId3"/>
              </a:buBlip>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996633"/>
              </a:buClr>
              <a:buFont typeface="Wingdings" panose="05000000000000000000" pitchFamily="2" charset="2"/>
              <a:buBlip>
                <a:blip r:embed="rId3"/>
              </a:buBlip>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996633"/>
              </a:buClr>
              <a:buFont typeface="Wingdings" panose="05000000000000000000" pitchFamily="2" charset="2"/>
              <a:buBlip>
                <a:blip r:embed="rId3"/>
              </a:buBlip>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r>
              <a:rPr lang="zh-CN" altLang="en-US" sz="2400" b="1" dirty="0">
                <a:solidFill>
                  <a:srgbClr val="FF0000"/>
                </a:solidFill>
                <a:latin typeface="宋体" panose="02010600030101010101" pitchFamily="2" charset="-122"/>
              </a:rPr>
              <a:t>作业</a:t>
            </a:r>
            <a:r>
              <a:rPr lang="en-US" altLang="zh-CN" sz="2400" b="1" dirty="0">
                <a:solidFill>
                  <a:srgbClr val="FF0000"/>
                </a:solidFill>
                <a:latin typeface="宋体" panose="02010600030101010101" pitchFamily="2" charset="-122"/>
              </a:rPr>
              <a:t>5</a:t>
            </a:r>
            <a:r>
              <a:rPr lang="zh-CN" altLang="en-US" sz="2400" b="1" dirty="0">
                <a:solidFill>
                  <a:srgbClr val="FF0000"/>
                </a:solidFill>
                <a:latin typeface="宋体" panose="02010600030101010101" pitchFamily="2" charset="-122"/>
              </a:rPr>
              <a:t>：</a:t>
            </a:r>
            <a:endParaRPr lang="zh-CN" altLang="en-US" sz="2400" b="1" dirty="0">
              <a:solidFill>
                <a:srgbClr val="FF0000"/>
              </a:solidFill>
              <a:latin typeface="楷体_GB2312" pitchFamily="49" charset="-122"/>
              <a:ea typeface="楷体_GB2312"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81250"/>
                                        </p:tgtEl>
                                        <p:attrNameLst>
                                          <p:attrName>style.visibility</p:attrName>
                                        </p:attrNameLst>
                                      </p:cBhvr>
                                      <p:to>
                                        <p:strVal val="visible"/>
                                      </p:to>
                                    </p:set>
                                    <p:animEffect transition="in" filter="blinds(horizontal)">
                                      <p:cBhvr>
                                        <p:cTn id="7" dur="500"/>
                                        <p:tgtEl>
                                          <p:spTgt spid="181250"/>
                                        </p:tgtEl>
                                      </p:cBhvr>
                                    </p:animEffect>
                                  </p:childTnLst>
                                </p:cTn>
                              </p:par>
                              <p:par>
                                <p:cTn id="8" presetID="3" presetClass="entr" presetSubtype="10" fill="hold" nodeType="withEffect">
                                  <p:stCondLst>
                                    <p:cond delay="0"/>
                                  </p:stCondLst>
                                  <p:childTnLst>
                                    <p:set>
                                      <p:cBhvr>
                                        <p:cTn id="9" dur="1" fill="hold">
                                          <p:stCondLst>
                                            <p:cond delay="0"/>
                                          </p:stCondLst>
                                        </p:cTn>
                                        <p:tgtEl>
                                          <p:spTgt spid="181251"/>
                                        </p:tgtEl>
                                        <p:attrNameLst>
                                          <p:attrName>style.visibility</p:attrName>
                                        </p:attrNameLst>
                                      </p:cBhvr>
                                      <p:to>
                                        <p:strVal val="visible"/>
                                      </p:to>
                                    </p:set>
                                    <p:animEffect transition="in" filter="blinds(horizontal)">
                                      <p:cBhvr>
                                        <p:cTn id="10" dur="500"/>
                                        <p:tgtEl>
                                          <p:spTgt spid="181251"/>
                                        </p:tgtEl>
                                      </p:cBhvr>
                                    </p:animEffect>
                                  </p:childTnLst>
                                </p:cTn>
                              </p:par>
                              <p:par>
                                <p:cTn id="11" presetID="3" presetClass="entr" presetSubtype="10" fill="hold" nodeType="withEffect">
                                  <p:stCondLst>
                                    <p:cond delay="0"/>
                                  </p:stCondLst>
                                  <p:childTnLst>
                                    <p:set>
                                      <p:cBhvr>
                                        <p:cTn id="12" dur="1" fill="hold">
                                          <p:stCondLst>
                                            <p:cond delay="0"/>
                                          </p:stCondLst>
                                        </p:cTn>
                                        <p:tgtEl>
                                          <p:spTgt spid="181252"/>
                                        </p:tgtEl>
                                        <p:attrNameLst>
                                          <p:attrName>style.visibility</p:attrName>
                                        </p:attrNameLst>
                                      </p:cBhvr>
                                      <p:to>
                                        <p:strVal val="visible"/>
                                      </p:to>
                                    </p:set>
                                    <p:animEffect transition="in" filter="blinds(horizontal)">
                                      <p:cBhvr>
                                        <p:cTn id="13" dur="500"/>
                                        <p:tgtEl>
                                          <p:spTgt spid="181252"/>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3" presetClass="entr" presetSubtype="10" fill="hold" nodeType="clickEffect">
                                  <p:stCondLst>
                                    <p:cond delay="0"/>
                                  </p:stCondLst>
                                  <p:childTnLst>
                                    <p:set>
                                      <p:cBhvr>
                                        <p:cTn id="17" dur="1" fill="hold">
                                          <p:stCondLst>
                                            <p:cond delay="0"/>
                                          </p:stCondLst>
                                        </p:cTn>
                                        <p:tgtEl>
                                          <p:spTgt spid="181268"/>
                                        </p:tgtEl>
                                        <p:attrNameLst>
                                          <p:attrName>style.visibility</p:attrName>
                                        </p:attrNameLst>
                                      </p:cBhvr>
                                      <p:to>
                                        <p:strVal val="visible"/>
                                      </p:to>
                                    </p:set>
                                    <p:animEffect transition="in" filter="blinds(horizontal)">
                                      <p:cBhvr>
                                        <p:cTn id="18" dur="500"/>
                                        <p:tgtEl>
                                          <p:spTgt spid="181268"/>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blinds(horizontal)">
                                      <p:cBhvr>
                                        <p:cTn id="23" dur="500"/>
                                        <p:tgtEl>
                                          <p:spTgt spid="9"/>
                                        </p:tgtEl>
                                      </p:cBhvr>
                                    </p:animEffect>
                                  </p:childTnLst>
                                </p:cTn>
                              </p:par>
                              <p:par>
                                <p:cTn id="24" presetID="3" presetClass="entr" presetSubtype="10" fill="hold" nodeType="with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blinds(horizontal)">
                                      <p:cBhvr>
                                        <p:cTn id="26" dur="500"/>
                                        <p:tgtEl>
                                          <p:spTgt spid="10"/>
                                        </p:tgtEl>
                                      </p:cBhvr>
                                    </p:animEffect>
                                  </p:childTnLst>
                                </p:cTn>
                              </p:par>
                              <p:par>
                                <p:cTn id="27" presetID="3" presetClass="entr" presetSubtype="10" fill="hold" nodeType="with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blinds(horizontal)">
                                      <p:cBhvr>
                                        <p:cTn id="29" dur="500"/>
                                        <p:tgtEl>
                                          <p:spTgt spid="11"/>
                                        </p:tgtEl>
                                      </p:cBhvr>
                                    </p:animEffect>
                                  </p:childTnLst>
                                </p:cTn>
                              </p:par>
                              <p:par>
                                <p:cTn id="30" presetID="3" presetClass="entr" presetSubtype="10" fill="hold" nodeType="with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blinds(horizontal)">
                                      <p:cBhvr>
                                        <p:cTn id="32" dur="500"/>
                                        <p:tgtEl>
                                          <p:spTgt spid="12"/>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wipe(left)">
                                      <p:cBhvr>
                                        <p:cTn id="3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1250" grpId="0"/>
      <p:bldP spid="9" grpId="0"/>
    </p:bldLst>
  </p:timing>
</p:sld>
</file>

<file path=ppt/theme/theme1.xml><?xml version="1.0" encoding="utf-8"?>
<a:theme xmlns:a="http://schemas.openxmlformats.org/drawingml/2006/main" name="带编号主题">
  <a:themeElements>
    <a:clrScheme name="gjjy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gjjy">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none" lIns="91440" tIns="45720" rIns="91440" bIns="45720" numCol="1" anchor="t" anchorCtr="0" compatLnSpc="1">
        <a:prstTxWarp prst="textNoShape">
          <a:avLst/>
        </a:prstTxWarp>
        <a:spAutoFit/>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sz="2400" b="1" i="0" u="none" strike="noStrike" cap="none" normalizeH="0" baseline="0" smtClean="0">
            <a:ln>
              <a:noFill/>
            </a:ln>
            <a:solidFill>
              <a:schemeClr val="hlink"/>
            </a:solidFill>
            <a:effectLst/>
            <a:latin typeface="楷体_GB2312" pitchFamily="49" charset="-122"/>
            <a:ea typeface="楷体_GB2312" pitchFamily="49"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none" lIns="91440" tIns="45720" rIns="91440" bIns="45720" numCol="1" anchor="t" anchorCtr="0" compatLnSpc="1">
        <a:prstTxWarp prst="textNoShape">
          <a:avLst/>
        </a:prstTxWarp>
        <a:spAutoFit/>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sz="2400" b="1" i="0" u="none" strike="noStrike" cap="none" normalizeH="0" baseline="0" smtClean="0">
            <a:ln>
              <a:noFill/>
            </a:ln>
            <a:solidFill>
              <a:schemeClr val="hlink"/>
            </a:solidFill>
            <a:effectLst/>
            <a:latin typeface="楷体_GB2312" pitchFamily="49" charset="-122"/>
            <a:ea typeface="楷体_GB2312" pitchFamily="49" charset="-122"/>
          </a:defRPr>
        </a:defPPr>
      </a:lstStyle>
    </a:lnDef>
  </a:objectDefaults>
  <a:extraClrSchemeLst>
    <a:extraClrScheme>
      <a:clrScheme name="gjjy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gjjy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gjjy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gjjy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gjjy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gjjy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gjjy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带编号主题" id="{E74A4B7F-94FD-43CE-8263-42BB3C351B48}" vid="{D543DBDC-2D13-448F-86E4-9000DF09A7C5}"/>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带编号主题</Template>
  <TotalTime>13071</TotalTime>
  <Words>1648</Words>
  <Application>Microsoft Office PowerPoint</Application>
  <PresentationFormat>全屏显示(4:3)</PresentationFormat>
  <Paragraphs>255</Paragraphs>
  <Slides>50</Slides>
  <Notes>8</Notes>
  <HiddenSlides>0</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7</vt:i4>
      </vt:variant>
      <vt:variant>
        <vt:lpstr>幻灯片标题</vt:lpstr>
      </vt:variant>
      <vt:variant>
        <vt:i4>50</vt:i4>
      </vt:variant>
    </vt:vector>
  </HeadingPairs>
  <TitlesOfParts>
    <vt:vector size="69" baseType="lpstr">
      <vt:lpstr>MS Gothic</vt:lpstr>
      <vt:lpstr>黑体</vt:lpstr>
      <vt:lpstr>华文隶书</vt:lpstr>
      <vt:lpstr>楷体_GB2312</vt:lpstr>
      <vt:lpstr>宋体</vt:lpstr>
      <vt:lpstr>Microsoft YaHei</vt:lpstr>
      <vt:lpstr>文鼎粗圆</vt:lpstr>
      <vt:lpstr>Arial</vt:lpstr>
      <vt:lpstr>Cambria Math</vt:lpstr>
      <vt:lpstr>Times New Roman</vt:lpstr>
      <vt:lpstr>Wingdings</vt:lpstr>
      <vt:lpstr>带编号主题</vt:lpstr>
      <vt:lpstr>文档</vt:lpstr>
      <vt:lpstr>Equation</vt:lpstr>
      <vt:lpstr>Document</vt:lpstr>
      <vt:lpstr>公式</vt:lpstr>
      <vt:lpstr>Microsoft Equation 3.0</vt:lpstr>
      <vt:lpstr>Microsoft 公式 3.0</vt:lpstr>
      <vt:lpstr>Microsoft Word 97 - 2003 文档</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总结数学期望的计算方法</vt:lpstr>
      <vt:lpstr>PowerPoint 演示文稿</vt:lpstr>
      <vt:lpstr>PowerPoint 演示文稿</vt:lpstr>
      <vt:lpstr>PowerPoint 演示文稿</vt:lpstr>
      <vt:lpstr>PowerPoint 演示文稿</vt:lpstr>
      <vt:lpstr>第二节 方差</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总结方差的计算方法</vt:lpstr>
      <vt:lpstr>PowerPoint 演示文稿</vt:lpstr>
      <vt:lpstr>PowerPoint 演示文稿</vt:lpstr>
      <vt:lpstr>PowerPoint 演示文稿</vt:lpstr>
    </vt:vector>
  </TitlesOfParts>
  <Company>华中科技大学</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概率论</dc:title>
  <dc:creator>梁敏</dc:creator>
  <cp:lastModifiedBy>Windows 用户</cp:lastModifiedBy>
  <cp:revision>800</cp:revision>
  <dcterms:created xsi:type="dcterms:W3CDTF">2002-08-23T01:14:32Z</dcterms:created>
  <dcterms:modified xsi:type="dcterms:W3CDTF">2019-11-05T01:20:48Z</dcterms:modified>
</cp:coreProperties>
</file>