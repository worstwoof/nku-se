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9"/>
  </p:notesMasterIdLst>
  <p:handoutMasterIdLst>
    <p:handoutMasterId r:id="rId60"/>
  </p:handoutMasterIdLst>
  <p:sldIdLst>
    <p:sldId id="1718" r:id="rId4"/>
    <p:sldId id="1103" r:id="rId5"/>
    <p:sldId id="1613" r:id="rId6"/>
    <p:sldId id="1612" r:id="rId7"/>
    <p:sldId id="1569" r:id="rId8"/>
    <p:sldId id="1570" r:id="rId10"/>
    <p:sldId id="1409" r:id="rId11"/>
    <p:sldId id="1412" r:id="rId12"/>
    <p:sldId id="1413" r:id="rId13"/>
    <p:sldId id="1414" r:id="rId14"/>
    <p:sldId id="1415" r:id="rId15"/>
    <p:sldId id="1416" r:id="rId16"/>
    <p:sldId id="1417" r:id="rId17"/>
    <p:sldId id="1418" r:id="rId18"/>
    <p:sldId id="1419" r:id="rId19"/>
    <p:sldId id="1420" r:id="rId20"/>
    <p:sldId id="1421" r:id="rId21"/>
    <p:sldId id="1422" r:id="rId22"/>
    <p:sldId id="1713" r:id="rId23"/>
    <p:sldId id="1423" r:id="rId24"/>
    <p:sldId id="1575" r:id="rId25"/>
    <p:sldId id="1616" r:id="rId26"/>
    <p:sldId id="1681" r:id="rId27"/>
    <p:sldId id="1714" r:id="rId28"/>
    <p:sldId id="1438" r:id="rId29"/>
    <p:sldId id="1577" r:id="rId30"/>
    <p:sldId id="1578" r:id="rId31"/>
    <p:sldId id="1579" r:id="rId32"/>
    <p:sldId id="1425" r:id="rId33"/>
    <p:sldId id="1426" r:id="rId34"/>
    <p:sldId id="1427" r:id="rId35"/>
    <p:sldId id="1428" r:id="rId36"/>
    <p:sldId id="1429" r:id="rId37"/>
    <p:sldId id="1430" r:id="rId38"/>
    <p:sldId id="1431" r:id="rId39"/>
    <p:sldId id="1432" r:id="rId40"/>
    <p:sldId id="1433" r:id="rId41"/>
    <p:sldId id="1662" r:id="rId42"/>
    <p:sldId id="1615" r:id="rId43"/>
    <p:sldId id="1614" r:id="rId44"/>
    <p:sldId id="1611" r:id="rId45"/>
    <p:sldId id="1599" r:id="rId46"/>
    <p:sldId id="1600" r:id="rId47"/>
    <p:sldId id="1601" r:id="rId48"/>
    <p:sldId id="1602" r:id="rId49"/>
    <p:sldId id="1603" r:id="rId50"/>
    <p:sldId id="1604" r:id="rId51"/>
    <p:sldId id="1605" r:id="rId52"/>
    <p:sldId id="1606" r:id="rId53"/>
    <p:sldId id="1607" r:id="rId54"/>
    <p:sldId id="1608" r:id="rId55"/>
    <p:sldId id="1609" r:id="rId56"/>
    <p:sldId id="1610" r:id="rId57"/>
    <p:sldId id="1617" r:id="rId58"/>
    <p:sldId id="645" r:id="rId59"/>
  </p:sldIdLst>
  <p:sldSz cx="9144000" cy="6858000" type="screen4x3"/>
  <p:notesSz cx="7099300" cy="10234295"/>
  <p:custDataLst>
    <p:tags r:id="rId64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tags" Target="tags/tag111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p>
            <a:pPr lvl="0" algn="r" defTabSz="949325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4.xml"/><Relationship Id="rId2" Type="http://schemas.openxmlformats.org/officeDocument/2006/relationships/image" Target="../media/image2.png"/><Relationship Id="rId1" Type="http://schemas.openxmlformats.org/officeDocument/2006/relationships/tags" Target="../tags/tag5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8" Type="http://schemas.openxmlformats.org/officeDocument/2006/relationships/vmlDrawing" Target="../drawings/vmlDrawing1.v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86.xml"/><Relationship Id="rId25" Type="http://schemas.openxmlformats.org/officeDocument/2006/relationships/image" Target="../media/image4.wmf"/><Relationship Id="rId24" Type="http://schemas.openxmlformats.org/officeDocument/2006/relationships/oleObject" Target="../embeddings/oleObject2.bin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image" Target="../media/image3.wmf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8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image" Target="../media/image5.png"/><Relationship Id="rId1" Type="http://schemas.openxmlformats.org/officeDocument/2006/relationships/tags" Target="../tags/tag9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ym typeface="+mn-ea"/>
              </a:rPr>
              <a:t>最短路径算法</a:t>
            </a:r>
            <a:endParaRPr lang="zh-CN" altLang="en-US" smtClean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>
                <a:sym typeface="+mn-ea"/>
              </a:rPr>
              <a:t>Dijkstra算法</a:t>
            </a:r>
            <a:r>
              <a:rPr lang="en-US" altLang="zh-CN" smtClean="0">
                <a:sym typeface="+mn-ea"/>
              </a:rPr>
              <a:t>-</a:t>
            </a:r>
            <a:r>
              <a:rPr lang="zh-CN" altLang="en-US" smtClean="0">
                <a:sym typeface="+mn-ea"/>
              </a:rPr>
              <a:t>贪婪算法</a:t>
            </a:r>
            <a:endParaRPr lang="en-US" altLang="zh-CN" smtClean="0">
              <a:solidFill>
                <a:schemeClr val="tx1"/>
              </a:solidFill>
            </a:endParaRPr>
          </a:p>
          <a:p>
            <a:pPr lvl="0"/>
            <a:r>
              <a:rPr lang="en-US" altLang="zh-CN" smtClean="0">
                <a:solidFill>
                  <a:schemeClr val="tx1"/>
                </a:solidFill>
              </a:rPr>
              <a:t>Floyd</a:t>
            </a:r>
            <a:r>
              <a:rPr lang="zh-CN" altLang="en-US" smtClean="0">
                <a:solidFill>
                  <a:schemeClr val="tx1"/>
                </a:solidFill>
              </a:rPr>
              <a:t>算法</a:t>
            </a:r>
            <a:r>
              <a:rPr lang="en-US" altLang="zh-CN" smtClean="0">
                <a:solidFill>
                  <a:schemeClr val="tx1"/>
                </a:solidFill>
              </a:rPr>
              <a:t>-</a:t>
            </a:r>
            <a:r>
              <a:rPr lang="zh-CN" altLang="en-US" smtClean="0">
                <a:solidFill>
                  <a:schemeClr val="tx1"/>
                </a:solidFill>
              </a:rPr>
              <a:t>动态规划</a:t>
            </a:r>
            <a:r>
              <a:rPr lang="zh-CN" altLang="en-US" smtClean="0">
                <a:solidFill>
                  <a:schemeClr val="tx1"/>
                </a:solidFill>
              </a:rPr>
              <a:t>算法</a:t>
            </a:r>
            <a:endParaRPr lang="zh-CN" altLang="en-US" smtClean="0">
              <a:solidFill>
                <a:schemeClr val="tx1"/>
              </a:solidFill>
            </a:endParaRPr>
          </a:p>
          <a:p>
            <a:pPr lvl="0"/>
            <a:r>
              <a:rPr lang="en-US" altLang="zh-CN" smtClean="0">
                <a:solidFill>
                  <a:schemeClr val="tx1"/>
                </a:solidFill>
              </a:rPr>
              <a:t>Bellman</a:t>
            </a:r>
            <a:r>
              <a:rPr lang="zh-CN" altLang="en-US" smtClean="0">
                <a:solidFill>
                  <a:schemeClr val="tx1"/>
                </a:solidFill>
              </a:rPr>
              <a:t>算法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  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图（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r>
              <a:rPr lang="zh-CN" altLang="zh-CN" sz="2800"/>
              <a:t>拓扑排序</a:t>
            </a:r>
            <a:endParaRPr lang="zh-CN" altLang="zh-CN" sz="28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拓扑排序</a:t>
            </a:r>
            <a:endParaRPr lang="en-US" altLang="zh-CN" smtClean="0">
              <a:solidFill>
                <a:schemeClr val="tx1"/>
              </a:solidFill>
            </a:endParaRPr>
          </a:p>
          <a:p>
            <a:r>
              <a:rPr lang="zh-CN" altLang="en-US" smtClean="0">
                <a:solidFill>
                  <a:schemeClr val="tx1"/>
                </a:solidFill>
              </a:rPr>
              <a:t>关键路径</a:t>
            </a:r>
            <a:endParaRPr lang="zh-CN" altLang="en-US" smtClean="0">
              <a:solidFill>
                <a:schemeClr val="tx1"/>
              </a:solidFill>
            </a:endParaRPr>
          </a:p>
          <a:p>
            <a:r>
              <a:rPr lang="en-US" altLang="zh-CN" smtClean="0">
                <a:solidFill>
                  <a:schemeClr val="tx1"/>
                </a:solidFill>
              </a:rPr>
              <a:t>*</a:t>
            </a:r>
            <a:r>
              <a:rPr lang="zh-CN" altLang="en-US" smtClean="0">
                <a:solidFill>
                  <a:schemeClr val="tx1"/>
                </a:solidFill>
              </a:rPr>
              <a:t>关节点和双连通分量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拓扑排序</a:t>
            </a:r>
            <a:endParaRPr lang="zh-CN" altLang="en-US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6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有向无环图</a:t>
            </a:r>
            <a:endParaRPr lang="zh-CN" altLang="en-US" smtClean="0">
              <a:sym typeface="+mn-ea"/>
            </a:endParaRPr>
          </a:p>
        </p:txBody>
      </p:sp>
      <p:sp>
        <p:nvSpPr>
          <p:cNvPr id="9113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(Directed Acyclic Graph)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类派生和继承关系图中，是否存在循环定义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操作系统中，相互等待的一组线程可否调度，如何调度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给定一组相互依赖的课程，是否存在可行的培养方案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给定一组相互依赖的知识点，是否存在可行的教学进度方案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项目工程图中，是否存在可串行施工的方案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email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系统中，是否存在自动转发或回复的回路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11365" name="AutoShape 5"/>
          <p:cNvCxnSpPr>
            <a:stCxn id="911377" idx="4"/>
            <a:endCxn id="911380" idx="0"/>
          </p:cNvCxnSpPr>
          <p:nvPr/>
        </p:nvCxnSpPr>
        <p:spPr>
          <a:xfrm>
            <a:off x="6732588" y="1427163"/>
            <a:ext cx="0" cy="1123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1" name="AutoShape 11"/>
          <p:cNvCxnSpPr>
            <a:stCxn id="911377" idx="5"/>
            <a:endCxn id="911379" idx="1"/>
          </p:cNvCxnSpPr>
          <p:nvPr/>
        </p:nvCxnSpPr>
        <p:spPr>
          <a:xfrm>
            <a:off x="6832600" y="1384300"/>
            <a:ext cx="519113" cy="488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2" name="AutoShape 12"/>
          <p:cNvCxnSpPr>
            <a:stCxn id="911379" idx="3"/>
            <a:endCxn id="911380" idx="7"/>
          </p:cNvCxnSpPr>
          <p:nvPr/>
        </p:nvCxnSpPr>
        <p:spPr>
          <a:xfrm flipH="1">
            <a:off x="6832600" y="2105025"/>
            <a:ext cx="519113" cy="488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3" name="AutoShape 13"/>
          <p:cNvCxnSpPr>
            <a:stCxn id="911379" idx="4"/>
            <a:endCxn id="911381" idx="0"/>
          </p:cNvCxnSpPr>
          <p:nvPr/>
        </p:nvCxnSpPr>
        <p:spPr>
          <a:xfrm>
            <a:off x="7453313" y="2147888"/>
            <a:ext cx="0" cy="1122362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4" name="AutoShape 14"/>
          <p:cNvCxnSpPr>
            <a:stCxn id="911381" idx="7"/>
            <a:endCxn id="911382" idx="3"/>
          </p:cNvCxnSpPr>
          <p:nvPr/>
        </p:nvCxnSpPr>
        <p:spPr>
          <a:xfrm flipV="1">
            <a:off x="7553325" y="2825750"/>
            <a:ext cx="519113" cy="487363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5" name="AutoShape 15"/>
          <p:cNvCxnSpPr>
            <a:stCxn id="911379" idx="5"/>
            <a:endCxn id="911382" idx="1"/>
          </p:cNvCxnSpPr>
          <p:nvPr/>
        </p:nvCxnSpPr>
        <p:spPr>
          <a:xfrm>
            <a:off x="7553325" y="2105025"/>
            <a:ext cx="519113" cy="488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1376" name="AutoShape 16"/>
          <p:cNvCxnSpPr>
            <a:stCxn id="911378" idx="3"/>
            <a:endCxn id="911379" idx="7"/>
          </p:cNvCxnSpPr>
          <p:nvPr/>
        </p:nvCxnSpPr>
        <p:spPr>
          <a:xfrm flipH="1">
            <a:off x="7553325" y="1384300"/>
            <a:ext cx="519113" cy="48895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11377" name="Oval 17"/>
          <p:cNvSpPr>
            <a:spLocks noChangeArrowheads="1"/>
          </p:cNvSpPr>
          <p:nvPr/>
        </p:nvSpPr>
        <p:spPr bwMode="auto">
          <a:xfrm>
            <a:off x="6588125" y="11239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78" name="Oval 18"/>
          <p:cNvSpPr>
            <a:spLocks noChangeArrowheads="1"/>
          </p:cNvSpPr>
          <p:nvPr/>
        </p:nvSpPr>
        <p:spPr bwMode="auto">
          <a:xfrm>
            <a:off x="8029575" y="11239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79" name="Oval 19"/>
          <p:cNvSpPr>
            <a:spLocks noChangeArrowheads="1"/>
          </p:cNvSpPr>
          <p:nvPr/>
        </p:nvSpPr>
        <p:spPr bwMode="auto">
          <a:xfrm>
            <a:off x="7308850" y="18446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80" name="Oval 20"/>
          <p:cNvSpPr>
            <a:spLocks noChangeArrowheads="1"/>
          </p:cNvSpPr>
          <p:nvPr/>
        </p:nvSpPr>
        <p:spPr bwMode="auto">
          <a:xfrm>
            <a:off x="6588125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81" name="Oval 21"/>
          <p:cNvSpPr>
            <a:spLocks noChangeArrowheads="1"/>
          </p:cNvSpPr>
          <p:nvPr/>
        </p:nvSpPr>
        <p:spPr bwMode="auto">
          <a:xfrm>
            <a:off x="7308850" y="32845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1382" name="Oval 22"/>
          <p:cNvSpPr>
            <a:spLocks noChangeArrowheads="1"/>
          </p:cNvSpPr>
          <p:nvPr/>
        </p:nvSpPr>
        <p:spPr bwMode="auto">
          <a:xfrm>
            <a:off x="8029575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1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1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65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11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11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11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91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1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911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300" fill="hold"/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91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11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1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1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91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3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911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11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11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91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11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11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11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91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11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11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11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91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11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11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7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911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300" fill="hold"/>
                                        <p:tgtEl>
                                          <p:spTgt spid="911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8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911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911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79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911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300" fill="hold"/>
                                        <p:tgtEl>
                                          <p:spTgt spid="911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80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911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11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8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11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911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1382"/>
                  </p:tgtEl>
                </p:cond>
              </p:nextCondLst>
            </p:seq>
          </p:childTnLst>
        </p:cTn>
      </p:par>
    </p:tnLst>
    <p:bldLst>
      <p:bldP spid="911377" grpId="0" bldLvl="0" animBg="1"/>
      <p:bldP spid="911377" grpId="1" bldLvl="0" animBg="1"/>
      <p:bldP spid="911377" grpId="2" bldLvl="0" animBg="1"/>
      <p:bldP spid="911378" grpId="0" bldLvl="0" animBg="1"/>
      <p:bldP spid="911378" grpId="1" bldLvl="0" animBg="1"/>
      <p:bldP spid="911378" grpId="2" bldLvl="0" animBg="1"/>
      <p:bldP spid="911379" grpId="0" bldLvl="0" animBg="1"/>
      <p:bldP spid="911379" grpId="1" bldLvl="0" animBg="1"/>
      <p:bldP spid="911379" grpId="2" bldLvl="0" animBg="1"/>
      <p:bldP spid="911380" grpId="0" bldLvl="0" animBg="1"/>
      <p:bldP spid="911380" grpId="1" bldLvl="0" animBg="1"/>
      <p:bldP spid="911380" grpId="2" bldLvl="0" animBg="1"/>
      <p:bldP spid="911381" grpId="0" bldLvl="0" animBg="1"/>
      <p:bldP spid="911381" grpId="1" bldLvl="0" animBg="1"/>
      <p:bldP spid="911381" grpId="2" bldLvl="0" animBg="1"/>
      <p:bldP spid="911382" grpId="0" bldLvl="0" animBg="1"/>
      <p:bldP spid="911382" grpId="1" bldLvl="0" animBg="1"/>
      <p:bldP spid="911382" grpId="2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853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拓扑排序</a:t>
            </a:r>
            <a:endParaRPr lang="zh-CN" altLang="en-US" smtClean="0">
              <a:sym typeface="+mn-ea"/>
            </a:endParaRPr>
          </a:p>
        </p:txBody>
      </p:sp>
      <p:sp>
        <p:nvSpPr>
          <p:cNvPr id="9185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41020" algn="l"/>
                <a:tab pos="16078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任给有向图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，不一定是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41020" algn="l"/>
                <a:tab pos="16078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尝试将其中顶点排成一个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线性序列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其次序须与原图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相容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，亦即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每一顶点都不会通过边指向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前驱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41020" algn="l"/>
                <a:tab pos="16078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算法要求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若原图存在回路（即并非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），检查并报告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否则，给出一个相容的线性序列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18627" name="AutoShape 99"/>
          <p:cNvCxnSpPr>
            <a:stCxn id="918631" idx="6"/>
            <a:endCxn id="918634" idx="2"/>
          </p:cNvCxnSpPr>
          <p:nvPr/>
        </p:nvCxnSpPr>
        <p:spPr>
          <a:xfrm>
            <a:off x="1128713" y="5591175"/>
            <a:ext cx="404812" cy="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ysDot"/>
            <a:headEnd type="none" w="med" len="med"/>
            <a:tailEnd type="triangle" w="med" len="med"/>
          </a:ln>
        </p:spPr>
      </p:cxnSp>
      <p:cxnSp>
        <p:nvCxnSpPr>
          <p:cNvPr id="918628" name="AutoShape 100"/>
          <p:cNvCxnSpPr>
            <a:stCxn id="918640" idx="6"/>
            <a:endCxn id="918646" idx="2"/>
          </p:cNvCxnSpPr>
          <p:nvPr/>
        </p:nvCxnSpPr>
        <p:spPr>
          <a:xfrm>
            <a:off x="3290888" y="5591175"/>
            <a:ext cx="403225" cy="0"/>
          </a:xfrm>
          <a:prstGeom prst="straightConnector1">
            <a:avLst/>
          </a:prstGeom>
          <a:ln w="47625" cap="flat" cmpd="sng">
            <a:solidFill>
              <a:srgbClr val="4D4D4D"/>
            </a:solidFill>
            <a:prstDash val="sysDot"/>
            <a:headEnd type="none" w="med" len="med"/>
            <a:tailEnd type="triangle" w="med" len="med"/>
          </a:ln>
        </p:spPr>
      </p:cxnSp>
      <p:sp>
        <p:nvSpPr>
          <p:cNvPr id="918629" name="Oval 101"/>
          <p:cNvSpPr>
            <a:spLocks noChangeArrowheads="1"/>
          </p:cNvSpPr>
          <p:nvPr/>
        </p:nvSpPr>
        <p:spPr bwMode="auto">
          <a:xfrm>
            <a:off x="6528118" y="41757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0" name="AutoShape 102"/>
          <p:cNvSpPr>
            <a:spLocks noChangeArrowheads="1"/>
          </p:cNvSpPr>
          <p:nvPr/>
        </p:nvSpPr>
        <p:spPr bwMode="auto">
          <a:xfrm>
            <a:off x="5076825" y="765175"/>
            <a:ext cx="1008063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Vector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1" name="Oval 103"/>
          <p:cNvSpPr>
            <a:spLocks noChangeArrowheads="1"/>
          </p:cNvSpPr>
          <p:nvPr/>
        </p:nvSpPr>
        <p:spPr bwMode="auto">
          <a:xfrm>
            <a:off x="827088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2" name="Oval 104"/>
          <p:cNvSpPr>
            <a:spLocks noChangeArrowheads="1"/>
          </p:cNvSpPr>
          <p:nvPr/>
        </p:nvSpPr>
        <p:spPr bwMode="auto">
          <a:xfrm>
            <a:off x="7966393" y="41757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3" name="AutoShape 105"/>
          <p:cNvSpPr>
            <a:spLocks noChangeArrowheads="1"/>
          </p:cNvSpPr>
          <p:nvPr/>
        </p:nvSpPr>
        <p:spPr bwMode="auto">
          <a:xfrm>
            <a:off x="7381875" y="765175"/>
            <a:ext cx="1008063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List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4" name="Oval 106"/>
          <p:cNvSpPr>
            <a:spLocks noChangeArrowheads="1"/>
          </p:cNvSpPr>
          <p:nvPr/>
        </p:nvSpPr>
        <p:spPr bwMode="auto">
          <a:xfrm>
            <a:off x="1547813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5" name="Oval 107"/>
          <p:cNvSpPr>
            <a:spLocks noChangeArrowheads="1"/>
          </p:cNvSpPr>
          <p:nvPr/>
        </p:nvSpPr>
        <p:spPr bwMode="auto">
          <a:xfrm>
            <a:off x="7248843" y="4750435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6" name="AutoShape 108"/>
          <p:cNvSpPr>
            <a:spLocks noChangeArrowheads="1"/>
          </p:cNvSpPr>
          <p:nvPr/>
        </p:nvSpPr>
        <p:spPr bwMode="auto">
          <a:xfrm>
            <a:off x="5868988" y="1484313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Search Table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7" name="Oval 109"/>
          <p:cNvSpPr>
            <a:spLocks noChangeArrowheads="1"/>
          </p:cNvSpPr>
          <p:nvPr/>
        </p:nvSpPr>
        <p:spPr bwMode="auto">
          <a:xfrm>
            <a:off x="2266950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8" name="Oval 110"/>
          <p:cNvSpPr>
            <a:spLocks noChangeArrowheads="1"/>
          </p:cNvSpPr>
          <p:nvPr/>
        </p:nvSpPr>
        <p:spPr bwMode="auto">
          <a:xfrm>
            <a:off x="6528118" y="53441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39" name="AutoShape 111"/>
          <p:cNvSpPr>
            <a:spLocks noChangeArrowheads="1"/>
          </p:cNvSpPr>
          <p:nvPr/>
        </p:nvSpPr>
        <p:spPr bwMode="auto">
          <a:xfrm>
            <a:off x="5076825" y="2205038"/>
            <a:ext cx="1008063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Hashing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0" name="Oval 112"/>
          <p:cNvSpPr>
            <a:spLocks noChangeArrowheads="1"/>
          </p:cNvSpPr>
          <p:nvPr/>
        </p:nvSpPr>
        <p:spPr bwMode="auto">
          <a:xfrm>
            <a:off x="2989263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1" name="Oval 113"/>
          <p:cNvSpPr>
            <a:spLocks noChangeArrowheads="1"/>
          </p:cNvSpPr>
          <p:nvPr/>
        </p:nvSpPr>
        <p:spPr bwMode="auto">
          <a:xfrm>
            <a:off x="7967980" y="53441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2" name="AutoShape 114"/>
          <p:cNvSpPr>
            <a:spLocks noChangeArrowheads="1"/>
          </p:cNvSpPr>
          <p:nvPr/>
        </p:nvSpPr>
        <p:spPr bwMode="auto">
          <a:xfrm>
            <a:off x="7381875" y="2205038"/>
            <a:ext cx="1008063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BST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3" name="Oval 115"/>
          <p:cNvSpPr>
            <a:spLocks noChangeArrowheads="1"/>
          </p:cNvSpPr>
          <p:nvPr/>
        </p:nvSpPr>
        <p:spPr bwMode="auto">
          <a:xfrm>
            <a:off x="4429125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4" name="Oval 116"/>
          <p:cNvSpPr>
            <a:spLocks noChangeArrowheads="1"/>
          </p:cNvSpPr>
          <p:nvPr/>
        </p:nvSpPr>
        <p:spPr bwMode="auto">
          <a:xfrm>
            <a:off x="7248843" y="5902960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5" name="AutoShape 117"/>
          <p:cNvSpPr>
            <a:spLocks noChangeArrowheads="1"/>
          </p:cNvSpPr>
          <p:nvPr/>
        </p:nvSpPr>
        <p:spPr bwMode="auto">
          <a:xfrm>
            <a:off x="5724525" y="2924175"/>
            <a:ext cx="2016125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Priority Queue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8646" name="Oval 118"/>
          <p:cNvSpPr>
            <a:spLocks noChangeArrowheads="1"/>
          </p:cNvSpPr>
          <p:nvPr/>
        </p:nvSpPr>
        <p:spPr bwMode="auto">
          <a:xfrm>
            <a:off x="3708400" y="5446713"/>
            <a:ext cx="287338" cy="287338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18647" name="AutoShape 119"/>
          <p:cNvCxnSpPr>
            <a:stCxn id="918630" idx="2"/>
            <a:endCxn id="918636" idx="0"/>
          </p:cNvCxnSpPr>
          <p:nvPr/>
        </p:nvCxnSpPr>
        <p:spPr>
          <a:xfrm>
            <a:off x="5581650" y="1066800"/>
            <a:ext cx="1150938" cy="40322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48" name="AutoShape 120"/>
          <p:cNvCxnSpPr>
            <a:stCxn id="918629" idx="5"/>
            <a:endCxn id="918635" idx="1"/>
          </p:cNvCxnSpPr>
          <p:nvPr/>
        </p:nvCxnSpPr>
        <p:spPr>
          <a:xfrm>
            <a:off x="6773863" y="4421188"/>
            <a:ext cx="516890" cy="37084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49" name="AutoShape 121"/>
          <p:cNvCxnSpPr>
            <a:stCxn id="918631" idx="7"/>
            <a:endCxn id="918637" idx="1"/>
          </p:cNvCxnSpPr>
          <p:nvPr/>
        </p:nvCxnSpPr>
        <p:spPr>
          <a:xfrm rot="5400000" flipV="1">
            <a:off x="1689100" y="4856163"/>
            <a:ext cx="1588" cy="1238250"/>
          </a:xfrm>
          <a:prstGeom prst="curvedConnector3">
            <a:avLst>
              <a:gd name="adj1" fmla="val -16200000"/>
            </a:avLst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0" name="AutoShape 122"/>
          <p:cNvCxnSpPr>
            <a:stCxn id="918633" idx="2"/>
            <a:endCxn id="918636" idx="0"/>
          </p:cNvCxnSpPr>
          <p:nvPr/>
        </p:nvCxnSpPr>
        <p:spPr>
          <a:xfrm flipH="1">
            <a:off x="6732588" y="1066800"/>
            <a:ext cx="1154112" cy="40322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1" name="AutoShape 123"/>
          <p:cNvCxnSpPr>
            <a:stCxn id="918632" idx="3"/>
            <a:endCxn id="918635" idx="7"/>
          </p:cNvCxnSpPr>
          <p:nvPr/>
        </p:nvCxnSpPr>
        <p:spPr>
          <a:xfrm flipH="1">
            <a:off x="7494905" y="4421188"/>
            <a:ext cx="513715" cy="37084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2" name="AutoShape 124"/>
          <p:cNvCxnSpPr>
            <a:stCxn id="918634" idx="6"/>
            <a:endCxn id="918637" idx="2"/>
          </p:cNvCxnSpPr>
          <p:nvPr/>
        </p:nvCxnSpPr>
        <p:spPr>
          <a:xfrm>
            <a:off x="1849438" y="5591175"/>
            <a:ext cx="403225" cy="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3" name="AutoShape 125"/>
          <p:cNvCxnSpPr>
            <a:stCxn id="918630" idx="2"/>
            <a:endCxn id="918639" idx="0"/>
          </p:cNvCxnSpPr>
          <p:nvPr/>
        </p:nvCxnSpPr>
        <p:spPr>
          <a:xfrm>
            <a:off x="5581650" y="1066800"/>
            <a:ext cx="0" cy="112395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4" name="AutoShape 126"/>
          <p:cNvCxnSpPr>
            <a:stCxn id="918629" idx="4"/>
            <a:endCxn id="918638" idx="0"/>
          </p:cNvCxnSpPr>
          <p:nvPr/>
        </p:nvCxnSpPr>
        <p:spPr>
          <a:xfrm>
            <a:off x="6672580" y="4463415"/>
            <a:ext cx="0" cy="88074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5" name="AutoShape 127"/>
          <p:cNvCxnSpPr>
            <a:stCxn id="918631" idx="5"/>
            <a:endCxn id="918640" idx="3"/>
          </p:cNvCxnSpPr>
          <p:nvPr/>
        </p:nvCxnSpPr>
        <p:spPr>
          <a:xfrm rot="16200000" flipH="1">
            <a:off x="2051050" y="4725988"/>
            <a:ext cx="1588" cy="1960562"/>
          </a:xfrm>
          <a:prstGeom prst="curvedConnector3">
            <a:avLst>
              <a:gd name="adj1" fmla="val 16100000"/>
            </a:avLst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6" name="AutoShape 128"/>
          <p:cNvCxnSpPr>
            <a:stCxn id="918636" idx="2"/>
            <a:endCxn id="918639" idx="0"/>
          </p:cNvCxnSpPr>
          <p:nvPr/>
        </p:nvCxnSpPr>
        <p:spPr>
          <a:xfrm flipH="1">
            <a:off x="5581650" y="1785938"/>
            <a:ext cx="1150938" cy="404812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7" name="AutoShape 129"/>
          <p:cNvCxnSpPr>
            <a:stCxn id="918635" idx="3"/>
            <a:endCxn id="918638" idx="7"/>
          </p:cNvCxnSpPr>
          <p:nvPr/>
        </p:nvCxnSpPr>
        <p:spPr>
          <a:xfrm flipH="1">
            <a:off x="6774180" y="4995863"/>
            <a:ext cx="516890" cy="38989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8" name="AutoShape 130"/>
          <p:cNvCxnSpPr>
            <a:stCxn id="918637" idx="6"/>
            <a:endCxn id="918640" idx="2"/>
          </p:cNvCxnSpPr>
          <p:nvPr/>
        </p:nvCxnSpPr>
        <p:spPr>
          <a:xfrm>
            <a:off x="2568575" y="5591175"/>
            <a:ext cx="406400" cy="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59" name="AutoShape 131"/>
          <p:cNvCxnSpPr>
            <a:stCxn id="918636" idx="2"/>
            <a:endCxn id="918642" idx="0"/>
          </p:cNvCxnSpPr>
          <p:nvPr/>
        </p:nvCxnSpPr>
        <p:spPr>
          <a:xfrm>
            <a:off x="6732588" y="1785938"/>
            <a:ext cx="1154112" cy="404812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0" name="AutoShape 132"/>
          <p:cNvCxnSpPr>
            <a:stCxn id="918635" idx="5"/>
            <a:endCxn id="918641" idx="1"/>
          </p:cNvCxnSpPr>
          <p:nvPr/>
        </p:nvCxnSpPr>
        <p:spPr>
          <a:xfrm>
            <a:off x="7494588" y="4995863"/>
            <a:ext cx="514985" cy="38989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1" name="AutoShape 133"/>
          <p:cNvCxnSpPr>
            <a:stCxn id="918637" idx="7"/>
            <a:endCxn id="918643" idx="1"/>
          </p:cNvCxnSpPr>
          <p:nvPr/>
        </p:nvCxnSpPr>
        <p:spPr>
          <a:xfrm rot="5400000" flipV="1">
            <a:off x="3490913" y="4495800"/>
            <a:ext cx="1587" cy="1960563"/>
          </a:xfrm>
          <a:prstGeom prst="curvedConnector3">
            <a:avLst>
              <a:gd name="adj1" fmla="val -16200000"/>
            </a:avLst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2" name="AutoShape 134"/>
          <p:cNvCxnSpPr>
            <a:stCxn id="918645" idx="0"/>
            <a:endCxn id="918642" idx="2"/>
          </p:cNvCxnSpPr>
          <p:nvPr/>
        </p:nvCxnSpPr>
        <p:spPr>
          <a:xfrm flipV="1">
            <a:off x="6732588" y="2506663"/>
            <a:ext cx="1154112" cy="40322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3" name="AutoShape 135"/>
          <p:cNvCxnSpPr>
            <a:stCxn id="918644" idx="7"/>
            <a:endCxn id="918641" idx="3"/>
          </p:cNvCxnSpPr>
          <p:nvPr/>
        </p:nvCxnSpPr>
        <p:spPr>
          <a:xfrm flipV="1">
            <a:off x="7494588" y="5589905"/>
            <a:ext cx="514985" cy="354965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4" name="AutoShape 136"/>
          <p:cNvCxnSpPr>
            <a:stCxn id="918646" idx="6"/>
            <a:endCxn id="918643" idx="2"/>
          </p:cNvCxnSpPr>
          <p:nvPr/>
        </p:nvCxnSpPr>
        <p:spPr>
          <a:xfrm>
            <a:off x="4010025" y="5591175"/>
            <a:ext cx="404813" cy="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5" name="AutoShape 137"/>
          <p:cNvCxnSpPr>
            <a:stCxn id="918636" idx="2"/>
            <a:endCxn id="918645" idx="0"/>
          </p:cNvCxnSpPr>
          <p:nvPr/>
        </p:nvCxnSpPr>
        <p:spPr>
          <a:xfrm>
            <a:off x="6732588" y="1785938"/>
            <a:ext cx="0" cy="112395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6" name="AutoShape 138"/>
          <p:cNvCxnSpPr>
            <a:stCxn id="918635" idx="4"/>
            <a:endCxn id="918644" idx="0"/>
          </p:cNvCxnSpPr>
          <p:nvPr/>
        </p:nvCxnSpPr>
        <p:spPr>
          <a:xfrm>
            <a:off x="7393305" y="5038090"/>
            <a:ext cx="0" cy="864870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8667" name="AutoShape 139"/>
          <p:cNvCxnSpPr>
            <a:stCxn id="918637" idx="5"/>
            <a:endCxn id="918646" idx="3"/>
          </p:cNvCxnSpPr>
          <p:nvPr/>
        </p:nvCxnSpPr>
        <p:spPr>
          <a:xfrm rot="16200000" flipH="1">
            <a:off x="3130550" y="5086350"/>
            <a:ext cx="1588" cy="1239838"/>
          </a:xfrm>
          <a:prstGeom prst="curvedConnector3">
            <a:avLst>
              <a:gd name="adj1" fmla="val 16100000"/>
            </a:avLst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86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86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86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1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2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186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186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186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1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2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9186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29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186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0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186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186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186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9186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1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186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2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9186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3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9186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186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186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186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4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9186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7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5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9186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9186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8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186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186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9186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7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9186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0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4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7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8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9186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6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4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9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39"/>
                  </p:tgtEl>
                </p:cond>
              </p:nextCondLst>
            </p:seq>
            <p:seq concurrent="1" nextAc="seek">
              <p:cTn id="352" restart="whenNotActive" fill="hold" evtFilter="cancelBubble" nodeType="interactiveSeq">
                <p:stCondLst>
                  <p:cond evt="onClick" delay="0">
                    <p:tgtEl>
                      <p:spTgt spid="9186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6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0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2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5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6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186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186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9186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0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9186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9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1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7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9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1"/>
                  </p:tgtEl>
                </p:cond>
              </p:nextCondLst>
            </p:seq>
            <p:seq concurrent="1" nextAc="seek">
              <p:cTn id="412" restart="whenNotActive" fill="hold" evtFilter="cancelBubble" nodeType="interactiveSeq">
                <p:stCondLst>
                  <p:cond evt="onClick" delay="0">
                    <p:tgtEl>
                      <p:spTgt spid="9186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8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3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9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4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6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7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9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2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9186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186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5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9186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9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9186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3"/>
                  </p:tgtEl>
                </p:cond>
              </p:nextCondLst>
            </p:seq>
            <p:seq concurrent="1" nextAc="seek">
              <p:cTn id="472" restart="whenNotActive" fill="hold" evtFilter="cancelBubble" nodeType="interactiveSeq">
                <p:stCondLst>
                  <p:cond evt="onClick" delay="0">
                    <p:tgtEl>
                      <p:spTgt spid="9186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9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1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5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7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9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4"/>
                  </p:tgtEl>
                </p:cond>
              </p:nextCondLst>
            </p:seq>
            <p:seq concurrent="1" nextAc="seek">
              <p:cTn id="502" restart="whenNotActive" fill="hold" evtFilter="cancelBubble" nodeType="interactiveSeq">
                <p:stCondLst>
                  <p:cond evt="onClick" delay="0">
                    <p:tgtEl>
                      <p:spTgt spid="9186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3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9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4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6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9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5"/>
                  </p:tgtEl>
                </p:cond>
              </p:nextCondLst>
            </p:seq>
            <p:seq concurrent="1" nextAc="seek">
              <p:cTn id="532" restart="whenNotActive" fill="hold" evtFilter="cancelBubble" nodeType="interactiveSeq">
                <p:stCondLst>
                  <p:cond evt="onClick" delay="0">
                    <p:tgtEl>
                      <p:spTgt spid="9186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6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0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2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1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9186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7" dur="300" fill="hold"/>
                                        <p:tgtEl>
                                          <p:spTgt spid="9186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9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9186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6"/>
                  </p:tgtEl>
                </p:cond>
              </p:nextCondLst>
            </p:seq>
            <p:seq concurrent="1" nextAc="seek">
              <p:cTn id="562" restart="whenNotActive" fill="hold" evtFilter="cancelBubble" nodeType="interactiveSeq">
                <p:stCondLst>
                  <p:cond evt="onClick" delay="0">
                    <p:tgtEl>
                      <p:spTgt spid="9186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7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9186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>
                      <p:stCondLst>
                        <p:cond delay="0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1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8"/>
                  </p:tgtEl>
                </p:cond>
              </p:nextCondLst>
            </p:seq>
            <p:seq concurrent="1" nextAc="seek">
              <p:cTn id="586" restart="whenNotActive" fill="hold" evtFilter="cancelBubble" nodeType="interactiveSeq">
                <p:stCondLst>
                  <p:cond evt="onClick" delay="0">
                    <p:tgtEl>
                      <p:spTgt spid="9186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7" fill="hold">
                      <p:stCondLst>
                        <p:cond delay="0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0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1" dur="300" fill="hold"/>
                                        <p:tgtEl>
                                          <p:spTgt spid="9186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3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4" dur="300" fill="hold"/>
                                        <p:tgtEl>
                                          <p:spTgt spid="9186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186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49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9186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2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3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5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6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0"/>
                  </p:tgtEl>
                </p:cond>
              </p:nextCondLst>
            </p:seq>
            <p:seq concurrent="1" nextAc="seek">
              <p:cTn id="610" restart="whenNotActive" fill="hold" evtFilter="cancelBubble" nodeType="interactiveSeq">
                <p:stCondLst>
                  <p:cond evt="onClick" delay="0">
                    <p:tgtEl>
                      <p:spTgt spid="9186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1" fill="hold">
                      <p:stCondLst>
                        <p:cond delay="0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4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5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7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8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1"/>
                  </p:tgtEl>
                </p:cond>
              </p:nextCondLst>
            </p:seq>
            <p:seq concurrent="1" nextAc="seek">
              <p:cTn id="622" restart="whenNotActive" fill="hold" evtFilter="cancelBubble" nodeType="interactiveSeq">
                <p:stCondLst>
                  <p:cond evt="onClick" delay="0">
                    <p:tgtEl>
                      <p:spTgt spid="9186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6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7" dur="300" fill="hold"/>
                                        <p:tgtEl>
                                          <p:spTgt spid="9186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9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9186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9186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2"/>
                  </p:tgtEl>
                </p:cond>
              </p:nextCondLst>
            </p:seq>
            <p:seq concurrent="1" nextAc="seek">
              <p:cTn id="634" restart="whenNotActive" fill="hold" evtFilter="cancelBubble" nodeType="interactiveSeq">
                <p:stCondLst>
                  <p:cond evt="onClick" delay="0">
                    <p:tgtEl>
                      <p:spTgt spid="9186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5" fill="hold">
                      <p:stCondLst>
                        <p:cond delay="0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3"/>
                  </p:tgtEl>
                </p:cond>
              </p:nextCondLst>
            </p:seq>
            <p:seq concurrent="1" nextAc="seek">
              <p:cTn id="646" restart="whenNotActive" fill="hold" evtFilter="cancelBubble" nodeType="interactiveSeq">
                <p:stCondLst>
                  <p:cond evt="onClick" delay="0">
                    <p:tgtEl>
                      <p:spTgt spid="9186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7" fill="hold">
                      <p:stCondLst>
                        <p:cond delay="0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4"/>
                  </p:tgtEl>
                </p:cond>
              </p:nextCondLst>
            </p:seq>
            <p:seq concurrent="1" nextAc="seek">
              <p:cTn id="658" restart="whenNotActive" fill="hold" evtFilter="cancelBubble" nodeType="interactiveSeq">
                <p:stCondLst>
                  <p:cond evt="onClick" delay="0">
                    <p:tgtEl>
                      <p:spTgt spid="9186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9" fill="hold">
                      <p:stCondLst>
                        <p:cond delay="0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186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5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6" dur="300" fill="hold"/>
                                        <p:tgtEl>
                                          <p:spTgt spid="9186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9186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5"/>
                  </p:tgtEl>
                </p:cond>
              </p:nextCondLst>
            </p:seq>
            <p:seq concurrent="1" nextAc="seek">
              <p:cTn id="670" restart="whenNotActive" fill="hold" evtFilter="cancelBubble" nodeType="interactiveSeq">
                <p:stCondLst>
                  <p:cond evt="onClick" delay="0">
                    <p:tgtEl>
                      <p:spTgt spid="9186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4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5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6"/>
                  </p:tgtEl>
                </p:cond>
              </p:nextCondLst>
            </p:seq>
            <p:seq concurrent="1" nextAc="seek">
              <p:cTn id="682" restart="whenNotActive" fill="hold" evtFilter="cancelBubble" nodeType="interactiveSeq">
                <p:stCondLst>
                  <p:cond evt="onClick" delay="0">
                    <p:tgtEl>
                      <p:spTgt spid="9186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3" fill="hold">
                      <p:stCondLst>
                        <p:cond delay="0"/>
                      </p:stCondLst>
                      <p:childTnLst>
                        <p:par>
                          <p:cTn id="684" fill="hold">
                            <p:stCondLst>
                              <p:cond delay="0"/>
                            </p:stCondLst>
                            <p:childTnLst>
                              <p:par>
                                <p:cTn id="6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6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7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9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0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7"/>
                  </p:tgtEl>
                </p:cond>
              </p:nextCondLst>
            </p:seq>
            <p:seq concurrent="1" nextAc="seek">
              <p:cTn id="694" restart="whenNotActive" fill="hold" evtFilter="cancelBubble" nodeType="interactiveSeq">
                <p:stCondLst>
                  <p:cond evt="onClick" delay="0">
                    <p:tgtEl>
                      <p:spTgt spid="9186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5" fill="hold">
                      <p:stCondLst>
                        <p:cond delay="0"/>
                      </p:stCondLst>
                      <p:childTnLst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8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9186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1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2" dur="300" fill="hold"/>
                                        <p:tgtEl>
                                          <p:spTgt spid="9186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9186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8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9186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0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1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3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4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5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9186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2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3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8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0"/>
                  </p:tgtEl>
                </p:cond>
              </p:nextCondLst>
            </p:seq>
            <p:seq concurrent="1" nextAc="seek">
              <p:cTn id="730" restart="whenNotActive" fill="hold" evtFilter="cancelBubble" nodeType="interactiveSeq">
                <p:stCondLst>
                  <p:cond evt="onClick" delay="0">
                    <p:tgtEl>
                      <p:spTgt spid="9186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4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5" dur="300" fill="hold"/>
                                        <p:tgtEl>
                                          <p:spTgt spid="9186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7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8" dur="300" fill="hold"/>
                                        <p:tgtEl>
                                          <p:spTgt spid="9186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0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9186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1"/>
                  </p:tgtEl>
                </p:cond>
              </p:nextCondLst>
            </p:seq>
            <p:seq concurrent="1" nextAc="seek">
              <p:cTn id="742" restart="whenNotActive" fill="hold" evtFilter="cancelBubble" nodeType="interactiveSeq">
                <p:stCondLst>
                  <p:cond evt="onClick" delay="0">
                    <p:tgtEl>
                      <p:spTgt spid="9186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3" fill="hold">
                      <p:stCondLst>
                        <p:cond delay="0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6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7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9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0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2"/>
                  </p:tgtEl>
                </p:cond>
              </p:nextCondLst>
            </p:seq>
            <p:seq concurrent="1" nextAc="seek">
              <p:cTn id="754" restart="whenNotActive" fill="hold" evtFilter="cancelBubble" nodeType="interactiveSeq">
                <p:stCondLst>
                  <p:cond evt="onClick" delay="0">
                    <p:tgtEl>
                      <p:spTgt spid="9186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5" fill="hold">
                      <p:stCondLst>
                        <p:cond delay="0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8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9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1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2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3"/>
                  </p:tgtEl>
                </p:cond>
              </p:nextCondLst>
            </p:seq>
            <p:seq concurrent="1" nextAc="seek">
              <p:cTn id="766" restart="whenNotActive" fill="hold" evtFilter="cancelBubble" nodeType="interactiveSeq">
                <p:stCondLst>
                  <p:cond evt="onClick" delay="0">
                    <p:tgtEl>
                      <p:spTgt spid="9186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0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1" dur="300" fill="hold"/>
                                        <p:tgtEl>
                                          <p:spTgt spid="9186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3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4" dur="300" fill="hold"/>
                                        <p:tgtEl>
                                          <p:spTgt spid="9186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9186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4"/>
                  </p:tgtEl>
                </p:cond>
              </p:nextCondLst>
            </p:seq>
            <p:seq concurrent="1" nextAc="seek">
              <p:cTn id="778" restart="whenNotActive" fill="hold" evtFilter="cancelBubble" nodeType="interactiveSeq">
                <p:stCondLst>
                  <p:cond evt="onClick" delay="0">
                    <p:tgtEl>
                      <p:spTgt spid="9186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2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3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5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6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5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9186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4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5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7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8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1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6"/>
                  </p:tgtEl>
                </p:cond>
              </p:nextCondLst>
            </p:seq>
            <p:seq concurrent="1" nextAc="seek">
              <p:cTn id="802" restart="whenNotActive" fill="hold" evtFilter="cancelBubble" nodeType="interactiveSeq">
                <p:stCondLst>
                  <p:cond evt="onClick" delay="0">
                    <p:tgtEl>
                      <p:spTgt spid="9186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3" fill="hold">
                      <p:stCondLst>
                        <p:cond delay="0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id="8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6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7" dur="300" fill="hold"/>
                                        <p:tgtEl>
                                          <p:spTgt spid="9186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9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0" dur="300" fill="hold"/>
                                        <p:tgtEl>
                                          <p:spTgt spid="9186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9186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8667"/>
                  </p:tgtEl>
                </p:cond>
              </p:nextCondLst>
            </p:seq>
          </p:childTnLst>
        </p:cTn>
      </p:par>
    </p:tnLst>
    <p:bldLst>
      <p:bldP spid="918629" grpId="0" bldLvl="0" animBg="1"/>
      <p:bldP spid="918630" grpId="0" bldLvl="0" animBg="1"/>
      <p:bldP spid="918630" grpId="1" bldLvl="0" animBg="1"/>
      <p:bldP spid="918630" grpId="2" bldLvl="0" animBg="1"/>
      <p:bldP spid="918631" grpId="0" bldLvl="0" animBg="1"/>
      <p:bldP spid="918631" grpId="1" bldLvl="0" animBg="1"/>
      <p:bldP spid="918631" grpId="2" bldLvl="0" animBg="1"/>
      <p:bldP spid="918632" grpId="0" bldLvl="0" animBg="1"/>
      <p:bldP spid="918633" grpId="0" bldLvl="0" animBg="1"/>
      <p:bldP spid="918633" grpId="1" bldLvl="0" animBg="1"/>
      <p:bldP spid="918633" grpId="2" bldLvl="0" animBg="1"/>
      <p:bldP spid="918634" grpId="0" bldLvl="0" animBg="1"/>
      <p:bldP spid="918634" grpId="1" bldLvl="0" animBg="1"/>
      <p:bldP spid="918634" grpId="2" bldLvl="0" animBg="1"/>
      <p:bldP spid="918635" grpId="0" bldLvl="0" animBg="1"/>
      <p:bldP spid="918636" grpId="0" bldLvl="0" animBg="1"/>
      <p:bldP spid="918636" grpId="1" bldLvl="0" animBg="1"/>
      <p:bldP spid="918636" grpId="2" bldLvl="0" animBg="1"/>
      <p:bldP spid="918637" grpId="0" bldLvl="0" animBg="1"/>
      <p:bldP spid="918637" grpId="1" bldLvl="0" animBg="1"/>
      <p:bldP spid="918637" grpId="2" bldLvl="0" animBg="1"/>
      <p:bldP spid="918638" grpId="0" bldLvl="0" animBg="1"/>
      <p:bldP spid="918639" grpId="0" bldLvl="0" animBg="1"/>
      <p:bldP spid="918639" grpId="1" bldLvl="0" animBg="1"/>
      <p:bldP spid="918639" grpId="2" bldLvl="0" animBg="1"/>
      <p:bldP spid="918640" grpId="0" bldLvl="0" animBg="1"/>
      <p:bldP spid="918640" grpId="1" bldLvl="0" animBg="1"/>
      <p:bldP spid="918640" grpId="2" bldLvl="0" animBg="1"/>
      <p:bldP spid="918641" grpId="0" bldLvl="0" animBg="1"/>
      <p:bldP spid="918642" grpId="0" bldLvl="0" animBg="1"/>
      <p:bldP spid="918642" grpId="1" bldLvl="0" animBg="1"/>
      <p:bldP spid="918642" grpId="2" bldLvl="0" animBg="1"/>
      <p:bldP spid="918643" grpId="0" bldLvl="0" animBg="1"/>
      <p:bldP spid="918643" grpId="1" bldLvl="0" animBg="1"/>
      <p:bldP spid="918643" grpId="2" bldLvl="0" animBg="1"/>
      <p:bldP spid="918644" grpId="0" bldLvl="0" animBg="1"/>
      <p:bldP spid="918645" grpId="0" bldLvl="0" animBg="1"/>
      <p:bldP spid="918645" grpId="1" bldLvl="0" animBg="1"/>
      <p:bldP spid="918645" grpId="2" bldLvl="0" animBg="1"/>
      <p:bldP spid="918646" grpId="0" bldLvl="0" animBg="1"/>
      <p:bldP spid="918646" grpId="1" bldLvl="0" animBg="1"/>
      <p:bldP spid="918646" grpId="2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拓扑排序</a:t>
            </a:r>
            <a:endParaRPr lang="zh-CN" altLang="en-US" smtClean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mtClean="0">
                <a:sym typeface="Wingdings" panose="05000000000000000000" pitchFamily="2" charset="2"/>
              </a:rPr>
              <a:t>偏序：集合中仅有部分成员之间可比较</a:t>
            </a:r>
            <a:endParaRPr lang="en-US" altLang="zh-CN" smtClean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zh-CN" altLang="en-US" smtClean="0">
                <a:sym typeface="Wingdings" panose="05000000000000000000" pitchFamily="2" charset="2"/>
              </a:rPr>
              <a:t>全序：集合中全体成员之间均可比较</a:t>
            </a:r>
            <a:endParaRPr lang="en-US" altLang="zh-CN" smtClean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zh-CN" altLang="en-US" smtClean="0">
                <a:solidFill>
                  <a:srgbClr val="FF0000"/>
                </a:solidFill>
                <a:sym typeface="Wingdings" panose="05000000000000000000" pitchFamily="2" charset="2"/>
              </a:rPr>
              <a:t>拓扑排序</a:t>
            </a:r>
            <a:r>
              <a:rPr lang="zh-CN" altLang="en-US" smtClean="0">
                <a:sym typeface="Wingdings" panose="05000000000000000000" pitchFamily="2" charset="2"/>
              </a:rPr>
              <a:t>（</a:t>
            </a:r>
            <a:r>
              <a:rPr lang="en-US" altLang="zh-CN" smtClean="0">
                <a:sym typeface="Wingdings" panose="05000000000000000000" pitchFamily="2" charset="2"/>
              </a:rPr>
              <a:t>Topological Sort</a:t>
            </a:r>
            <a:r>
              <a:rPr lang="zh-CN" altLang="en-US" smtClean="0">
                <a:sym typeface="Wingdings" panose="05000000000000000000" pitchFamily="2" charset="2"/>
              </a:rPr>
              <a:t>）：由某个集合上的一个偏序得到该集合上的一个全序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grpSp>
        <p:nvGrpSpPr>
          <p:cNvPr id="55300" name="组合 51"/>
          <p:cNvGrpSpPr/>
          <p:nvPr/>
        </p:nvGrpSpPr>
        <p:grpSpPr bwMode="auto">
          <a:xfrm>
            <a:off x="625475" y="3786189"/>
            <a:ext cx="2713356" cy="1974849"/>
            <a:chOff x="625464" y="3785940"/>
            <a:chExt cx="2713614" cy="1975104"/>
          </a:xfrm>
        </p:grpSpPr>
        <p:grpSp>
          <p:nvGrpSpPr>
            <p:cNvPr id="55328" name="组合 5"/>
            <p:cNvGrpSpPr/>
            <p:nvPr/>
          </p:nvGrpSpPr>
          <p:grpSpPr bwMode="auto">
            <a:xfrm>
              <a:off x="625464" y="4505328"/>
              <a:ext cx="560958" cy="540000"/>
              <a:chOff x="625464" y="4505328"/>
              <a:chExt cx="560958" cy="540000"/>
            </a:xfrm>
          </p:grpSpPr>
          <p:sp>
            <p:nvSpPr>
              <p:cNvPr id="4" name="流程图: 联系 3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5351" name="TextBox 4"/>
              <p:cNvSpPr txBox="1">
                <a:spLocks noChangeArrowheads="1"/>
              </p:cNvSpPr>
              <p:nvPr/>
            </p:nvSpPr>
            <p:spPr bwMode="auto">
              <a:xfrm>
                <a:off x="646422" y="457518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1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29" name="组合 6"/>
            <p:cNvGrpSpPr/>
            <p:nvPr/>
          </p:nvGrpSpPr>
          <p:grpSpPr bwMode="auto">
            <a:xfrm>
              <a:off x="1699956" y="3785940"/>
              <a:ext cx="560958" cy="540000"/>
              <a:chOff x="625464" y="4505328"/>
              <a:chExt cx="560958" cy="540000"/>
            </a:xfrm>
          </p:grpSpPr>
          <p:sp>
            <p:nvSpPr>
              <p:cNvPr id="8" name="流程图: 联系 7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5347" name="TextBox 8"/>
              <p:cNvSpPr txBox="1">
                <a:spLocks noChangeArrowheads="1"/>
              </p:cNvSpPr>
              <p:nvPr/>
            </p:nvSpPr>
            <p:spPr bwMode="auto">
              <a:xfrm>
                <a:off x="646422" y="457518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2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30" name="组合 9"/>
            <p:cNvGrpSpPr/>
            <p:nvPr/>
          </p:nvGrpSpPr>
          <p:grpSpPr bwMode="auto">
            <a:xfrm>
              <a:off x="1701792" y="5221044"/>
              <a:ext cx="560958" cy="540000"/>
              <a:chOff x="625464" y="4505328"/>
              <a:chExt cx="560958" cy="540000"/>
            </a:xfrm>
          </p:grpSpPr>
          <p:sp>
            <p:nvSpPr>
              <p:cNvPr id="11" name="流程图: 联系 10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5343" name="TextBox 11"/>
              <p:cNvSpPr txBox="1">
                <a:spLocks noChangeArrowheads="1"/>
              </p:cNvSpPr>
              <p:nvPr/>
            </p:nvSpPr>
            <p:spPr bwMode="auto">
              <a:xfrm>
                <a:off x="646422" y="457518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3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331" name="组合 12"/>
            <p:cNvGrpSpPr/>
            <p:nvPr/>
          </p:nvGrpSpPr>
          <p:grpSpPr bwMode="auto">
            <a:xfrm>
              <a:off x="2778120" y="4503492"/>
              <a:ext cx="560958" cy="540000"/>
              <a:chOff x="625464" y="4505328"/>
              <a:chExt cx="560958" cy="540000"/>
            </a:xfrm>
          </p:grpSpPr>
          <p:sp>
            <p:nvSpPr>
              <p:cNvPr id="14" name="流程图: 联系 13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5339" name="TextBox 14"/>
              <p:cNvSpPr txBox="1">
                <a:spLocks noChangeArrowheads="1"/>
              </p:cNvSpPr>
              <p:nvPr/>
            </p:nvSpPr>
            <p:spPr bwMode="auto">
              <a:xfrm>
                <a:off x="646422" y="4575187"/>
                <a:ext cx="540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FFFFFF"/>
                    </a:solidFill>
                  </a:rPr>
                  <a:t>V</a:t>
                </a:r>
                <a:r>
                  <a:rPr lang="en-US" altLang="zh-CN" b="1" baseline="-25000">
                    <a:solidFill>
                      <a:srgbClr val="FFFFFF"/>
                    </a:solidFill>
                  </a:rPr>
                  <a:t>4</a:t>
                </a:r>
                <a:endParaRPr lang="zh-CN" altLang="en-US" b="1" baseline="-25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9" name="直接箭头连接符 28"/>
            <p:cNvCxnSpPr>
              <a:stCxn id="55351" idx="3"/>
              <a:endCxn id="55347" idx="1"/>
            </p:cNvCxnSpPr>
            <p:nvPr/>
          </p:nvCxnSpPr>
          <p:spPr bwMode="auto">
            <a:xfrm flipV="1">
              <a:off x="1179872" y="4040925"/>
              <a:ext cx="541071" cy="718913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32" name="直接箭头连接符 31"/>
            <p:cNvCxnSpPr>
              <a:endCxn id="55343" idx="1"/>
            </p:cNvCxnSpPr>
            <p:nvPr/>
          </p:nvCxnSpPr>
          <p:spPr bwMode="auto">
            <a:xfrm rot="16200000" flipH="1">
              <a:off x="1092698" y="4845743"/>
              <a:ext cx="720818" cy="538213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37" name="直接箭头连接符 36"/>
            <p:cNvCxnSpPr>
              <a:stCxn id="55347" idx="3"/>
              <a:endCxn id="55339" idx="1"/>
            </p:cNvCxnSpPr>
            <p:nvPr/>
          </p:nvCxnSpPr>
          <p:spPr bwMode="auto">
            <a:xfrm>
              <a:off x="2260429" y="4040608"/>
              <a:ext cx="538531" cy="717008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0" name="直接箭头连接符 39"/>
            <p:cNvCxnSpPr>
              <a:stCxn id="55343" idx="3"/>
              <a:endCxn id="55339" idx="1"/>
            </p:cNvCxnSpPr>
            <p:nvPr/>
          </p:nvCxnSpPr>
          <p:spPr bwMode="auto">
            <a:xfrm flipV="1">
              <a:off x="2255665" y="4757615"/>
              <a:ext cx="543612" cy="717643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55301" name="组合 52"/>
          <p:cNvGrpSpPr/>
          <p:nvPr/>
        </p:nvGrpSpPr>
        <p:grpSpPr bwMode="auto">
          <a:xfrm>
            <a:off x="4392613" y="4502945"/>
            <a:ext cx="4305300" cy="542131"/>
            <a:chOff x="4392612" y="4503492"/>
            <a:chExt cx="4305312" cy="541838"/>
          </a:xfrm>
        </p:grpSpPr>
        <p:grpSp>
          <p:nvGrpSpPr>
            <p:cNvPr id="55303" name="组合 15"/>
            <p:cNvGrpSpPr/>
            <p:nvPr/>
          </p:nvGrpSpPr>
          <p:grpSpPr bwMode="auto">
            <a:xfrm>
              <a:off x="4392612" y="4505328"/>
              <a:ext cx="540000" cy="540000"/>
              <a:chOff x="625464" y="4505328"/>
              <a:chExt cx="540000" cy="540000"/>
            </a:xfrm>
          </p:grpSpPr>
          <p:sp>
            <p:nvSpPr>
              <p:cNvPr id="17" name="流程图: 联系 16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5327" name="TextBox 17"/>
              <p:cNvSpPr>
                <a:spLocks noChangeArrowheads="1"/>
              </p:cNvSpPr>
              <p:nvPr/>
            </p:nvSpPr>
            <p:spPr bwMode="auto">
              <a:xfrm>
                <a:off x="777989" y="4551638"/>
                <a:ext cx="234951" cy="276711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55304" name="组合 18"/>
            <p:cNvGrpSpPr/>
            <p:nvPr/>
          </p:nvGrpSpPr>
          <p:grpSpPr bwMode="auto">
            <a:xfrm>
              <a:off x="5648328" y="4503492"/>
              <a:ext cx="540000" cy="540000"/>
              <a:chOff x="625464" y="4505328"/>
              <a:chExt cx="540000" cy="540000"/>
            </a:xfrm>
          </p:grpSpPr>
          <p:sp>
            <p:nvSpPr>
              <p:cNvPr id="20" name="流程图: 联系 19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5323" name="TextBox 20"/>
              <p:cNvSpPr>
                <a:spLocks noChangeArrowheads="1"/>
              </p:cNvSpPr>
              <p:nvPr/>
            </p:nvSpPr>
            <p:spPr bwMode="auto">
              <a:xfrm>
                <a:off x="777989" y="4551638"/>
                <a:ext cx="234951" cy="276711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55305" name="组合 21"/>
            <p:cNvGrpSpPr/>
            <p:nvPr/>
          </p:nvGrpSpPr>
          <p:grpSpPr bwMode="auto">
            <a:xfrm>
              <a:off x="6902208" y="4505329"/>
              <a:ext cx="540000" cy="540000"/>
              <a:chOff x="625464" y="4505328"/>
              <a:chExt cx="540000" cy="540000"/>
            </a:xfrm>
          </p:grpSpPr>
          <p:sp>
            <p:nvSpPr>
              <p:cNvPr id="23" name="流程图: 联系 22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5319" name="TextBox 23"/>
              <p:cNvSpPr>
                <a:spLocks noChangeArrowheads="1"/>
              </p:cNvSpPr>
              <p:nvPr/>
            </p:nvSpPr>
            <p:spPr bwMode="auto">
              <a:xfrm>
                <a:off x="777989" y="4551638"/>
                <a:ext cx="234951" cy="276710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3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55306" name="组合 24"/>
            <p:cNvGrpSpPr/>
            <p:nvPr/>
          </p:nvGrpSpPr>
          <p:grpSpPr bwMode="auto">
            <a:xfrm>
              <a:off x="8157924" y="4503492"/>
              <a:ext cx="540000" cy="540000"/>
              <a:chOff x="625464" y="4505328"/>
              <a:chExt cx="540000" cy="540000"/>
            </a:xfrm>
          </p:grpSpPr>
          <p:sp>
            <p:nvSpPr>
              <p:cNvPr id="26" name="流程图: 联系 25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55315" name="TextBox 26"/>
              <p:cNvSpPr>
                <a:spLocks noChangeArrowheads="1"/>
              </p:cNvSpPr>
              <p:nvPr/>
            </p:nvSpPr>
            <p:spPr bwMode="auto">
              <a:xfrm>
                <a:off x="777989" y="4551638"/>
                <a:ext cx="234951" cy="276711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4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cxnSp>
          <p:nvCxnSpPr>
            <p:cNvPr id="44" name="直接箭头连接符 43"/>
            <p:cNvCxnSpPr/>
            <p:nvPr/>
          </p:nvCxnSpPr>
          <p:spPr bwMode="auto">
            <a:xfrm>
              <a:off x="4930775" y="4864452"/>
              <a:ext cx="717552" cy="1587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7" name="直接箭头连接符 46"/>
            <p:cNvCxnSpPr/>
            <p:nvPr/>
          </p:nvCxnSpPr>
          <p:spPr bwMode="auto">
            <a:xfrm>
              <a:off x="6186492" y="4864452"/>
              <a:ext cx="717552" cy="1587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8" name="直接箭头连接符 47"/>
            <p:cNvCxnSpPr/>
            <p:nvPr/>
          </p:nvCxnSpPr>
          <p:spPr bwMode="auto">
            <a:xfrm>
              <a:off x="7442207" y="4864452"/>
              <a:ext cx="717552" cy="1587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0" name="曲线连接符 49"/>
            <p:cNvCxnSpPr>
              <a:stCxn id="55323" idx="0"/>
              <a:endCxn id="55315" idx="0"/>
            </p:cNvCxnSpPr>
            <p:nvPr/>
          </p:nvCxnSpPr>
          <p:spPr bwMode="auto">
            <a:xfrm rot="16200000" flipH="1">
              <a:off x="7172968" y="3294898"/>
              <a:ext cx="3173" cy="2509527"/>
            </a:xfrm>
            <a:prstGeom prst="curvedConnector3">
              <a:avLst>
                <a:gd name="adj1" fmla="val -7455053"/>
              </a:avLst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51" name="曲线连接符 50"/>
            <p:cNvCxnSpPr/>
            <p:nvPr/>
          </p:nvCxnSpPr>
          <p:spPr bwMode="auto">
            <a:xfrm rot="16200000" flipH="1">
              <a:off x="5826128" y="3789614"/>
              <a:ext cx="1586" cy="2509845"/>
            </a:xfrm>
            <a:prstGeom prst="curvedConnector3">
              <a:avLst>
                <a:gd name="adj1" fmla="val 14395466"/>
              </a:avLst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拓扑序列例</a:t>
            </a:r>
            <a:endParaRPr lang="zh-CN" altLang="en-US" smtClean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123456</a:t>
            </a:r>
            <a:r>
              <a:rPr lang="zh-CN" altLang="en-US" smtClean="0"/>
              <a:t>、</a:t>
            </a:r>
            <a:r>
              <a:rPr lang="en-US" altLang="zh-CN" smtClean="0"/>
              <a:t>132456</a:t>
            </a:r>
            <a:r>
              <a:rPr lang="zh-CN" altLang="en-US" smtClean="0"/>
              <a:t>、</a:t>
            </a:r>
            <a:r>
              <a:rPr lang="en-US" altLang="zh-CN" smtClean="0"/>
              <a:t>215346</a:t>
            </a:r>
            <a:endParaRPr lang="en-US" altLang="zh-CN" smtClean="0"/>
          </a:p>
          <a:p>
            <a:r>
              <a:rPr lang="en-US" altLang="zh-CN" smtClean="0"/>
              <a:t>1</a:t>
            </a:r>
            <a:r>
              <a:rPr lang="en-US" altLang="zh-CN" smtClean="0">
                <a:solidFill>
                  <a:srgbClr val="FF0000"/>
                </a:solidFill>
              </a:rPr>
              <a:t>4</a:t>
            </a:r>
            <a:r>
              <a:rPr lang="en-US" altLang="zh-CN" smtClean="0"/>
              <a:t>2</a:t>
            </a:r>
            <a:r>
              <a:rPr lang="en-US" altLang="zh-CN" smtClean="0">
                <a:solidFill>
                  <a:srgbClr val="FF0000"/>
                </a:solidFill>
              </a:rPr>
              <a:t>3</a:t>
            </a:r>
            <a:r>
              <a:rPr lang="en-US" altLang="zh-CN" smtClean="0"/>
              <a:t>56</a:t>
            </a:r>
            <a:r>
              <a:rPr lang="zh-CN" altLang="en-US" smtClean="0"/>
              <a:t>不是！</a:t>
            </a:r>
            <a:endParaRPr lang="zh-CN" altLang="en-US" smtClean="0"/>
          </a:p>
        </p:txBody>
      </p:sp>
      <p:pic>
        <p:nvPicPr>
          <p:cNvPr id="58372" name="Picture 4" descr="aov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133600"/>
            <a:ext cx="4078288" cy="296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利用贪心算法进行拓扑排序</a:t>
            </a:r>
            <a:endParaRPr lang="zh-CN" altLang="en-US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在有向图中选一个没有前驱的顶点且输出</a:t>
            </a:r>
            <a:endParaRPr lang="en-US" altLang="zh-CN" smtClean="0"/>
          </a:p>
          <a:p>
            <a:r>
              <a:rPr lang="zh-CN" altLang="en-US" smtClean="0"/>
              <a:t>从图中删除该顶点和所有从其发出的箭头</a:t>
            </a:r>
            <a:endParaRPr lang="en-US" altLang="zh-CN" smtClean="0"/>
          </a:p>
          <a:p>
            <a:r>
              <a:rPr lang="zh-CN" altLang="en-US" smtClean="0"/>
              <a:t>重复上述两步，直至所有顶点均已输出，或者当前图中不存在无前驱的顶点为止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算法描述</a:t>
            </a:r>
            <a:endParaRPr lang="zh-CN" altLang="en-US" smtClean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90345"/>
            <a:ext cx="7886700" cy="5033010"/>
          </a:xfrm>
        </p:spPr>
        <p:txBody>
          <a:bodyPr>
            <a:normAutofit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smtClean="0"/>
              <a:t>设</a:t>
            </a:r>
            <a:r>
              <a:rPr lang="en-US" altLang="zh-CN" sz="2400" i="1" smtClean="0"/>
              <a:t>n</a:t>
            </a:r>
            <a:r>
              <a:rPr lang="zh-CN" altLang="en-US" sz="2400" smtClean="0"/>
              <a:t>是有向图中的顶点数，</a:t>
            </a:r>
            <a:r>
              <a:rPr lang="en-US" altLang="zh-CN" sz="2400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</a:rPr>
              <a:t>使用</a:t>
            </a:r>
            <a:r>
              <a:rPr lang="en-US" altLang="zh-CN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栈</a:t>
            </a:r>
            <a:r>
              <a:rPr lang="zh-CN" altLang="en-US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（或者队列）</a:t>
            </a:r>
            <a:r>
              <a:rPr lang="en-US" altLang="zh-CN" sz="2400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</a:rPr>
              <a:t>S保存入</a:t>
            </a:r>
            <a:r>
              <a:rPr lang="zh-CN" altLang="en-US" sz="2400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</a:rPr>
              <a:t>度</a:t>
            </a:r>
            <a:r>
              <a:rPr lang="en-US" altLang="zh-CN" sz="2400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</a:rPr>
              <a:t>为0</a:t>
            </a:r>
            <a:r>
              <a:rPr lang="zh-CN" altLang="en-US" sz="2400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</a:rPr>
              <a:t>的</a:t>
            </a:r>
            <a:r>
              <a:rPr lang="en-US" altLang="zh-CN" sz="2400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</a:rPr>
              <a:t>顶点</a:t>
            </a:r>
            <a:r>
              <a:rPr lang="zh-CN" altLang="en-US" sz="2400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</a:rPr>
              <a:t>，</a:t>
            </a:r>
            <a:r>
              <a:rPr lang="en-US" altLang="zh-CN" sz="2400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</a:rPr>
              <a:t>Q</a:t>
            </a:r>
            <a:r>
              <a:rPr lang="zh-CN" altLang="en-US" sz="2400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</a:rPr>
              <a:t>保存一个有效拓扑排序。</a:t>
            </a:r>
            <a:endParaRPr lang="zh-CN" altLang="en-US" sz="240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将所有入度为零的顶点存入栈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S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，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初始化空队列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Q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sym typeface="+mn-ea"/>
              </a:rPr>
              <a:t>O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(n)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(!S.empty()) {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sym typeface="+mn-ea"/>
              </a:rPr>
              <a:t>O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(n)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Q.enqueue(v = S.pop());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栈顶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v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转入队列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</a:t>
            </a:r>
            <a:r>
              <a:rPr lang="en-US" altLang="zh-CN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for each edge(v, u)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//v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的邻接顶点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u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若入度仅为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1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if (inDegree(u) &lt; 2) S.push(u);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则入栈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G = G\{v}; </a:t>
            </a:r>
            <a:r>
              <a:rPr lang="en-US" altLang="zh-CN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删除</a:t>
            </a:r>
            <a:r>
              <a:rPr lang="en-US" altLang="zh-CN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v</a:t>
            </a:r>
            <a:r>
              <a:rPr lang="zh-CN" altLang="en-US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及其关联边（邻接顶点入度减</a:t>
            </a:r>
            <a:r>
              <a:rPr lang="en-US" altLang="zh-CN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1</a:t>
            </a:r>
            <a:r>
              <a:rPr lang="zh-CN" altLang="en-US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）</a:t>
            </a:r>
            <a:b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}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总体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sym typeface="+mn-ea"/>
              </a:rPr>
              <a:t>O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(n+e)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return |G| ? Q : "NOT_DAG"; </a:t>
            </a:r>
            <a:r>
              <a:rPr lang="en-US" altLang="zh-CN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残留的</a:t>
            </a:r>
            <a:r>
              <a:rPr lang="en-US" altLang="zh-CN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G</a:t>
            </a:r>
            <a:r>
              <a:rPr lang="zh-CN" altLang="en-US" kern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sym typeface="+mn-ea"/>
              </a:rPr>
              <a:t>空，当且仅当原图可拓扑排序</a:t>
            </a:r>
            <a:endParaRPr lang="zh-CN" altLang="en-US" kern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sym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 smtClean="0">
                <a:effectLst/>
              </a:rPr>
              <a:t>https://www.cs.usfca.edu/~galles/visualization/TopoSortIndegree.html</a:t>
            </a:r>
            <a:endParaRPr lang="zh-CN" altLang="en-US" sz="1800" smtClean="0">
              <a:effectLst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算法示例</a:t>
            </a:r>
            <a:endParaRPr lang="zh-CN" altLang="en-US" smtClean="0"/>
          </a:p>
        </p:txBody>
      </p:sp>
      <p:grpSp>
        <p:nvGrpSpPr>
          <p:cNvPr id="61444" name="组合 5"/>
          <p:cNvGrpSpPr/>
          <p:nvPr/>
        </p:nvGrpSpPr>
        <p:grpSpPr bwMode="auto">
          <a:xfrm>
            <a:off x="804863" y="1635126"/>
            <a:ext cx="539750" cy="539749"/>
            <a:chOff x="625464" y="4505328"/>
            <a:chExt cx="540000" cy="540000"/>
          </a:xfrm>
        </p:grpSpPr>
        <p:sp>
          <p:nvSpPr>
            <p:cNvPr id="20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54" name="TextBox 4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1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45" name="组合 6"/>
          <p:cNvGrpSpPr/>
          <p:nvPr/>
        </p:nvGrpSpPr>
        <p:grpSpPr bwMode="auto">
          <a:xfrm>
            <a:off x="2058988" y="1635126"/>
            <a:ext cx="539750" cy="539749"/>
            <a:chOff x="625464" y="4505328"/>
            <a:chExt cx="540000" cy="540000"/>
          </a:xfrm>
        </p:grpSpPr>
        <p:sp>
          <p:nvSpPr>
            <p:cNvPr id="18" name="流程图: 联系 17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50" name="TextBox 18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2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46" name="组合 9"/>
          <p:cNvGrpSpPr/>
          <p:nvPr/>
        </p:nvGrpSpPr>
        <p:grpSpPr bwMode="auto">
          <a:xfrm>
            <a:off x="2060575" y="2711451"/>
            <a:ext cx="539750" cy="539749"/>
            <a:chOff x="625464" y="4505328"/>
            <a:chExt cx="540000" cy="540000"/>
          </a:xfrm>
        </p:grpSpPr>
        <p:sp>
          <p:nvSpPr>
            <p:cNvPr id="16" name="流程图: 联系 15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46" name="TextBox 16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3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47" name="组合 12"/>
          <p:cNvGrpSpPr/>
          <p:nvPr/>
        </p:nvGrpSpPr>
        <p:grpSpPr bwMode="auto">
          <a:xfrm>
            <a:off x="804863" y="2709864"/>
            <a:ext cx="539750" cy="539749"/>
            <a:chOff x="625464" y="4505328"/>
            <a:chExt cx="540000" cy="540000"/>
          </a:xfrm>
        </p:grpSpPr>
        <p:sp>
          <p:nvSpPr>
            <p:cNvPr id="14" name="流程图: 联系 1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42" name="TextBox 14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4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10" name="直接箭头连接符 9"/>
          <p:cNvCxnSpPr/>
          <p:nvPr/>
        </p:nvCxnSpPr>
        <p:spPr bwMode="auto">
          <a:xfrm>
            <a:off x="1343025" y="1993900"/>
            <a:ext cx="717550" cy="1588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1" name="直接箭头连接符 10"/>
          <p:cNvCxnSpPr>
            <a:stCxn id="20" idx="5"/>
          </p:cNvCxnSpPr>
          <p:nvPr/>
        </p:nvCxnSpPr>
        <p:spPr bwMode="auto">
          <a:xfrm rot="16200000" flipH="1">
            <a:off x="1262857" y="2097881"/>
            <a:ext cx="800100" cy="795337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2" name="直接箭头连接符 11"/>
          <p:cNvCxnSpPr>
            <a:stCxn id="61546" idx="0"/>
            <a:endCxn id="18" idx="4"/>
          </p:cNvCxnSpPr>
          <p:nvPr/>
        </p:nvCxnSpPr>
        <p:spPr bwMode="auto">
          <a:xfrm rot="16200000" flipV="1">
            <a:off x="2061369" y="2442369"/>
            <a:ext cx="536575" cy="1587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3" name="直接箭头连接符 12"/>
          <p:cNvCxnSpPr>
            <a:stCxn id="61538" idx="0"/>
            <a:endCxn id="14" idx="4"/>
          </p:cNvCxnSpPr>
          <p:nvPr/>
        </p:nvCxnSpPr>
        <p:spPr bwMode="auto">
          <a:xfrm rot="5400000" flipH="1" flipV="1">
            <a:off x="805657" y="3518694"/>
            <a:ext cx="539750" cy="1587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1452" name="组合 22"/>
          <p:cNvGrpSpPr/>
          <p:nvPr/>
        </p:nvGrpSpPr>
        <p:grpSpPr bwMode="auto">
          <a:xfrm>
            <a:off x="804863" y="3787776"/>
            <a:ext cx="539750" cy="539749"/>
            <a:chOff x="625464" y="4505328"/>
            <a:chExt cx="540000" cy="540000"/>
          </a:xfrm>
        </p:grpSpPr>
        <p:sp>
          <p:nvSpPr>
            <p:cNvPr id="24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38" name="TextBox 4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6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53" name="组合 25"/>
          <p:cNvGrpSpPr/>
          <p:nvPr/>
        </p:nvGrpSpPr>
        <p:grpSpPr bwMode="auto">
          <a:xfrm>
            <a:off x="2058988" y="3787776"/>
            <a:ext cx="539750" cy="539749"/>
            <a:chOff x="625464" y="4505328"/>
            <a:chExt cx="540000" cy="540000"/>
          </a:xfrm>
        </p:grpSpPr>
        <p:sp>
          <p:nvSpPr>
            <p:cNvPr id="27" name="流程图: 联系 26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34" name="TextBox 27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5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31" name="直接箭头连接符 30"/>
          <p:cNvCxnSpPr/>
          <p:nvPr/>
        </p:nvCxnSpPr>
        <p:spPr bwMode="auto">
          <a:xfrm>
            <a:off x="1343025" y="4144963"/>
            <a:ext cx="717550" cy="1587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 bwMode="auto">
          <a:xfrm rot="16200000" flipH="1">
            <a:off x="1262857" y="3169444"/>
            <a:ext cx="800100" cy="795337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" name="直接箭头连接符 34"/>
          <p:cNvCxnSpPr>
            <a:stCxn id="16" idx="4"/>
          </p:cNvCxnSpPr>
          <p:nvPr/>
        </p:nvCxnSpPr>
        <p:spPr bwMode="auto">
          <a:xfrm rot="5400000">
            <a:off x="2061369" y="3518694"/>
            <a:ext cx="536575" cy="1587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2" name="直接箭头连接符 41"/>
          <p:cNvCxnSpPr>
            <a:stCxn id="20" idx="4"/>
          </p:cNvCxnSpPr>
          <p:nvPr/>
        </p:nvCxnSpPr>
        <p:spPr bwMode="auto">
          <a:xfrm rot="5400000">
            <a:off x="808832" y="2442369"/>
            <a:ext cx="533400" cy="1587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61458" name="组合 44"/>
          <p:cNvGrpSpPr/>
          <p:nvPr/>
        </p:nvGrpSpPr>
        <p:grpSpPr bwMode="auto">
          <a:xfrm>
            <a:off x="3135313" y="1635126"/>
            <a:ext cx="539750" cy="539749"/>
            <a:chOff x="625464" y="4505328"/>
            <a:chExt cx="540000" cy="540000"/>
          </a:xfrm>
        </p:grpSpPr>
        <p:sp>
          <p:nvSpPr>
            <p:cNvPr id="46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30" name="TextBox 4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1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59" name="组合 47"/>
          <p:cNvGrpSpPr/>
          <p:nvPr/>
        </p:nvGrpSpPr>
        <p:grpSpPr bwMode="auto">
          <a:xfrm>
            <a:off x="4389438" y="1635126"/>
            <a:ext cx="539750" cy="539749"/>
            <a:chOff x="625464" y="4505328"/>
            <a:chExt cx="540000" cy="540000"/>
          </a:xfrm>
        </p:grpSpPr>
        <p:sp>
          <p:nvSpPr>
            <p:cNvPr id="49" name="流程图: 联系 48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26" name="TextBox 49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2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60" name="组合 9"/>
          <p:cNvGrpSpPr/>
          <p:nvPr/>
        </p:nvGrpSpPr>
        <p:grpSpPr bwMode="auto">
          <a:xfrm>
            <a:off x="4391025" y="2711451"/>
            <a:ext cx="539750" cy="539749"/>
            <a:chOff x="625464" y="4505328"/>
            <a:chExt cx="540000" cy="540000"/>
          </a:xfrm>
        </p:grpSpPr>
        <p:sp>
          <p:nvSpPr>
            <p:cNvPr id="52" name="流程图: 联系 51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22" name="TextBox 52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3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61" name="组合 12"/>
          <p:cNvGrpSpPr/>
          <p:nvPr/>
        </p:nvGrpSpPr>
        <p:grpSpPr bwMode="auto">
          <a:xfrm>
            <a:off x="3135313" y="2709864"/>
            <a:ext cx="539750" cy="539749"/>
            <a:chOff x="625464" y="4505328"/>
            <a:chExt cx="540000" cy="540000"/>
          </a:xfrm>
        </p:grpSpPr>
        <p:sp>
          <p:nvSpPr>
            <p:cNvPr id="55" name="流程图: 联系 5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18" name="TextBox 55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4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57" name="直接箭头连接符 56"/>
          <p:cNvCxnSpPr/>
          <p:nvPr/>
        </p:nvCxnSpPr>
        <p:spPr bwMode="auto">
          <a:xfrm>
            <a:off x="3673475" y="1993900"/>
            <a:ext cx="717550" cy="1588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 bwMode="auto">
          <a:xfrm rot="16200000" flipH="1">
            <a:off x="3593307" y="2097881"/>
            <a:ext cx="800100" cy="795337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auto">
          <a:xfrm rot="16200000" flipV="1">
            <a:off x="4391819" y="2442369"/>
            <a:ext cx="536575" cy="1587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61465" name="组合 63"/>
          <p:cNvGrpSpPr/>
          <p:nvPr/>
        </p:nvGrpSpPr>
        <p:grpSpPr bwMode="auto">
          <a:xfrm>
            <a:off x="4389438" y="3787776"/>
            <a:ext cx="539750" cy="539749"/>
            <a:chOff x="625464" y="4505328"/>
            <a:chExt cx="540000" cy="540000"/>
          </a:xfrm>
        </p:grpSpPr>
        <p:sp>
          <p:nvSpPr>
            <p:cNvPr id="65" name="流程图: 联系 6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14" name="TextBox 65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5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68" name="直接箭头连接符 67"/>
          <p:cNvCxnSpPr/>
          <p:nvPr/>
        </p:nvCxnSpPr>
        <p:spPr bwMode="auto">
          <a:xfrm rot="16200000" flipH="1">
            <a:off x="3593307" y="3169444"/>
            <a:ext cx="800100" cy="795337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69" name="直接箭头连接符 68"/>
          <p:cNvCxnSpPr/>
          <p:nvPr/>
        </p:nvCxnSpPr>
        <p:spPr bwMode="auto">
          <a:xfrm rot="5400000">
            <a:off x="4391819" y="3518694"/>
            <a:ext cx="536575" cy="1587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70" name="直接箭头连接符 69"/>
          <p:cNvCxnSpPr/>
          <p:nvPr/>
        </p:nvCxnSpPr>
        <p:spPr bwMode="auto">
          <a:xfrm rot="5400000">
            <a:off x="3137694" y="2442369"/>
            <a:ext cx="533400" cy="1588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2811243" y="5761044"/>
            <a:ext cx="4124325" cy="55308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6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1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4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3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2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5</a:t>
            </a:r>
            <a:endParaRPr lang="zh-CN" altLang="en-US" sz="3000" b="1" cap="all" baseline="-2500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</a:endParaRPr>
          </a:p>
        </p:txBody>
      </p:sp>
      <p:grpSp>
        <p:nvGrpSpPr>
          <p:cNvPr id="61470" name="组合 74"/>
          <p:cNvGrpSpPr/>
          <p:nvPr/>
        </p:nvGrpSpPr>
        <p:grpSpPr bwMode="auto">
          <a:xfrm>
            <a:off x="6543675" y="1635126"/>
            <a:ext cx="539750" cy="539749"/>
            <a:chOff x="625464" y="4505328"/>
            <a:chExt cx="540000" cy="540000"/>
          </a:xfrm>
        </p:grpSpPr>
        <p:sp>
          <p:nvSpPr>
            <p:cNvPr id="76" name="流程图: 联系 75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10" name="TextBox 76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2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71" name="组合 9"/>
          <p:cNvGrpSpPr/>
          <p:nvPr/>
        </p:nvGrpSpPr>
        <p:grpSpPr bwMode="auto">
          <a:xfrm>
            <a:off x="6545263" y="2711451"/>
            <a:ext cx="539750" cy="539749"/>
            <a:chOff x="625464" y="4505328"/>
            <a:chExt cx="540000" cy="540000"/>
          </a:xfrm>
        </p:grpSpPr>
        <p:sp>
          <p:nvSpPr>
            <p:cNvPr id="79" name="流程图: 联系 78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06" name="TextBox 79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3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72" name="组合 12"/>
          <p:cNvGrpSpPr/>
          <p:nvPr/>
        </p:nvGrpSpPr>
        <p:grpSpPr bwMode="auto">
          <a:xfrm>
            <a:off x="5289550" y="2709864"/>
            <a:ext cx="539750" cy="539749"/>
            <a:chOff x="625464" y="4505328"/>
            <a:chExt cx="540000" cy="540000"/>
          </a:xfrm>
        </p:grpSpPr>
        <p:sp>
          <p:nvSpPr>
            <p:cNvPr id="82" name="流程图: 联系 81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502" name="TextBox 82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4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86" name="直接箭头连接符 85"/>
          <p:cNvCxnSpPr/>
          <p:nvPr/>
        </p:nvCxnSpPr>
        <p:spPr bwMode="auto">
          <a:xfrm rot="16200000" flipV="1">
            <a:off x="6546056" y="2442369"/>
            <a:ext cx="536575" cy="1588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61474" name="组合 86"/>
          <p:cNvGrpSpPr/>
          <p:nvPr/>
        </p:nvGrpSpPr>
        <p:grpSpPr bwMode="auto">
          <a:xfrm>
            <a:off x="6543675" y="3787776"/>
            <a:ext cx="539750" cy="539749"/>
            <a:chOff x="625464" y="4505328"/>
            <a:chExt cx="540000" cy="540000"/>
          </a:xfrm>
        </p:grpSpPr>
        <p:sp>
          <p:nvSpPr>
            <p:cNvPr id="88" name="流程图: 联系 87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498" name="TextBox 88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5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90" name="直接箭头连接符 89"/>
          <p:cNvCxnSpPr/>
          <p:nvPr/>
        </p:nvCxnSpPr>
        <p:spPr bwMode="auto">
          <a:xfrm rot="16200000" flipH="1">
            <a:off x="5747544" y="3169444"/>
            <a:ext cx="800100" cy="795338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 bwMode="auto">
          <a:xfrm rot="5400000">
            <a:off x="6546056" y="3518694"/>
            <a:ext cx="536575" cy="1588"/>
          </a:xfrm>
          <a:prstGeom prst="straightConnector1">
            <a:avLst/>
          </a:prstGeom>
          <a:ln w="476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61477" name="组合 92"/>
          <p:cNvGrpSpPr/>
          <p:nvPr/>
        </p:nvGrpSpPr>
        <p:grpSpPr bwMode="auto">
          <a:xfrm>
            <a:off x="8156575" y="1635126"/>
            <a:ext cx="539750" cy="539749"/>
            <a:chOff x="625464" y="4505328"/>
            <a:chExt cx="540000" cy="540000"/>
          </a:xfrm>
        </p:grpSpPr>
        <p:sp>
          <p:nvSpPr>
            <p:cNvPr id="94" name="流程图: 联系 9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494" name="TextBox 94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2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61478" name="组合 9"/>
          <p:cNvGrpSpPr/>
          <p:nvPr/>
        </p:nvGrpSpPr>
        <p:grpSpPr bwMode="auto">
          <a:xfrm>
            <a:off x="8158163" y="2711451"/>
            <a:ext cx="539750" cy="539749"/>
            <a:chOff x="625464" y="4505328"/>
            <a:chExt cx="540000" cy="540000"/>
          </a:xfrm>
        </p:grpSpPr>
        <p:sp>
          <p:nvSpPr>
            <p:cNvPr id="97" name="流程图: 联系 96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490" name="TextBox 97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3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102" name="直接箭头连接符 101"/>
          <p:cNvCxnSpPr/>
          <p:nvPr/>
        </p:nvCxnSpPr>
        <p:spPr bwMode="auto">
          <a:xfrm rot="16200000" flipV="1">
            <a:off x="8158956" y="2442369"/>
            <a:ext cx="536575" cy="1588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1480" name="组合 102"/>
          <p:cNvGrpSpPr/>
          <p:nvPr/>
        </p:nvGrpSpPr>
        <p:grpSpPr bwMode="auto">
          <a:xfrm>
            <a:off x="8156575" y="3787776"/>
            <a:ext cx="539750" cy="539749"/>
            <a:chOff x="625464" y="4505328"/>
            <a:chExt cx="540000" cy="540000"/>
          </a:xfrm>
        </p:grpSpPr>
        <p:sp>
          <p:nvSpPr>
            <p:cNvPr id="104" name="流程图: 联系 10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1486" name="TextBox 104"/>
            <p:cNvSpPr>
              <a:spLocks noChangeArrowheads="1"/>
            </p:cNvSpPr>
            <p:nvPr/>
          </p:nvSpPr>
          <p:spPr bwMode="auto">
            <a:xfrm>
              <a:off x="777935" y="4551499"/>
              <a:ext cx="235059" cy="276989"/>
            </a:xfrm>
            <a:prstGeom prst="rect">
              <a:avLst/>
            </a:prstGeom>
            <a:solidFill>
              <a:srgbClr val="4D4D4D"/>
            </a:solidFill>
            <a:ln w="28575" algn="ctr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V</a:t>
              </a:r>
              <a:r>
                <a: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5</a:t>
              </a:r>
              <a:endPara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cxnSp>
        <p:nvCxnSpPr>
          <p:cNvPr id="107" name="直接箭头连接符 106"/>
          <p:cNvCxnSpPr/>
          <p:nvPr/>
        </p:nvCxnSpPr>
        <p:spPr bwMode="auto">
          <a:xfrm rot="5400000">
            <a:off x="8158956" y="3518694"/>
            <a:ext cx="536575" cy="1588"/>
          </a:xfrm>
          <a:prstGeom prst="straightConnector1">
            <a:avLst/>
          </a:prstGeom>
          <a:ln w="38100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1482" name="TextBox 107"/>
          <p:cNvSpPr txBox="1">
            <a:spLocks noChangeArrowheads="1"/>
          </p:cNvSpPr>
          <p:nvPr/>
        </p:nvSpPr>
        <p:spPr bwMode="auto">
          <a:xfrm>
            <a:off x="1522413" y="4684713"/>
            <a:ext cx="7175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Step1                         Step2                        Step3                       Step4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算法细化</a:t>
            </a:r>
            <a:r>
              <a:rPr lang="en-US" altLang="zh-CN" smtClean="0"/>
              <a:t>——</a:t>
            </a:r>
            <a:r>
              <a:rPr lang="zh-CN" altLang="en-US" smtClean="0"/>
              <a:t>数据结构的选择</a:t>
            </a:r>
            <a:endParaRPr lang="zh-CN" altLang="en-US" smtClean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拓扑序列</a:t>
            </a:r>
            <a:r>
              <a:rPr lang="en-US" altLang="zh-CN" smtClean="0"/>
              <a:t>V</a:t>
            </a:r>
            <a:r>
              <a:rPr lang="zh-CN" altLang="en-US" smtClean="0"/>
              <a:t>如何描述？</a:t>
            </a:r>
            <a:br>
              <a:rPr lang="zh-CN" altLang="en-US" smtClean="0"/>
            </a:br>
            <a:r>
              <a:rPr lang="zh-CN" altLang="en-US" smtClean="0"/>
              <a:t>如何找出候选顶点？</a:t>
            </a:r>
            <a:endParaRPr lang="zh-CN" altLang="en-US" smtClean="0"/>
          </a:p>
          <a:p>
            <a:r>
              <a:rPr lang="en-US" altLang="zh-CN" smtClean="0"/>
              <a:t>V——</a:t>
            </a:r>
            <a:r>
              <a:rPr lang="zh-CN" altLang="en-US" smtClean="0"/>
              <a:t>一维数组</a:t>
            </a:r>
            <a:r>
              <a:rPr lang="en-US" altLang="zh-CN" smtClean="0"/>
              <a:t>v</a:t>
            </a:r>
            <a:br>
              <a:rPr lang="en-US" altLang="zh-CN" smtClean="0"/>
            </a:br>
            <a:r>
              <a:rPr lang="zh-CN" altLang="en-US" smtClean="0"/>
              <a:t>栈</a:t>
            </a:r>
            <a:r>
              <a:rPr lang="en-US" altLang="zh-CN" smtClean="0"/>
              <a:t>——</a:t>
            </a:r>
            <a:r>
              <a:rPr lang="zh-CN" altLang="en-US" smtClean="0"/>
              <a:t>保存候选顶点</a:t>
            </a:r>
            <a:endParaRPr lang="zh-CN" altLang="en-US" smtClean="0"/>
          </a:p>
          <a:p>
            <a:r>
              <a:rPr lang="en-US" altLang="zh-CN" smtClean="0"/>
              <a:t>InDegree——</a:t>
            </a:r>
            <a:r>
              <a:rPr lang="zh-CN" altLang="en-US" smtClean="0"/>
              <a:t>保存顶点当前入度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算法实现</a:t>
            </a:r>
            <a:endParaRPr lang="zh-CN" altLang="en-US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初始</a:t>
            </a:r>
            <a:endParaRPr lang="zh-CN" altLang="en-US" smtClean="0"/>
          </a:p>
          <a:p>
            <a:pPr lvl="1"/>
            <a:r>
              <a:rPr lang="en-US" altLang="zh-CN" smtClean="0"/>
              <a:t>V</a:t>
            </a:r>
            <a:r>
              <a:rPr lang="zh-CN" altLang="en-US" smtClean="0"/>
              <a:t>为空</a:t>
            </a:r>
            <a:endParaRPr lang="zh-CN" altLang="en-US" smtClean="0"/>
          </a:p>
          <a:p>
            <a:pPr lvl="1"/>
            <a:r>
              <a:rPr lang="en-US" altLang="zh-CN" smtClean="0"/>
              <a:t>InDegree</a:t>
            </a:r>
            <a:r>
              <a:rPr lang="zh-CN" altLang="en-US" smtClean="0"/>
              <a:t>保存图中顶点入度</a:t>
            </a:r>
            <a:endParaRPr lang="zh-CN" altLang="en-US" smtClean="0"/>
          </a:p>
          <a:p>
            <a:pPr lvl="1"/>
            <a:r>
              <a:rPr lang="zh-CN" altLang="en-US" smtClean="0"/>
              <a:t>将入度为</a:t>
            </a:r>
            <a:r>
              <a:rPr lang="en-US" altLang="zh-CN" smtClean="0"/>
              <a:t>0</a:t>
            </a:r>
            <a:r>
              <a:rPr lang="zh-CN" altLang="en-US" smtClean="0"/>
              <a:t>的顶点压栈</a:t>
            </a:r>
            <a:endParaRPr lang="zh-CN" altLang="en-US" smtClean="0"/>
          </a:p>
          <a:p>
            <a:r>
              <a:rPr lang="zh-CN" altLang="en-US" smtClean="0"/>
              <a:t>每个步骤</a:t>
            </a:r>
            <a:endParaRPr lang="zh-CN" altLang="en-US" smtClean="0"/>
          </a:p>
          <a:p>
            <a:pPr lvl="1"/>
            <a:r>
              <a:rPr lang="zh-CN" altLang="en-US" smtClean="0"/>
              <a:t>弹出栈顶顶点</a:t>
            </a:r>
            <a:r>
              <a:rPr lang="en-US" altLang="zh-CN" smtClean="0"/>
              <a:t>p</a:t>
            </a:r>
            <a:r>
              <a:rPr lang="zh-CN" altLang="en-US" smtClean="0"/>
              <a:t>，加入</a:t>
            </a:r>
            <a:r>
              <a:rPr lang="en-US" altLang="zh-CN" smtClean="0"/>
              <a:t>V</a:t>
            </a:r>
            <a:endParaRPr lang="en-US" altLang="zh-CN" smtClean="0"/>
          </a:p>
          <a:p>
            <a:pPr lvl="1"/>
            <a:r>
              <a:rPr lang="zh-CN" altLang="en-US" smtClean="0"/>
              <a:t>并将</a:t>
            </a:r>
            <a:r>
              <a:rPr lang="en-US" altLang="zh-CN" smtClean="0"/>
              <a:t>p</a:t>
            </a:r>
            <a:r>
              <a:rPr lang="zh-CN" altLang="en-US" smtClean="0"/>
              <a:t>的每个邻接顶点的</a:t>
            </a:r>
            <a:r>
              <a:rPr lang="en-US" altLang="zh-CN" smtClean="0"/>
              <a:t>InDegree</a:t>
            </a:r>
            <a:r>
              <a:rPr lang="zh-CN" altLang="en-US" smtClean="0"/>
              <a:t>值减</a:t>
            </a:r>
            <a:r>
              <a:rPr lang="en-US" altLang="zh-CN" smtClean="0"/>
              <a:t>1</a:t>
            </a:r>
            <a:endParaRPr lang="en-US" altLang="zh-CN" smtClean="0"/>
          </a:p>
          <a:p>
            <a:pPr lvl="1"/>
            <a:r>
              <a:rPr lang="zh-CN" altLang="en-US" smtClean="0"/>
              <a:t>若某个顶点的</a:t>
            </a:r>
            <a:r>
              <a:rPr lang="en-US" altLang="zh-CN" smtClean="0"/>
              <a:t>InDegree</a:t>
            </a:r>
            <a:r>
              <a:rPr lang="zh-CN" altLang="en-US" smtClean="0"/>
              <a:t>值变为</a:t>
            </a:r>
            <a:r>
              <a:rPr lang="en-US" altLang="zh-CN" smtClean="0"/>
              <a:t>0</a:t>
            </a:r>
            <a:r>
              <a:rPr lang="zh-CN" altLang="en-US" smtClean="0"/>
              <a:t>，将其压栈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实现</a:t>
            </a:r>
            <a:endParaRPr lang="zh-CN" altLang="en-US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bool Network::Topological(int v[])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 n = Vertices();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Compute in-degrees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 *InDegree = new int [n+1];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InitializePos();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graph iterator array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for (int i = 1; i &lt;= n; i++)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initialize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InDegree[i] = 0;</a:t>
            </a:r>
            <a:endParaRPr lang="en-US" altLang="zh-CN" smtClean="0">
              <a:solidFill>
                <a:srgbClr val="0000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实现（续）</a:t>
            </a:r>
            <a:endParaRPr lang="zh-CN" altLang="en-US" smtClean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for (i = 1; i &lt;= n; i++) 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遍历所有顶点的出边，计算入度</a:t>
            </a:r>
            <a:endParaRPr lang="zh-CN" altLang="en-US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 u = Begin(i);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while (u)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InDegree[u]++;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u = NextVertex(i);}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Stack vertices with zero in-degree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LinkedStack&lt;int&gt; S;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for (i = 1; i &lt;= n; i++)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if (!InDegree[i]) S.Add(i);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实现（续）</a:t>
            </a:r>
            <a:endParaRPr lang="zh-CN" altLang="en-US" smtClean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/>
          </a:bodyPr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Generate topological order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 = 0;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// cursor for array v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while (!S.IsEmpty()) 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select from stack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 w;            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next vertex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S.Delete(w);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v[i++] = w;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 u = Begin(w);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while (u) 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update in-degrees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InDegree[u]--;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(!InDegree[u]) S.Add(u);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u = NextVertex(w);}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DeactivatePos();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delete [] InDegree;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return (i == n);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mtClean="0"/>
          </a:p>
        </p:txBody>
      </p:sp>
      <p:sp>
        <p:nvSpPr>
          <p:cNvPr id="66564" name="TextBox 3"/>
          <p:cNvSpPr txBox="1">
            <a:spLocks noChangeArrowheads="1"/>
          </p:cNvSpPr>
          <p:nvPr/>
        </p:nvSpPr>
        <p:spPr bwMode="auto">
          <a:xfrm>
            <a:off x="5827713" y="3608388"/>
            <a:ext cx="287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时间复杂度是</a:t>
            </a:r>
            <a:r>
              <a:rPr lang="en-US" altLang="zh-CN" b="1">
                <a:solidFill>
                  <a:srgbClr val="FF0000"/>
                </a:solidFill>
              </a:rPr>
              <a:t>O(</a:t>
            </a:r>
            <a:r>
              <a:rPr lang="en-US" altLang="zh-CN" b="1" i="1">
                <a:solidFill>
                  <a:srgbClr val="FF0000"/>
                </a:solidFill>
              </a:rPr>
              <a:t>n+e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拓扑排序要点</a:t>
            </a:r>
            <a:endParaRPr lang="zh-CN" altLang="en-US" smtClean="0"/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入度为</a:t>
            </a:r>
            <a:r>
              <a:rPr lang="en-US" altLang="zh-CN" smtClean="0"/>
              <a:t>0</a:t>
            </a:r>
            <a:r>
              <a:rPr lang="zh-CN" altLang="en-US" smtClean="0"/>
              <a:t>的顶点即没有前驱活动的，或前驱活动都已经完成的顶点，工程可以从这个顶点所代表的活动开始或继续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算法每输出一个顶点之后，要删去从这个顶点发出的边，这意味着这个顶点所代表的活动已经完成，对于后续顶点所代表的活动来说，该前驱活动已经完成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拓扑排序要点</a:t>
            </a:r>
            <a:endParaRPr lang="zh-CN" altLang="en-US" smtClean="0"/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如果一个节点有多个直接后继，则拓扑排序的结果通常不唯一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由于</a:t>
            </a:r>
            <a:r>
              <a:rPr lang="en-US" altLang="zh-CN" smtClean="0"/>
              <a:t>DAG</a:t>
            </a:r>
            <a:r>
              <a:rPr lang="zh-CN" altLang="en-US" smtClean="0"/>
              <a:t>网络中各顶点的地位是平等的，每个顶点的编号是人为的，因此可以按照拓扑排序的结果重新安排顶点的序号，生成</a:t>
            </a:r>
            <a:r>
              <a:rPr lang="en-US" altLang="zh-CN" smtClean="0">
                <a:sym typeface="+mn-ea"/>
              </a:rPr>
              <a:t>DAG</a:t>
            </a:r>
            <a:r>
              <a:rPr lang="zh-CN" altLang="en-US" smtClean="0"/>
              <a:t>网络的新的邻接矩阵存储表示。其中，对角线以下可以全为零。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排序后整理</a:t>
            </a:r>
            <a:r>
              <a:rPr lang="zh-CN" altLang="en-US" smtClean="0"/>
              <a:t>序号</a:t>
            </a:r>
            <a:endParaRPr lang="zh-CN" altLang="en-US" smtClean="0"/>
          </a:p>
        </p:txBody>
      </p:sp>
      <p:grpSp>
        <p:nvGrpSpPr>
          <p:cNvPr id="4" name="组合 3"/>
          <p:cNvGrpSpPr/>
          <p:nvPr/>
        </p:nvGrpSpPr>
        <p:grpSpPr>
          <a:xfrm>
            <a:off x="4566920" y="476885"/>
            <a:ext cx="1795145" cy="2692400"/>
            <a:chOff x="1268" y="2575"/>
            <a:chExt cx="2827" cy="4240"/>
          </a:xfrm>
        </p:grpSpPr>
        <p:grpSp>
          <p:nvGrpSpPr>
            <p:cNvPr id="61444" name="组合 5"/>
            <p:cNvGrpSpPr/>
            <p:nvPr/>
          </p:nvGrpSpPr>
          <p:grpSpPr bwMode="auto">
            <a:xfrm>
              <a:off x="1268" y="2575"/>
              <a:ext cx="850" cy="850"/>
              <a:chOff x="625464" y="4505328"/>
              <a:chExt cx="540000" cy="540000"/>
            </a:xfrm>
          </p:grpSpPr>
          <p:sp>
            <p:nvSpPr>
              <p:cNvPr id="20" name="流程图: 联系 3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61554" name="TextBox 4"/>
              <p:cNvSpPr>
                <a:spLocks noChangeArrowheads="1"/>
              </p:cNvSpPr>
              <p:nvPr/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61445" name="组合 6"/>
            <p:cNvGrpSpPr/>
            <p:nvPr/>
          </p:nvGrpSpPr>
          <p:grpSpPr bwMode="auto">
            <a:xfrm>
              <a:off x="3243" y="2575"/>
              <a:ext cx="850" cy="850"/>
              <a:chOff x="625464" y="4505328"/>
              <a:chExt cx="540000" cy="540000"/>
            </a:xfrm>
          </p:grpSpPr>
          <p:sp>
            <p:nvSpPr>
              <p:cNvPr id="18" name="流程图: 联系 17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61550" name="TextBox 18"/>
              <p:cNvSpPr>
                <a:spLocks noChangeArrowheads="1"/>
              </p:cNvSpPr>
              <p:nvPr/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61446" name="组合 9"/>
            <p:cNvGrpSpPr/>
            <p:nvPr/>
          </p:nvGrpSpPr>
          <p:grpSpPr bwMode="auto">
            <a:xfrm>
              <a:off x="3245" y="4270"/>
              <a:ext cx="850" cy="850"/>
              <a:chOff x="625464" y="4505328"/>
              <a:chExt cx="540000" cy="540000"/>
            </a:xfrm>
          </p:grpSpPr>
          <p:sp>
            <p:nvSpPr>
              <p:cNvPr id="16" name="流程图: 联系 15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61546" name="TextBox 16"/>
              <p:cNvSpPr>
                <a:spLocks noChangeArrowheads="1"/>
              </p:cNvSpPr>
              <p:nvPr/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3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61447" name="组合 12"/>
            <p:cNvGrpSpPr/>
            <p:nvPr/>
          </p:nvGrpSpPr>
          <p:grpSpPr bwMode="auto">
            <a:xfrm>
              <a:off x="1268" y="4268"/>
              <a:ext cx="850" cy="850"/>
              <a:chOff x="625464" y="4505328"/>
              <a:chExt cx="540000" cy="540000"/>
            </a:xfrm>
          </p:grpSpPr>
          <p:sp>
            <p:nvSpPr>
              <p:cNvPr id="14" name="流程图: 联系 13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61542" name="TextBox 14"/>
              <p:cNvSpPr>
                <a:spLocks noChangeArrowheads="1"/>
              </p:cNvSpPr>
              <p:nvPr/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4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cxnSp>
          <p:nvCxnSpPr>
            <p:cNvPr id="10" name="直接箭头连接符 9"/>
            <p:cNvCxnSpPr/>
            <p:nvPr/>
          </p:nvCxnSpPr>
          <p:spPr bwMode="auto">
            <a:xfrm>
              <a:off x="2115" y="3140"/>
              <a:ext cx="1130" cy="3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1" name="直接箭头连接符 10"/>
            <p:cNvCxnSpPr/>
            <p:nvPr/>
          </p:nvCxnSpPr>
          <p:spPr bwMode="auto">
            <a:xfrm rot="16200000" flipH="1">
              <a:off x="1989" y="3304"/>
              <a:ext cx="1260" cy="125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2" name="直接箭头连接符 11"/>
            <p:cNvCxnSpPr>
              <a:stCxn id="61546" idx="0"/>
              <a:endCxn id="18" idx="4"/>
            </p:cNvCxnSpPr>
            <p:nvPr/>
          </p:nvCxnSpPr>
          <p:spPr bwMode="auto">
            <a:xfrm rot="16200000" flipV="1">
              <a:off x="3246" y="3846"/>
              <a:ext cx="845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3" name="直接箭头连接符 12"/>
            <p:cNvCxnSpPr>
              <a:stCxn id="61538" idx="0"/>
              <a:endCxn id="14" idx="4"/>
            </p:cNvCxnSpPr>
            <p:nvPr/>
          </p:nvCxnSpPr>
          <p:spPr bwMode="auto">
            <a:xfrm rot="5400000" flipH="1" flipV="1">
              <a:off x="1269" y="5541"/>
              <a:ext cx="850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grpSp>
          <p:nvGrpSpPr>
            <p:cNvPr id="61452" name="组合 22"/>
            <p:cNvGrpSpPr/>
            <p:nvPr/>
          </p:nvGrpSpPr>
          <p:grpSpPr bwMode="auto">
            <a:xfrm>
              <a:off x="1268" y="5965"/>
              <a:ext cx="850" cy="850"/>
              <a:chOff x="625464" y="4505328"/>
              <a:chExt cx="540000" cy="540000"/>
            </a:xfrm>
          </p:grpSpPr>
          <p:sp>
            <p:nvSpPr>
              <p:cNvPr id="24" name="流程图: 联系 3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61538" name="TextBox 4"/>
              <p:cNvSpPr>
                <a:spLocks noChangeArrowheads="1"/>
              </p:cNvSpPr>
              <p:nvPr/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6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61453" name="组合 25"/>
            <p:cNvGrpSpPr/>
            <p:nvPr/>
          </p:nvGrpSpPr>
          <p:grpSpPr bwMode="auto">
            <a:xfrm>
              <a:off x="3243" y="5965"/>
              <a:ext cx="850" cy="850"/>
              <a:chOff x="625464" y="4505328"/>
              <a:chExt cx="540000" cy="540000"/>
            </a:xfrm>
          </p:grpSpPr>
          <p:sp>
            <p:nvSpPr>
              <p:cNvPr id="27" name="流程图: 联系 26"/>
              <p:cNvSpPr/>
              <p:nvPr/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61534" name="TextBox 27"/>
              <p:cNvSpPr>
                <a:spLocks noChangeArrowheads="1"/>
              </p:cNvSpPr>
              <p:nvPr/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</a:t>
                </a: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5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cxnSp>
          <p:nvCxnSpPr>
            <p:cNvPr id="31" name="直接箭头连接符 30"/>
            <p:cNvCxnSpPr/>
            <p:nvPr/>
          </p:nvCxnSpPr>
          <p:spPr bwMode="auto">
            <a:xfrm>
              <a:off x="2115" y="6528"/>
              <a:ext cx="1130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32" name="直接箭头连接符 31"/>
            <p:cNvCxnSpPr/>
            <p:nvPr/>
          </p:nvCxnSpPr>
          <p:spPr bwMode="auto">
            <a:xfrm rot="16200000" flipH="1">
              <a:off x="1989" y="4991"/>
              <a:ext cx="1260" cy="125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35" name="直接箭头连接符 34"/>
            <p:cNvCxnSpPr>
              <a:stCxn id="16" idx="4"/>
            </p:cNvCxnSpPr>
            <p:nvPr/>
          </p:nvCxnSpPr>
          <p:spPr bwMode="auto">
            <a:xfrm rot="5400000">
              <a:off x="3246" y="5541"/>
              <a:ext cx="845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2" name="直接箭头连接符 41"/>
            <p:cNvCxnSpPr>
              <a:stCxn id="20" idx="4"/>
            </p:cNvCxnSpPr>
            <p:nvPr/>
          </p:nvCxnSpPr>
          <p:spPr bwMode="auto">
            <a:xfrm rot="5400000">
              <a:off x="1274" y="3846"/>
              <a:ext cx="840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71" name="矩形 70"/>
          <p:cNvSpPr/>
          <p:nvPr/>
        </p:nvSpPr>
        <p:spPr>
          <a:xfrm>
            <a:off x="212823" y="1538294"/>
            <a:ext cx="4124325" cy="55308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6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1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4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3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2</a:t>
            </a:r>
            <a:r>
              <a:rPr lang="en-US" altLang="zh-CN" sz="3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   v</a:t>
            </a:r>
            <a:r>
              <a:rPr lang="en-US" altLang="zh-CN" sz="3000" b="1" cap="all" baseline="-2500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</a:rPr>
              <a:t>5</a:t>
            </a:r>
            <a:endParaRPr lang="zh-CN" altLang="en-US" sz="3000" b="1" cap="all" baseline="-2500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95440" y="476885"/>
          <a:ext cx="2349500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349500" imgH="2641600" progId="Equation.KSEE3">
                  <p:embed/>
                </p:oleObj>
              </mc:Choice>
              <mc:Fallback>
                <p:oleObj name="" r:id="rId1" imgW="2349500" imgH="2641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95440" y="476885"/>
                        <a:ext cx="2349500" cy="2641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470025" y="3429000"/>
            <a:ext cx="1795145" cy="2692400"/>
            <a:chOff x="1268" y="2575"/>
            <a:chExt cx="2827" cy="4240"/>
          </a:xfrm>
        </p:grpSpPr>
        <p:grpSp>
          <p:nvGrpSpPr>
            <p:cNvPr id="6" name="组合 5"/>
            <p:cNvGrpSpPr/>
            <p:nvPr/>
          </p:nvGrpSpPr>
          <p:grpSpPr bwMode="auto">
            <a:xfrm>
              <a:off x="1268" y="2575"/>
              <a:ext cx="850" cy="850"/>
              <a:chOff x="625464" y="4505328"/>
              <a:chExt cx="540000" cy="540000"/>
            </a:xfrm>
          </p:grpSpPr>
          <p:sp>
            <p:nvSpPr>
              <p:cNvPr id="7" name="流程图: 联系 3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8" name="TextBox 4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V2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9" name="组合 6"/>
            <p:cNvGrpSpPr/>
            <p:nvPr/>
          </p:nvGrpSpPr>
          <p:grpSpPr bwMode="auto">
            <a:xfrm>
              <a:off x="3243" y="2575"/>
              <a:ext cx="850" cy="850"/>
              <a:chOff x="625464" y="4505328"/>
              <a:chExt cx="540000" cy="540000"/>
            </a:xfrm>
          </p:grpSpPr>
          <p:sp>
            <p:nvSpPr>
              <p:cNvPr id="15" name="流程图: 联系 14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17" name="TextBox 18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V5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19" name="组合 9"/>
            <p:cNvGrpSpPr/>
            <p:nvPr/>
          </p:nvGrpSpPr>
          <p:grpSpPr bwMode="auto">
            <a:xfrm>
              <a:off x="3245" y="4270"/>
              <a:ext cx="850" cy="850"/>
              <a:chOff x="625464" y="4505328"/>
              <a:chExt cx="540000" cy="540000"/>
            </a:xfrm>
          </p:grpSpPr>
          <p:sp>
            <p:nvSpPr>
              <p:cNvPr id="21" name="流程图: 联系 20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22" name="TextBox 16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V4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23" name="组合 12"/>
            <p:cNvGrpSpPr/>
            <p:nvPr/>
          </p:nvGrpSpPr>
          <p:grpSpPr bwMode="auto">
            <a:xfrm>
              <a:off x="1268" y="4268"/>
              <a:ext cx="850" cy="850"/>
              <a:chOff x="625464" y="4505328"/>
              <a:chExt cx="540000" cy="540000"/>
            </a:xfrm>
          </p:grpSpPr>
          <p:sp>
            <p:nvSpPr>
              <p:cNvPr id="25" name="流程图: 联系 24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26" name="TextBox 14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V3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cxnSp>
          <p:nvCxnSpPr>
            <p:cNvPr id="28" name="直接箭头连接符 27"/>
            <p:cNvCxnSpPr/>
            <p:nvPr>
              <p:custDataLst>
                <p:tags r:id="rId11"/>
              </p:custDataLst>
            </p:nvPr>
          </p:nvCxnSpPr>
          <p:spPr bwMode="auto">
            <a:xfrm>
              <a:off x="2115" y="3140"/>
              <a:ext cx="1130" cy="3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9" name="直接箭头连接符 28"/>
            <p:cNvCxnSpPr/>
            <p:nvPr>
              <p:custDataLst>
                <p:tags r:id="rId12"/>
              </p:custDataLst>
            </p:nvPr>
          </p:nvCxnSpPr>
          <p:spPr bwMode="auto">
            <a:xfrm rot="16200000" flipH="1">
              <a:off x="1989" y="3304"/>
              <a:ext cx="1260" cy="125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30" name="直接箭头连接符 29"/>
            <p:cNvCxnSpPr>
              <a:stCxn id="22" idx="0"/>
              <a:endCxn id="15" idx="4"/>
            </p:cNvCxnSpPr>
            <p:nvPr>
              <p:custDataLst>
                <p:tags r:id="rId13"/>
              </p:custDataLst>
            </p:nvPr>
          </p:nvCxnSpPr>
          <p:spPr bwMode="auto">
            <a:xfrm rot="16200000" flipV="1">
              <a:off x="3246" y="3846"/>
              <a:ext cx="845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33" name="直接箭头连接符 32"/>
            <p:cNvCxnSpPr>
              <a:stCxn id="37" idx="0"/>
              <a:endCxn id="25" idx="4"/>
            </p:cNvCxnSpPr>
            <p:nvPr>
              <p:custDataLst>
                <p:tags r:id="rId14"/>
              </p:custDataLst>
            </p:nvPr>
          </p:nvCxnSpPr>
          <p:spPr bwMode="auto">
            <a:xfrm rot="5400000" flipH="1" flipV="1">
              <a:off x="1269" y="5541"/>
              <a:ext cx="850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grpSp>
          <p:nvGrpSpPr>
            <p:cNvPr id="34" name="组合 22"/>
            <p:cNvGrpSpPr/>
            <p:nvPr/>
          </p:nvGrpSpPr>
          <p:grpSpPr bwMode="auto">
            <a:xfrm>
              <a:off x="1268" y="5965"/>
              <a:ext cx="850" cy="850"/>
              <a:chOff x="625464" y="4505328"/>
              <a:chExt cx="540000" cy="540000"/>
            </a:xfrm>
          </p:grpSpPr>
          <p:sp>
            <p:nvSpPr>
              <p:cNvPr id="36" name="流程图: 联系 3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37" name="TextBox 4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V1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grpSp>
          <p:nvGrpSpPr>
            <p:cNvPr id="38" name="组合 25"/>
            <p:cNvGrpSpPr/>
            <p:nvPr/>
          </p:nvGrpSpPr>
          <p:grpSpPr bwMode="auto">
            <a:xfrm>
              <a:off x="3243" y="5965"/>
              <a:ext cx="850" cy="850"/>
              <a:chOff x="625464" y="4505328"/>
              <a:chExt cx="540000" cy="540000"/>
            </a:xfrm>
          </p:grpSpPr>
          <p:sp>
            <p:nvSpPr>
              <p:cNvPr id="39" name="流程图: 联系 38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625464" y="4505328"/>
                <a:ext cx="540000" cy="540000"/>
              </a:xfrm>
              <a:prstGeom prst="flowChartConnector">
                <a:avLst/>
              </a:prstGeom>
              <a:solidFill>
                <a:srgbClr val="4D4D4D"/>
              </a:solidFill>
              <a:ln w="28575" algn="ctr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40" name="TextBox 27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777935" y="4551499"/>
                <a:ext cx="235059" cy="276989"/>
              </a:xfrm>
              <a:prstGeom prst="rect">
                <a:avLst/>
              </a:prstGeom>
              <a:solidFill>
                <a:srgbClr val="4D4D4D"/>
              </a:solidFill>
              <a:ln w="28575" algn="ctr">
                <a:noFill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>
                <a:noAutofit/>
              </a:bodyPr>
              <a:p>
                <a:pPr lvl="0" algn="ctr" fontAlgn="base"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/>
                </a:pPr>
                <a:r>
                  <a:rPr lang="en-US" altLang="zh-CN" b="1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V6</a:t>
                </a:r>
                <a:endParaRPr lang="en-US" altLang="zh-CN" b="1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cxnSp>
          <p:nvCxnSpPr>
            <p:cNvPr id="41" name="直接箭头连接符 40"/>
            <p:cNvCxnSpPr/>
            <p:nvPr>
              <p:custDataLst>
                <p:tags r:id="rId19"/>
              </p:custDataLst>
            </p:nvPr>
          </p:nvCxnSpPr>
          <p:spPr bwMode="auto">
            <a:xfrm>
              <a:off x="2115" y="6528"/>
              <a:ext cx="1130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3" name="直接箭头连接符 42"/>
            <p:cNvCxnSpPr/>
            <p:nvPr>
              <p:custDataLst>
                <p:tags r:id="rId20"/>
              </p:custDataLst>
            </p:nvPr>
          </p:nvCxnSpPr>
          <p:spPr bwMode="auto">
            <a:xfrm rot="16200000" flipH="1">
              <a:off x="1989" y="4991"/>
              <a:ext cx="1260" cy="125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4" name="直接箭头连接符 43"/>
            <p:cNvCxnSpPr>
              <a:stCxn id="21" idx="4"/>
            </p:cNvCxnSpPr>
            <p:nvPr>
              <p:custDataLst>
                <p:tags r:id="rId21"/>
              </p:custDataLst>
            </p:nvPr>
          </p:nvCxnSpPr>
          <p:spPr bwMode="auto">
            <a:xfrm rot="5400000">
              <a:off x="3246" y="5541"/>
              <a:ext cx="845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5" name="直接箭头连接符 44"/>
            <p:cNvCxnSpPr>
              <a:stCxn id="7" idx="4"/>
            </p:cNvCxnSpPr>
            <p:nvPr>
              <p:custDataLst>
                <p:tags r:id="rId22"/>
              </p:custDataLst>
            </p:nvPr>
          </p:nvCxnSpPr>
          <p:spPr bwMode="auto">
            <a:xfrm rot="5400000">
              <a:off x="1274" y="3846"/>
              <a:ext cx="840" cy="2"/>
            </a:xfrm>
            <a:prstGeom prst="straightConnector1">
              <a:avLst/>
            </a:prstGeom>
            <a:ln w="47625" cap="flat" cmpd="sng">
              <a:solidFill>
                <a:srgbClr val="333333"/>
              </a:solidFill>
              <a:prstDash val="solid"/>
              <a:headEnd type="none" w="med" len="med"/>
              <a:tailEnd type="triangle" w="med" len="med"/>
            </a:ln>
          </p:spPr>
        </p:cxnSp>
      </p:grpSp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3860165" y="3554095"/>
          <a:ext cx="2349500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4" imgW="2349500" imgH="2641600" progId="Equation.KSEE3">
                  <p:embed/>
                </p:oleObj>
              </mc:Choice>
              <mc:Fallback>
                <p:oleObj name="" r:id="rId24" imgW="2349500" imgH="2641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860165" y="3554095"/>
                        <a:ext cx="2349500" cy="2641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小练习</a:t>
            </a:r>
            <a:endParaRPr lang="zh-CN" altLang="en-US" smtClean="0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写出下图的所有拓扑排序结果</a:t>
            </a:r>
            <a:endParaRPr lang="en-US" altLang="zh-CN" smtClean="0"/>
          </a:p>
          <a:p>
            <a:pPr lvl="1"/>
            <a:r>
              <a:rPr lang="zh-CN" altLang="en-US" smtClean="0"/>
              <a:t>提示：共有</a:t>
            </a:r>
            <a:r>
              <a:rPr lang="en-US" altLang="zh-CN" smtClean="0"/>
              <a:t>7</a:t>
            </a:r>
            <a:r>
              <a:rPr lang="zh-CN" altLang="en-US" smtClean="0"/>
              <a:t>种</a:t>
            </a:r>
            <a:endParaRPr lang="zh-CN" altLang="en-US" smtClean="0"/>
          </a:p>
        </p:txBody>
      </p:sp>
      <p:grpSp>
        <p:nvGrpSpPr>
          <p:cNvPr id="69637" name="组合 4"/>
          <p:cNvGrpSpPr/>
          <p:nvPr/>
        </p:nvGrpSpPr>
        <p:grpSpPr bwMode="auto">
          <a:xfrm>
            <a:off x="2419350" y="3248025"/>
            <a:ext cx="539750" cy="539750"/>
            <a:chOff x="625464" y="4505327"/>
            <a:chExt cx="540000" cy="540001"/>
          </a:xfrm>
        </p:grpSpPr>
        <p:sp>
          <p:nvSpPr>
            <p:cNvPr id="6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72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1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38" name="组合 7"/>
          <p:cNvGrpSpPr/>
          <p:nvPr/>
        </p:nvGrpSpPr>
        <p:grpSpPr bwMode="auto">
          <a:xfrm>
            <a:off x="3673475" y="3248025"/>
            <a:ext cx="539750" cy="539750"/>
            <a:chOff x="625464" y="4505327"/>
            <a:chExt cx="540000" cy="540001"/>
          </a:xfrm>
        </p:grpSpPr>
        <p:sp>
          <p:nvSpPr>
            <p:cNvPr id="9" name="流程图: 联系 8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68" name="TextBox 9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2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39" name="组合 9"/>
          <p:cNvGrpSpPr/>
          <p:nvPr/>
        </p:nvGrpSpPr>
        <p:grpSpPr bwMode="auto">
          <a:xfrm>
            <a:off x="3675063" y="4324350"/>
            <a:ext cx="539750" cy="539750"/>
            <a:chOff x="625464" y="4505327"/>
            <a:chExt cx="540000" cy="540001"/>
          </a:xfrm>
        </p:grpSpPr>
        <p:sp>
          <p:nvSpPr>
            <p:cNvPr id="12" name="流程图: 联系 11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64" name="TextBox 12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6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40" name="组合 12"/>
          <p:cNvGrpSpPr/>
          <p:nvPr/>
        </p:nvGrpSpPr>
        <p:grpSpPr bwMode="auto">
          <a:xfrm>
            <a:off x="2419350" y="4322763"/>
            <a:ext cx="539750" cy="539750"/>
            <a:chOff x="625464" y="4505327"/>
            <a:chExt cx="540000" cy="540001"/>
          </a:xfrm>
        </p:grpSpPr>
        <p:sp>
          <p:nvSpPr>
            <p:cNvPr id="15" name="流程图: 联系 1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60" name="TextBox 1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5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 bwMode="auto">
          <a:xfrm>
            <a:off x="2957513" y="3606800"/>
            <a:ext cx="71755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69660" idx="3"/>
          </p:cNvCxnSpPr>
          <p:nvPr/>
        </p:nvCxnSpPr>
        <p:spPr bwMode="auto">
          <a:xfrm flipV="1">
            <a:off x="2959100" y="3708400"/>
            <a:ext cx="793750" cy="79851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643" name="组合 20"/>
          <p:cNvGrpSpPr/>
          <p:nvPr/>
        </p:nvGrpSpPr>
        <p:grpSpPr bwMode="auto">
          <a:xfrm>
            <a:off x="4929188" y="3248025"/>
            <a:ext cx="539750" cy="539750"/>
            <a:chOff x="625464" y="4505327"/>
            <a:chExt cx="540000" cy="540001"/>
          </a:xfrm>
        </p:grpSpPr>
        <p:sp>
          <p:nvSpPr>
            <p:cNvPr id="22" name="流程图: 联系 3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56" name="TextBox 4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3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grpSp>
        <p:nvGrpSpPr>
          <p:cNvPr id="69644" name="组合 12"/>
          <p:cNvGrpSpPr/>
          <p:nvPr/>
        </p:nvGrpSpPr>
        <p:grpSpPr bwMode="auto">
          <a:xfrm>
            <a:off x="4929188" y="4322763"/>
            <a:ext cx="539750" cy="539750"/>
            <a:chOff x="625464" y="4505327"/>
            <a:chExt cx="540000" cy="540001"/>
          </a:xfrm>
        </p:grpSpPr>
        <p:sp>
          <p:nvSpPr>
            <p:cNvPr id="25" name="流程图: 联系 24"/>
            <p:cNvSpPr/>
            <p:nvPr/>
          </p:nvSpPr>
          <p:spPr bwMode="auto">
            <a:xfrm>
              <a:off x="625464" y="4505328"/>
              <a:ext cx="540000" cy="540000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9652" name="TextBox 25"/>
            <p:cNvSpPr txBox="1">
              <a:spLocks noChangeArrowheads="1"/>
            </p:cNvSpPr>
            <p:nvPr/>
          </p:nvSpPr>
          <p:spPr bwMode="auto">
            <a:xfrm>
              <a:off x="625464" y="4505327"/>
              <a:ext cx="540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FFFF"/>
                  </a:solidFill>
                </a:rPr>
                <a:t>V</a:t>
              </a:r>
              <a:r>
                <a:rPr lang="en-US" altLang="zh-CN" b="1" baseline="-25000">
                  <a:solidFill>
                    <a:srgbClr val="FFFFFF"/>
                  </a:solidFill>
                </a:rPr>
                <a:t>4</a:t>
              </a:r>
              <a:endParaRPr lang="zh-CN" altLang="en-US" b="1" baseline="-25000">
                <a:solidFill>
                  <a:srgbClr val="FFFFFF"/>
                </a:solidFill>
              </a:endParaRPr>
            </a:p>
          </p:txBody>
        </p:sp>
      </p:grpSp>
      <p:cxnSp>
        <p:nvCxnSpPr>
          <p:cNvPr id="27" name="直接箭头连接符 26"/>
          <p:cNvCxnSpPr/>
          <p:nvPr/>
        </p:nvCxnSpPr>
        <p:spPr bwMode="auto">
          <a:xfrm rot="5400000">
            <a:off x="4931569" y="4055269"/>
            <a:ext cx="5334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 bwMode="auto">
          <a:xfrm>
            <a:off x="4213225" y="3608388"/>
            <a:ext cx="7175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 bwMode="auto">
          <a:xfrm>
            <a:off x="2957513" y="4681538"/>
            <a:ext cx="717550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 bwMode="auto">
          <a:xfrm>
            <a:off x="4213225" y="4683125"/>
            <a:ext cx="71755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545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算法2：基于</a:t>
            </a:r>
            <a:r>
              <a:rPr lang="en-US" altLang="zh-CN" smtClean="0">
                <a:sym typeface="+mn-ea"/>
              </a:rPr>
              <a:t>DFS</a:t>
            </a:r>
            <a:r>
              <a:rPr lang="zh-CN" altLang="en-US" smtClean="0">
                <a:sym typeface="+mn-ea"/>
              </a:rPr>
              <a:t>求拓扑排序</a:t>
            </a:r>
            <a:endParaRPr lang="zh-CN" altLang="en-US" smtClean="0">
              <a:sym typeface="+mn-ea"/>
            </a:endParaRPr>
          </a:p>
        </p:txBody>
      </p:sp>
      <p:sp>
        <p:nvSpPr>
          <p:cNvPr id="915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4545" algn="l"/>
                <a:tab pos="13506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，借助栈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 */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，其间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得到组成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森林的一系列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每当有顶点被标记为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，则将其压入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一旦发现有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后向边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，则报告“非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DAG”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并退出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结束后，顺序弹出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中的各个顶点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4545" algn="l"/>
                <a:tab pos="13506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复杂度与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相当，也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+e)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15460" name="AutoShape 4"/>
          <p:cNvCxnSpPr>
            <a:stCxn id="915467" idx="4"/>
            <a:endCxn id="915470" idx="0"/>
          </p:cNvCxnSpPr>
          <p:nvPr/>
        </p:nvCxnSpPr>
        <p:spPr>
          <a:xfrm>
            <a:off x="971550" y="5428933"/>
            <a:ext cx="0" cy="503555"/>
          </a:xfrm>
          <a:prstGeom prst="straightConnector1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1" name="AutoShape 5"/>
          <p:cNvCxnSpPr>
            <a:stCxn id="915467" idx="5"/>
            <a:endCxn id="915469" idx="1"/>
          </p:cNvCxnSpPr>
          <p:nvPr/>
        </p:nvCxnSpPr>
        <p:spPr>
          <a:xfrm>
            <a:off x="1072833" y="5386705"/>
            <a:ext cx="227965" cy="201295"/>
          </a:xfrm>
          <a:prstGeom prst="straightConnector1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2" name="AutoShape 6"/>
          <p:cNvCxnSpPr>
            <a:stCxn id="915469" idx="3"/>
            <a:endCxn id="915470" idx="7"/>
          </p:cNvCxnSpPr>
          <p:nvPr/>
        </p:nvCxnSpPr>
        <p:spPr>
          <a:xfrm flipH="1">
            <a:off x="1073150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3" name="AutoShape 7"/>
          <p:cNvCxnSpPr>
            <a:stCxn id="915469" idx="4"/>
            <a:endCxn id="915471" idx="0"/>
          </p:cNvCxnSpPr>
          <p:nvPr/>
        </p:nvCxnSpPr>
        <p:spPr>
          <a:xfrm>
            <a:off x="1403350" y="5834380"/>
            <a:ext cx="0" cy="45847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4" name="AutoShape 8"/>
          <p:cNvCxnSpPr>
            <a:stCxn id="915471" idx="7"/>
            <a:endCxn id="915472" idx="3"/>
          </p:cNvCxnSpPr>
          <p:nvPr/>
        </p:nvCxnSpPr>
        <p:spPr>
          <a:xfrm flipV="1">
            <a:off x="1504633" y="6179185"/>
            <a:ext cx="227965" cy="15621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5" name="AutoShape 9"/>
          <p:cNvCxnSpPr>
            <a:stCxn id="915469" idx="5"/>
            <a:endCxn id="915472" idx="1"/>
          </p:cNvCxnSpPr>
          <p:nvPr/>
        </p:nvCxnSpPr>
        <p:spPr>
          <a:xfrm>
            <a:off x="1504633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66" name="AutoShape 10"/>
          <p:cNvCxnSpPr>
            <a:stCxn id="915468" idx="3"/>
            <a:endCxn id="915469" idx="7"/>
          </p:cNvCxnSpPr>
          <p:nvPr/>
        </p:nvCxnSpPr>
        <p:spPr>
          <a:xfrm flipH="1">
            <a:off x="1504950" y="5386705"/>
            <a:ext cx="227965" cy="20129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15467" name="Oval 11"/>
          <p:cNvSpPr>
            <a:spLocks noChangeArrowheads="1"/>
          </p:cNvSpPr>
          <p:nvPr/>
        </p:nvSpPr>
        <p:spPr bwMode="auto">
          <a:xfrm>
            <a:off x="827088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68" name="Oval 12"/>
          <p:cNvSpPr>
            <a:spLocks noChangeArrowheads="1"/>
          </p:cNvSpPr>
          <p:nvPr/>
        </p:nvSpPr>
        <p:spPr bwMode="auto">
          <a:xfrm>
            <a:off x="1690688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69" name="Oval 13"/>
          <p:cNvSpPr>
            <a:spLocks noChangeArrowheads="1"/>
          </p:cNvSpPr>
          <p:nvPr/>
        </p:nvSpPr>
        <p:spPr bwMode="auto">
          <a:xfrm>
            <a:off x="1258888" y="55451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70" name="Oval 14"/>
          <p:cNvSpPr>
            <a:spLocks noChangeArrowheads="1"/>
          </p:cNvSpPr>
          <p:nvPr/>
        </p:nvSpPr>
        <p:spPr bwMode="auto">
          <a:xfrm>
            <a:off x="827088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71" name="Oval 15"/>
          <p:cNvSpPr>
            <a:spLocks noChangeArrowheads="1"/>
          </p:cNvSpPr>
          <p:nvPr/>
        </p:nvSpPr>
        <p:spPr bwMode="auto">
          <a:xfrm>
            <a:off x="1258888" y="62928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72" name="Oval 16"/>
          <p:cNvSpPr>
            <a:spLocks noChangeArrowheads="1"/>
          </p:cNvSpPr>
          <p:nvPr/>
        </p:nvSpPr>
        <p:spPr bwMode="auto">
          <a:xfrm>
            <a:off x="1690688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73" name="AutoShape 17"/>
          <p:cNvSpPr/>
          <p:nvPr/>
        </p:nvSpPr>
        <p:spPr>
          <a:xfrm>
            <a:off x="2265363" y="4565650"/>
            <a:ext cx="431800" cy="2016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15475" name="Oval 19"/>
          <p:cNvSpPr>
            <a:spLocks noChangeArrowheads="1"/>
          </p:cNvSpPr>
          <p:nvPr/>
        </p:nvSpPr>
        <p:spPr bwMode="auto">
          <a:xfrm flipH="1">
            <a:off x="2338388" y="58626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6" name="Oval 20"/>
          <p:cNvSpPr>
            <a:spLocks noChangeArrowheads="1"/>
          </p:cNvSpPr>
          <p:nvPr/>
        </p:nvSpPr>
        <p:spPr bwMode="auto">
          <a:xfrm flipH="1">
            <a:off x="2338388" y="61515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7" name="Oval 21"/>
          <p:cNvSpPr>
            <a:spLocks noChangeArrowheads="1"/>
          </p:cNvSpPr>
          <p:nvPr/>
        </p:nvSpPr>
        <p:spPr bwMode="auto">
          <a:xfrm flipH="1">
            <a:off x="2338388" y="52863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9" name="AutoShape 23"/>
          <p:cNvCxnSpPr>
            <a:stCxn id="915480" idx="2"/>
            <a:endCxn id="915469" idx="0"/>
          </p:cNvCxnSpPr>
          <p:nvPr/>
        </p:nvCxnSpPr>
        <p:spPr>
          <a:xfrm rot="5400000">
            <a:off x="1022033" y="5162868"/>
            <a:ext cx="763905" cy="1270"/>
          </a:xfrm>
          <a:prstGeom prst="curvedConnector3">
            <a:avLst>
              <a:gd name="adj1" fmla="val 50000"/>
            </a:avLst>
          </a:prstGeom>
          <a:ln w="158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15480" name="AutoShape 24"/>
          <p:cNvSpPr/>
          <p:nvPr/>
        </p:nvSpPr>
        <p:spPr>
          <a:xfrm>
            <a:off x="900113" y="4494213"/>
            <a:ext cx="1008062" cy="287337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DFS(G, 'C')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15481" name="AutoShape 25"/>
          <p:cNvCxnSpPr>
            <a:stCxn id="915488" idx="4"/>
            <a:endCxn id="915491" idx="0"/>
          </p:cNvCxnSpPr>
          <p:nvPr/>
        </p:nvCxnSpPr>
        <p:spPr>
          <a:xfrm>
            <a:off x="3852228" y="5428933"/>
            <a:ext cx="0" cy="503555"/>
          </a:xfrm>
          <a:prstGeom prst="straightConnector1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2" name="AutoShape 26"/>
          <p:cNvCxnSpPr>
            <a:stCxn id="915488" idx="5"/>
            <a:endCxn id="915490" idx="1"/>
          </p:cNvCxnSpPr>
          <p:nvPr/>
        </p:nvCxnSpPr>
        <p:spPr>
          <a:xfrm>
            <a:off x="3954145" y="5386705"/>
            <a:ext cx="227965" cy="201295"/>
          </a:xfrm>
          <a:prstGeom prst="straightConnector1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3" name="AutoShape 27"/>
          <p:cNvCxnSpPr>
            <a:stCxn id="915490" idx="3"/>
            <a:endCxn id="915491" idx="7"/>
          </p:cNvCxnSpPr>
          <p:nvPr/>
        </p:nvCxnSpPr>
        <p:spPr>
          <a:xfrm flipH="1">
            <a:off x="3953828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4" name="AutoShape 28"/>
          <p:cNvCxnSpPr>
            <a:stCxn id="915490" idx="4"/>
            <a:endCxn id="915492" idx="0"/>
          </p:cNvCxnSpPr>
          <p:nvPr/>
        </p:nvCxnSpPr>
        <p:spPr>
          <a:xfrm>
            <a:off x="4284028" y="5834380"/>
            <a:ext cx="0" cy="45847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5" name="AutoShape 29"/>
          <p:cNvCxnSpPr>
            <a:stCxn id="915492" idx="7"/>
            <a:endCxn id="915493" idx="3"/>
          </p:cNvCxnSpPr>
          <p:nvPr/>
        </p:nvCxnSpPr>
        <p:spPr>
          <a:xfrm flipV="1">
            <a:off x="4385945" y="6179185"/>
            <a:ext cx="227965" cy="15621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6" name="AutoShape 30"/>
          <p:cNvCxnSpPr>
            <a:stCxn id="915490" idx="5"/>
            <a:endCxn id="915493" idx="1"/>
          </p:cNvCxnSpPr>
          <p:nvPr/>
        </p:nvCxnSpPr>
        <p:spPr>
          <a:xfrm>
            <a:off x="4385945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487" name="AutoShape 31"/>
          <p:cNvCxnSpPr>
            <a:stCxn id="915489" idx="3"/>
            <a:endCxn id="915490" idx="7"/>
          </p:cNvCxnSpPr>
          <p:nvPr/>
        </p:nvCxnSpPr>
        <p:spPr>
          <a:xfrm flipH="1">
            <a:off x="4385628" y="5386705"/>
            <a:ext cx="227965" cy="20129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15488" name="Oval 32"/>
          <p:cNvSpPr>
            <a:spLocks noChangeArrowheads="1"/>
          </p:cNvSpPr>
          <p:nvPr/>
        </p:nvSpPr>
        <p:spPr bwMode="auto">
          <a:xfrm>
            <a:off x="3708400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89" name="Oval 33"/>
          <p:cNvSpPr>
            <a:spLocks noChangeArrowheads="1"/>
          </p:cNvSpPr>
          <p:nvPr/>
        </p:nvSpPr>
        <p:spPr bwMode="auto">
          <a:xfrm>
            <a:off x="4572000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0" name="Oval 34"/>
          <p:cNvSpPr>
            <a:spLocks noChangeArrowheads="1"/>
          </p:cNvSpPr>
          <p:nvPr/>
        </p:nvSpPr>
        <p:spPr bwMode="auto">
          <a:xfrm>
            <a:off x="4140200" y="55451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1" name="Oval 35"/>
          <p:cNvSpPr>
            <a:spLocks noChangeArrowheads="1"/>
          </p:cNvSpPr>
          <p:nvPr/>
        </p:nvSpPr>
        <p:spPr bwMode="auto">
          <a:xfrm>
            <a:off x="3708400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2" name="Oval 36"/>
          <p:cNvSpPr>
            <a:spLocks noChangeArrowheads="1"/>
          </p:cNvSpPr>
          <p:nvPr/>
        </p:nvSpPr>
        <p:spPr bwMode="auto">
          <a:xfrm>
            <a:off x="4140200" y="62928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3" name="Oval 37"/>
          <p:cNvSpPr>
            <a:spLocks noChangeArrowheads="1"/>
          </p:cNvSpPr>
          <p:nvPr/>
        </p:nvSpPr>
        <p:spPr bwMode="auto">
          <a:xfrm>
            <a:off x="4572000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494" name="AutoShape 38"/>
          <p:cNvSpPr/>
          <p:nvPr/>
        </p:nvSpPr>
        <p:spPr>
          <a:xfrm>
            <a:off x="5146675" y="4565650"/>
            <a:ext cx="431800" cy="2016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15495" name="Oval 39"/>
          <p:cNvSpPr>
            <a:spLocks noChangeArrowheads="1"/>
          </p:cNvSpPr>
          <p:nvPr/>
        </p:nvSpPr>
        <p:spPr bwMode="auto">
          <a:xfrm flipH="1">
            <a:off x="5219700" y="58626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6" name="Oval 40"/>
          <p:cNvSpPr>
            <a:spLocks noChangeArrowheads="1"/>
          </p:cNvSpPr>
          <p:nvPr/>
        </p:nvSpPr>
        <p:spPr bwMode="auto">
          <a:xfrm flipH="1">
            <a:off x="5219700" y="61515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7" name="Oval 41"/>
          <p:cNvSpPr>
            <a:spLocks noChangeArrowheads="1"/>
          </p:cNvSpPr>
          <p:nvPr/>
        </p:nvSpPr>
        <p:spPr bwMode="auto">
          <a:xfrm flipH="1">
            <a:off x="5219700" y="52863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98" name="AutoShape 42"/>
          <p:cNvCxnSpPr>
            <a:stCxn id="915499" idx="2"/>
            <a:endCxn id="915489" idx="0"/>
          </p:cNvCxnSpPr>
          <p:nvPr/>
        </p:nvCxnSpPr>
        <p:spPr>
          <a:xfrm rot="5400000" flipV="1">
            <a:off x="4320858" y="4745038"/>
            <a:ext cx="358775" cy="431800"/>
          </a:xfrm>
          <a:prstGeom prst="curvedConnector3">
            <a:avLst>
              <a:gd name="adj1" fmla="val 50000"/>
            </a:avLst>
          </a:prstGeom>
          <a:ln w="158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15499" name="AutoShape 43"/>
          <p:cNvSpPr/>
          <p:nvPr/>
        </p:nvSpPr>
        <p:spPr>
          <a:xfrm>
            <a:off x="3779838" y="4494213"/>
            <a:ext cx="1008062" cy="287337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DFS(G, 'B')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15500" name="Oval 44"/>
          <p:cNvSpPr>
            <a:spLocks noChangeArrowheads="1"/>
          </p:cNvSpPr>
          <p:nvPr/>
        </p:nvSpPr>
        <p:spPr bwMode="auto">
          <a:xfrm flipH="1">
            <a:off x="5219700" y="49990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501" name="AutoShape 45"/>
          <p:cNvCxnSpPr>
            <a:stCxn id="915508" idx="4"/>
            <a:endCxn id="915511" idx="0"/>
          </p:cNvCxnSpPr>
          <p:nvPr/>
        </p:nvCxnSpPr>
        <p:spPr>
          <a:xfrm>
            <a:off x="6589078" y="5428933"/>
            <a:ext cx="0" cy="50355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2" name="AutoShape 46"/>
          <p:cNvCxnSpPr>
            <a:stCxn id="915508" idx="5"/>
            <a:endCxn id="915510" idx="1"/>
          </p:cNvCxnSpPr>
          <p:nvPr/>
        </p:nvCxnSpPr>
        <p:spPr>
          <a:xfrm>
            <a:off x="6690995" y="5386705"/>
            <a:ext cx="227965" cy="20129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3" name="AutoShape 47"/>
          <p:cNvCxnSpPr>
            <a:stCxn id="915510" idx="3"/>
            <a:endCxn id="915511" idx="7"/>
          </p:cNvCxnSpPr>
          <p:nvPr/>
        </p:nvCxnSpPr>
        <p:spPr>
          <a:xfrm flipH="1">
            <a:off x="6690678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4" name="AutoShape 48"/>
          <p:cNvCxnSpPr>
            <a:stCxn id="915510" idx="4"/>
            <a:endCxn id="915512" idx="0"/>
          </p:cNvCxnSpPr>
          <p:nvPr/>
        </p:nvCxnSpPr>
        <p:spPr>
          <a:xfrm>
            <a:off x="7020878" y="5834380"/>
            <a:ext cx="0" cy="45847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5" name="AutoShape 49"/>
          <p:cNvCxnSpPr>
            <a:stCxn id="915512" idx="7"/>
            <a:endCxn id="915513" idx="3"/>
          </p:cNvCxnSpPr>
          <p:nvPr/>
        </p:nvCxnSpPr>
        <p:spPr>
          <a:xfrm flipV="1">
            <a:off x="7122795" y="6179185"/>
            <a:ext cx="227965" cy="15621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6" name="AutoShape 50"/>
          <p:cNvCxnSpPr>
            <a:stCxn id="915510" idx="5"/>
            <a:endCxn id="915513" idx="1"/>
          </p:cNvCxnSpPr>
          <p:nvPr/>
        </p:nvCxnSpPr>
        <p:spPr>
          <a:xfrm>
            <a:off x="7122795" y="5791518"/>
            <a:ext cx="227965" cy="18351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915507" name="AutoShape 51"/>
          <p:cNvCxnSpPr>
            <a:stCxn id="915509" idx="3"/>
            <a:endCxn id="915510" idx="7"/>
          </p:cNvCxnSpPr>
          <p:nvPr/>
        </p:nvCxnSpPr>
        <p:spPr>
          <a:xfrm flipH="1">
            <a:off x="7122478" y="5386705"/>
            <a:ext cx="227965" cy="20129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15508" name="Oval 52"/>
          <p:cNvSpPr>
            <a:spLocks noChangeArrowheads="1"/>
          </p:cNvSpPr>
          <p:nvPr/>
        </p:nvSpPr>
        <p:spPr bwMode="auto">
          <a:xfrm>
            <a:off x="6445250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09" name="Oval 53"/>
          <p:cNvSpPr>
            <a:spLocks noChangeArrowheads="1"/>
          </p:cNvSpPr>
          <p:nvPr/>
        </p:nvSpPr>
        <p:spPr bwMode="auto">
          <a:xfrm>
            <a:off x="7308850" y="51403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0" name="Oval 54"/>
          <p:cNvSpPr>
            <a:spLocks noChangeArrowheads="1"/>
          </p:cNvSpPr>
          <p:nvPr/>
        </p:nvSpPr>
        <p:spPr bwMode="auto">
          <a:xfrm>
            <a:off x="6877050" y="55451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1" name="Oval 55"/>
          <p:cNvSpPr>
            <a:spLocks noChangeArrowheads="1"/>
          </p:cNvSpPr>
          <p:nvPr/>
        </p:nvSpPr>
        <p:spPr bwMode="auto">
          <a:xfrm>
            <a:off x="6445250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2" name="Oval 56"/>
          <p:cNvSpPr>
            <a:spLocks noChangeArrowheads="1"/>
          </p:cNvSpPr>
          <p:nvPr/>
        </p:nvSpPr>
        <p:spPr bwMode="auto">
          <a:xfrm>
            <a:off x="6877050" y="629285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3" name="Oval 57"/>
          <p:cNvSpPr>
            <a:spLocks noChangeArrowheads="1"/>
          </p:cNvSpPr>
          <p:nvPr/>
        </p:nvSpPr>
        <p:spPr bwMode="auto">
          <a:xfrm>
            <a:off x="7308850" y="59324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5514" name="AutoShape 58"/>
          <p:cNvSpPr/>
          <p:nvPr/>
        </p:nvSpPr>
        <p:spPr>
          <a:xfrm>
            <a:off x="7883525" y="4565650"/>
            <a:ext cx="431800" cy="2016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15515" name="Oval 59"/>
          <p:cNvSpPr>
            <a:spLocks noChangeArrowheads="1"/>
          </p:cNvSpPr>
          <p:nvPr/>
        </p:nvSpPr>
        <p:spPr bwMode="auto">
          <a:xfrm flipH="1">
            <a:off x="7956550" y="58626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16" name="Oval 60"/>
          <p:cNvSpPr>
            <a:spLocks noChangeArrowheads="1"/>
          </p:cNvSpPr>
          <p:nvPr/>
        </p:nvSpPr>
        <p:spPr bwMode="auto">
          <a:xfrm flipH="1">
            <a:off x="7956550" y="61515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17" name="Oval 61"/>
          <p:cNvSpPr>
            <a:spLocks noChangeArrowheads="1"/>
          </p:cNvSpPr>
          <p:nvPr/>
        </p:nvSpPr>
        <p:spPr bwMode="auto">
          <a:xfrm flipH="1">
            <a:off x="7956550" y="52863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518" name="AutoShape 62"/>
          <p:cNvCxnSpPr>
            <a:stCxn id="915519" idx="2"/>
            <a:endCxn id="915508" idx="0"/>
          </p:cNvCxnSpPr>
          <p:nvPr/>
        </p:nvCxnSpPr>
        <p:spPr>
          <a:xfrm rot="5400000">
            <a:off x="6625908" y="4745038"/>
            <a:ext cx="358775" cy="431800"/>
          </a:xfrm>
          <a:prstGeom prst="curvedConnector3">
            <a:avLst>
              <a:gd name="adj1" fmla="val 50000"/>
            </a:avLst>
          </a:prstGeom>
          <a:ln w="158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15519" name="AutoShape 63"/>
          <p:cNvSpPr/>
          <p:nvPr/>
        </p:nvSpPr>
        <p:spPr>
          <a:xfrm>
            <a:off x="6516688" y="4494213"/>
            <a:ext cx="1008062" cy="287337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DFS(G, 'A')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15520" name="Oval 64"/>
          <p:cNvSpPr>
            <a:spLocks noChangeArrowheads="1"/>
          </p:cNvSpPr>
          <p:nvPr/>
        </p:nvSpPr>
        <p:spPr bwMode="auto">
          <a:xfrm flipH="1">
            <a:off x="7956550" y="49990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21" name="Oval 65"/>
          <p:cNvSpPr>
            <a:spLocks noChangeArrowheads="1"/>
          </p:cNvSpPr>
          <p:nvPr/>
        </p:nvSpPr>
        <p:spPr bwMode="auto">
          <a:xfrm flipH="1">
            <a:off x="7956550" y="47101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22" name="Oval 66"/>
          <p:cNvSpPr>
            <a:spLocks noChangeArrowheads="1"/>
          </p:cNvSpPr>
          <p:nvPr/>
        </p:nvSpPr>
        <p:spPr bwMode="auto">
          <a:xfrm flipH="1">
            <a:off x="2338388" y="5573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23" name="Oval 67"/>
          <p:cNvSpPr>
            <a:spLocks noChangeArrowheads="1"/>
          </p:cNvSpPr>
          <p:nvPr/>
        </p:nvSpPr>
        <p:spPr bwMode="auto">
          <a:xfrm flipH="1">
            <a:off x="5219700" y="5573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24" name="Oval 68"/>
          <p:cNvSpPr>
            <a:spLocks noChangeArrowheads="1"/>
          </p:cNvSpPr>
          <p:nvPr/>
        </p:nvSpPr>
        <p:spPr bwMode="auto">
          <a:xfrm flipH="1">
            <a:off x="7956550" y="5573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129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算法B：实现</a:t>
            </a:r>
            <a:endParaRPr lang="zh-CN" altLang="en-US" smtClean="0">
              <a:sym typeface="+mn-ea"/>
            </a:endParaRP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>
          <a:xfrm>
            <a:off x="255905" y="1424728"/>
            <a:ext cx="7886700" cy="4686830"/>
          </a:xfrm>
        </p:spPr>
        <p:txBody>
          <a:bodyPr vert="horz" wrap="none" lIns="144000" tIns="72000" rIns="0" bIns="72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bool Graph&lt;Tv, Te&gt;::TSort(int v, int&amp; clock, Stack&lt;Tv&gt;* S) {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dTime(v) = ++clock; status(v) = DISCOVERED;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发现顶点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for (int u = firstNbr(v); -1 &lt; u; u = nextNbr(v, u))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所有邻居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switch (status(u)) {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的状态分别处理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UNDISCOVERED: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parent(u) = v; status(v, u) = TREE;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!TSort(u, clock, S)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return false; break;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处深入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DISCOVERED: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一旦发现后向边（非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BACKWARD; return false;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则退出而不再深入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default: //VISITED (digraphs only)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status(v, u) = (dTime(v) &lt; dTime(u)) ? FORWARD : CROSS; break;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}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status(v) = VISITED; S-&gt;push(vertex(v));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顶点被标记为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时入栈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true;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从顶点</a:t>
            </a:r>
            <a:r>
              <a:rPr lang="en-US" altLang="zh-CN"/>
              <a:t>3</a:t>
            </a:r>
            <a:r>
              <a:rPr lang="zh-CN" altLang="en-US"/>
              <a:t>进行第二种方法求拓扑</a:t>
            </a:r>
            <a:r>
              <a:rPr lang="zh-CN" altLang="en-US"/>
              <a:t>排序</a:t>
            </a:r>
            <a:endParaRPr lang="zh-CN" altLang="en-US"/>
          </a:p>
        </p:txBody>
      </p:sp>
      <p:pic>
        <p:nvPicPr>
          <p:cNvPr id="58372" name="Picture 4" descr="aov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385" y="2649220"/>
            <a:ext cx="4078288" cy="296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两种算法</a:t>
            </a:r>
            <a:r>
              <a:rPr lang="zh-CN" altLang="en-US"/>
              <a:t>区别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算法</a:t>
            </a:r>
            <a:r>
              <a:rPr lang="en-US" altLang="zh-CN"/>
              <a:t>1</a:t>
            </a:r>
            <a:r>
              <a:rPr lang="zh-CN" altLang="en-US"/>
              <a:t>：入度为</a:t>
            </a:r>
            <a:r>
              <a:rPr lang="en-US" altLang="zh-CN"/>
              <a:t>0</a:t>
            </a:r>
            <a:r>
              <a:rPr lang="zh-CN" altLang="en-US"/>
              <a:t>的先入拓扑排序</a:t>
            </a:r>
            <a:r>
              <a:rPr lang="zh-CN" altLang="en-US"/>
              <a:t>队列</a:t>
            </a:r>
            <a:endParaRPr lang="zh-CN" altLang="en-US"/>
          </a:p>
          <a:p>
            <a:r>
              <a:rPr lang="zh-CN" altLang="en-US"/>
              <a:t>算法</a:t>
            </a:r>
            <a:r>
              <a:rPr lang="en-US" altLang="zh-CN"/>
              <a:t>2</a:t>
            </a:r>
            <a:r>
              <a:rPr lang="zh-CN" altLang="en-US"/>
              <a:t>：出度为</a:t>
            </a:r>
            <a:r>
              <a:rPr lang="en-US" altLang="zh-CN"/>
              <a:t>0</a:t>
            </a:r>
            <a:r>
              <a:rPr lang="zh-CN" altLang="en-US"/>
              <a:t>的压入拓扑排序</a:t>
            </a:r>
            <a:r>
              <a:rPr lang="zh-CN" altLang="en-US"/>
              <a:t>堆栈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关键路径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工程和有向无环图</a:t>
            </a:r>
            <a:endParaRPr lang="zh-CN" altLang="en-US" smtClean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有向无环图是描述复杂工程的有效工具</a:t>
            </a:r>
            <a:endParaRPr lang="zh-CN" altLang="en-US" smtClean="0">
              <a:sym typeface="+mn-ea"/>
            </a:endParaRPr>
          </a:p>
          <a:p>
            <a:pPr lvl="0" algn="l"/>
            <a:r>
              <a:rPr lang="zh-CN" altLang="en-US" smtClean="0">
                <a:sym typeface="+mn-ea"/>
              </a:rPr>
              <a:t>工程可以分解为多个活动（Activity）</a:t>
            </a:r>
            <a:endParaRPr lang="zh-CN" altLang="en-US" smtClean="0">
              <a:sym typeface="+mn-ea"/>
            </a:endParaRPr>
          </a:p>
          <a:p>
            <a:pPr lvl="0" algn="l"/>
            <a:r>
              <a:rPr lang="zh-CN" altLang="en-US" smtClean="0">
                <a:sym typeface="Wingdings" panose="05000000000000000000" pitchFamily="2" charset="2"/>
              </a:rPr>
              <a:t>活动之间具有前后约束关系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0" algn="l"/>
            <a:endParaRPr lang="zh-CN" altLang="en-US" smtClean="0">
              <a:sym typeface="Wingdings" panose="05000000000000000000" pitchFamily="2" charset="2"/>
            </a:endParaRPr>
          </a:p>
          <a:p>
            <a:pPr lvl="0" algn="l"/>
            <a:r>
              <a:rPr lang="zh-CN" altLang="en-US" smtClean="0">
                <a:sym typeface="Wingdings" panose="05000000000000000000" pitchFamily="2" charset="2"/>
              </a:rPr>
              <a:t>工程问题转化为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 algn="l"/>
            <a:r>
              <a:rPr lang="zh-CN" altLang="en-US" smtClean="0">
                <a:sym typeface="Wingdings" panose="05000000000000000000" pitchFamily="2" charset="2"/>
              </a:rPr>
              <a:t>工程能否顺利进行？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 algn="l"/>
            <a:r>
              <a:rPr lang="zh-CN" altLang="en-US" smtClean="0">
                <a:sym typeface="Wingdings" panose="05000000000000000000" pitchFamily="2" charset="2"/>
              </a:rPr>
              <a:t>完成工程的最短时间是多少？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AOV</a:t>
            </a:r>
            <a:r>
              <a:rPr lang="zh-CN" altLang="en-US" smtClean="0"/>
              <a:t>图</a:t>
            </a:r>
            <a:endParaRPr lang="zh-CN" altLang="en-US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lvl="0" algn="l"/>
            <a:r>
              <a:rPr lang="zh-CN" altLang="en-US" smtClean="0">
                <a:sym typeface="Wingdings" panose="05000000000000000000" pitchFamily="2" charset="2"/>
              </a:rPr>
              <a:t>用顶点表示活动，用箭头表示活动间优先关系的有向图称为顶点活动网络（</a:t>
            </a:r>
            <a:r>
              <a:rPr lang="zh-CN" altLang="en-US" smtClean="0">
                <a:solidFill>
                  <a:srgbClr val="FF0000"/>
                </a:solidFill>
                <a:sym typeface="Wingdings" panose="05000000000000000000" pitchFamily="2" charset="2"/>
              </a:rPr>
              <a:t>Activity On Vertex，AOV</a:t>
            </a:r>
            <a:r>
              <a:rPr lang="zh-CN" altLang="en-US" smtClean="0">
                <a:sym typeface="Wingdings" panose="05000000000000000000" pitchFamily="2" charset="2"/>
              </a:rPr>
              <a:t>）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 algn="l"/>
            <a:r>
              <a:rPr lang="zh-CN" altLang="en-US" smtClean="0">
                <a:sym typeface="+mn-ea"/>
              </a:rPr>
              <a:t>顶点i在顶点j之前，意味着活动i是活动j的先决条件</a:t>
            </a:r>
            <a:endParaRPr lang="zh-CN" altLang="en-US" smtClean="0">
              <a:sym typeface="+mn-ea"/>
            </a:endParaRPr>
          </a:p>
          <a:p>
            <a:pPr lvl="1" algn="l"/>
            <a:r>
              <a:rPr lang="zh-CN" altLang="en-US" smtClean="0">
                <a:sym typeface="+mn-ea"/>
              </a:rPr>
              <a:t>显然不应该出现有向环，否则“活动k是它自己的先决条件”，不成立</a:t>
            </a:r>
            <a:endParaRPr lang="zh-CN" altLang="en-US" smtClean="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AOV</a:t>
            </a:r>
            <a:r>
              <a:rPr lang="zh-CN" altLang="en-US" smtClean="0"/>
              <a:t>网络示例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7347" name="Picture 4" descr="aov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530" y="2112010"/>
            <a:ext cx="4078288" cy="296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AOE</a:t>
            </a:r>
            <a:r>
              <a:rPr lang="zh-CN" altLang="en-US" smtClean="0"/>
              <a:t>网</a:t>
            </a:r>
            <a:endParaRPr lang="zh-CN" altLang="en-US" smtClean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一个带权的有向无环图，其中顶点表示事件，边表示活动，权表示活动持续的时间，则该图称为</a:t>
            </a:r>
            <a:r>
              <a:rPr lang="en-US" altLang="zh-CN" smtClean="0">
                <a:solidFill>
                  <a:schemeClr val="hlink"/>
                </a:solidFill>
              </a:rPr>
              <a:t>AOE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Activity On Edge</a:t>
            </a:r>
            <a:r>
              <a:rPr lang="zh-CN" altLang="en-US" smtClean="0"/>
              <a:t>）网</a:t>
            </a:r>
            <a:endParaRPr lang="zh-CN" altLang="en-US" smtClean="0"/>
          </a:p>
        </p:txBody>
      </p:sp>
      <p:pic>
        <p:nvPicPr>
          <p:cNvPr id="71684" name="Picture 6" descr="aoe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3070225"/>
            <a:ext cx="4973637" cy="297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TextBox 4"/>
          <p:cNvSpPr txBox="1">
            <a:spLocks noChangeArrowheads="1"/>
          </p:cNvSpPr>
          <p:nvPr/>
        </p:nvSpPr>
        <p:spPr bwMode="auto">
          <a:xfrm>
            <a:off x="5827713" y="3070225"/>
            <a:ext cx="304958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左图所示工程：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9</a:t>
            </a:r>
            <a:r>
              <a:rPr lang="zh-CN" altLang="en-US">
                <a:solidFill>
                  <a:srgbClr val="FF0000"/>
                </a:solidFill>
              </a:rPr>
              <a:t>个事件（里程碑）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项活动（必须完成的工作）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V</a:t>
            </a:r>
            <a:r>
              <a:rPr lang="en-US" altLang="zh-CN" baseline="-25000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含义是：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a4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a5</a:t>
            </a:r>
            <a:r>
              <a:rPr lang="zh-CN" altLang="en-US">
                <a:solidFill>
                  <a:srgbClr val="FF0000"/>
                </a:solidFill>
              </a:rPr>
              <a:t>已完成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a7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a8</a:t>
            </a:r>
            <a:r>
              <a:rPr lang="zh-CN" altLang="en-US">
                <a:solidFill>
                  <a:srgbClr val="FF0000"/>
                </a:solidFill>
              </a:rPr>
              <a:t>可开始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关键路径</a:t>
            </a:r>
            <a:endParaRPr lang="zh-CN" altLang="en-US" smtClean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将</a:t>
            </a:r>
            <a:r>
              <a:rPr lang="en-US" altLang="zh-CN" smtClean="0"/>
              <a:t>AOE</a:t>
            </a:r>
            <a:r>
              <a:rPr lang="zh-CN" altLang="en-US" smtClean="0"/>
              <a:t>网看作一个工程</a:t>
            </a:r>
            <a:endParaRPr lang="zh-CN" altLang="en-US" smtClean="0"/>
          </a:p>
          <a:p>
            <a:pPr lvl="1"/>
            <a:r>
              <a:rPr lang="zh-CN" altLang="en-US" smtClean="0"/>
              <a:t>只有一个入度为</a:t>
            </a:r>
            <a:r>
              <a:rPr lang="en-US" altLang="zh-CN" smtClean="0"/>
              <a:t>0</a:t>
            </a:r>
            <a:r>
              <a:rPr lang="zh-CN" altLang="en-US" smtClean="0"/>
              <a:t>的点（源点），一个出度为</a:t>
            </a:r>
            <a:r>
              <a:rPr lang="en-US" altLang="zh-CN" smtClean="0"/>
              <a:t>0</a:t>
            </a:r>
            <a:r>
              <a:rPr lang="zh-CN" altLang="en-US" smtClean="0"/>
              <a:t>的点（汇点）</a:t>
            </a:r>
            <a:endParaRPr lang="zh-CN" altLang="en-US" smtClean="0"/>
          </a:p>
          <a:p>
            <a:pPr lvl="1"/>
            <a:r>
              <a:rPr lang="zh-CN" altLang="en-US" smtClean="0"/>
              <a:t>完成整个工程需要多少时间？哪些活动是影响工程进度的关键？</a:t>
            </a:r>
            <a:endParaRPr lang="zh-CN" altLang="en-US" smtClean="0"/>
          </a:p>
          <a:p>
            <a:r>
              <a:rPr lang="zh-CN" altLang="en-US" smtClean="0">
                <a:solidFill>
                  <a:schemeClr val="accent2"/>
                </a:solidFill>
              </a:rPr>
              <a:t>关键路径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Critical Path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lang="zh-CN" altLang="en-US" smtClean="0"/>
              <a:t>从源点到汇点长度（时间和）最长的路径</a:t>
            </a:r>
            <a:endParaRPr lang="zh-CN" altLang="en-US" smtClean="0"/>
          </a:p>
          <a:p>
            <a:pPr lvl="1"/>
            <a:r>
              <a:rPr lang="zh-CN" altLang="en-US" smtClean="0"/>
              <a:t>长度</a:t>
            </a:r>
            <a:r>
              <a:rPr lang="en-US" altLang="zh-CN" smtClean="0"/>
              <a:t>——</a:t>
            </a:r>
            <a:r>
              <a:rPr lang="zh-CN" altLang="en-US" smtClean="0"/>
              <a:t>完成工程的最短时间</a:t>
            </a:r>
            <a:endParaRPr lang="zh-CN" altLang="en-US" smtClean="0"/>
          </a:p>
          <a:p>
            <a:pPr lvl="1"/>
            <a:r>
              <a:rPr lang="zh-CN" altLang="en-US" smtClean="0"/>
              <a:t>上例：</a:t>
            </a:r>
            <a:r>
              <a:rPr lang="en-US" altLang="zh-CN" smtClean="0"/>
              <a:t>(v</a:t>
            </a:r>
            <a:r>
              <a:rPr lang="en-US" altLang="zh-CN" baseline="-25000" smtClean="0"/>
              <a:t>1</a:t>
            </a:r>
            <a:r>
              <a:rPr lang="en-US" altLang="zh-CN" smtClean="0"/>
              <a:t>, v</a:t>
            </a:r>
            <a:r>
              <a:rPr lang="en-US" altLang="zh-CN" baseline="-25000" smtClean="0"/>
              <a:t>2</a:t>
            </a:r>
            <a:r>
              <a:rPr lang="en-US" altLang="zh-CN" smtClean="0"/>
              <a:t>, v</a:t>
            </a:r>
            <a:r>
              <a:rPr lang="en-US" altLang="zh-CN" baseline="-25000" smtClean="0"/>
              <a:t>5</a:t>
            </a:r>
            <a:r>
              <a:rPr lang="en-US" altLang="zh-CN" smtClean="0"/>
              <a:t>, v</a:t>
            </a:r>
            <a:r>
              <a:rPr lang="en-US" altLang="zh-CN" baseline="-25000" smtClean="0"/>
              <a:t>8</a:t>
            </a:r>
            <a:r>
              <a:rPr lang="en-US" altLang="zh-CN" smtClean="0"/>
              <a:t>, v</a:t>
            </a:r>
            <a:r>
              <a:rPr lang="en-US" altLang="zh-CN" baseline="-25000" smtClean="0"/>
              <a:t>9</a:t>
            </a:r>
            <a:r>
              <a:rPr lang="en-US" altLang="zh-CN" smtClean="0"/>
              <a:t>)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关键活动</a:t>
            </a:r>
            <a:endParaRPr lang="zh-CN" altLang="en-US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源点</a:t>
            </a:r>
            <a:r>
              <a:rPr lang="en-US" altLang="zh-CN" smtClean="0"/>
              <a:t>v</a:t>
            </a:r>
            <a:r>
              <a:rPr lang="en-US" altLang="zh-CN" baseline="-25000" smtClean="0"/>
              <a:t>1</a:t>
            </a:r>
            <a:r>
              <a:rPr lang="en-US" altLang="zh-CN" smtClean="0">
                <a:sym typeface="Wingdings" panose="05000000000000000000" pitchFamily="2" charset="2"/>
              </a:rPr>
              <a:t>v</a:t>
            </a:r>
            <a:r>
              <a:rPr lang="en-US" altLang="zh-CN" baseline="-25000" smtClean="0">
                <a:sym typeface="Wingdings" panose="05000000000000000000" pitchFamily="2" charset="2"/>
              </a:rPr>
              <a:t>i</a:t>
            </a:r>
            <a:r>
              <a:rPr lang="zh-CN" altLang="en-US" smtClean="0">
                <a:sym typeface="Wingdings" panose="05000000000000000000" pitchFamily="2" charset="2"/>
              </a:rPr>
              <a:t>的最长路径长度：</a:t>
            </a:r>
            <a:br>
              <a:rPr lang="zh-CN" altLang="en-US" smtClean="0">
                <a:sym typeface="Wingdings" panose="05000000000000000000" pitchFamily="2" charset="2"/>
              </a:rPr>
            </a:br>
            <a:r>
              <a:rPr lang="zh-CN" altLang="en-US" smtClean="0">
                <a:sym typeface="Wingdings" panose="05000000000000000000" pitchFamily="2" charset="2"/>
              </a:rPr>
              <a:t>事件</a:t>
            </a:r>
            <a:r>
              <a:rPr lang="en-US" altLang="zh-CN" smtClean="0">
                <a:sym typeface="Wingdings" panose="05000000000000000000" pitchFamily="2" charset="2"/>
              </a:rPr>
              <a:t>v</a:t>
            </a:r>
            <a:r>
              <a:rPr lang="en-US" altLang="zh-CN" baseline="-25000" smtClean="0">
                <a:sym typeface="Wingdings" panose="05000000000000000000" pitchFamily="2" charset="2"/>
              </a:rPr>
              <a:t>i</a:t>
            </a:r>
            <a:r>
              <a:rPr lang="zh-CN" altLang="en-US" smtClean="0">
                <a:sym typeface="Wingdings" panose="05000000000000000000" pitchFamily="2" charset="2"/>
              </a:rPr>
              <a:t>的最早发生时间，</a:t>
            </a:r>
            <a:br>
              <a:rPr lang="zh-CN" altLang="en-US" smtClean="0">
                <a:sym typeface="Wingdings" panose="05000000000000000000" pitchFamily="2" charset="2"/>
              </a:rPr>
            </a:br>
            <a:r>
              <a:rPr lang="en-US" altLang="zh-CN" smtClean="0">
                <a:sym typeface="Wingdings" panose="05000000000000000000" pitchFamily="2" charset="2"/>
              </a:rPr>
              <a:t>v</a:t>
            </a:r>
            <a:r>
              <a:rPr lang="en-US" altLang="zh-CN" baseline="-25000" smtClean="0">
                <a:sym typeface="Wingdings" panose="05000000000000000000" pitchFamily="2" charset="2"/>
              </a:rPr>
              <a:t>i</a:t>
            </a:r>
            <a:r>
              <a:rPr lang="zh-CN" altLang="en-US" smtClean="0">
                <a:sym typeface="Wingdings" panose="05000000000000000000" pitchFamily="2" charset="2"/>
              </a:rPr>
              <a:t>发出的所有边（活动）的最早开始时间</a:t>
            </a:r>
            <a:endParaRPr lang="zh-CN" altLang="en-US" smtClean="0">
              <a:sym typeface="Wingdings" panose="05000000000000000000" pitchFamily="2" charset="2"/>
            </a:endParaRPr>
          </a:p>
          <a:p>
            <a:r>
              <a:rPr lang="en-US" altLang="zh-CN" smtClean="0"/>
              <a:t>e(i)</a:t>
            </a:r>
            <a:r>
              <a:rPr lang="zh-CN" altLang="en-US" smtClean="0"/>
              <a:t>：活动</a:t>
            </a:r>
            <a:r>
              <a:rPr lang="en-US" altLang="zh-CN" smtClean="0"/>
              <a:t>a</a:t>
            </a:r>
            <a:r>
              <a:rPr lang="en-US" altLang="zh-CN" baseline="-25000" smtClean="0"/>
              <a:t>i</a:t>
            </a:r>
            <a:r>
              <a:rPr lang="zh-CN" altLang="en-US" smtClean="0"/>
              <a:t>的最早开始时间</a:t>
            </a:r>
            <a:endParaRPr lang="zh-CN" altLang="en-US" smtClean="0"/>
          </a:p>
          <a:p>
            <a:r>
              <a:rPr lang="zh-CN" altLang="en-US" smtClean="0"/>
              <a:t>最迟开始时间：</a:t>
            </a:r>
            <a:r>
              <a:rPr lang="en-US" altLang="zh-CN" smtClean="0"/>
              <a:t>l(i)</a:t>
            </a:r>
            <a:r>
              <a:rPr lang="zh-CN" altLang="en-US" smtClean="0"/>
              <a:t>，前提：不影响工程进度</a:t>
            </a:r>
            <a:endParaRPr lang="zh-CN" altLang="en-US" smtClean="0"/>
          </a:p>
          <a:p>
            <a:r>
              <a:rPr lang="en-US" altLang="zh-CN" smtClean="0"/>
              <a:t>l(i)=e(i)</a:t>
            </a:r>
            <a:r>
              <a:rPr lang="zh-CN" altLang="en-US" smtClean="0"/>
              <a:t>：关键活动</a:t>
            </a:r>
            <a:endParaRPr lang="zh-CN" altLang="en-US" smtClean="0"/>
          </a:p>
          <a:p>
            <a:r>
              <a:rPr lang="zh-CN" altLang="en-US" smtClean="0"/>
              <a:t>关键路径上的活动都是关键活动</a:t>
            </a:r>
            <a:endParaRPr lang="zh-CN" altLang="en-US" smtClean="0"/>
          </a:p>
          <a:p>
            <a:r>
              <a:rPr lang="zh-CN" altLang="en-US" smtClean="0">
                <a:solidFill>
                  <a:srgbClr val="FF0000"/>
                </a:solidFill>
              </a:rPr>
              <a:t>通过计算</a:t>
            </a:r>
            <a:r>
              <a:rPr lang="en-US" altLang="zh-CN" smtClean="0">
                <a:solidFill>
                  <a:srgbClr val="FF0000"/>
                </a:solidFill>
              </a:rPr>
              <a:t>l(i)</a:t>
            </a:r>
            <a:r>
              <a:rPr lang="zh-CN" altLang="en-US" smtClean="0">
                <a:solidFill>
                  <a:srgbClr val="FF0000"/>
                </a:solidFill>
              </a:rPr>
              <a:t>、</a:t>
            </a:r>
            <a:r>
              <a:rPr lang="en-US" altLang="zh-CN" smtClean="0">
                <a:solidFill>
                  <a:srgbClr val="FF0000"/>
                </a:solidFill>
              </a:rPr>
              <a:t>e(i)</a:t>
            </a:r>
            <a:r>
              <a:rPr lang="zh-CN" altLang="en-US" smtClean="0">
                <a:solidFill>
                  <a:srgbClr val="FF0000"/>
                </a:solidFill>
              </a:rPr>
              <a:t>寻找关键活动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l(i)</a:t>
            </a:r>
            <a:r>
              <a:rPr lang="zh-CN" altLang="en-US" smtClean="0"/>
              <a:t>和</a:t>
            </a:r>
            <a:r>
              <a:rPr lang="en-US" altLang="zh-CN" smtClean="0"/>
              <a:t>e(i)</a:t>
            </a:r>
            <a:r>
              <a:rPr lang="zh-CN" altLang="en-US" smtClean="0"/>
              <a:t>的计算</a:t>
            </a:r>
            <a:endParaRPr lang="zh-CN" altLang="en-US" smtClean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事件的最早发生时间</a:t>
            </a:r>
            <a:r>
              <a:rPr lang="en-US" altLang="zh-CN" smtClean="0"/>
              <a:t>ve(j)</a:t>
            </a:r>
            <a:br>
              <a:rPr lang="en-US" altLang="zh-CN" smtClean="0"/>
            </a:br>
            <a:r>
              <a:rPr lang="zh-CN" altLang="en-US" smtClean="0"/>
              <a:t>最迟发生时间</a:t>
            </a:r>
            <a:r>
              <a:rPr lang="en-US" altLang="zh-CN" smtClean="0"/>
              <a:t>vl(j)</a:t>
            </a:r>
            <a:endParaRPr lang="en-US" altLang="zh-CN" smtClean="0"/>
          </a:p>
          <a:p>
            <a:r>
              <a:rPr lang="zh-CN" altLang="en-US" smtClean="0"/>
              <a:t>活动</a:t>
            </a:r>
            <a:r>
              <a:rPr lang="en-US" altLang="zh-CN" smtClean="0"/>
              <a:t>a</a:t>
            </a:r>
            <a:r>
              <a:rPr lang="en-US" altLang="zh-CN" baseline="-25000" smtClean="0"/>
              <a:t>i</a:t>
            </a:r>
            <a:r>
              <a:rPr lang="zh-CN" altLang="en-US" smtClean="0"/>
              <a:t>由边</a:t>
            </a:r>
            <a:r>
              <a:rPr lang="en-US" altLang="zh-CN" smtClean="0"/>
              <a:t>&lt;j, k&gt;</a:t>
            </a:r>
            <a:r>
              <a:rPr lang="zh-CN" altLang="en-US" smtClean="0"/>
              <a:t>表示</a:t>
            </a:r>
            <a:br>
              <a:rPr lang="zh-CN" altLang="en-US" smtClean="0"/>
            </a:br>
            <a:r>
              <a:rPr lang="en-US" altLang="zh-CN" smtClean="0"/>
              <a:t>dut(&lt;j, k&gt;)</a:t>
            </a:r>
            <a:r>
              <a:rPr lang="zh-CN" altLang="en-US" smtClean="0"/>
              <a:t>表示其持续时间，则有</a:t>
            </a:r>
            <a:endParaRPr lang="zh-CN" altLang="en-US" smtClean="0"/>
          </a:p>
          <a:p>
            <a:pPr lvl="1"/>
            <a:r>
              <a:rPr lang="en-US" altLang="zh-CN" smtClean="0">
                <a:solidFill>
                  <a:srgbClr val="FF0000"/>
                </a:solidFill>
              </a:rPr>
              <a:t>e(i)=ve(j)   </a:t>
            </a:r>
            <a:endParaRPr lang="en-US" altLang="zh-CN" smtClean="0">
              <a:solidFill>
                <a:srgbClr val="FF0000"/>
              </a:solidFill>
            </a:endParaRPr>
          </a:p>
          <a:p>
            <a:pPr lvl="1"/>
            <a:r>
              <a:rPr lang="zh-CN" altLang="en-US" smtClean="0"/>
              <a:t>含义是：活动</a:t>
            </a:r>
            <a:r>
              <a:rPr lang="en-US" altLang="zh-CN" smtClean="0"/>
              <a:t>i</a:t>
            </a:r>
            <a:r>
              <a:rPr lang="zh-CN" altLang="en-US" smtClean="0"/>
              <a:t>要想开始至少需要等待的时间</a:t>
            </a:r>
            <a:endParaRPr lang="en-US" altLang="zh-CN" smtClean="0"/>
          </a:p>
          <a:p>
            <a:pPr lvl="1"/>
            <a:r>
              <a:rPr lang="en-US" altLang="zh-CN" smtClean="0">
                <a:solidFill>
                  <a:srgbClr val="FF0000"/>
                </a:solidFill>
              </a:rPr>
              <a:t>l(i)=vl(k)-dut(&lt;j, k&gt;)</a:t>
            </a:r>
            <a:endParaRPr lang="en-US" altLang="zh-CN" smtClean="0">
              <a:solidFill>
                <a:srgbClr val="FF0000"/>
              </a:solidFill>
            </a:endParaRPr>
          </a:p>
          <a:p>
            <a:pPr lvl="1"/>
            <a:r>
              <a:rPr lang="zh-CN" altLang="en-US" smtClean="0"/>
              <a:t>含义是：活动</a:t>
            </a:r>
            <a:r>
              <a:rPr lang="en-US" altLang="zh-CN" smtClean="0"/>
              <a:t>i</a:t>
            </a:r>
            <a:r>
              <a:rPr lang="zh-CN" altLang="en-US" smtClean="0"/>
              <a:t>开始之前最多空闲的时间</a:t>
            </a:r>
            <a:endParaRPr lang="en-US" altLang="zh-CN" smtClean="0"/>
          </a:p>
        </p:txBody>
      </p:sp>
      <p:sp>
        <p:nvSpPr>
          <p:cNvPr id="74756" name="Line 4"/>
          <p:cNvSpPr>
            <a:spLocks noChangeShapeType="1"/>
          </p:cNvSpPr>
          <p:nvPr/>
        </p:nvSpPr>
        <p:spPr bwMode="ltGray">
          <a:xfrm>
            <a:off x="5791200" y="2362200"/>
            <a:ext cx="2667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7" name="Oval 5"/>
          <p:cNvSpPr>
            <a:spLocks noChangeArrowheads="1"/>
          </p:cNvSpPr>
          <p:nvPr/>
        </p:nvSpPr>
        <p:spPr bwMode="ltGray">
          <a:xfrm>
            <a:off x="5410200" y="2133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4758" name="Oval 6"/>
          <p:cNvSpPr>
            <a:spLocks noChangeArrowheads="1"/>
          </p:cNvSpPr>
          <p:nvPr/>
        </p:nvSpPr>
        <p:spPr bwMode="ltGray">
          <a:xfrm>
            <a:off x="8458200" y="2133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k</a:t>
            </a:r>
            <a:endParaRPr lang="en-US" altLang="zh-CN"/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ltGray">
          <a:xfrm>
            <a:off x="6781800" y="1828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a</a:t>
            </a:r>
            <a:r>
              <a:rPr lang="en-US" altLang="zh-CN" baseline="-25000"/>
              <a:t>i</a:t>
            </a:r>
            <a:endParaRPr lang="en-US" altLang="zh-CN"/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ltGray">
          <a:xfrm>
            <a:off x="6629400" y="22860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dut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129164" y="5924598"/>
            <a:ext cx="6739345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求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e(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i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和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l(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i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可以转换为求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ve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(j)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和</a:t>
            </a:r>
            <a:r>
              <a:rPr lang="en-US" altLang="zh-CN" sz="3000" b="1" spc="50" dirty="0" err="1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vl</a:t>
            </a:r>
            <a:r>
              <a:rPr lang="en-US" altLang="zh-CN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(k)</a:t>
            </a:r>
            <a:r>
              <a:rPr lang="zh-CN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/>
                <a:latin typeface="Gabriola" panose="04040605051002020D02" pitchFamily="82" charset="0"/>
              </a:rPr>
              <a:t>的问题</a:t>
            </a:r>
            <a:endParaRPr lang="zh-CN" altLang="en-US" sz="3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/>
              <a:latin typeface="Gabriola" panose="04040605051002020D02" pitchFamily="82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ve(i)</a:t>
            </a:r>
            <a:r>
              <a:rPr lang="zh-CN" altLang="en-US" smtClean="0"/>
              <a:t>的计算</a:t>
            </a:r>
            <a:endParaRPr lang="zh-CN" altLang="en-US" smtClean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mtClean="0"/>
              <a:t>由</a:t>
            </a:r>
            <a:r>
              <a:rPr lang="en-US" altLang="zh-CN" smtClean="0"/>
              <a:t>ve(0)=0</a:t>
            </a:r>
            <a:r>
              <a:rPr lang="zh-CN" altLang="en-US" smtClean="0"/>
              <a:t>向前递推</a:t>
            </a:r>
            <a:br>
              <a:rPr lang="zh-CN" altLang="en-US" smtClean="0"/>
            </a:br>
            <a:r>
              <a:rPr lang="en-US" altLang="zh-CN" smtClean="0"/>
              <a:t>ve(j)=</a:t>
            </a:r>
            <a:r>
              <a:rPr lang="en-US" altLang="zh-CN" smtClean="0">
                <a:solidFill>
                  <a:srgbClr val="0000CC"/>
                </a:solidFill>
              </a:rPr>
              <a:t>max</a:t>
            </a:r>
            <a:r>
              <a:rPr lang="en-US" altLang="zh-CN" smtClean="0"/>
              <a:t>{ve(i)+dut(&lt;i, j&gt;)}</a:t>
            </a:r>
            <a:r>
              <a:rPr lang="zh-CN" altLang="en-US" smtClean="0"/>
              <a:t>，</a:t>
            </a:r>
            <a:r>
              <a:rPr lang="en-US" altLang="zh-CN" smtClean="0"/>
              <a:t>&lt;i, j&gt;</a:t>
            </a:r>
            <a:r>
              <a:rPr lang="en-US" altLang="zh-CN" smtClean="0">
                <a:latin typeface="宋体" panose="02010600030101010101" pitchFamily="2" charset="-122"/>
              </a:rPr>
              <a:t>∈</a:t>
            </a:r>
            <a:r>
              <a:rPr lang="en-US" altLang="zh-CN" smtClean="0"/>
              <a:t>E</a:t>
            </a:r>
            <a:endParaRPr lang="en-US" altLang="zh-CN" smtClean="0"/>
          </a:p>
        </p:txBody>
      </p:sp>
      <p:sp>
        <p:nvSpPr>
          <p:cNvPr id="75780" name="Line 4"/>
          <p:cNvSpPr>
            <a:spLocks noChangeShapeType="1"/>
          </p:cNvSpPr>
          <p:nvPr/>
        </p:nvSpPr>
        <p:spPr bwMode="ltGray">
          <a:xfrm>
            <a:off x="1676400" y="2895600"/>
            <a:ext cx="11430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1" name="Oval 5"/>
          <p:cNvSpPr>
            <a:spLocks noChangeArrowheads="1"/>
          </p:cNvSpPr>
          <p:nvPr/>
        </p:nvSpPr>
        <p:spPr bwMode="ltGray">
          <a:xfrm>
            <a:off x="1295400" y="26670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i</a:t>
            </a:r>
            <a:endParaRPr lang="en-US" altLang="zh-CN"/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ltGray">
          <a:xfrm>
            <a:off x="2819400" y="3276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5783" name="Line 7"/>
          <p:cNvSpPr>
            <a:spLocks noChangeShapeType="1"/>
          </p:cNvSpPr>
          <p:nvPr/>
        </p:nvSpPr>
        <p:spPr bwMode="ltGray">
          <a:xfrm>
            <a:off x="1676400" y="3505200"/>
            <a:ext cx="1143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4" name="Oval 8"/>
          <p:cNvSpPr>
            <a:spLocks noChangeArrowheads="1"/>
          </p:cNvSpPr>
          <p:nvPr/>
        </p:nvSpPr>
        <p:spPr bwMode="ltGray">
          <a:xfrm>
            <a:off x="1295400" y="32766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i</a:t>
            </a:r>
            <a:endParaRPr lang="en-US" altLang="zh-CN"/>
          </a:p>
        </p:txBody>
      </p:sp>
      <p:sp>
        <p:nvSpPr>
          <p:cNvPr id="75785" name="Line 9"/>
          <p:cNvSpPr>
            <a:spLocks noChangeShapeType="1"/>
          </p:cNvSpPr>
          <p:nvPr/>
        </p:nvSpPr>
        <p:spPr bwMode="ltGray">
          <a:xfrm flipV="1">
            <a:off x="1676400" y="3581400"/>
            <a:ext cx="12192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ltGray">
          <a:xfrm>
            <a:off x="1295400" y="38862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i</a:t>
            </a:r>
            <a:endParaRPr lang="en-US" altLang="zh-CN"/>
          </a:p>
        </p:txBody>
      </p:sp>
      <p:sp>
        <p:nvSpPr>
          <p:cNvPr id="75787" name="Text Box 18"/>
          <p:cNvSpPr txBox="1">
            <a:spLocks noChangeArrowheads="1"/>
          </p:cNvSpPr>
          <p:nvPr/>
        </p:nvSpPr>
        <p:spPr bwMode="ltGray">
          <a:xfrm>
            <a:off x="3505200" y="2927350"/>
            <a:ext cx="4267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事件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的开始依赖于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  <a:ea typeface="黑体" panose="02010609060101010101" charset="-122"/>
              </a:rPr>
              <a:t>所有</a:t>
            </a:r>
            <a:r>
              <a:rPr lang="zh-CN" altLang="en-US">
                <a:solidFill>
                  <a:srgbClr val="FF0000"/>
                </a:solidFill>
              </a:rPr>
              <a:t>活动</a:t>
            </a:r>
            <a:r>
              <a:rPr lang="en-US" altLang="zh-CN">
                <a:solidFill>
                  <a:srgbClr val="FF0000"/>
                </a:solidFill>
              </a:rPr>
              <a:t>&lt;i,j&gt;</a:t>
            </a:r>
            <a:r>
              <a:rPr lang="zh-CN" altLang="en-US">
                <a:solidFill>
                  <a:srgbClr val="FF0000"/>
                </a:solidFill>
              </a:rPr>
              <a:t>的完成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显然应该取其中“最差”者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br>
              <a:rPr lang="en-US" altLang="zh-CN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再早也不会比最慢的那个早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vl(i)</a:t>
            </a:r>
            <a:r>
              <a:rPr lang="zh-CN" altLang="en-US" smtClean="0"/>
              <a:t> 的计算</a:t>
            </a:r>
            <a:endParaRPr lang="zh-CN" altLang="en-US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mtClean="0"/>
              <a:t>由</a:t>
            </a:r>
            <a:r>
              <a:rPr lang="en-US" altLang="zh-CN" smtClean="0"/>
              <a:t>vl(n-1)=ve(n-1)</a:t>
            </a:r>
            <a:r>
              <a:rPr lang="zh-CN" altLang="en-US" smtClean="0"/>
              <a:t>向后递推</a:t>
            </a:r>
            <a:br>
              <a:rPr lang="zh-CN" altLang="en-US" smtClean="0"/>
            </a:br>
            <a:r>
              <a:rPr lang="en-US" altLang="zh-CN" smtClean="0"/>
              <a:t>vl(i)=min{vl(j)-dut(&lt;i, j&gt;)}</a:t>
            </a:r>
            <a:r>
              <a:rPr lang="zh-CN" altLang="en-US" smtClean="0"/>
              <a:t>，</a:t>
            </a:r>
            <a:r>
              <a:rPr lang="en-US" altLang="zh-CN" smtClean="0"/>
              <a:t>&lt;i, j&gt;</a:t>
            </a:r>
            <a:r>
              <a:rPr lang="en-US" altLang="zh-CN" smtClean="0">
                <a:latin typeface="宋体" panose="02010600030101010101" pitchFamily="2" charset="-122"/>
              </a:rPr>
              <a:t>∈</a:t>
            </a:r>
            <a:r>
              <a:rPr lang="en-US" altLang="zh-CN" smtClean="0"/>
              <a:t>E</a:t>
            </a:r>
            <a:endParaRPr lang="en-US" altLang="zh-CN" smtClean="0"/>
          </a:p>
        </p:txBody>
      </p:sp>
      <p:sp>
        <p:nvSpPr>
          <p:cNvPr id="76804" name="Line 11"/>
          <p:cNvSpPr>
            <a:spLocks noChangeShapeType="1"/>
          </p:cNvSpPr>
          <p:nvPr/>
        </p:nvSpPr>
        <p:spPr bwMode="ltGray">
          <a:xfrm>
            <a:off x="1676400" y="3276600"/>
            <a:ext cx="11430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5" name="Oval 12"/>
          <p:cNvSpPr>
            <a:spLocks noChangeArrowheads="1"/>
          </p:cNvSpPr>
          <p:nvPr/>
        </p:nvSpPr>
        <p:spPr bwMode="ltGray">
          <a:xfrm>
            <a:off x="2895600" y="23622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6806" name="Oval 13"/>
          <p:cNvSpPr>
            <a:spLocks noChangeArrowheads="1"/>
          </p:cNvSpPr>
          <p:nvPr/>
        </p:nvSpPr>
        <p:spPr bwMode="ltGray">
          <a:xfrm>
            <a:off x="1311275" y="29718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i</a:t>
            </a:r>
            <a:endParaRPr lang="en-US" altLang="zh-CN"/>
          </a:p>
        </p:txBody>
      </p:sp>
      <p:sp>
        <p:nvSpPr>
          <p:cNvPr id="76807" name="Line 14"/>
          <p:cNvSpPr>
            <a:spLocks noChangeShapeType="1"/>
          </p:cNvSpPr>
          <p:nvPr/>
        </p:nvSpPr>
        <p:spPr bwMode="ltGray">
          <a:xfrm>
            <a:off x="1752600" y="3200400"/>
            <a:ext cx="1143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08" name="Oval 15"/>
          <p:cNvSpPr>
            <a:spLocks noChangeArrowheads="1"/>
          </p:cNvSpPr>
          <p:nvPr/>
        </p:nvSpPr>
        <p:spPr bwMode="ltGray">
          <a:xfrm>
            <a:off x="2895600" y="29718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6809" name="Line 16"/>
          <p:cNvSpPr>
            <a:spLocks noChangeShapeType="1"/>
          </p:cNvSpPr>
          <p:nvPr/>
        </p:nvSpPr>
        <p:spPr bwMode="ltGray">
          <a:xfrm flipV="1">
            <a:off x="1676400" y="2590800"/>
            <a:ext cx="1219200" cy="457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0" name="Oval 17"/>
          <p:cNvSpPr>
            <a:spLocks noChangeArrowheads="1"/>
          </p:cNvSpPr>
          <p:nvPr/>
        </p:nvSpPr>
        <p:spPr bwMode="ltGray">
          <a:xfrm>
            <a:off x="2895600" y="3581400"/>
            <a:ext cx="381000" cy="3810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j</a:t>
            </a:r>
            <a:endParaRPr lang="en-US" altLang="zh-CN"/>
          </a:p>
        </p:txBody>
      </p:sp>
      <p:sp>
        <p:nvSpPr>
          <p:cNvPr id="76811" name="Text Box 18"/>
          <p:cNvSpPr txBox="1">
            <a:spLocks noChangeArrowheads="1"/>
          </p:cNvSpPr>
          <p:nvPr/>
        </p:nvSpPr>
        <p:spPr bwMode="ltGray">
          <a:xfrm>
            <a:off x="3505200" y="2514600"/>
            <a:ext cx="4419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所有的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都依赖于</a:t>
            </a:r>
            <a:r>
              <a:rPr lang="en-US" altLang="zh-CN">
                <a:solidFill>
                  <a:srgbClr val="FF0000"/>
                </a:solidFill>
              </a:rPr>
              <a:t>i</a:t>
            </a:r>
            <a:br>
              <a:rPr lang="en-US" altLang="zh-CN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zh-CN" altLang="en-US">
                <a:solidFill>
                  <a:srgbClr val="FF0000"/>
                </a:solidFill>
              </a:rPr>
              <a:t>再迟也不应影响</a:t>
            </a:r>
            <a:r>
              <a:rPr lang="en-US" altLang="zh-CN">
                <a:solidFill>
                  <a:srgbClr val="FF0000"/>
                </a:solidFill>
              </a:rPr>
              <a:t>j</a:t>
            </a:r>
            <a:r>
              <a:rPr lang="zh-CN" altLang="en-US">
                <a:solidFill>
                  <a:srgbClr val="FF0000"/>
                </a:solidFill>
              </a:rPr>
              <a:t>的启动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r>
              <a:rPr lang="zh-CN" altLang="en-US">
                <a:solidFill>
                  <a:srgbClr val="FF0000"/>
                </a:solidFill>
              </a:rPr>
              <a:t>不能影响工期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也应该取其中“最差”（最早）者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461" descr="aoe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73175"/>
            <a:ext cx="3444875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计算实例</a:t>
            </a:r>
            <a:endParaRPr lang="zh-CN" altLang="en-US" smtClean="0"/>
          </a:p>
        </p:txBody>
      </p:sp>
      <p:graphicFrame>
        <p:nvGraphicFramePr>
          <p:cNvPr id="1621450" name="Group 458"/>
          <p:cNvGraphicFramePr>
            <a:graphicFrameLocks noGrp="1"/>
          </p:cNvGraphicFramePr>
          <p:nvPr/>
        </p:nvGraphicFramePr>
        <p:xfrm>
          <a:off x="3276600" y="2743200"/>
          <a:ext cx="5867400" cy="2743200"/>
        </p:xfrm>
        <a:graphic>
          <a:graphicData uri="http://schemas.openxmlformats.org/drawingml/2006/table">
            <a:tbl>
              <a:tblPr/>
              <a:tblGrid>
                <a:gridCol w="838200"/>
                <a:gridCol w="808038"/>
                <a:gridCol w="869950"/>
                <a:gridCol w="835025"/>
                <a:gridCol w="869950"/>
                <a:gridCol w="808037"/>
                <a:gridCol w="838200"/>
              </a:tblGrid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顶点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vl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活动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l-e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2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2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8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52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 bwMode="auto">
          <a:xfrm rot="16200000" flipH="1">
            <a:off x="3316287" y="3967163"/>
            <a:ext cx="1793875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 bwMode="auto">
          <a:xfrm rot="5400000">
            <a:off x="5558631" y="4236244"/>
            <a:ext cx="23336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 bwMode="auto">
          <a:xfrm rot="16200000">
            <a:off x="6454775" y="4235450"/>
            <a:ext cx="2332038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 bwMode="auto">
          <a:xfrm rot="5400000">
            <a:off x="7351713" y="4235450"/>
            <a:ext cx="2332038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 bwMode="auto">
          <a:xfrm rot="5400000" flipH="1" flipV="1">
            <a:off x="4213225" y="3967163"/>
            <a:ext cx="1793875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949" name="圆角矩形 11"/>
          <p:cNvSpPr>
            <a:spLocks noChangeArrowheads="1"/>
          </p:cNvSpPr>
          <p:nvPr/>
        </p:nvSpPr>
        <p:spPr bwMode="auto">
          <a:xfrm>
            <a:off x="6007100" y="3429000"/>
            <a:ext cx="2870200" cy="17938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9950" name="圆角矩形 12"/>
          <p:cNvSpPr>
            <a:spLocks noChangeArrowheads="1"/>
          </p:cNvSpPr>
          <p:nvPr/>
        </p:nvSpPr>
        <p:spPr bwMode="auto">
          <a:xfrm>
            <a:off x="6007100" y="4325938"/>
            <a:ext cx="2870200" cy="17938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9951" name="圆角矩形 13"/>
          <p:cNvSpPr>
            <a:spLocks noChangeArrowheads="1"/>
          </p:cNvSpPr>
          <p:nvPr/>
        </p:nvSpPr>
        <p:spPr bwMode="auto">
          <a:xfrm>
            <a:off x="6007100" y="4864100"/>
            <a:ext cx="2870200" cy="35877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49" grpId="0" bldLvl="0" animBg="1"/>
      <p:bldP spid="79950" grpId="0" bldLvl="0" animBg="1"/>
      <p:bldP spid="79951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计算实例</a:t>
            </a:r>
            <a:endParaRPr lang="zh-CN" altLang="en-US" smtClean="0"/>
          </a:p>
        </p:txBody>
      </p:sp>
      <p:pic>
        <p:nvPicPr>
          <p:cNvPr id="78852" name="Picture 6" descr="ao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3" y="200025"/>
            <a:ext cx="4256087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25475" y="2711450"/>
          <a:ext cx="6096000" cy="3935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/>
                        <a:t>顶点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 smtClean="0"/>
                        <a:t>ve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err="1" smtClean="0"/>
                        <a:t>vl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 smtClean="0"/>
                        <a:t>活动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e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l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l-e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v1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a1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5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v5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a5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2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5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16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14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v9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18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a9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7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10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3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a10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</a:tr>
              <a:tr h="324047"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/>
                        <a:t>a11</a:t>
                      </a:r>
                      <a:endParaRPr lang="zh-CN" altLang="en-US" sz="1400" b="1" dirty="0"/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T="45727" marB="45727" anchor="ctr"/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关键路径要点</a:t>
            </a:r>
            <a:endParaRPr lang="zh-CN" altLang="en-US" smtClean="0"/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 smtClean="0"/>
              <a:t>关键路径长度是完成工程的最短时间，即至少消耗时间</a:t>
            </a:r>
            <a:endParaRPr lang="en-US" altLang="zh-CN" sz="2000" smtClean="0"/>
          </a:p>
          <a:p>
            <a:r>
              <a:rPr lang="zh-CN" altLang="en-US" sz="2000" smtClean="0"/>
              <a:t>研究意义是找到关键路径、设法提高其效率，则</a:t>
            </a:r>
            <a:r>
              <a:rPr lang="zh-CN" altLang="en-US" sz="2000" smtClean="0">
                <a:solidFill>
                  <a:srgbClr val="FF0000"/>
                </a:solidFill>
              </a:rPr>
              <a:t>有可能</a:t>
            </a:r>
            <a:r>
              <a:rPr lang="zh-CN" altLang="en-US" sz="2000" smtClean="0"/>
              <a:t>缩短工期</a:t>
            </a:r>
            <a:endParaRPr lang="en-US" altLang="zh-CN" sz="2000" smtClean="0"/>
          </a:p>
          <a:p>
            <a:r>
              <a:rPr lang="zh-CN" altLang="en-US" sz="2000" smtClean="0"/>
              <a:t>算法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Step1</a:t>
            </a:r>
            <a:r>
              <a:rPr lang="zh-CN" altLang="en-US" sz="2000" smtClean="0"/>
              <a:t>：从源点开始计算</a:t>
            </a:r>
            <a:r>
              <a:rPr lang="en-US" altLang="zh-CN" sz="2000" smtClean="0"/>
              <a:t>ve(i)</a:t>
            </a:r>
            <a:r>
              <a:rPr lang="zh-CN" altLang="en-US" sz="2000" smtClean="0"/>
              <a:t>，考察指向顶点</a:t>
            </a:r>
            <a:r>
              <a:rPr lang="en-US" altLang="zh-CN" sz="2000" smtClean="0"/>
              <a:t>i</a:t>
            </a:r>
            <a:r>
              <a:rPr lang="zh-CN" altLang="en-US" sz="2000" smtClean="0"/>
              <a:t>的所有边，寻找</a:t>
            </a:r>
            <a:r>
              <a:rPr lang="zh-CN" altLang="en-US" sz="2000" smtClean="0">
                <a:solidFill>
                  <a:srgbClr val="0000CC"/>
                </a:solidFill>
              </a:rPr>
              <a:t>最大值</a:t>
            </a:r>
            <a:r>
              <a:rPr lang="en-US" altLang="zh-CN" sz="2000" smtClean="0"/>
              <a:t>ve(j)=max{ve(i)+dut(&lt;i, j&gt;)}</a:t>
            </a:r>
            <a:r>
              <a:rPr lang="zh-CN" altLang="en-US" sz="2000" smtClean="0"/>
              <a:t>，</a:t>
            </a:r>
            <a:r>
              <a:rPr lang="en-US" altLang="zh-CN" sz="2000" smtClean="0"/>
              <a:t>&lt;i, j&gt;</a:t>
            </a:r>
            <a:r>
              <a:rPr lang="en-US" altLang="zh-CN" sz="2000" smtClean="0">
                <a:latin typeface="宋体" panose="02010600030101010101" pitchFamily="2" charset="-122"/>
              </a:rPr>
              <a:t>∈</a:t>
            </a:r>
            <a:r>
              <a:rPr lang="en-US" altLang="zh-CN" sz="2000" smtClean="0"/>
              <a:t>E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Step2</a:t>
            </a:r>
            <a:r>
              <a:rPr lang="zh-CN" altLang="en-US" sz="2000" smtClean="0"/>
              <a:t>：从汇点开始计算</a:t>
            </a:r>
            <a:r>
              <a:rPr lang="en-US" altLang="zh-CN" sz="2000" smtClean="0"/>
              <a:t>vl(i)</a:t>
            </a:r>
            <a:r>
              <a:rPr lang="zh-CN" altLang="en-US" sz="2000" smtClean="0"/>
              <a:t>，考察顶点</a:t>
            </a:r>
            <a:r>
              <a:rPr lang="en-US" altLang="zh-CN" sz="2000" smtClean="0"/>
              <a:t>i</a:t>
            </a:r>
            <a:r>
              <a:rPr lang="zh-CN" altLang="en-US" sz="2000" smtClean="0"/>
              <a:t>发出的所有边，寻找</a:t>
            </a:r>
            <a:r>
              <a:rPr lang="zh-CN" altLang="en-US" sz="2000" smtClean="0">
                <a:solidFill>
                  <a:srgbClr val="0000CC"/>
                </a:solidFill>
              </a:rPr>
              <a:t>最小值</a:t>
            </a:r>
            <a:r>
              <a:rPr lang="en-US" altLang="zh-CN" sz="2000" smtClean="0"/>
              <a:t>vl(i)=min{vl(j)-dut(&lt;i, j&gt;)}</a:t>
            </a:r>
            <a:r>
              <a:rPr lang="zh-CN" altLang="en-US" sz="2000" smtClean="0"/>
              <a:t>，</a:t>
            </a:r>
            <a:r>
              <a:rPr lang="en-US" altLang="zh-CN" sz="2000" smtClean="0"/>
              <a:t>&lt;i, j&gt;</a:t>
            </a:r>
            <a:r>
              <a:rPr lang="en-US" altLang="zh-CN" sz="2000" smtClean="0">
                <a:latin typeface="宋体" panose="02010600030101010101" pitchFamily="2" charset="-122"/>
              </a:rPr>
              <a:t>∈</a:t>
            </a:r>
            <a:r>
              <a:rPr lang="en-US" altLang="zh-CN" sz="2000" smtClean="0"/>
              <a:t>E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Step3</a:t>
            </a:r>
            <a:r>
              <a:rPr lang="zh-CN" altLang="en-US" sz="2000" smtClean="0"/>
              <a:t>：求每个活动的</a:t>
            </a:r>
            <a:r>
              <a:rPr lang="en-US" altLang="zh-CN" sz="2000" smtClean="0"/>
              <a:t>e(i)</a:t>
            </a:r>
            <a:r>
              <a:rPr lang="zh-CN" altLang="en-US" sz="2000" smtClean="0"/>
              <a:t>，等于活动发出顶点的</a:t>
            </a:r>
            <a:r>
              <a:rPr lang="en-US" altLang="zh-CN" sz="2000" smtClean="0"/>
              <a:t>ve</a:t>
            </a:r>
            <a:r>
              <a:rPr lang="zh-CN" altLang="en-US" sz="2000" smtClean="0"/>
              <a:t>值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Step4</a:t>
            </a:r>
            <a:r>
              <a:rPr lang="zh-CN" altLang="en-US" sz="2000" smtClean="0"/>
              <a:t>：求每个活动的</a:t>
            </a:r>
            <a:r>
              <a:rPr lang="en-US" altLang="zh-CN" sz="2000" smtClean="0"/>
              <a:t>l(i)</a:t>
            </a:r>
            <a:r>
              <a:rPr lang="zh-CN" altLang="en-US" sz="2000" smtClean="0"/>
              <a:t>，等于活动指向顶点的</a:t>
            </a:r>
            <a:r>
              <a:rPr lang="en-US" altLang="zh-CN" sz="2000" smtClean="0"/>
              <a:t>vl</a:t>
            </a:r>
            <a:r>
              <a:rPr lang="zh-CN" altLang="en-US" sz="2000" smtClean="0"/>
              <a:t>值减去活动本身的持续时间</a:t>
            </a:r>
            <a:endParaRPr lang="en-US" altLang="zh-CN" sz="2000" smtClean="0"/>
          </a:p>
          <a:p>
            <a:pPr lvl="1"/>
            <a:r>
              <a:rPr lang="en-US" altLang="zh-CN" sz="2000" smtClean="0"/>
              <a:t>Step5</a:t>
            </a:r>
            <a:r>
              <a:rPr lang="zh-CN" altLang="en-US" sz="2000" smtClean="0"/>
              <a:t>：找到那些</a:t>
            </a:r>
            <a:r>
              <a:rPr lang="en-US" altLang="zh-CN" sz="2000" smtClean="0"/>
              <a:t>l(i)=e(i)</a:t>
            </a:r>
            <a:r>
              <a:rPr lang="zh-CN" altLang="en-US" sz="2000" smtClean="0"/>
              <a:t>的活动，即为关键活动；构成的路径即为关键路径。关键路径可能不止一条。</a:t>
            </a:r>
            <a:endParaRPr lang="zh-CN" altLang="en-US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109980" y="117729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535555" y="117729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397000" y="132207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828800" y="117729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534920" y="52197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355090" y="66675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1800860" y="82423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3968750" y="52197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2830195" y="66675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261995" y="52197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3968750" y="117792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2830195" y="13227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261995" y="117792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394960" y="117538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256405" y="132016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688205" y="117538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542540" y="209867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355090" y="142367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1835785" y="181165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678430" y="146621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534285" y="169037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3968750" y="209867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394960" y="209867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717030" y="53530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255770" y="66675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640070" y="68008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640070" y="78168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255770" y="224345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2829560" y="224345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2787650" y="142430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213860" y="142176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681220" y="82423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6034405" y="82423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6034405" y="132270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4763770" y="210058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4702175" y="160972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3370580" y="15659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3261995" y="214058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2780665" y="76835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370580" y="85026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4" name="AutoShape 3"/>
          <p:cNvSpPr/>
          <p:nvPr/>
        </p:nvSpPr>
        <p:spPr>
          <a:xfrm>
            <a:off x="1834436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AutoShape 4"/>
          <p:cNvSpPr/>
          <p:nvPr/>
        </p:nvSpPr>
        <p:spPr>
          <a:xfrm>
            <a:off x="220662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6" name="AutoShape 5"/>
          <p:cNvSpPr/>
          <p:nvPr/>
        </p:nvSpPr>
        <p:spPr>
          <a:xfrm>
            <a:off x="2585720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AutoShape 6"/>
          <p:cNvSpPr/>
          <p:nvPr/>
        </p:nvSpPr>
        <p:spPr>
          <a:xfrm>
            <a:off x="296100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8" name="AutoShape 7"/>
          <p:cNvSpPr/>
          <p:nvPr/>
        </p:nvSpPr>
        <p:spPr>
          <a:xfrm>
            <a:off x="333438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9" name="AutoShape 8"/>
          <p:cNvSpPr/>
          <p:nvPr/>
        </p:nvSpPr>
        <p:spPr>
          <a:xfrm>
            <a:off x="372427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0" name="AutoShape 9"/>
          <p:cNvSpPr/>
          <p:nvPr/>
        </p:nvSpPr>
        <p:spPr>
          <a:xfrm>
            <a:off x="409892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1" name="AutoShape 14"/>
          <p:cNvSpPr/>
          <p:nvPr/>
        </p:nvSpPr>
        <p:spPr>
          <a:xfrm>
            <a:off x="5212715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10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2" name="AutoShape 9"/>
          <p:cNvSpPr/>
          <p:nvPr/>
        </p:nvSpPr>
        <p:spPr>
          <a:xfrm>
            <a:off x="4474210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3" name="AutoShape 9"/>
          <p:cNvSpPr/>
          <p:nvPr/>
        </p:nvSpPr>
        <p:spPr>
          <a:xfrm>
            <a:off x="4855210" y="295084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AutoShape 3"/>
          <p:cNvSpPr/>
          <p:nvPr>
            <p:custDataLst>
              <p:tags r:id="rId1"/>
            </p:custDataLst>
          </p:nvPr>
        </p:nvSpPr>
        <p:spPr>
          <a:xfrm>
            <a:off x="220662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4"/>
          <p:cNvSpPr/>
          <p:nvPr/>
        </p:nvSpPr>
        <p:spPr>
          <a:xfrm>
            <a:off x="258572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5"/>
          <p:cNvSpPr/>
          <p:nvPr/>
        </p:nvSpPr>
        <p:spPr>
          <a:xfrm>
            <a:off x="296100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333438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AutoShape 7"/>
          <p:cNvSpPr/>
          <p:nvPr/>
        </p:nvSpPr>
        <p:spPr>
          <a:xfrm>
            <a:off x="372427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6" name="AutoShape 8"/>
          <p:cNvSpPr/>
          <p:nvPr/>
        </p:nvSpPr>
        <p:spPr>
          <a:xfrm>
            <a:off x="409892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AutoShape 9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14"/>
          <p:cNvSpPr/>
          <p:nvPr/>
        </p:nvSpPr>
        <p:spPr>
          <a:xfrm>
            <a:off x="1834436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AutoShape 9"/>
          <p:cNvSpPr/>
          <p:nvPr/>
        </p:nvSpPr>
        <p:spPr>
          <a:xfrm>
            <a:off x="4855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0" name="AutoShape 9"/>
          <p:cNvSpPr/>
          <p:nvPr/>
        </p:nvSpPr>
        <p:spPr>
          <a:xfrm>
            <a:off x="521271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1" name="AutoShape 7"/>
          <p:cNvSpPr/>
          <p:nvPr/>
        </p:nvSpPr>
        <p:spPr>
          <a:xfrm>
            <a:off x="372427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43560" y="3169920"/>
            <a:ext cx="1325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indegree[n]</a:t>
            </a:r>
            <a:endParaRPr lang="en-US">
              <a:sym typeface="+mn-ea"/>
            </a:endParaRPr>
          </a:p>
        </p:txBody>
      </p:sp>
      <p:sp>
        <p:nvSpPr>
          <p:cNvPr id="53" name="AutoShape 3"/>
          <p:cNvSpPr/>
          <p:nvPr>
            <p:custDataLst>
              <p:tags r:id="rId2"/>
            </p:custDataLst>
          </p:nvPr>
        </p:nvSpPr>
        <p:spPr>
          <a:xfrm>
            <a:off x="220662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AutoShape 4"/>
          <p:cNvSpPr/>
          <p:nvPr/>
        </p:nvSpPr>
        <p:spPr>
          <a:xfrm>
            <a:off x="258572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AutoShape 5"/>
          <p:cNvSpPr/>
          <p:nvPr/>
        </p:nvSpPr>
        <p:spPr>
          <a:xfrm>
            <a:off x="2961005" y="3544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14"/>
          <p:cNvSpPr/>
          <p:nvPr/>
        </p:nvSpPr>
        <p:spPr>
          <a:xfrm>
            <a:off x="1834436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08330" y="3538220"/>
            <a:ext cx="6781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ve[n]</a:t>
            </a:r>
            <a:endParaRPr lang="en-US">
              <a:sym typeface="+mn-ea"/>
            </a:endParaRPr>
          </a:p>
        </p:txBody>
      </p:sp>
      <p:sp>
        <p:nvSpPr>
          <p:cNvPr id="75" name="AutoShape 9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6" name="AutoShape 14"/>
          <p:cNvSpPr/>
          <p:nvPr/>
        </p:nvSpPr>
        <p:spPr>
          <a:xfrm>
            <a:off x="1834436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AutoShape 6"/>
          <p:cNvSpPr/>
          <p:nvPr/>
        </p:nvSpPr>
        <p:spPr>
          <a:xfrm>
            <a:off x="333438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96" name="AutoShape 4"/>
          <p:cNvSpPr/>
          <p:nvPr/>
        </p:nvSpPr>
        <p:spPr>
          <a:xfrm>
            <a:off x="2585720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7" name="AutoShape 5"/>
          <p:cNvSpPr/>
          <p:nvPr/>
        </p:nvSpPr>
        <p:spPr>
          <a:xfrm>
            <a:off x="296100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2" name="AutoShape 14"/>
          <p:cNvSpPr/>
          <p:nvPr/>
        </p:nvSpPr>
        <p:spPr>
          <a:xfrm>
            <a:off x="1834436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3" name="AutoShape 9"/>
          <p:cNvSpPr/>
          <p:nvPr/>
        </p:nvSpPr>
        <p:spPr>
          <a:xfrm>
            <a:off x="4855210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608965" y="3909695"/>
            <a:ext cx="601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vl[n]</a:t>
            </a:r>
            <a:endParaRPr lang="en-US">
              <a:sym typeface="+mn-ea"/>
            </a:endParaRPr>
          </a:p>
        </p:txBody>
      </p:sp>
      <p:sp>
        <p:nvSpPr>
          <p:cNvPr id="107" name="AutoShape 14"/>
          <p:cNvSpPr/>
          <p:nvPr/>
        </p:nvSpPr>
        <p:spPr>
          <a:xfrm>
            <a:off x="1834436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8" name="AutoShape 6"/>
          <p:cNvSpPr/>
          <p:nvPr/>
        </p:nvSpPr>
        <p:spPr>
          <a:xfrm>
            <a:off x="3334385" y="39319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4474210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0" name="AutoShape 7"/>
          <p:cNvSpPr/>
          <p:nvPr/>
        </p:nvSpPr>
        <p:spPr>
          <a:xfrm>
            <a:off x="372427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1" name="AutoShape 9"/>
          <p:cNvSpPr/>
          <p:nvPr/>
        </p:nvSpPr>
        <p:spPr>
          <a:xfrm>
            <a:off x="521271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" name="AutoShape 8"/>
          <p:cNvSpPr/>
          <p:nvPr/>
        </p:nvSpPr>
        <p:spPr>
          <a:xfrm>
            <a:off x="409892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3" name="AutoShape 3"/>
          <p:cNvSpPr/>
          <p:nvPr>
            <p:custDataLst>
              <p:tags r:id="rId3"/>
            </p:custDataLst>
          </p:nvPr>
        </p:nvSpPr>
        <p:spPr>
          <a:xfrm>
            <a:off x="220662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4" name="AutoShape 4"/>
          <p:cNvSpPr/>
          <p:nvPr/>
        </p:nvSpPr>
        <p:spPr>
          <a:xfrm>
            <a:off x="258572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5" name="AutoShape 5"/>
          <p:cNvSpPr/>
          <p:nvPr/>
        </p:nvSpPr>
        <p:spPr>
          <a:xfrm>
            <a:off x="296100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9" name="AutoShape 4"/>
          <p:cNvSpPr/>
          <p:nvPr/>
        </p:nvSpPr>
        <p:spPr>
          <a:xfrm>
            <a:off x="258572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0" name="AutoShape 4"/>
          <p:cNvSpPr/>
          <p:nvPr/>
        </p:nvSpPr>
        <p:spPr>
          <a:xfrm>
            <a:off x="372427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1" name="AutoShape 4"/>
          <p:cNvSpPr/>
          <p:nvPr/>
        </p:nvSpPr>
        <p:spPr>
          <a:xfrm>
            <a:off x="409892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2" name="AutoShape 4"/>
          <p:cNvSpPr/>
          <p:nvPr/>
        </p:nvSpPr>
        <p:spPr>
          <a:xfrm>
            <a:off x="258572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3" name="AutoShape 4"/>
          <p:cNvSpPr/>
          <p:nvPr/>
        </p:nvSpPr>
        <p:spPr>
          <a:xfrm>
            <a:off x="372427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4" name="AutoShape 4"/>
          <p:cNvSpPr/>
          <p:nvPr/>
        </p:nvSpPr>
        <p:spPr>
          <a:xfrm>
            <a:off x="409892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5" name="AutoShape 4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6" name="AutoShape 4"/>
          <p:cNvSpPr/>
          <p:nvPr/>
        </p:nvSpPr>
        <p:spPr>
          <a:xfrm>
            <a:off x="447421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7" name="AutoShape 4"/>
          <p:cNvSpPr/>
          <p:nvPr/>
        </p:nvSpPr>
        <p:spPr>
          <a:xfrm>
            <a:off x="4855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8" name="AutoShape 4"/>
          <p:cNvSpPr/>
          <p:nvPr/>
        </p:nvSpPr>
        <p:spPr>
          <a:xfrm>
            <a:off x="521271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9" name="AutoShape 4"/>
          <p:cNvSpPr/>
          <p:nvPr/>
        </p:nvSpPr>
        <p:spPr>
          <a:xfrm>
            <a:off x="485521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0" name="AutoShape 4"/>
          <p:cNvSpPr/>
          <p:nvPr/>
        </p:nvSpPr>
        <p:spPr>
          <a:xfrm>
            <a:off x="521271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1" name="AutoShape 4"/>
          <p:cNvSpPr/>
          <p:nvPr/>
        </p:nvSpPr>
        <p:spPr>
          <a:xfrm>
            <a:off x="333438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2" name="AutoShape 4"/>
          <p:cNvSpPr/>
          <p:nvPr/>
        </p:nvSpPr>
        <p:spPr>
          <a:xfrm>
            <a:off x="258572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3" name="AutoShape 4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4" name="AutoShape 4"/>
          <p:cNvSpPr/>
          <p:nvPr/>
        </p:nvSpPr>
        <p:spPr>
          <a:xfrm>
            <a:off x="372427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6" name="AutoShape 4"/>
          <p:cNvSpPr/>
          <p:nvPr/>
        </p:nvSpPr>
        <p:spPr>
          <a:xfrm>
            <a:off x="372427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7" name="AutoShape 4"/>
          <p:cNvSpPr/>
          <p:nvPr/>
        </p:nvSpPr>
        <p:spPr>
          <a:xfrm>
            <a:off x="4474210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8" name="AutoShape 4"/>
          <p:cNvSpPr/>
          <p:nvPr/>
        </p:nvSpPr>
        <p:spPr>
          <a:xfrm>
            <a:off x="4474210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0" name="AutoShape 4"/>
          <p:cNvSpPr/>
          <p:nvPr/>
        </p:nvSpPr>
        <p:spPr>
          <a:xfrm>
            <a:off x="5212715" y="31851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1" name="AutoShape 4"/>
          <p:cNvSpPr/>
          <p:nvPr/>
        </p:nvSpPr>
        <p:spPr>
          <a:xfrm>
            <a:off x="5212715" y="3556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3" name="AutoShape 5"/>
          <p:cNvSpPr/>
          <p:nvPr/>
        </p:nvSpPr>
        <p:spPr>
          <a:xfrm>
            <a:off x="296100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5" name="AutoShape 6"/>
          <p:cNvSpPr/>
          <p:nvPr/>
        </p:nvSpPr>
        <p:spPr>
          <a:xfrm>
            <a:off x="2206625" y="39096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" name="AutoShape 6"/>
          <p:cNvSpPr/>
          <p:nvPr/>
        </p:nvSpPr>
        <p:spPr>
          <a:xfrm>
            <a:off x="3334385" y="39065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AutoShape 5"/>
          <p:cNvSpPr/>
          <p:nvPr/>
        </p:nvSpPr>
        <p:spPr>
          <a:xfrm>
            <a:off x="2961005" y="39319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6"/>
          <p:cNvSpPr/>
          <p:nvPr/>
        </p:nvSpPr>
        <p:spPr>
          <a:xfrm>
            <a:off x="2218690" y="39065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80" name="Oval 26"/>
          <p:cNvSpPr>
            <a:spLocks noChangeArrowheads="1"/>
          </p:cNvSpPr>
          <p:nvPr/>
        </p:nvSpPr>
        <p:spPr bwMode="auto">
          <a:xfrm flipH="1">
            <a:off x="1322705" y="496570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1" name="Oval 27"/>
          <p:cNvSpPr>
            <a:spLocks noChangeArrowheads="1"/>
          </p:cNvSpPr>
          <p:nvPr/>
        </p:nvSpPr>
        <p:spPr bwMode="auto">
          <a:xfrm flipH="1">
            <a:off x="2748280" y="4965700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3" name="Oval 27"/>
          <p:cNvSpPr>
            <a:spLocks noChangeArrowheads="1"/>
          </p:cNvSpPr>
          <p:nvPr/>
        </p:nvSpPr>
        <p:spPr bwMode="auto">
          <a:xfrm flipH="1">
            <a:off x="4181475" y="496633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4" name="AutoShape 59"/>
          <p:cNvCxnSpPr>
            <a:endCxn id="83" idx="6"/>
          </p:cNvCxnSpPr>
          <p:nvPr/>
        </p:nvCxnSpPr>
        <p:spPr>
          <a:xfrm>
            <a:off x="3043555" y="511111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85" name="Oval 60"/>
          <p:cNvSpPr/>
          <p:nvPr/>
        </p:nvSpPr>
        <p:spPr>
          <a:xfrm>
            <a:off x="3474720" y="496633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86" name="Oval 27"/>
          <p:cNvSpPr>
            <a:spLocks noChangeArrowheads="1"/>
          </p:cNvSpPr>
          <p:nvPr/>
        </p:nvSpPr>
        <p:spPr bwMode="auto">
          <a:xfrm flipH="1">
            <a:off x="5607685" y="496379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7" name="AutoShape 59"/>
          <p:cNvCxnSpPr>
            <a:endCxn id="86" idx="6"/>
          </p:cNvCxnSpPr>
          <p:nvPr/>
        </p:nvCxnSpPr>
        <p:spPr>
          <a:xfrm>
            <a:off x="4469765" y="510857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88" name="Oval 60"/>
          <p:cNvSpPr/>
          <p:nvPr/>
        </p:nvSpPr>
        <p:spPr>
          <a:xfrm>
            <a:off x="4900930" y="496379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89" name="Oval 27"/>
          <p:cNvSpPr>
            <a:spLocks noChangeArrowheads="1"/>
          </p:cNvSpPr>
          <p:nvPr/>
        </p:nvSpPr>
        <p:spPr bwMode="auto">
          <a:xfrm flipH="1">
            <a:off x="2755265" y="588708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0" name="AutoShape 59"/>
          <p:cNvCxnSpPr>
            <a:stCxn id="80" idx="3"/>
            <a:endCxn id="89" idx="6"/>
          </p:cNvCxnSpPr>
          <p:nvPr/>
        </p:nvCxnSpPr>
        <p:spPr>
          <a:xfrm>
            <a:off x="1568450" y="521208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1" name="Oval 60"/>
          <p:cNvSpPr/>
          <p:nvPr/>
        </p:nvSpPr>
        <p:spPr>
          <a:xfrm>
            <a:off x="2048510" y="560006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2" name="直接箭头连接符 91"/>
          <p:cNvCxnSpPr>
            <a:stCxn id="89" idx="0"/>
            <a:endCxn id="81" idx="4"/>
          </p:cNvCxnSpPr>
          <p:nvPr/>
        </p:nvCxnSpPr>
        <p:spPr>
          <a:xfrm flipH="1" flipV="1">
            <a:off x="2891790" y="525462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3" name="Oval 60"/>
          <p:cNvSpPr/>
          <p:nvPr/>
        </p:nvSpPr>
        <p:spPr>
          <a:xfrm>
            <a:off x="2747010" y="547878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4" name="Oval 27"/>
          <p:cNvSpPr>
            <a:spLocks noChangeArrowheads="1"/>
          </p:cNvSpPr>
          <p:nvPr/>
        </p:nvSpPr>
        <p:spPr bwMode="auto">
          <a:xfrm flipH="1">
            <a:off x="6929755" y="4323715"/>
            <a:ext cx="287655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" name="直接箭头连接符 94"/>
          <p:cNvCxnSpPr>
            <a:stCxn id="86" idx="1"/>
            <a:endCxn id="94" idx="6"/>
          </p:cNvCxnSpPr>
          <p:nvPr/>
        </p:nvCxnSpPr>
        <p:spPr>
          <a:xfrm flipV="1">
            <a:off x="5853430" y="446849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8" name="Oval 60"/>
          <p:cNvSpPr/>
          <p:nvPr/>
        </p:nvSpPr>
        <p:spPr>
          <a:xfrm>
            <a:off x="6247130" y="461264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autoRev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250" autoRev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250" autoRev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4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250" autoRev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7" dur="250" autoRev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" dur="250" autoRev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250" autoRev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250" autoRev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4" dur="250" autoRev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250" autoRev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250" autoRev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9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3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250" autoRev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0" dur="250" autoRev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250" autoRev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250" autoRev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250" autoRev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3" dur="250" autoRev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250" autoRev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250" autoRev="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250" autoRev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2" dur="250" autoRev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3" dur="250" autoRev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250" autoRev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5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6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7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250" autoRev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2" dur="250" autoRev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250" autoRev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4" dur="250" autoRev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7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8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9" dur="250" autoRev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500"/>
                            </p:stCondLst>
                            <p:childTnLst>
                              <p:par>
                                <p:cTn id="271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250" autoRev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3" dur="250" autoRev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250" autoRev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250" autoRev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250" autoRev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8" dur="250" autoRev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250" autoRev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250" autoRev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000"/>
                            </p:stCondLst>
                            <p:childTnLst>
                              <p:par>
                                <p:cTn id="282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250" autoRev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4" dur="250" autoRev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250" autoRev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250" autoRev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250" autoRev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9" dur="250" autoRev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250" autoRev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250" autoRev="1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500"/>
                            </p:stCondLst>
                            <p:childTnLst>
                              <p:par>
                                <p:cTn id="293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250" autoRev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5" dur="250" autoRev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6" dur="250" autoRev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250" autoRev="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27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0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2" dur="250" autoRev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2000"/>
                            </p:stCondLst>
                            <p:childTnLst>
                              <p:par>
                                <p:cTn id="304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" dur="250" autoRev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6" dur="250" autoRev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250" autoRev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250" autoRev="1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27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0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1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250" autoRev="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500"/>
                            </p:stCondLst>
                            <p:childTnLst>
                              <p:par>
                                <p:cTn id="315" presetID="27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250" autoRev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7" dur="250" autoRev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250" autoRev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9" dur="250" autoRev="1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250" autoRev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2" dur="250" autoRev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3" dur="250" autoRev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4" dur="250" autoRev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bldLvl="0" animBg="1"/>
      <p:bldP spid="114" grpId="0" bldLvl="0" animBg="1"/>
      <p:bldP spid="115" grpId="0" bldLvl="0" animBg="1"/>
      <p:bldP spid="53" grpId="0" bldLvl="0" animBg="1"/>
      <p:bldP spid="54" grpId="0" bldLvl="0" animBg="1"/>
      <p:bldP spid="115" grpId="1" bldLvl="0" animBg="1"/>
      <p:bldP spid="119" grpId="0" bldLvl="0" animBg="1"/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126" grpId="0" bldLvl="0" animBg="1"/>
      <p:bldP spid="127" grpId="0" bldLvl="0" animBg="1"/>
      <p:bldP spid="128" grpId="0" bldLvl="0" animBg="1"/>
      <p:bldP spid="129" grpId="0" bldLvl="0" animBg="1"/>
      <p:bldP spid="130" grpId="0" bldLvl="0" animBg="1"/>
      <p:bldP spid="131" grpId="0" bldLvl="0" animBg="1"/>
      <p:bldP spid="82" grpId="0" bldLvl="0" animBg="1"/>
      <p:bldP spid="132" grpId="0" bldLvl="0" animBg="1"/>
      <p:bldP spid="133" grpId="0" bldLvl="0" animBg="1"/>
      <p:bldP spid="134" grpId="0" bldLvl="0" animBg="1"/>
      <p:bldP spid="136" grpId="0" bldLvl="0" animBg="1"/>
      <p:bldP spid="137" grpId="0" bldLvl="0" animBg="1"/>
      <p:bldP spid="138" grpId="0" bldLvl="0" animBg="1"/>
      <p:bldP spid="140" grpId="0" bldLvl="0" animBg="1"/>
      <p:bldP spid="141" grpId="0" bldLvl="0" animBg="1"/>
      <p:bldP spid="111" grpId="0" bldLvl="0" animBg="1"/>
      <p:bldP spid="109" grpId="0" bldLvl="0" animBg="1"/>
      <p:bldP spid="103" grpId="0" bldLvl="0" animBg="1"/>
      <p:bldP spid="109" grpId="1" bldLvl="0" animBg="1"/>
      <p:bldP spid="112" grpId="0" bldLvl="0" animBg="1"/>
      <p:bldP spid="110" grpId="0" bldLvl="0" animBg="1"/>
      <p:bldP spid="108" grpId="0" bldLvl="0" animBg="1"/>
      <p:bldP spid="103" grpId="1" bldLvl="0" animBg="1"/>
      <p:bldP spid="112" grpId="1" bldLvl="0" animBg="1"/>
      <p:bldP spid="97" grpId="0" bldLvl="0" animBg="1"/>
      <p:bldP spid="110" grpId="1" bldLvl="0" animBg="1"/>
      <p:bldP spid="143" grpId="0" bldLvl="0" animBg="1"/>
      <p:bldP spid="96" grpId="0" bldLvl="0" animBg="1"/>
      <p:bldP spid="108" grpId="1" bldLvl="0" animBg="1"/>
      <p:bldP spid="145" grpId="0" bldLvl="0" animBg="1"/>
      <p:bldP spid="145" grpId="1" bldLvl="0" animBg="1"/>
      <p:bldP spid="55" grpId="0" bldLvl="0" animBg="1"/>
      <p:bldP spid="2" grpId="0" bldLvl="0" animBg="1"/>
      <p:bldP spid="2" grpId="1" bldLvl="0" animBg="1"/>
      <p:bldP spid="3" grpId="0" bldLvl="0" animBg="1"/>
      <p:bldP spid="40" grpId="0" bldLvl="0" animBg="1"/>
      <p:bldP spid="40" grpId="1" bldLvl="0" animBg="1"/>
      <p:bldP spid="76" grpId="0" bldLvl="0" animBg="1"/>
      <p:bldP spid="107" grpId="0" bldLvl="0" animBg="1"/>
      <p:bldP spid="55" grpId="1" bldLvl="0" animBg="1"/>
      <p:bldP spid="3" grpId="1" bldLvl="0" animBg="1"/>
      <p:bldP spid="122" grpId="1" bldLvl="0" animBg="1"/>
      <p:bldP spid="96" grpId="1" bldLvl="0" animBg="1"/>
      <p:bldP spid="136" grpId="1" bldLvl="0" animBg="1"/>
      <p:bldP spid="110" grpId="2" bldLvl="0" animBg="1"/>
      <p:bldP spid="138" grpId="1" bldLvl="0" animBg="1"/>
      <p:bldP spid="109" grpId="2" bldLvl="0" animBg="1"/>
      <p:bldP spid="141" grpId="1" bldLvl="0" animBg="1"/>
      <p:bldP spid="111" grpId="1" bldLvl="0" animBg="1"/>
      <p:bldP spid="80" grpId="0" bldLvl="0" animBg="1"/>
      <p:bldP spid="81" grpId="0" bldLvl="0" animBg="1"/>
      <p:bldP spid="83" grpId="0" bldLvl="0" animBg="1"/>
      <p:bldP spid="85" grpId="0"/>
      <p:bldP spid="86" grpId="0" bldLvl="0" animBg="1"/>
      <p:bldP spid="88" grpId="0"/>
      <p:bldP spid="89" grpId="0" bldLvl="0" animBg="1"/>
      <p:bldP spid="91" grpId="0"/>
      <p:bldP spid="93" grpId="0"/>
      <p:bldP spid="94" grpId="0" bldLvl="0" animBg="1"/>
      <p:bldP spid="98" grpId="0"/>
      <p:bldP spid="80" grpId="1" bldLvl="0" animBg="1"/>
      <p:bldP spid="81" grpId="1" bldLvl="0" animBg="1"/>
      <p:bldP spid="83" grpId="1" bldLvl="0" animBg="1"/>
      <p:bldP spid="85" grpId="1"/>
      <p:bldP spid="86" grpId="1" bldLvl="0" animBg="1"/>
      <p:bldP spid="88" grpId="1"/>
      <p:bldP spid="89" grpId="1" bldLvl="0" animBg="1"/>
      <p:bldP spid="91" grpId="1"/>
      <p:bldP spid="93" grpId="1"/>
      <p:bldP spid="94" grpId="1" bldLvl="0" animBg="1"/>
      <p:bldP spid="98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以下</a:t>
            </a:r>
            <a:r>
              <a:rPr lang="en-US" altLang="zh-CN"/>
              <a:t>AOV</a:t>
            </a:r>
            <a:r>
              <a:rPr lang="zh-CN" altLang="en-US"/>
              <a:t>转为</a:t>
            </a:r>
            <a:r>
              <a:rPr lang="en-US" altLang="zh-CN"/>
              <a:t>AOE</a:t>
            </a:r>
            <a:r>
              <a:rPr lang="zh-CN" altLang="en-US"/>
              <a:t>，并计算关键路径</a:t>
            </a:r>
            <a:endParaRPr lang="zh-CN" altLang="en-US"/>
          </a:p>
          <a:p>
            <a:r>
              <a:rPr lang="zh-CN" altLang="en-US"/>
              <a:t>活动的时间消耗及依赖如下：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56615" y="2818130"/>
          <a:ext cx="64001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856615" y="4029710"/>
          <a:ext cx="64001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C,E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以下</a:t>
            </a:r>
            <a:r>
              <a:rPr lang="en-US" altLang="zh-CN"/>
              <a:t>AOV</a:t>
            </a:r>
            <a:r>
              <a:rPr lang="zh-CN" altLang="en-US"/>
              <a:t>转为</a:t>
            </a:r>
            <a:r>
              <a:rPr lang="en-US" altLang="zh-CN"/>
              <a:t>AOE</a:t>
            </a:r>
            <a:r>
              <a:rPr lang="zh-CN" altLang="en-US"/>
              <a:t>，并计算关键路径</a:t>
            </a:r>
            <a:endParaRPr lang="zh-CN" altLang="en-US"/>
          </a:p>
          <a:p>
            <a:r>
              <a:rPr lang="zh-CN" altLang="en-US"/>
              <a:t>活动的时间消耗及依赖如下：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56615" y="2818130"/>
          <a:ext cx="64001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J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856615" y="4029710"/>
          <a:ext cx="64001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J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C,E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G,H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*</a:t>
            </a:r>
            <a:r>
              <a:rPr lang="zh-CN" altLang="en-US">
                <a:sym typeface="+mn-ea"/>
              </a:rPr>
              <a:t>关节点 &amp; 双连通分量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430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关节点 &amp; 双连通分量</a:t>
            </a:r>
            <a:endParaRPr lang="zh-CN" altLang="en-US" smtClean="0">
              <a:sym typeface="+mn-ea"/>
            </a:endParaRPr>
          </a:p>
        </p:txBody>
      </p:sp>
      <p:sp>
        <p:nvSpPr>
          <p:cNvPr id="9943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的关节点：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//articulation point, cut-vertex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其删除之后，原图的连通分量增多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//connected components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无关节点的图，称作双（重）连通图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//bi-connectivity</a:t>
            </a:r>
            <a:endParaRPr kumimoji="0" lang="en-US" altLang="zh-CN" sz="2000" b="0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极大的双连通子图，称作双连通分量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//Bi-Connected Components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00" name="Oval 61"/>
          <p:cNvSpPr>
            <a:spLocks noChangeAspect="1"/>
          </p:cNvSpPr>
          <p:nvPr/>
        </p:nvSpPr>
        <p:spPr>
          <a:xfrm rot="5400000">
            <a:off x="7164388" y="3562668"/>
            <a:ext cx="1439862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101" name="Oval 62"/>
          <p:cNvSpPr>
            <a:spLocks noChangeAspect="1"/>
          </p:cNvSpPr>
          <p:nvPr/>
        </p:nvSpPr>
        <p:spPr>
          <a:xfrm rot="5400000">
            <a:off x="5292725" y="3562668"/>
            <a:ext cx="1439863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102" name="Oval 63"/>
          <p:cNvSpPr/>
          <p:nvPr/>
        </p:nvSpPr>
        <p:spPr>
          <a:xfrm rot="5400000">
            <a:off x="6659563" y="3778568"/>
            <a:ext cx="576262" cy="1727200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368" name="Oval 64"/>
          <p:cNvSpPr/>
          <p:nvPr/>
        </p:nvSpPr>
        <p:spPr>
          <a:xfrm flipH="1">
            <a:off x="5510213" y="377539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369" name="Oval 65"/>
          <p:cNvSpPr/>
          <p:nvPr/>
        </p:nvSpPr>
        <p:spPr>
          <a:xfrm flipH="1">
            <a:off x="5510213" y="4496118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C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0" name="AutoShape 66"/>
          <p:cNvCxnSpPr>
            <a:stCxn id="994368" idx="4"/>
            <a:endCxn id="994369" idx="0"/>
          </p:cNvCxnSpPr>
          <p:nvPr/>
        </p:nvCxnSpPr>
        <p:spPr>
          <a:xfrm>
            <a:off x="5654040" y="4075430"/>
            <a:ext cx="0" cy="4318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71" name="Oval 67"/>
          <p:cNvSpPr/>
          <p:nvPr/>
        </p:nvSpPr>
        <p:spPr>
          <a:xfrm flipH="1">
            <a:off x="6230938" y="3776980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B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2" name="AutoShape 68"/>
          <p:cNvCxnSpPr>
            <a:stCxn id="994371" idx="4"/>
            <a:endCxn id="994381" idx="0"/>
          </p:cNvCxnSpPr>
          <p:nvPr/>
        </p:nvCxnSpPr>
        <p:spPr>
          <a:xfrm flipH="1">
            <a:off x="6373495" y="4065588"/>
            <a:ext cx="1270" cy="4305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3" name="AutoShape 69"/>
          <p:cNvCxnSpPr>
            <a:stCxn id="994371" idx="6"/>
            <a:endCxn id="994368" idx="2"/>
          </p:cNvCxnSpPr>
          <p:nvPr/>
        </p:nvCxnSpPr>
        <p:spPr>
          <a:xfrm flipH="1" flipV="1">
            <a:off x="5797233" y="3930968"/>
            <a:ext cx="43370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4" name="AutoShape 70"/>
          <p:cNvCxnSpPr>
            <a:stCxn id="994381" idx="2"/>
            <a:endCxn id="994369" idx="2"/>
          </p:cNvCxnSpPr>
          <p:nvPr/>
        </p:nvCxnSpPr>
        <p:spPr>
          <a:xfrm flipH="1">
            <a:off x="5797233" y="4640580"/>
            <a:ext cx="431800" cy="63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75" name="Oval 71"/>
          <p:cNvSpPr/>
          <p:nvPr/>
        </p:nvSpPr>
        <p:spPr>
          <a:xfrm flipH="1">
            <a:off x="8101013" y="449929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G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376" name="Oval 72"/>
          <p:cNvSpPr/>
          <p:nvPr/>
        </p:nvSpPr>
        <p:spPr>
          <a:xfrm flipH="1">
            <a:off x="7740650" y="377856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F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7" name="AutoShape 73"/>
          <p:cNvCxnSpPr>
            <a:stCxn id="994382" idx="0"/>
            <a:endCxn id="994376" idx="5"/>
          </p:cNvCxnSpPr>
          <p:nvPr/>
        </p:nvCxnSpPr>
        <p:spPr>
          <a:xfrm flipV="1">
            <a:off x="7524750" y="4025265"/>
            <a:ext cx="257810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8" name="AutoShape 74"/>
          <p:cNvCxnSpPr>
            <a:stCxn id="994382" idx="6"/>
            <a:endCxn id="994375" idx="6"/>
          </p:cNvCxnSpPr>
          <p:nvPr/>
        </p:nvCxnSpPr>
        <p:spPr>
          <a:xfrm>
            <a:off x="7667943" y="4643755"/>
            <a:ext cx="433070" cy="63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9" name="AutoShape 75"/>
          <p:cNvCxnSpPr>
            <a:stCxn id="994375" idx="0"/>
            <a:endCxn id="994376" idx="3"/>
          </p:cNvCxnSpPr>
          <p:nvPr/>
        </p:nvCxnSpPr>
        <p:spPr>
          <a:xfrm flipH="1" flipV="1">
            <a:off x="7986395" y="4036060"/>
            <a:ext cx="258445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80" name="AutoShape 76"/>
          <p:cNvCxnSpPr>
            <a:stCxn id="994381" idx="6"/>
            <a:endCxn id="994382" idx="2"/>
          </p:cNvCxnSpPr>
          <p:nvPr/>
        </p:nvCxnSpPr>
        <p:spPr>
          <a:xfrm>
            <a:off x="6517005" y="4640580"/>
            <a:ext cx="863600" cy="31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81" name="Oval 77"/>
          <p:cNvSpPr>
            <a:spLocks noChangeArrowheads="1"/>
          </p:cNvSpPr>
          <p:nvPr/>
        </p:nvSpPr>
        <p:spPr bwMode="auto">
          <a:xfrm>
            <a:off x="6229350" y="44961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4382" name="Oval 78"/>
          <p:cNvSpPr>
            <a:spLocks noChangeArrowheads="1"/>
          </p:cNvSpPr>
          <p:nvPr/>
        </p:nvSpPr>
        <p:spPr bwMode="auto">
          <a:xfrm>
            <a:off x="7380288" y="449929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18" name="Oval 99"/>
          <p:cNvSpPr/>
          <p:nvPr/>
        </p:nvSpPr>
        <p:spPr>
          <a:xfrm rot="5400000">
            <a:off x="6011863" y="5578793"/>
            <a:ext cx="576262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404" name="Oval 100"/>
          <p:cNvSpPr/>
          <p:nvPr/>
        </p:nvSpPr>
        <p:spPr>
          <a:xfrm>
            <a:off x="7164388" y="5218430"/>
            <a:ext cx="1439862" cy="1439863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405" name="Oval 101"/>
          <p:cNvSpPr/>
          <p:nvPr/>
        </p:nvSpPr>
        <p:spPr>
          <a:xfrm>
            <a:off x="3997325" y="5218430"/>
            <a:ext cx="1439863" cy="1439863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406" name="Oval 102"/>
          <p:cNvSpPr/>
          <p:nvPr/>
        </p:nvSpPr>
        <p:spPr>
          <a:xfrm flipH="1">
            <a:off x="4213225" y="5432743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07" name="Oval 103"/>
          <p:cNvSpPr/>
          <p:nvPr/>
        </p:nvSpPr>
        <p:spPr>
          <a:xfrm flipH="1">
            <a:off x="4213225" y="615346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C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408" name="AutoShape 104"/>
          <p:cNvCxnSpPr>
            <a:stCxn id="994406" idx="4"/>
            <a:endCxn id="994407" idx="0"/>
          </p:cNvCxnSpPr>
          <p:nvPr/>
        </p:nvCxnSpPr>
        <p:spPr>
          <a:xfrm>
            <a:off x="4356418" y="5732780"/>
            <a:ext cx="0" cy="4318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409" name="Oval 105"/>
          <p:cNvSpPr/>
          <p:nvPr/>
        </p:nvSpPr>
        <p:spPr>
          <a:xfrm flipH="1">
            <a:off x="4932363" y="543274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B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410" name="AutoShape 106"/>
          <p:cNvCxnSpPr>
            <a:stCxn id="994409" idx="4"/>
            <a:endCxn id="994413" idx="0"/>
          </p:cNvCxnSpPr>
          <p:nvPr/>
        </p:nvCxnSpPr>
        <p:spPr>
          <a:xfrm>
            <a:off x="5076190" y="5721985"/>
            <a:ext cx="0" cy="4330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11" name="AutoShape 107"/>
          <p:cNvCxnSpPr>
            <a:stCxn id="994409" idx="6"/>
            <a:endCxn id="994406" idx="2"/>
          </p:cNvCxnSpPr>
          <p:nvPr/>
        </p:nvCxnSpPr>
        <p:spPr>
          <a:xfrm flipH="1">
            <a:off x="4500563" y="5588635"/>
            <a:ext cx="43180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12" name="AutoShape 108"/>
          <p:cNvCxnSpPr>
            <a:stCxn id="994413" idx="6"/>
            <a:endCxn id="994407" idx="2"/>
          </p:cNvCxnSpPr>
          <p:nvPr/>
        </p:nvCxnSpPr>
        <p:spPr>
          <a:xfrm flipH="1" flipV="1">
            <a:off x="4500563" y="6298248"/>
            <a:ext cx="431800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413" name="Oval 109"/>
          <p:cNvSpPr/>
          <p:nvPr/>
        </p:nvSpPr>
        <p:spPr>
          <a:xfrm flipH="1">
            <a:off x="4932363" y="6155055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D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14" name="Oval 110"/>
          <p:cNvSpPr/>
          <p:nvPr/>
        </p:nvSpPr>
        <p:spPr>
          <a:xfrm flipH="1">
            <a:off x="8099425" y="615346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G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15" name="Oval 111"/>
          <p:cNvSpPr/>
          <p:nvPr/>
        </p:nvSpPr>
        <p:spPr>
          <a:xfrm flipH="1">
            <a:off x="7739063" y="5434330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F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416" name="AutoShape 112"/>
          <p:cNvCxnSpPr>
            <a:stCxn id="994419" idx="0"/>
            <a:endCxn id="994415" idx="5"/>
          </p:cNvCxnSpPr>
          <p:nvPr/>
        </p:nvCxnSpPr>
        <p:spPr>
          <a:xfrm flipV="1">
            <a:off x="7524115" y="5680393"/>
            <a:ext cx="257175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17" name="AutoShape 113"/>
          <p:cNvCxnSpPr>
            <a:stCxn id="994419" idx="2"/>
            <a:endCxn id="994414" idx="6"/>
          </p:cNvCxnSpPr>
          <p:nvPr/>
        </p:nvCxnSpPr>
        <p:spPr>
          <a:xfrm flipV="1">
            <a:off x="7667625" y="6298248"/>
            <a:ext cx="431800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18" name="AutoShape 114"/>
          <p:cNvCxnSpPr>
            <a:stCxn id="994414" idx="0"/>
            <a:endCxn id="994415" idx="3"/>
          </p:cNvCxnSpPr>
          <p:nvPr/>
        </p:nvCxnSpPr>
        <p:spPr>
          <a:xfrm flipH="1" flipV="1">
            <a:off x="7984173" y="5691505"/>
            <a:ext cx="258445" cy="4730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419" name="Oval 115"/>
          <p:cNvSpPr/>
          <p:nvPr/>
        </p:nvSpPr>
        <p:spPr>
          <a:xfrm flipH="1">
            <a:off x="7380288" y="6155055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E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20" name="Oval 116"/>
          <p:cNvSpPr/>
          <p:nvPr/>
        </p:nvSpPr>
        <p:spPr>
          <a:xfrm flipH="1">
            <a:off x="5795963" y="6155055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D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421" name="Oval 117"/>
          <p:cNvSpPr/>
          <p:nvPr/>
        </p:nvSpPr>
        <p:spPr>
          <a:xfrm flipH="1">
            <a:off x="6516688" y="615664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E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422" name="AutoShape 118"/>
          <p:cNvCxnSpPr>
            <a:stCxn id="994420" idx="2"/>
            <a:endCxn id="994421" idx="6"/>
          </p:cNvCxnSpPr>
          <p:nvPr/>
        </p:nvCxnSpPr>
        <p:spPr>
          <a:xfrm>
            <a:off x="6083300" y="6310313"/>
            <a:ext cx="433705" cy="190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423" name="AutoShape 119"/>
          <p:cNvSpPr>
            <a:spLocks noChangeAspect="1" noChangeArrowheads="1"/>
          </p:cNvSpPr>
          <p:nvPr/>
        </p:nvSpPr>
        <p:spPr bwMode="auto">
          <a:xfrm>
            <a:off x="611188" y="3778568"/>
            <a:ext cx="1439863" cy="1439863"/>
          </a:xfrm>
          <a:prstGeom prst="star8">
            <a:avLst>
              <a:gd name="adj" fmla="val 38250"/>
            </a:avLst>
          </a:prstGeom>
          <a:solidFill>
            <a:srgbClr val="DDDDDD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4424" name="AutoShape 120"/>
          <p:cNvSpPr>
            <a:spLocks noChangeAspect="1" noChangeArrowheads="1"/>
          </p:cNvSpPr>
          <p:nvPr/>
        </p:nvSpPr>
        <p:spPr bwMode="auto">
          <a:xfrm>
            <a:off x="2770188" y="3778568"/>
            <a:ext cx="1439863" cy="1439863"/>
          </a:xfrm>
          <a:prstGeom prst="star8">
            <a:avLst>
              <a:gd name="adj" fmla="val 38250"/>
            </a:avLst>
          </a:prstGeom>
          <a:solidFill>
            <a:srgbClr val="DDDDDD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4425" name="AutoShape 121"/>
          <p:cNvSpPr>
            <a:spLocks noChangeAspect="1" noChangeArrowheads="1"/>
          </p:cNvSpPr>
          <p:nvPr/>
        </p:nvSpPr>
        <p:spPr bwMode="auto">
          <a:xfrm>
            <a:off x="1690688" y="5073968"/>
            <a:ext cx="1439863" cy="1439863"/>
          </a:xfrm>
          <a:prstGeom prst="star8">
            <a:avLst>
              <a:gd name="adj" fmla="val 38250"/>
            </a:avLst>
          </a:prstGeom>
          <a:solidFill>
            <a:srgbClr val="DDDDDD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4426" name="Oval 122"/>
          <p:cNvSpPr>
            <a:spLocks noChangeArrowheads="1"/>
          </p:cNvSpPr>
          <p:nvPr/>
        </p:nvSpPr>
        <p:spPr bwMode="auto">
          <a:xfrm flipH="1">
            <a:off x="2266950" y="43532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4427" name="Oval 123"/>
          <p:cNvSpPr>
            <a:spLocks noChangeArrowheads="1"/>
          </p:cNvSpPr>
          <p:nvPr/>
        </p:nvSpPr>
        <p:spPr bwMode="auto">
          <a:xfrm flipH="1">
            <a:off x="1546225" y="43532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4428" name="Oval 124"/>
          <p:cNvSpPr>
            <a:spLocks noChangeArrowheads="1"/>
          </p:cNvSpPr>
          <p:nvPr/>
        </p:nvSpPr>
        <p:spPr bwMode="auto">
          <a:xfrm flipH="1">
            <a:off x="2986088" y="435324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4429" name="Oval 125"/>
          <p:cNvSpPr>
            <a:spLocks noChangeArrowheads="1"/>
          </p:cNvSpPr>
          <p:nvPr/>
        </p:nvSpPr>
        <p:spPr bwMode="auto">
          <a:xfrm flipH="1">
            <a:off x="2266950" y="528986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94430" name="AutoShape 126"/>
          <p:cNvCxnSpPr>
            <a:stCxn id="994427" idx="2"/>
            <a:endCxn id="994426" idx="6"/>
          </p:cNvCxnSpPr>
          <p:nvPr/>
        </p:nvCxnSpPr>
        <p:spPr>
          <a:xfrm>
            <a:off x="1833563" y="4509135"/>
            <a:ext cx="43307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31" name="AutoShape 127"/>
          <p:cNvCxnSpPr>
            <a:stCxn id="994426" idx="2"/>
            <a:endCxn id="994428" idx="6"/>
          </p:cNvCxnSpPr>
          <p:nvPr/>
        </p:nvCxnSpPr>
        <p:spPr>
          <a:xfrm>
            <a:off x="2554288" y="4509135"/>
            <a:ext cx="43116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432" name="AutoShape 128"/>
          <p:cNvCxnSpPr>
            <a:stCxn id="994426" idx="4"/>
            <a:endCxn id="994429" idx="0"/>
          </p:cNvCxnSpPr>
          <p:nvPr/>
        </p:nvCxnSpPr>
        <p:spPr>
          <a:xfrm>
            <a:off x="2410778" y="4653281"/>
            <a:ext cx="0" cy="6477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4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6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94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6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94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94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94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94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94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94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94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94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94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94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3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94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94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94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94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94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94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94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94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94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94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94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94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4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4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94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94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94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94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94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4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1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4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4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2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94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944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94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94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94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94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94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994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94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9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94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94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4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94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94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94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1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994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94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94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94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94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3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94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94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94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94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94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94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94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94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94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94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94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94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94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94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94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19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94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4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94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94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94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1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94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94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94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94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9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94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944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04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4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18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94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9944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94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9944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4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94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994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94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94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94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94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94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94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94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94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29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94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94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94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30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94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94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94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31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94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94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94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432"/>
                  </p:tgtEl>
                </p:cond>
              </p:nextCondLst>
            </p:seq>
          </p:childTnLst>
        </p:cTn>
      </p:par>
    </p:tnLst>
    <p:bldLst>
      <p:bldP spid="4100" grpId="0" bldLvl="0" animBg="1"/>
      <p:bldP spid="4101" grpId="0" bldLvl="0" animBg="1"/>
      <p:bldP spid="4102" grpId="0" bldLvl="0" animBg="1"/>
      <p:bldP spid="994368" grpId="0" bldLvl="0" animBg="1"/>
      <p:bldP spid="994369" grpId="0" bldLvl="0" animBg="1"/>
      <p:bldP spid="994371" grpId="0" bldLvl="0" animBg="1"/>
      <p:bldP spid="994375" grpId="0" bldLvl="0" animBg="1"/>
      <p:bldP spid="994376" grpId="0" bldLvl="0" animBg="1"/>
      <p:bldP spid="4118" grpId="0" bldLvl="0" animBg="1"/>
      <p:bldP spid="994404" grpId="0" bldLvl="0" animBg="1"/>
      <p:bldP spid="994405" grpId="0" bldLvl="0" animBg="1"/>
      <p:bldP spid="994406" grpId="0" bldLvl="0" animBg="1"/>
      <p:bldP spid="994407" grpId="0" bldLvl="0" animBg="1"/>
      <p:bldP spid="994409" grpId="0" bldLvl="0" animBg="1"/>
      <p:bldP spid="994413" grpId="0" bldLvl="0" animBg="1"/>
      <p:bldP spid="994414" grpId="0" bldLvl="0" animBg="1"/>
      <p:bldP spid="994415" grpId="0" bldLvl="0" animBg="1"/>
      <p:bldP spid="994419" grpId="0" bldLvl="0" animBg="1"/>
      <p:bldP spid="994420" grpId="0" bldLvl="0" animBg="1"/>
      <p:bldP spid="994421" grpId="0" bldLvl="0" animBg="1"/>
      <p:bldP spid="994423" grpId="0" bldLvl="0" animBg="1"/>
      <p:bldP spid="994424" grpId="0" bldLvl="0" animBg="1"/>
      <p:bldP spid="994425" grpId="0" bldLvl="0" animBg="1"/>
      <p:bldP spid="994426" grpId="0" bldLvl="0" animBg="1"/>
      <p:bldP spid="994427" grpId="0" bldLvl="0" animBg="1"/>
      <p:bldP spid="994428" grpId="0" bldLvl="0" animBg="1"/>
      <p:bldP spid="994429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022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Brute-Force</a:t>
            </a:r>
            <a:endParaRPr lang="zh-CN" altLang="en-US" smtClean="0">
              <a:sym typeface="+mn-ea"/>
            </a:endParaRPr>
          </a:p>
        </p:txBody>
      </p:sp>
      <p:sp>
        <p:nvSpPr>
          <p:cNvPr id="8202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/>
          </a:bodyPr>
          <a:lstStyle/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给定无向图，如何确定各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先考察简单的版本：如何确定关节点？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蛮力：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对每一顶点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，通过遍历检查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G\{v}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是否连通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共需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(n*(n+e))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时间，太慢！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而且，即便找出关节点，各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仍需确定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改进：	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从任一顶点出发，构造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根据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留下的标记，甄别是否关节点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6575" algn="l"/>
                <a:tab pos="107442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比如，叶顶点绝不可能是关节点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为什么？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4" name="Oval 28"/>
          <p:cNvSpPr>
            <a:spLocks noChangeAspect="1"/>
          </p:cNvSpPr>
          <p:nvPr/>
        </p:nvSpPr>
        <p:spPr>
          <a:xfrm rot="5400000">
            <a:off x="6516688" y="3717925"/>
            <a:ext cx="1727200" cy="1727200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5125" name="Oval 29"/>
          <p:cNvSpPr>
            <a:spLocks noChangeAspect="1"/>
          </p:cNvSpPr>
          <p:nvPr/>
        </p:nvSpPr>
        <p:spPr>
          <a:xfrm rot="5400000">
            <a:off x="6156325" y="1484313"/>
            <a:ext cx="1727200" cy="1727200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5126" name="Oval 30"/>
          <p:cNvSpPr/>
          <p:nvPr/>
        </p:nvSpPr>
        <p:spPr>
          <a:xfrm rot="5400000">
            <a:off x="6300788" y="3068638"/>
            <a:ext cx="2159000" cy="719137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820255" name="Oval 31"/>
          <p:cNvSpPr/>
          <p:nvPr/>
        </p:nvSpPr>
        <p:spPr>
          <a:xfrm flipH="1">
            <a:off x="6518275" y="1841500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820256" name="Oval 32"/>
          <p:cNvSpPr/>
          <p:nvPr/>
        </p:nvSpPr>
        <p:spPr>
          <a:xfrm flipH="1">
            <a:off x="6518275" y="2562225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C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820257" name="AutoShape 33"/>
          <p:cNvCxnSpPr>
            <a:stCxn id="820255" idx="4"/>
            <a:endCxn id="820256" idx="0"/>
          </p:cNvCxnSpPr>
          <p:nvPr/>
        </p:nvCxnSpPr>
        <p:spPr>
          <a:xfrm>
            <a:off x="6662738" y="2144713"/>
            <a:ext cx="0" cy="4032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0258" name="Oval 34"/>
          <p:cNvSpPr/>
          <p:nvPr/>
        </p:nvSpPr>
        <p:spPr>
          <a:xfrm flipH="1">
            <a:off x="7239000" y="184308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B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820259" name="AutoShape 35"/>
          <p:cNvCxnSpPr>
            <a:stCxn id="820258" idx="4"/>
            <a:endCxn id="820268" idx="0"/>
          </p:cNvCxnSpPr>
          <p:nvPr/>
        </p:nvCxnSpPr>
        <p:spPr>
          <a:xfrm flipH="1">
            <a:off x="7381875" y="2146300"/>
            <a:ext cx="1588" cy="4016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0" name="AutoShape 36"/>
          <p:cNvCxnSpPr>
            <a:stCxn id="820258" idx="6"/>
            <a:endCxn id="820255" idx="2"/>
          </p:cNvCxnSpPr>
          <p:nvPr/>
        </p:nvCxnSpPr>
        <p:spPr>
          <a:xfrm flipH="1" flipV="1">
            <a:off x="6821488" y="1985963"/>
            <a:ext cx="40481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1" name="AutoShape 37"/>
          <p:cNvCxnSpPr>
            <a:stCxn id="820268" idx="2"/>
            <a:endCxn id="820256" idx="2"/>
          </p:cNvCxnSpPr>
          <p:nvPr/>
        </p:nvCxnSpPr>
        <p:spPr>
          <a:xfrm flipH="1">
            <a:off x="6821488" y="2706688"/>
            <a:ext cx="40163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0262" name="Oval 38"/>
          <p:cNvSpPr/>
          <p:nvPr/>
        </p:nvSpPr>
        <p:spPr>
          <a:xfrm flipH="1">
            <a:off x="7597775" y="472598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G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820263" name="Oval 39"/>
          <p:cNvSpPr/>
          <p:nvPr/>
        </p:nvSpPr>
        <p:spPr>
          <a:xfrm flipH="1">
            <a:off x="6877050" y="472598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F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820264" name="AutoShape 40"/>
          <p:cNvCxnSpPr>
            <a:stCxn id="820269" idx="3"/>
            <a:endCxn id="820263" idx="0"/>
          </p:cNvCxnSpPr>
          <p:nvPr/>
        </p:nvCxnSpPr>
        <p:spPr>
          <a:xfrm flipH="1">
            <a:off x="7021513" y="4264025"/>
            <a:ext cx="257175" cy="4476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5" name="AutoShape 41"/>
          <p:cNvCxnSpPr>
            <a:stCxn id="820269" idx="5"/>
            <a:endCxn id="820262" idx="0"/>
          </p:cNvCxnSpPr>
          <p:nvPr/>
        </p:nvCxnSpPr>
        <p:spPr>
          <a:xfrm>
            <a:off x="7480300" y="4264025"/>
            <a:ext cx="261938" cy="4476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6" name="AutoShape 42"/>
          <p:cNvCxnSpPr>
            <a:stCxn id="820262" idx="6"/>
            <a:endCxn id="820263" idx="2"/>
          </p:cNvCxnSpPr>
          <p:nvPr/>
        </p:nvCxnSpPr>
        <p:spPr>
          <a:xfrm flipH="1">
            <a:off x="7180263" y="4870450"/>
            <a:ext cx="40481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0267" name="AutoShape 43"/>
          <p:cNvCxnSpPr>
            <a:stCxn id="820268" idx="4"/>
            <a:endCxn id="820269" idx="0"/>
          </p:cNvCxnSpPr>
          <p:nvPr/>
        </p:nvCxnSpPr>
        <p:spPr>
          <a:xfrm flipH="1">
            <a:off x="7380288" y="2863850"/>
            <a:ext cx="1587" cy="11271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0268" name="Oval 44"/>
          <p:cNvSpPr>
            <a:spLocks noChangeArrowheads="1"/>
          </p:cNvSpPr>
          <p:nvPr/>
        </p:nvSpPr>
        <p:spPr bwMode="auto">
          <a:xfrm>
            <a:off x="7237413" y="25622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0269" name="Oval 45"/>
          <p:cNvSpPr>
            <a:spLocks noChangeArrowheads="1"/>
          </p:cNvSpPr>
          <p:nvPr/>
        </p:nvSpPr>
        <p:spPr bwMode="auto">
          <a:xfrm>
            <a:off x="7235825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20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8202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20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820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820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820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820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20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820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20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820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820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5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20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8202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8202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820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820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820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820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820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820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820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3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820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820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20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820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820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5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820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8202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8202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6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820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820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820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820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8202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820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820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6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5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2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5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2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26"/>
                  </p:tgtEl>
                </p:cond>
              </p:nextCondLst>
            </p:seq>
          </p:childTnLst>
        </p:cTn>
      </p:par>
    </p:tnLst>
    <p:bldLst>
      <p:bldP spid="5124" grpId="0" bldLvl="0" animBg="1"/>
      <p:bldP spid="5125" grpId="0" bldLvl="0" animBg="1"/>
      <p:bldP spid="5126" grpId="0" bldLvl="0" animBg="1"/>
      <p:bldP spid="820255" grpId="0" bldLvl="0" animBg="1"/>
      <p:bldP spid="820256" grpId="0" bldLvl="0" animBg="1"/>
      <p:bldP spid="820258" grpId="0" bldLvl="0" animBg="1"/>
      <p:bldP spid="820262" grpId="0" bldLvl="0" animBg="1"/>
      <p:bldP spid="820263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075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根顶点</a:t>
            </a:r>
            <a:endParaRPr lang="zh-CN" altLang="en-US" smtClean="0">
              <a:sym typeface="+mn-ea"/>
            </a:endParaRPr>
          </a:p>
        </p:txBody>
      </p:sp>
      <p:sp>
        <p:nvSpPr>
          <p:cNvPr id="9707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2423795" algn="l"/>
                <a:tab pos="28733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根顶点是关节点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iff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树根至少有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棵子树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2423795" algn="l"/>
                <a:tab pos="28733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树中，不难检查从根顶点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发出的树边数目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2423795" algn="l"/>
                <a:tab pos="28733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那么，一般的内部顶点呢？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70853" name="AutoShape 101"/>
          <p:cNvCxnSpPr>
            <a:stCxn id="970862" idx="7"/>
            <a:endCxn id="970854" idx="5"/>
          </p:cNvCxnSpPr>
          <p:nvPr/>
        </p:nvCxnSpPr>
        <p:spPr>
          <a:xfrm flipH="1" flipV="1">
            <a:off x="4672013" y="3471863"/>
            <a:ext cx="1960562" cy="4889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sp>
        <p:nvSpPr>
          <p:cNvPr id="970854" name="Oval 102"/>
          <p:cNvSpPr>
            <a:spLocks noChangeArrowheads="1"/>
          </p:cNvSpPr>
          <p:nvPr/>
        </p:nvSpPr>
        <p:spPr bwMode="auto">
          <a:xfrm>
            <a:off x="4427538" y="32131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0855" name="AutoShape 103"/>
          <p:cNvSpPr>
            <a:spLocks noChangeArrowheads="1"/>
          </p:cNvSpPr>
          <p:nvPr/>
        </p:nvSpPr>
        <p:spPr bwMode="auto">
          <a:xfrm rot="16200000">
            <a:off x="1549400" y="4294188"/>
            <a:ext cx="1727200" cy="1295400"/>
          </a:xfrm>
          <a:prstGeom prst="flowChartDelay">
            <a:avLst/>
          </a:prstGeom>
          <a:solidFill>
            <a:srgbClr val="EAEAEA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36000" tIns="36000" rIns="36000" bIns="36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smtClean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70856" name="Oval 104"/>
          <p:cNvSpPr>
            <a:spLocks noChangeArrowheads="1"/>
          </p:cNvSpPr>
          <p:nvPr/>
        </p:nvSpPr>
        <p:spPr bwMode="auto">
          <a:xfrm flipH="1">
            <a:off x="2268538" y="50149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0857" name="Oval 105"/>
          <p:cNvSpPr>
            <a:spLocks noChangeArrowheads="1"/>
          </p:cNvSpPr>
          <p:nvPr/>
        </p:nvSpPr>
        <p:spPr bwMode="auto">
          <a:xfrm flipH="1">
            <a:off x="2270125" y="39338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70858" name="AutoShape 106"/>
          <p:cNvCxnSpPr>
            <a:stCxn id="970856" idx="0"/>
            <a:endCxn id="970857" idx="4"/>
          </p:cNvCxnSpPr>
          <p:nvPr/>
        </p:nvCxnSpPr>
        <p:spPr>
          <a:xfrm rot="16200000">
            <a:off x="2032000" y="4618038"/>
            <a:ext cx="763588" cy="1587"/>
          </a:xfrm>
          <a:prstGeom prst="curvedConnector3">
            <a:avLst>
              <a:gd name="adj1" fmla="val 49898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6154" name="AutoShape 107"/>
          <p:cNvCxnSpPr>
            <a:stCxn id="970854" idx="4"/>
            <a:endCxn id="970856" idx="2"/>
          </p:cNvCxnSpPr>
          <p:nvPr/>
        </p:nvCxnSpPr>
        <p:spPr>
          <a:xfrm rot="5400000">
            <a:off x="2749550" y="3336925"/>
            <a:ext cx="1644650" cy="2000250"/>
          </a:xfrm>
          <a:prstGeom prst="curvedConnector2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sm"/>
            <a:tailEnd type="none" w="med" len="med"/>
          </a:ln>
        </p:spPr>
      </p:cxnSp>
      <p:sp>
        <p:nvSpPr>
          <p:cNvPr id="970860" name="AutoShape 108"/>
          <p:cNvSpPr>
            <a:spLocks noChangeArrowheads="1"/>
          </p:cNvSpPr>
          <p:nvPr/>
        </p:nvSpPr>
        <p:spPr bwMode="auto">
          <a:xfrm rot="16200000">
            <a:off x="5868988" y="4294188"/>
            <a:ext cx="1727200" cy="1295400"/>
          </a:xfrm>
          <a:prstGeom prst="flowChartDelay">
            <a:avLst/>
          </a:prstGeom>
          <a:solidFill>
            <a:srgbClr val="EAEAEA"/>
          </a:solidFill>
          <a:ln w="15875" algn="ctr">
            <a:solidFill>
              <a:srgbClr val="80808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36000" tIns="36000" rIns="36000" bIns="36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smtClean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70861" name="Oval 109"/>
          <p:cNvSpPr>
            <a:spLocks noChangeArrowheads="1"/>
          </p:cNvSpPr>
          <p:nvPr/>
        </p:nvSpPr>
        <p:spPr bwMode="auto">
          <a:xfrm flipH="1">
            <a:off x="6588125" y="50149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0862" name="Oval 110"/>
          <p:cNvSpPr>
            <a:spLocks noChangeArrowheads="1"/>
          </p:cNvSpPr>
          <p:nvPr/>
        </p:nvSpPr>
        <p:spPr bwMode="auto">
          <a:xfrm flipH="1">
            <a:off x="6589713" y="39338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70863" name="AutoShape 111"/>
          <p:cNvCxnSpPr>
            <a:stCxn id="970861" idx="0"/>
            <a:endCxn id="970862" idx="4"/>
          </p:cNvCxnSpPr>
          <p:nvPr/>
        </p:nvCxnSpPr>
        <p:spPr>
          <a:xfrm rot="16200000">
            <a:off x="6351588" y="4618038"/>
            <a:ext cx="763587" cy="1587"/>
          </a:xfrm>
          <a:prstGeom prst="curvedConnector3">
            <a:avLst>
              <a:gd name="adj1" fmla="val 49898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70864" name="AutoShape 112"/>
          <p:cNvCxnSpPr>
            <a:stCxn id="970857" idx="1"/>
            <a:endCxn id="970854" idx="3"/>
          </p:cNvCxnSpPr>
          <p:nvPr/>
        </p:nvCxnSpPr>
        <p:spPr>
          <a:xfrm flipV="1">
            <a:off x="2516188" y="3471863"/>
            <a:ext cx="1954212" cy="4889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70865" name="AutoShape 113"/>
          <p:cNvCxnSpPr>
            <a:stCxn id="970856" idx="3"/>
            <a:endCxn id="970861" idx="5"/>
          </p:cNvCxnSpPr>
          <p:nvPr/>
        </p:nvCxnSpPr>
        <p:spPr>
          <a:xfrm rot="16200000" flipH="1">
            <a:off x="4572000" y="3217863"/>
            <a:ext cx="1588" cy="4116387"/>
          </a:xfrm>
          <a:prstGeom prst="curvedConnector3">
            <a:avLst>
              <a:gd name="adj1" fmla="val 16200000"/>
            </a:avLst>
          </a:prstGeom>
          <a:ln w="28575" cap="flat" cmpd="sng">
            <a:solidFill>
              <a:srgbClr val="333333"/>
            </a:solidFill>
            <a:prstDash val="dash"/>
            <a:headEnd type="triangle" w="med" len="med"/>
            <a:tailEnd type="triangle" w="med" len="med"/>
          </a:ln>
        </p:spPr>
      </p:cxnSp>
      <p:sp useBgFill="1">
        <p:nvSpPr>
          <p:cNvPr id="970866" name="Oval 114"/>
          <p:cNvSpPr/>
          <p:nvPr/>
        </p:nvSpPr>
        <p:spPr>
          <a:xfrm>
            <a:off x="4427538" y="53736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2800" b="1" dirty="0">
                <a:latin typeface="Consolas" panose="020B0609020204030204" pitchFamily="49" charset="0"/>
                <a:ea typeface="宋体" panose="02010600030101010101" pitchFamily="2" charset="-122"/>
              </a:rPr>
              <a:t>X</a:t>
            </a:r>
            <a:endParaRPr lang="en-US" altLang="zh-CN" sz="2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70867" name="AutoShape 115"/>
          <p:cNvCxnSpPr>
            <a:stCxn id="970854" idx="0"/>
          </p:cNvCxnSpPr>
          <p:nvPr/>
        </p:nvCxnSpPr>
        <p:spPr>
          <a:xfrm flipV="1">
            <a:off x="4572000" y="2782888"/>
            <a:ext cx="1588" cy="4159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6163" name="AutoShape 116"/>
          <p:cNvCxnSpPr>
            <a:stCxn id="970854" idx="4"/>
            <a:endCxn id="970861" idx="6"/>
          </p:cNvCxnSpPr>
          <p:nvPr/>
        </p:nvCxnSpPr>
        <p:spPr>
          <a:xfrm rot="16200000" flipH="1">
            <a:off x="4751388" y="3335338"/>
            <a:ext cx="1644650" cy="2003425"/>
          </a:xfrm>
          <a:prstGeom prst="curvedConnector2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sm"/>
            <a:tailEnd type="none" w="med" len="med"/>
          </a:ln>
        </p:spPr>
      </p:cxnSp>
      <p:cxnSp>
        <p:nvCxnSpPr>
          <p:cNvPr id="970869" name="AutoShape 117"/>
          <p:cNvCxnSpPr>
            <a:stCxn id="970862" idx="3"/>
            <a:endCxn id="970861" idx="2"/>
          </p:cNvCxnSpPr>
          <p:nvPr/>
        </p:nvCxnSpPr>
        <p:spPr>
          <a:xfrm rot="16200000" flipH="1">
            <a:off x="6380163" y="4648200"/>
            <a:ext cx="965200" cy="55563"/>
          </a:xfrm>
          <a:prstGeom prst="curvedConnector4">
            <a:avLst>
              <a:gd name="adj1" fmla="val 43917"/>
              <a:gd name="adj2" fmla="val 480000"/>
            </a:avLst>
          </a:prstGeom>
          <a:ln w="28575" cap="flat" cmpd="sng">
            <a:solidFill>
              <a:srgbClr val="333333"/>
            </a:solidFill>
            <a:prstDash val="dash"/>
            <a:headEnd type="triangle" w="med" len="sm"/>
            <a:tailEnd type="none" w="med" len="med"/>
          </a:ln>
        </p:spPr>
      </p:cxnSp>
      <p:cxnSp>
        <p:nvCxnSpPr>
          <p:cNvPr id="970870" name="AutoShape 118"/>
          <p:cNvCxnSpPr>
            <a:stCxn id="970857" idx="5"/>
            <a:endCxn id="970856" idx="6"/>
          </p:cNvCxnSpPr>
          <p:nvPr/>
        </p:nvCxnSpPr>
        <p:spPr>
          <a:xfrm rot="5400000">
            <a:off x="1801813" y="4648200"/>
            <a:ext cx="965200" cy="57150"/>
          </a:xfrm>
          <a:prstGeom prst="curvedConnector4">
            <a:avLst>
              <a:gd name="adj1" fmla="val 43917"/>
              <a:gd name="adj2" fmla="val 477778"/>
            </a:avLst>
          </a:prstGeom>
          <a:ln w="28575" cap="flat" cmpd="sng">
            <a:solidFill>
              <a:srgbClr val="333333"/>
            </a:solidFill>
            <a:prstDash val="dash"/>
            <a:headEnd type="triangle" w="med" len="sm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08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708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708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708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708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708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708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708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708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708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300" fill="hold"/>
                                        <p:tgtEl>
                                          <p:spTgt spid="9708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708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708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708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58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6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9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5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708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970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2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9708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970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1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9708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970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0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9708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70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70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3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70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70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70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4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9708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70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970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708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970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900"/>
                                        <p:tgtEl>
                                          <p:spTgt spid="970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6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708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0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0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7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6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9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63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9708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70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70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900"/>
                                        <p:tgtEl>
                                          <p:spTgt spid="97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69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708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70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70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900"/>
                                        <p:tgtEl>
                                          <p:spTgt spid="97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870"/>
                  </p:tgtEl>
                </p:cond>
              </p:nextCondLst>
            </p:seq>
          </p:childTnLst>
        </p:cTn>
      </p:par>
    </p:tnLst>
    <p:bldLst>
      <p:bldP spid="970855" grpId="0" bldLvl="0" animBg="1"/>
      <p:bldP spid="970855" grpId="1" bldLvl="0" animBg="1"/>
      <p:bldP spid="970855" grpId="2" bldLvl="0" animBg="1"/>
      <p:bldP spid="970856" grpId="0" bldLvl="0" animBg="1"/>
      <p:bldP spid="970857" grpId="0" bldLvl="0" animBg="1"/>
      <p:bldP spid="970860" grpId="0" bldLvl="0" animBg="1"/>
      <p:bldP spid="970860" grpId="1" bldLvl="0" animBg="1"/>
      <p:bldP spid="970860" grpId="2" bldLvl="0" animBg="1"/>
      <p:bldP spid="970861" grpId="0" bldLvl="0" animBg="1"/>
      <p:bldP spid="970862" grpId="0" bldLvl="0" animBg="1"/>
      <p:bldP spid="970866" grpId="0" animBg="1"/>
      <p:bldP spid="970866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099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内顶点</a:t>
            </a:r>
            <a:endParaRPr lang="zh-CN" altLang="en-US" smtClean="0">
              <a:sym typeface="+mn-ea"/>
            </a:endParaRPr>
          </a:p>
        </p:txBody>
      </p:sp>
      <p:sp>
        <p:nvSpPr>
          <p:cNvPr id="9809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是关节点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iff 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的某棵极大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子树与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祖先不属于同一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的某棵极大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子树中，没有顶点（经后向边）联接到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祖先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如何判断祖先、后代关系？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dTime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！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如何记录可联接的最高祖先？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HCA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！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81036" name="Oval 44"/>
          <p:cNvSpPr/>
          <p:nvPr/>
        </p:nvSpPr>
        <p:spPr>
          <a:xfrm flipH="1">
            <a:off x="4429125" y="220503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R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37" name="Oval 45"/>
          <p:cNvSpPr/>
          <p:nvPr/>
        </p:nvSpPr>
        <p:spPr>
          <a:xfrm flipH="1">
            <a:off x="4429125" y="3070225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38" name="AutoShape 46"/>
          <p:cNvSpPr>
            <a:spLocks noChangeArrowheads="1"/>
          </p:cNvSpPr>
          <p:nvPr/>
        </p:nvSpPr>
        <p:spPr bwMode="auto">
          <a:xfrm>
            <a:off x="971550" y="4003675"/>
            <a:ext cx="7204075" cy="2305050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smtClean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81039" name="Oval 47"/>
          <p:cNvSpPr>
            <a:spLocks noChangeArrowheads="1"/>
          </p:cNvSpPr>
          <p:nvPr/>
        </p:nvSpPr>
        <p:spPr bwMode="auto">
          <a:xfrm>
            <a:off x="4429125" y="385921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1040" name="AutoShape 48"/>
          <p:cNvSpPr>
            <a:spLocks noChangeArrowheads="1"/>
          </p:cNvSpPr>
          <p:nvPr/>
        </p:nvSpPr>
        <p:spPr bwMode="auto">
          <a:xfrm flipH="1">
            <a:off x="1619250" y="4506913"/>
            <a:ext cx="2662238" cy="1728788"/>
          </a:xfrm>
          <a:prstGeom prst="rtTriangle">
            <a:avLst/>
          </a:prstGeom>
          <a:solidFill>
            <a:srgbClr val="333333"/>
          </a:solidFill>
          <a:ln w="28575" algn="ctr">
            <a:solidFill>
              <a:srgbClr val="FFFF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maximal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proper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subtree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81041" name="Oval 49"/>
          <p:cNvSpPr/>
          <p:nvPr/>
        </p:nvSpPr>
        <p:spPr>
          <a:xfrm flipH="1">
            <a:off x="4141788" y="4364038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D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42" name="Oval 50"/>
          <p:cNvSpPr/>
          <p:nvPr/>
        </p:nvSpPr>
        <p:spPr>
          <a:xfrm flipH="1">
            <a:off x="2555875" y="5803900"/>
            <a:ext cx="287338" cy="288925"/>
          </a:xfrm>
          <a:prstGeom prst="ellipse">
            <a:avLst/>
          </a:prstGeom>
          <a:solidFill>
            <a:srgbClr val="808080"/>
          </a:solidFill>
          <a:ln w="28575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43" name="AutoShape 51"/>
          <p:cNvSpPr>
            <a:spLocks noChangeArrowheads="1"/>
          </p:cNvSpPr>
          <p:nvPr/>
        </p:nvSpPr>
        <p:spPr bwMode="auto">
          <a:xfrm>
            <a:off x="4862513" y="4506913"/>
            <a:ext cx="2662238" cy="1728788"/>
          </a:xfrm>
          <a:prstGeom prst="rtTriangle">
            <a:avLst/>
          </a:prstGeom>
          <a:solidFill>
            <a:srgbClr val="333333"/>
          </a:solidFill>
          <a:ln w="28575" algn="ctr">
            <a:solidFill>
              <a:srgbClr val="FFFF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maximal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proper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subtree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81044" name="Oval 52"/>
          <p:cNvSpPr/>
          <p:nvPr/>
        </p:nvSpPr>
        <p:spPr>
          <a:xfrm flipH="1">
            <a:off x="4718050" y="4364038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E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81045" name="Oval 53"/>
          <p:cNvSpPr/>
          <p:nvPr/>
        </p:nvSpPr>
        <p:spPr>
          <a:xfrm flipH="1">
            <a:off x="6300788" y="5803900"/>
            <a:ext cx="287337" cy="288925"/>
          </a:xfrm>
          <a:prstGeom prst="ellipse">
            <a:avLst/>
          </a:prstGeom>
          <a:solidFill>
            <a:srgbClr val="808080"/>
          </a:solidFill>
          <a:ln w="28575" cap="flat" cmpd="sng">
            <a:solidFill>
              <a:srgbClr val="FFFFFF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72000" rIns="0" bIns="72000" anchor="ctr" anchorCtr="1"/>
          <a:p>
            <a:pPr>
              <a:spcBef>
                <a:spcPct val="0"/>
              </a:spcBef>
              <a:buClrTx/>
            </a:pP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81046" name="AutoShape 54"/>
          <p:cNvCxnSpPr>
            <a:stCxn id="981037" idx="2"/>
            <a:endCxn id="981045" idx="2"/>
          </p:cNvCxnSpPr>
          <p:nvPr/>
        </p:nvCxnSpPr>
        <p:spPr>
          <a:xfrm>
            <a:off x="4732338" y="3214688"/>
            <a:ext cx="1871662" cy="2733675"/>
          </a:xfrm>
          <a:prstGeom prst="curvedConnector3">
            <a:avLst>
              <a:gd name="adj1" fmla="val 111282"/>
            </a:avLst>
          </a:prstGeom>
          <a:ln w="28575" cap="flat" cmpd="sng">
            <a:solidFill>
              <a:srgbClr val="969696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981047" name="AutoShape 55"/>
          <p:cNvCxnSpPr>
            <a:stCxn id="981042" idx="6"/>
            <a:endCxn id="981037" idx="6"/>
          </p:cNvCxnSpPr>
          <p:nvPr/>
        </p:nvCxnSpPr>
        <p:spPr>
          <a:xfrm rot="10800000" flipH="1">
            <a:off x="2543175" y="3214688"/>
            <a:ext cx="1873250" cy="2733675"/>
          </a:xfrm>
          <a:prstGeom prst="curvedConnector3">
            <a:avLst>
              <a:gd name="adj1" fmla="val -11523"/>
            </a:avLst>
          </a:prstGeom>
          <a:ln w="28575" cap="flat" cmpd="sng">
            <a:solidFill>
              <a:srgbClr val="969696"/>
            </a:solidFill>
            <a:prstDash val="dash"/>
            <a:headEnd type="none" w="med" len="med"/>
            <a:tailEnd type="triangle" w="med" len="med"/>
          </a:ln>
        </p:spPr>
      </p:cxnSp>
      <p:sp useBgFill="1">
        <p:nvSpPr>
          <p:cNvPr id="981048" name="Oval 56"/>
          <p:cNvSpPr/>
          <p:nvPr/>
        </p:nvSpPr>
        <p:spPr>
          <a:xfrm>
            <a:off x="2411413" y="38608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2800" b="1" dirty="0">
                <a:latin typeface="Consolas" panose="020B0609020204030204" pitchFamily="49" charset="0"/>
                <a:ea typeface="宋体" panose="02010600030101010101" pitchFamily="2" charset="-122"/>
              </a:rPr>
              <a:t>X</a:t>
            </a:r>
            <a:endParaRPr lang="en-US" altLang="zh-CN" sz="2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7185" name="AutoShape 57"/>
          <p:cNvCxnSpPr>
            <a:stCxn id="981039" idx="2"/>
            <a:endCxn id="981042" idx="7"/>
          </p:cNvCxnSpPr>
          <p:nvPr/>
        </p:nvCxnSpPr>
        <p:spPr>
          <a:xfrm rot="10800000" flipV="1">
            <a:off x="2598738" y="4003675"/>
            <a:ext cx="1816100" cy="1827213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7186" name="AutoShape 58"/>
          <p:cNvCxnSpPr>
            <a:stCxn id="981041" idx="6"/>
            <a:endCxn id="981042" idx="0"/>
          </p:cNvCxnSpPr>
          <p:nvPr/>
        </p:nvCxnSpPr>
        <p:spPr>
          <a:xfrm rot="10800000" flipV="1">
            <a:off x="2700338" y="4508500"/>
            <a:ext cx="1428750" cy="1281113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981051" name="AutoShape 59"/>
          <p:cNvCxnSpPr>
            <a:stCxn id="981037" idx="7"/>
            <a:endCxn id="981036" idx="3"/>
          </p:cNvCxnSpPr>
          <p:nvPr/>
        </p:nvCxnSpPr>
        <p:spPr>
          <a:xfrm rot="16200000">
            <a:off x="4257675" y="2679700"/>
            <a:ext cx="631825" cy="203200"/>
          </a:xfrm>
          <a:prstGeom prst="curvedConnector3">
            <a:avLst>
              <a:gd name="adj1" fmla="val 49750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2" name="AutoShape 60"/>
          <p:cNvCxnSpPr>
            <a:stCxn id="981039" idx="1"/>
            <a:endCxn id="981037" idx="3"/>
          </p:cNvCxnSpPr>
          <p:nvPr/>
        </p:nvCxnSpPr>
        <p:spPr>
          <a:xfrm rot="16200000">
            <a:off x="4294188" y="3506788"/>
            <a:ext cx="557212" cy="203200"/>
          </a:xfrm>
          <a:prstGeom prst="curvedConnector3">
            <a:avLst>
              <a:gd name="adj1" fmla="val 49856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3" name="AutoShape 61"/>
          <p:cNvCxnSpPr>
            <a:stCxn id="981044" idx="0"/>
            <a:endCxn id="981039" idx="5"/>
          </p:cNvCxnSpPr>
          <p:nvPr/>
        </p:nvCxnSpPr>
        <p:spPr>
          <a:xfrm rot="5400000" flipH="1">
            <a:off x="4651375" y="4138613"/>
            <a:ext cx="231775" cy="188912"/>
          </a:xfrm>
          <a:prstGeom prst="curvedConnector3">
            <a:avLst>
              <a:gd name="adj1" fmla="val 41097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4" name="AutoShape 62"/>
          <p:cNvCxnSpPr>
            <a:stCxn id="981041" idx="0"/>
            <a:endCxn id="981039" idx="3"/>
          </p:cNvCxnSpPr>
          <p:nvPr/>
        </p:nvCxnSpPr>
        <p:spPr>
          <a:xfrm rot="16200000">
            <a:off x="4262438" y="4140200"/>
            <a:ext cx="231775" cy="185738"/>
          </a:xfrm>
          <a:prstGeom prst="curvedConnector3">
            <a:avLst>
              <a:gd name="adj1" fmla="val 41097"/>
            </a:avLst>
          </a:prstGeom>
          <a:ln w="57150" cap="flat" cmpd="sng">
            <a:solidFill>
              <a:srgbClr val="333333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5" name="AutoShape 63"/>
          <p:cNvCxnSpPr>
            <a:stCxn id="981042" idx="1"/>
            <a:endCxn id="981041" idx="5"/>
          </p:cNvCxnSpPr>
          <p:nvPr/>
        </p:nvCxnSpPr>
        <p:spPr>
          <a:xfrm rot="16200000">
            <a:off x="2889250" y="4535488"/>
            <a:ext cx="1206500" cy="1382712"/>
          </a:xfrm>
          <a:prstGeom prst="curvedConnector3">
            <a:avLst>
              <a:gd name="adj1" fmla="val 49870"/>
            </a:avLst>
          </a:prstGeom>
          <a:ln w="57150" cap="flat" cmpd="sng">
            <a:solidFill>
              <a:srgbClr val="FFFFFF"/>
            </a:solidFill>
            <a:prstDash val="solid"/>
            <a:headEnd type="triangle" w="med" len="sm"/>
            <a:tailEnd type="none" w="med" len="med"/>
          </a:ln>
        </p:spPr>
      </p:cxnSp>
      <p:cxnSp>
        <p:nvCxnSpPr>
          <p:cNvPr id="981056" name="AutoShape 64"/>
          <p:cNvCxnSpPr>
            <a:stCxn id="981045" idx="7"/>
            <a:endCxn id="981044" idx="3"/>
          </p:cNvCxnSpPr>
          <p:nvPr/>
        </p:nvCxnSpPr>
        <p:spPr>
          <a:xfrm rot="5400000" flipH="1">
            <a:off x="5049838" y="4537075"/>
            <a:ext cx="1206500" cy="1379538"/>
          </a:xfrm>
          <a:prstGeom prst="curvedConnector3">
            <a:avLst>
              <a:gd name="adj1" fmla="val 49870"/>
            </a:avLst>
          </a:prstGeom>
          <a:ln w="57150" cap="flat" cmpd="sng">
            <a:solidFill>
              <a:srgbClr val="FFFFFF"/>
            </a:solidFill>
            <a:prstDash val="solid"/>
            <a:headEnd type="triangle" w="med" len="sm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1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81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3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81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810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3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81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1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3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81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81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3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81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1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81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9810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81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1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2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81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1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1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81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81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81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81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81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81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98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6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81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981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900"/>
                                        <p:tgtEl>
                                          <p:spTgt spid="98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7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81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981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900"/>
                                        <p:tgtEl>
                                          <p:spTgt spid="98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48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7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9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5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7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9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81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1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1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900"/>
                                        <p:tgtEl>
                                          <p:spTgt spid="98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1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81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81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81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900"/>
                                        <p:tgtEl>
                                          <p:spTgt spid="98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2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981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9810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810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900"/>
                                        <p:tgtEl>
                                          <p:spTgt spid="98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3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81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810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810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0"/>
                            </p:stCondLst>
                            <p:childTnLst>
                              <p:par>
                                <p:cTn id="2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900"/>
                                        <p:tgtEl>
                                          <p:spTgt spid="98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4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9810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9810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810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500"/>
                            </p:stCondLst>
                            <p:childTnLst>
                              <p:par>
                                <p:cTn id="2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5" dur="900"/>
                                        <p:tgtEl>
                                          <p:spTgt spid="98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5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9810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0" dur="300" fill="hold"/>
                                        <p:tgtEl>
                                          <p:spTgt spid="9810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810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900"/>
                                        <p:tgtEl>
                                          <p:spTgt spid="98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1056"/>
                  </p:tgtEl>
                </p:cond>
              </p:nextCondLst>
            </p:seq>
          </p:childTnLst>
        </p:cTn>
      </p:par>
    </p:tnLst>
    <p:bldLst>
      <p:bldP spid="981036" grpId="0" bldLvl="0" animBg="1"/>
      <p:bldP spid="981037" grpId="0" bldLvl="0" animBg="1"/>
      <p:bldP spid="981038" grpId="0" bldLvl="0" animBg="1"/>
      <p:bldP spid="981038" grpId="1" bldLvl="0" animBg="1"/>
      <p:bldP spid="981038" grpId="2" bldLvl="0" animBg="1"/>
      <p:bldP spid="981040" grpId="0" bldLvl="0" animBg="1"/>
      <p:bldP spid="981040" grpId="1" bldLvl="0" animBg="1"/>
      <p:bldP spid="981040" grpId="2" bldLvl="0" animBg="1"/>
      <p:bldP spid="981041" grpId="0" bldLvl="0" animBg="1"/>
      <p:bldP spid="981042" grpId="0" bldLvl="0" animBg="1"/>
      <p:bldP spid="981043" grpId="0" bldLvl="0" animBg="1"/>
      <p:bldP spid="981043" grpId="1" bldLvl="0" animBg="1"/>
      <p:bldP spid="981043" grpId="2" bldLvl="0" animBg="1"/>
      <p:bldP spid="981044" grpId="0" bldLvl="0" animBg="1"/>
      <p:bldP spid="981045" grpId="0" bldLvl="0" animBg="1"/>
      <p:bldP spid="981048" grpId="0" animBg="1"/>
      <p:bldP spid="981048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779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Graph::BBC()</a:t>
            </a:r>
            <a:endParaRPr lang="zh-CN" altLang="en-US" smtClean="0">
              <a:sym typeface="+mn-ea"/>
            </a:endParaRPr>
          </a:p>
        </p:txBody>
      </p:sp>
      <p:sp>
        <p:nvSpPr>
          <p:cNvPr id="10577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Graph&lt;Tv, Te&gt;::BCC(int v, int&amp; clock, Stack&lt;int&gt;&amp; S) {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hca(v) = dTime(v) = ++clock;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status(v) = DISCOVERED;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发现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S.push(v);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入栈，以下枚举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的所有邻居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for(int u = firstNbr(v); -1 &lt; u; u = nextNbr(v, u))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switch (status(u))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{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 ...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的状态分别处理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... */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}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status(v) = VISITED;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的访问结束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57796" name="Rectangle 4"/>
          <p:cNvSpPr/>
          <p:nvPr/>
        </p:nvSpPr>
        <p:spPr>
          <a:xfrm>
            <a:off x="1421448" y="4489133"/>
            <a:ext cx="4897437" cy="431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05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577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10577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0577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7796"/>
                  </p:tgtEl>
                </p:cond>
              </p:nextCondLst>
            </p:seq>
          </p:childTnLst>
        </p:cTn>
      </p:par>
    </p:tnLst>
    <p:bldLst>
      <p:bldP spid="1057796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881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switch (status(u))</a:t>
            </a:r>
            <a:endParaRPr lang="zh-CN" altLang="en-US" smtClean="0">
              <a:sym typeface="+mn-ea"/>
            </a:endParaRPr>
          </a:p>
        </p:txBody>
      </p:sp>
      <p:sp>
        <p:nvSpPr>
          <p:cNvPr id="10588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L="0" marR="0" lvl="0" indent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UNDISCOVERED: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处深入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BCC(u, clock, S);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遍历返回后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(hca(u) &lt; dTime(v)) {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经后向边指向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的真祖先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hca(v) = min(hca(v), hca(u));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亦必如此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else {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否则，以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为关节点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以下即为一个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BCC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，且其中顶点此时正集中处于栈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的顶部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故可依次弹出这些顶点，或根据实际需求转存至其它结构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(v != S.pop());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S.push(v);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最后一个顶点（关节点）重新入栈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尽管同一顶点可作为（关节点）重复入栈，但至多不过两次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086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switch (status(u))</a:t>
            </a:r>
            <a:endParaRPr lang="zh-CN" altLang="en-US" smtClean="0">
              <a:sym typeface="+mn-ea"/>
            </a:endParaRPr>
          </a:p>
        </p:txBody>
      </p:sp>
      <p:sp>
        <p:nvSpPr>
          <p:cNvPr id="10608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10000"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DISCOVERED: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if (u != parent(v))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hca(v) = min(hca(v), dTime(u));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更新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hca[v]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，越小越高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526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05" y="291148"/>
            <a:ext cx="6756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AutoShape 3"/>
          <p:cNvSpPr/>
          <p:nvPr/>
        </p:nvSpPr>
        <p:spPr>
          <a:xfrm flipV="1">
            <a:off x="2628900" y="836613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1268" name="AutoShape 4"/>
          <p:cNvSpPr/>
          <p:nvPr/>
        </p:nvSpPr>
        <p:spPr>
          <a:xfrm flipV="1">
            <a:off x="5364163" y="836613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1269" name="AutoShape 5"/>
          <p:cNvSpPr/>
          <p:nvPr/>
        </p:nvSpPr>
        <p:spPr>
          <a:xfrm flipV="1">
            <a:off x="8102600" y="838200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1270" name="AutoShape 6"/>
          <p:cNvSpPr/>
          <p:nvPr/>
        </p:nvSpPr>
        <p:spPr>
          <a:xfrm flipV="1">
            <a:off x="2628900" y="3717925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1271" name="AutoShape 7"/>
          <p:cNvSpPr/>
          <p:nvPr/>
        </p:nvSpPr>
        <p:spPr>
          <a:xfrm flipV="1">
            <a:off x="5364163" y="3717925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5272" name="Oval 8"/>
          <p:cNvSpPr>
            <a:spLocks noChangeArrowheads="1"/>
          </p:cNvSpPr>
          <p:nvPr/>
        </p:nvSpPr>
        <p:spPr bwMode="auto">
          <a:xfrm flipH="1">
            <a:off x="611188" y="14112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273" name="Oval 9"/>
          <p:cNvSpPr>
            <a:spLocks noChangeArrowheads="1"/>
          </p:cNvSpPr>
          <p:nvPr/>
        </p:nvSpPr>
        <p:spPr bwMode="auto">
          <a:xfrm flipH="1">
            <a:off x="611188" y="198755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74" name="AutoShape 10"/>
          <p:cNvCxnSpPr>
            <a:stCxn id="1035290" idx="5"/>
            <a:endCxn id="1035273" idx="1"/>
          </p:cNvCxnSpPr>
          <p:nvPr/>
        </p:nvCxnSpPr>
        <p:spPr>
          <a:xfrm flipH="1">
            <a:off x="1347788" y="1109663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75" name="Oval 11"/>
          <p:cNvSpPr>
            <a:spLocks noChangeArrowheads="1"/>
          </p:cNvSpPr>
          <p:nvPr/>
        </p:nvSpPr>
        <p:spPr bwMode="auto">
          <a:xfrm flipH="1">
            <a:off x="1763713" y="14112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76" name="AutoShape 12"/>
          <p:cNvCxnSpPr>
            <a:stCxn id="1035275" idx="4"/>
            <a:endCxn id="1035278" idx="0"/>
          </p:cNvCxnSpPr>
          <p:nvPr/>
        </p:nvCxnSpPr>
        <p:spPr>
          <a:xfrm>
            <a:off x="2195513" y="1714500"/>
            <a:ext cx="0" cy="2603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77" name="AutoShape 13"/>
          <p:cNvCxnSpPr>
            <a:stCxn id="1035278" idx="6"/>
            <a:endCxn id="1035273" idx="2"/>
          </p:cNvCxnSpPr>
          <p:nvPr/>
        </p:nvCxnSpPr>
        <p:spPr>
          <a:xfrm flipH="1" flipV="1">
            <a:off x="1489075" y="2132013"/>
            <a:ext cx="260350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78" name="Oval 14"/>
          <p:cNvSpPr>
            <a:spLocks noChangeArrowheads="1"/>
          </p:cNvSpPr>
          <p:nvPr/>
        </p:nvSpPr>
        <p:spPr bwMode="auto">
          <a:xfrm flipH="1">
            <a:off x="1763713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279" name="Oval 15"/>
          <p:cNvSpPr>
            <a:spLocks noChangeArrowheads="1"/>
          </p:cNvSpPr>
          <p:nvPr/>
        </p:nvSpPr>
        <p:spPr bwMode="auto">
          <a:xfrm flipH="1">
            <a:off x="1763713" y="31400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280" name="Oval 16"/>
          <p:cNvSpPr>
            <a:spLocks noChangeArrowheads="1"/>
          </p:cNvSpPr>
          <p:nvPr/>
        </p:nvSpPr>
        <p:spPr bwMode="auto">
          <a:xfrm flipH="1">
            <a:off x="611188" y="25638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81" name="AutoShape 17"/>
          <p:cNvCxnSpPr>
            <a:stCxn id="1035284" idx="6"/>
            <a:endCxn id="1035280" idx="2"/>
          </p:cNvCxnSpPr>
          <p:nvPr/>
        </p:nvCxnSpPr>
        <p:spPr>
          <a:xfrm flipH="1">
            <a:off x="1489075" y="2708275"/>
            <a:ext cx="2603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82" name="AutoShape 18"/>
          <p:cNvCxnSpPr>
            <a:stCxn id="1035284" idx="4"/>
            <a:endCxn id="1035279" idx="0"/>
          </p:cNvCxnSpPr>
          <p:nvPr/>
        </p:nvCxnSpPr>
        <p:spPr>
          <a:xfrm>
            <a:off x="2195513" y="28670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83" name="AutoShape 19"/>
          <p:cNvCxnSpPr>
            <a:stCxn id="1035279" idx="7"/>
            <a:endCxn id="1035280" idx="3"/>
          </p:cNvCxnSpPr>
          <p:nvPr/>
        </p:nvCxnSpPr>
        <p:spPr>
          <a:xfrm flipH="1" flipV="1">
            <a:off x="1347788" y="2824163"/>
            <a:ext cx="541337" cy="342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84" name="Oval 20"/>
          <p:cNvSpPr>
            <a:spLocks noChangeArrowheads="1"/>
          </p:cNvSpPr>
          <p:nvPr/>
        </p:nvSpPr>
        <p:spPr bwMode="auto">
          <a:xfrm flipH="1">
            <a:off x="1763713" y="25638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85" name="AutoShape 21"/>
          <p:cNvCxnSpPr>
            <a:stCxn id="1035278" idx="4"/>
            <a:endCxn id="1035284" idx="0"/>
          </p:cNvCxnSpPr>
          <p:nvPr/>
        </p:nvCxnSpPr>
        <p:spPr>
          <a:xfrm>
            <a:off x="2195513" y="2292350"/>
            <a:ext cx="0" cy="2571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86" name="Oval 22"/>
          <p:cNvSpPr>
            <a:spLocks noChangeArrowheads="1"/>
          </p:cNvSpPr>
          <p:nvPr/>
        </p:nvSpPr>
        <p:spPr bwMode="auto">
          <a:xfrm flipH="1">
            <a:off x="611188" y="31400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87" name="AutoShape 23"/>
          <p:cNvCxnSpPr>
            <a:stCxn id="1035280" idx="4"/>
            <a:endCxn id="1035286" idx="0"/>
          </p:cNvCxnSpPr>
          <p:nvPr/>
        </p:nvCxnSpPr>
        <p:spPr>
          <a:xfrm>
            <a:off x="1042988" y="28670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88" name="Oval 24"/>
          <p:cNvSpPr>
            <a:spLocks noChangeArrowheads="1"/>
          </p:cNvSpPr>
          <p:nvPr/>
        </p:nvSpPr>
        <p:spPr bwMode="auto">
          <a:xfrm flipH="1">
            <a:off x="611188" y="83502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89" name="AutoShape 25"/>
          <p:cNvCxnSpPr>
            <a:stCxn id="1035288" idx="4"/>
            <a:endCxn id="1035272" idx="0"/>
          </p:cNvCxnSpPr>
          <p:nvPr/>
        </p:nvCxnSpPr>
        <p:spPr>
          <a:xfrm>
            <a:off x="1042988" y="1138238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90" name="Oval 26"/>
          <p:cNvSpPr>
            <a:spLocks noChangeArrowheads="1"/>
          </p:cNvSpPr>
          <p:nvPr/>
        </p:nvSpPr>
        <p:spPr bwMode="auto">
          <a:xfrm flipH="1">
            <a:off x="1763713" y="8350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91" name="AutoShape 27"/>
          <p:cNvCxnSpPr>
            <a:stCxn id="1035290" idx="4"/>
            <a:endCxn id="1035275" idx="0"/>
          </p:cNvCxnSpPr>
          <p:nvPr/>
        </p:nvCxnSpPr>
        <p:spPr>
          <a:xfrm>
            <a:off x="2195513" y="1152525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92" name="AutoShape 28"/>
          <p:cNvCxnSpPr>
            <a:stCxn id="1035290" idx="6"/>
            <a:endCxn id="1035288" idx="2"/>
          </p:cNvCxnSpPr>
          <p:nvPr/>
        </p:nvCxnSpPr>
        <p:spPr>
          <a:xfrm flipH="1">
            <a:off x="1489075" y="979488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93" name="AutoShape 29"/>
          <p:cNvCxnSpPr>
            <a:stCxn id="1035290" idx="5"/>
            <a:endCxn id="1035272" idx="1"/>
          </p:cNvCxnSpPr>
          <p:nvPr/>
        </p:nvCxnSpPr>
        <p:spPr>
          <a:xfrm flipH="1">
            <a:off x="1347788" y="1109663"/>
            <a:ext cx="541337" cy="328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94" name="Oval 30"/>
          <p:cNvSpPr>
            <a:spLocks noChangeArrowheads="1"/>
          </p:cNvSpPr>
          <p:nvPr/>
        </p:nvSpPr>
        <p:spPr bwMode="auto">
          <a:xfrm flipH="1">
            <a:off x="3275013" y="14112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295" name="Oval 31"/>
          <p:cNvSpPr>
            <a:spLocks noChangeArrowheads="1"/>
          </p:cNvSpPr>
          <p:nvPr/>
        </p:nvSpPr>
        <p:spPr bwMode="auto">
          <a:xfrm flipH="1">
            <a:off x="3275013" y="198755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96" name="AutoShape 32"/>
          <p:cNvCxnSpPr>
            <a:stCxn id="1035312" idx="5"/>
            <a:endCxn id="1035295" idx="1"/>
          </p:cNvCxnSpPr>
          <p:nvPr/>
        </p:nvCxnSpPr>
        <p:spPr>
          <a:xfrm flipH="1">
            <a:off x="4011613" y="1109663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297" name="Oval 33"/>
          <p:cNvSpPr>
            <a:spLocks noChangeArrowheads="1"/>
          </p:cNvSpPr>
          <p:nvPr/>
        </p:nvSpPr>
        <p:spPr bwMode="auto">
          <a:xfrm flipH="1">
            <a:off x="4427538" y="141128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298" name="AutoShape 34"/>
          <p:cNvCxnSpPr>
            <a:stCxn id="1035297" idx="4"/>
            <a:endCxn id="1035300" idx="0"/>
          </p:cNvCxnSpPr>
          <p:nvPr/>
        </p:nvCxnSpPr>
        <p:spPr>
          <a:xfrm>
            <a:off x="4859338" y="1728788"/>
            <a:ext cx="0" cy="2460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299" name="AutoShape 35"/>
          <p:cNvCxnSpPr>
            <a:stCxn id="1035300" idx="6"/>
            <a:endCxn id="1035295" idx="2"/>
          </p:cNvCxnSpPr>
          <p:nvPr/>
        </p:nvCxnSpPr>
        <p:spPr>
          <a:xfrm flipH="1" flipV="1">
            <a:off x="4152900" y="2132013"/>
            <a:ext cx="260350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00" name="Oval 36"/>
          <p:cNvSpPr>
            <a:spLocks noChangeArrowheads="1"/>
          </p:cNvSpPr>
          <p:nvPr/>
        </p:nvSpPr>
        <p:spPr bwMode="auto">
          <a:xfrm flipH="1">
            <a:off x="4427538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01" name="Oval 37"/>
          <p:cNvSpPr>
            <a:spLocks noChangeArrowheads="1"/>
          </p:cNvSpPr>
          <p:nvPr/>
        </p:nvSpPr>
        <p:spPr bwMode="auto">
          <a:xfrm flipH="1">
            <a:off x="4427538" y="31400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02" name="Oval 38"/>
          <p:cNvSpPr>
            <a:spLocks noChangeArrowheads="1"/>
          </p:cNvSpPr>
          <p:nvPr/>
        </p:nvSpPr>
        <p:spPr bwMode="auto">
          <a:xfrm flipH="1">
            <a:off x="3275013" y="25638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03" name="AutoShape 39"/>
          <p:cNvCxnSpPr>
            <a:stCxn id="1035306" idx="6"/>
            <a:endCxn id="1035302" idx="2"/>
          </p:cNvCxnSpPr>
          <p:nvPr/>
        </p:nvCxnSpPr>
        <p:spPr>
          <a:xfrm flipH="1">
            <a:off x="4152900" y="2708275"/>
            <a:ext cx="2603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04" name="AutoShape 40"/>
          <p:cNvCxnSpPr>
            <a:stCxn id="1035306" idx="4"/>
            <a:endCxn id="1035301" idx="0"/>
          </p:cNvCxnSpPr>
          <p:nvPr/>
        </p:nvCxnSpPr>
        <p:spPr>
          <a:xfrm>
            <a:off x="4859338" y="28670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05" name="AutoShape 41"/>
          <p:cNvCxnSpPr>
            <a:stCxn id="1035301" idx="7"/>
            <a:endCxn id="1035302" idx="3"/>
          </p:cNvCxnSpPr>
          <p:nvPr/>
        </p:nvCxnSpPr>
        <p:spPr>
          <a:xfrm flipH="1" flipV="1">
            <a:off x="4011613" y="2824163"/>
            <a:ext cx="541337" cy="342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06" name="Oval 42"/>
          <p:cNvSpPr>
            <a:spLocks noChangeArrowheads="1"/>
          </p:cNvSpPr>
          <p:nvPr/>
        </p:nvSpPr>
        <p:spPr bwMode="auto">
          <a:xfrm flipH="1">
            <a:off x="4427538" y="25638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07" name="AutoShape 43"/>
          <p:cNvCxnSpPr>
            <a:stCxn id="1035300" idx="4"/>
            <a:endCxn id="1035306" idx="0"/>
          </p:cNvCxnSpPr>
          <p:nvPr/>
        </p:nvCxnSpPr>
        <p:spPr>
          <a:xfrm>
            <a:off x="4859338" y="2292350"/>
            <a:ext cx="0" cy="2571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08" name="Oval 44"/>
          <p:cNvSpPr>
            <a:spLocks noChangeArrowheads="1"/>
          </p:cNvSpPr>
          <p:nvPr/>
        </p:nvSpPr>
        <p:spPr bwMode="auto">
          <a:xfrm flipH="1">
            <a:off x="3275013" y="31400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09" name="AutoShape 45"/>
          <p:cNvCxnSpPr>
            <a:stCxn id="1035302" idx="4"/>
            <a:endCxn id="1035308" idx="0"/>
          </p:cNvCxnSpPr>
          <p:nvPr/>
        </p:nvCxnSpPr>
        <p:spPr>
          <a:xfrm>
            <a:off x="3706813" y="28670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10" name="Oval 46"/>
          <p:cNvSpPr>
            <a:spLocks noChangeArrowheads="1"/>
          </p:cNvSpPr>
          <p:nvPr/>
        </p:nvSpPr>
        <p:spPr bwMode="auto">
          <a:xfrm flipH="1">
            <a:off x="3275013" y="83502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11" name="AutoShape 47"/>
          <p:cNvCxnSpPr>
            <a:stCxn id="1035310" idx="4"/>
            <a:endCxn id="1035294" idx="0"/>
          </p:cNvCxnSpPr>
          <p:nvPr/>
        </p:nvCxnSpPr>
        <p:spPr>
          <a:xfrm>
            <a:off x="3706813" y="1138238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12" name="Oval 48"/>
          <p:cNvSpPr>
            <a:spLocks noChangeArrowheads="1"/>
          </p:cNvSpPr>
          <p:nvPr/>
        </p:nvSpPr>
        <p:spPr bwMode="auto">
          <a:xfrm flipH="1">
            <a:off x="4427538" y="8350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13" name="AutoShape 49"/>
          <p:cNvCxnSpPr>
            <a:stCxn id="1035312" idx="4"/>
            <a:endCxn id="1035297" idx="0"/>
          </p:cNvCxnSpPr>
          <p:nvPr/>
        </p:nvCxnSpPr>
        <p:spPr>
          <a:xfrm>
            <a:off x="4859338" y="11525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14" name="AutoShape 50"/>
          <p:cNvCxnSpPr>
            <a:stCxn id="1035312" idx="6"/>
            <a:endCxn id="1035310" idx="2"/>
          </p:cNvCxnSpPr>
          <p:nvPr/>
        </p:nvCxnSpPr>
        <p:spPr>
          <a:xfrm flipH="1">
            <a:off x="4152900" y="979488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15" name="AutoShape 51"/>
          <p:cNvCxnSpPr>
            <a:stCxn id="1035312" idx="5"/>
            <a:endCxn id="1035294" idx="1"/>
          </p:cNvCxnSpPr>
          <p:nvPr/>
        </p:nvCxnSpPr>
        <p:spPr>
          <a:xfrm flipH="1">
            <a:off x="4011613" y="1109663"/>
            <a:ext cx="541337" cy="328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16" name="Oval 52"/>
          <p:cNvSpPr>
            <a:spLocks noChangeArrowheads="1"/>
          </p:cNvSpPr>
          <p:nvPr/>
        </p:nvSpPr>
        <p:spPr bwMode="auto">
          <a:xfrm flipH="1">
            <a:off x="60848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17" name="Oval 53"/>
          <p:cNvSpPr>
            <a:spLocks noChangeArrowheads="1"/>
          </p:cNvSpPr>
          <p:nvPr/>
        </p:nvSpPr>
        <p:spPr bwMode="auto">
          <a:xfrm flipH="1">
            <a:off x="6084888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18" name="AutoShape 54"/>
          <p:cNvCxnSpPr>
            <a:stCxn id="1035334" idx="5"/>
            <a:endCxn id="1035317" idx="1"/>
          </p:cNvCxnSpPr>
          <p:nvPr/>
        </p:nvCxnSpPr>
        <p:spPr>
          <a:xfrm flipH="1">
            <a:off x="6821488" y="1111250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19" name="Oval 55"/>
          <p:cNvSpPr>
            <a:spLocks noChangeArrowheads="1"/>
          </p:cNvSpPr>
          <p:nvPr/>
        </p:nvSpPr>
        <p:spPr bwMode="auto">
          <a:xfrm flipH="1">
            <a:off x="723741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20" name="AutoShape 56"/>
          <p:cNvCxnSpPr>
            <a:stCxn id="1035319" idx="4"/>
            <a:endCxn id="1035322" idx="0"/>
          </p:cNvCxnSpPr>
          <p:nvPr/>
        </p:nvCxnSpPr>
        <p:spPr>
          <a:xfrm>
            <a:off x="7669213" y="1730375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21" name="AutoShape 57"/>
          <p:cNvCxnSpPr>
            <a:stCxn id="1035322" idx="6"/>
            <a:endCxn id="1035317" idx="2"/>
          </p:cNvCxnSpPr>
          <p:nvPr/>
        </p:nvCxnSpPr>
        <p:spPr>
          <a:xfrm flipH="1" flipV="1">
            <a:off x="6962775" y="2133600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22" name="Oval 58"/>
          <p:cNvSpPr>
            <a:spLocks noChangeArrowheads="1"/>
          </p:cNvSpPr>
          <p:nvPr/>
        </p:nvSpPr>
        <p:spPr bwMode="auto">
          <a:xfrm flipH="1">
            <a:off x="7237413" y="19907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23" name="Oval 59"/>
          <p:cNvSpPr>
            <a:spLocks noChangeArrowheads="1"/>
          </p:cNvSpPr>
          <p:nvPr/>
        </p:nvSpPr>
        <p:spPr bwMode="auto">
          <a:xfrm flipH="1">
            <a:off x="7237413" y="31416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24" name="Oval 60"/>
          <p:cNvSpPr>
            <a:spLocks noChangeArrowheads="1"/>
          </p:cNvSpPr>
          <p:nvPr/>
        </p:nvSpPr>
        <p:spPr bwMode="auto">
          <a:xfrm flipH="1">
            <a:off x="6084888" y="25654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25" name="AutoShape 61"/>
          <p:cNvCxnSpPr>
            <a:stCxn id="1035328" idx="6"/>
            <a:endCxn id="1035324" idx="2"/>
          </p:cNvCxnSpPr>
          <p:nvPr/>
        </p:nvCxnSpPr>
        <p:spPr>
          <a:xfrm flipH="1">
            <a:off x="6962775" y="2709863"/>
            <a:ext cx="2603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26" name="AutoShape 62"/>
          <p:cNvCxnSpPr>
            <a:stCxn id="1035328" idx="4"/>
            <a:endCxn id="1035323" idx="0"/>
          </p:cNvCxnSpPr>
          <p:nvPr/>
        </p:nvCxnSpPr>
        <p:spPr>
          <a:xfrm>
            <a:off x="7669213" y="2868613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27" name="AutoShape 63"/>
          <p:cNvCxnSpPr>
            <a:stCxn id="1035323" idx="7"/>
            <a:endCxn id="1035324" idx="3"/>
          </p:cNvCxnSpPr>
          <p:nvPr/>
        </p:nvCxnSpPr>
        <p:spPr>
          <a:xfrm flipH="1" flipV="1">
            <a:off x="6821488" y="2825750"/>
            <a:ext cx="541337" cy="342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28" name="Oval 64"/>
          <p:cNvSpPr>
            <a:spLocks noChangeArrowheads="1"/>
          </p:cNvSpPr>
          <p:nvPr/>
        </p:nvSpPr>
        <p:spPr bwMode="auto">
          <a:xfrm flipH="1">
            <a:off x="7237413" y="25654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29" name="AutoShape 65"/>
          <p:cNvCxnSpPr>
            <a:stCxn id="1035322" idx="4"/>
            <a:endCxn id="1035328" idx="0"/>
          </p:cNvCxnSpPr>
          <p:nvPr/>
        </p:nvCxnSpPr>
        <p:spPr>
          <a:xfrm>
            <a:off x="7669213" y="2308225"/>
            <a:ext cx="0" cy="2428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30" name="Oval 66"/>
          <p:cNvSpPr>
            <a:spLocks noChangeArrowheads="1"/>
          </p:cNvSpPr>
          <p:nvPr/>
        </p:nvSpPr>
        <p:spPr bwMode="auto">
          <a:xfrm flipH="1">
            <a:off x="6084888" y="31416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31" name="AutoShape 67"/>
          <p:cNvCxnSpPr>
            <a:stCxn id="1035324" idx="4"/>
            <a:endCxn id="1035330" idx="0"/>
          </p:cNvCxnSpPr>
          <p:nvPr/>
        </p:nvCxnSpPr>
        <p:spPr>
          <a:xfrm>
            <a:off x="6516688" y="2868613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32" name="Oval 68"/>
          <p:cNvSpPr>
            <a:spLocks noChangeArrowheads="1"/>
          </p:cNvSpPr>
          <p:nvPr/>
        </p:nvSpPr>
        <p:spPr bwMode="auto">
          <a:xfrm flipH="1">
            <a:off x="60848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33" name="AutoShape 69"/>
          <p:cNvCxnSpPr>
            <a:stCxn id="1035332" idx="4"/>
            <a:endCxn id="1035316" idx="0"/>
          </p:cNvCxnSpPr>
          <p:nvPr/>
        </p:nvCxnSpPr>
        <p:spPr>
          <a:xfrm>
            <a:off x="65166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34" name="Oval 70"/>
          <p:cNvSpPr>
            <a:spLocks noChangeArrowheads="1"/>
          </p:cNvSpPr>
          <p:nvPr/>
        </p:nvSpPr>
        <p:spPr bwMode="auto">
          <a:xfrm flipH="1">
            <a:off x="723741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35" name="AutoShape 71"/>
          <p:cNvCxnSpPr>
            <a:stCxn id="1035334" idx="4"/>
            <a:endCxn id="1035319" idx="0"/>
          </p:cNvCxnSpPr>
          <p:nvPr/>
        </p:nvCxnSpPr>
        <p:spPr>
          <a:xfrm>
            <a:off x="76692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36" name="AutoShape 72"/>
          <p:cNvCxnSpPr>
            <a:stCxn id="1035334" idx="6"/>
            <a:endCxn id="1035332" idx="2"/>
          </p:cNvCxnSpPr>
          <p:nvPr/>
        </p:nvCxnSpPr>
        <p:spPr>
          <a:xfrm flipH="1">
            <a:off x="696277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37" name="AutoShape 73"/>
          <p:cNvCxnSpPr>
            <a:stCxn id="1035334" idx="5"/>
            <a:endCxn id="1035316" idx="1"/>
          </p:cNvCxnSpPr>
          <p:nvPr/>
        </p:nvCxnSpPr>
        <p:spPr>
          <a:xfrm flipH="1">
            <a:off x="682148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38" name="Oval 74"/>
          <p:cNvSpPr>
            <a:spLocks noChangeArrowheads="1"/>
          </p:cNvSpPr>
          <p:nvPr/>
        </p:nvSpPr>
        <p:spPr bwMode="auto">
          <a:xfrm flipH="1">
            <a:off x="6111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39" name="Oval 75"/>
          <p:cNvSpPr>
            <a:spLocks noChangeArrowheads="1"/>
          </p:cNvSpPr>
          <p:nvPr/>
        </p:nvSpPr>
        <p:spPr bwMode="auto">
          <a:xfrm flipH="1">
            <a:off x="61118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40" name="AutoShape 76"/>
          <p:cNvCxnSpPr>
            <a:stCxn id="1035356" idx="5"/>
            <a:endCxn id="1035339" idx="1"/>
          </p:cNvCxnSpPr>
          <p:nvPr/>
        </p:nvCxnSpPr>
        <p:spPr>
          <a:xfrm flipH="1">
            <a:off x="134778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41" name="Oval 77"/>
          <p:cNvSpPr>
            <a:spLocks noChangeArrowheads="1"/>
          </p:cNvSpPr>
          <p:nvPr/>
        </p:nvSpPr>
        <p:spPr bwMode="auto">
          <a:xfrm flipH="1">
            <a:off x="17637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42" name="AutoShape 78"/>
          <p:cNvCxnSpPr>
            <a:stCxn id="1035341" idx="4"/>
            <a:endCxn id="1035344" idx="0"/>
          </p:cNvCxnSpPr>
          <p:nvPr/>
        </p:nvCxnSpPr>
        <p:spPr>
          <a:xfrm>
            <a:off x="219551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43" name="AutoShape 79"/>
          <p:cNvCxnSpPr>
            <a:stCxn id="1035344" idx="6"/>
            <a:endCxn id="1035339" idx="2"/>
          </p:cNvCxnSpPr>
          <p:nvPr/>
        </p:nvCxnSpPr>
        <p:spPr>
          <a:xfrm flipH="1" flipV="1">
            <a:off x="148907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44" name="Oval 80"/>
          <p:cNvSpPr>
            <a:spLocks noChangeArrowheads="1"/>
          </p:cNvSpPr>
          <p:nvPr/>
        </p:nvSpPr>
        <p:spPr bwMode="auto">
          <a:xfrm flipH="1">
            <a:off x="176371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45" name="Oval 81"/>
          <p:cNvSpPr>
            <a:spLocks noChangeArrowheads="1"/>
          </p:cNvSpPr>
          <p:nvPr/>
        </p:nvSpPr>
        <p:spPr bwMode="auto">
          <a:xfrm flipH="1">
            <a:off x="1763713" y="60213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46" name="Oval 82"/>
          <p:cNvSpPr>
            <a:spLocks noChangeArrowheads="1"/>
          </p:cNvSpPr>
          <p:nvPr/>
        </p:nvSpPr>
        <p:spPr bwMode="auto">
          <a:xfrm flipH="1">
            <a:off x="611188" y="544512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47" name="AutoShape 83"/>
          <p:cNvCxnSpPr>
            <a:stCxn id="1035350" idx="6"/>
            <a:endCxn id="1035346" idx="2"/>
          </p:cNvCxnSpPr>
          <p:nvPr/>
        </p:nvCxnSpPr>
        <p:spPr>
          <a:xfrm flipH="1">
            <a:off x="1489075" y="5589588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48" name="AutoShape 84"/>
          <p:cNvCxnSpPr>
            <a:stCxn id="1035350" idx="4"/>
            <a:endCxn id="1035345" idx="0"/>
          </p:cNvCxnSpPr>
          <p:nvPr/>
        </p:nvCxnSpPr>
        <p:spPr>
          <a:xfrm>
            <a:off x="2195513" y="5762625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49" name="AutoShape 85"/>
          <p:cNvCxnSpPr>
            <a:stCxn id="1035345" idx="7"/>
            <a:endCxn id="1035346" idx="3"/>
          </p:cNvCxnSpPr>
          <p:nvPr/>
        </p:nvCxnSpPr>
        <p:spPr>
          <a:xfrm flipH="1" flipV="1">
            <a:off x="1347788" y="5705475"/>
            <a:ext cx="541337" cy="342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50" name="Oval 86"/>
          <p:cNvSpPr>
            <a:spLocks noChangeArrowheads="1"/>
          </p:cNvSpPr>
          <p:nvPr/>
        </p:nvSpPr>
        <p:spPr bwMode="auto">
          <a:xfrm flipH="1">
            <a:off x="1763713" y="54451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51" name="AutoShape 87"/>
          <p:cNvCxnSpPr>
            <a:stCxn id="1035344" idx="4"/>
            <a:endCxn id="1035350" idx="0"/>
          </p:cNvCxnSpPr>
          <p:nvPr/>
        </p:nvCxnSpPr>
        <p:spPr>
          <a:xfrm>
            <a:off x="219551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5352" name="Oval 88"/>
          <p:cNvSpPr>
            <a:spLocks noChangeArrowheads="1"/>
          </p:cNvSpPr>
          <p:nvPr/>
        </p:nvSpPr>
        <p:spPr bwMode="auto">
          <a:xfrm flipH="1">
            <a:off x="611188" y="60213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53" name="AutoShape 89"/>
          <p:cNvCxnSpPr>
            <a:stCxn id="1035346" idx="4"/>
            <a:endCxn id="1035352" idx="0"/>
          </p:cNvCxnSpPr>
          <p:nvPr/>
        </p:nvCxnSpPr>
        <p:spPr>
          <a:xfrm>
            <a:off x="1042988" y="5748338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54" name="Oval 90"/>
          <p:cNvSpPr>
            <a:spLocks noChangeArrowheads="1"/>
          </p:cNvSpPr>
          <p:nvPr/>
        </p:nvSpPr>
        <p:spPr bwMode="auto">
          <a:xfrm flipH="1">
            <a:off x="6111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55" name="AutoShape 91"/>
          <p:cNvCxnSpPr>
            <a:stCxn id="1035354" idx="4"/>
            <a:endCxn id="1035338" idx="0"/>
          </p:cNvCxnSpPr>
          <p:nvPr/>
        </p:nvCxnSpPr>
        <p:spPr>
          <a:xfrm>
            <a:off x="10429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56" name="Oval 92"/>
          <p:cNvSpPr>
            <a:spLocks noChangeArrowheads="1"/>
          </p:cNvSpPr>
          <p:nvPr/>
        </p:nvSpPr>
        <p:spPr bwMode="auto">
          <a:xfrm flipH="1">
            <a:off x="17637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57" name="AutoShape 93"/>
          <p:cNvCxnSpPr>
            <a:stCxn id="1035356" idx="4"/>
            <a:endCxn id="1035341" idx="0"/>
          </p:cNvCxnSpPr>
          <p:nvPr/>
        </p:nvCxnSpPr>
        <p:spPr>
          <a:xfrm>
            <a:off x="21955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58" name="AutoShape 94"/>
          <p:cNvCxnSpPr>
            <a:stCxn id="1035356" idx="6"/>
            <a:endCxn id="1035354" idx="2"/>
          </p:cNvCxnSpPr>
          <p:nvPr/>
        </p:nvCxnSpPr>
        <p:spPr>
          <a:xfrm flipH="1">
            <a:off x="14890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59" name="AutoShape 95"/>
          <p:cNvCxnSpPr>
            <a:stCxn id="1035356" idx="5"/>
            <a:endCxn id="1035338" idx="1"/>
          </p:cNvCxnSpPr>
          <p:nvPr/>
        </p:nvCxnSpPr>
        <p:spPr>
          <a:xfrm flipH="1">
            <a:off x="13477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60" name="Oval 96"/>
          <p:cNvSpPr>
            <a:spLocks noChangeArrowheads="1"/>
          </p:cNvSpPr>
          <p:nvPr/>
        </p:nvSpPr>
        <p:spPr bwMode="auto">
          <a:xfrm flipH="1">
            <a:off x="334803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61" name="Oval 97"/>
          <p:cNvSpPr>
            <a:spLocks noChangeArrowheads="1"/>
          </p:cNvSpPr>
          <p:nvPr/>
        </p:nvSpPr>
        <p:spPr bwMode="auto">
          <a:xfrm flipH="1">
            <a:off x="334803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62" name="AutoShape 98"/>
          <p:cNvCxnSpPr>
            <a:stCxn id="1035378" idx="5"/>
            <a:endCxn id="1035361" idx="1"/>
          </p:cNvCxnSpPr>
          <p:nvPr/>
        </p:nvCxnSpPr>
        <p:spPr>
          <a:xfrm flipH="1">
            <a:off x="408463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63" name="Oval 99"/>
          <p:cNvSpPr>
            <a:spLocks noChangeArrowheads="1"/>
          </p:cNvSpPr>
          <p:nvPr/>
        </p:nvSpPr>
        <p:spPr bwMode="auto">
          <a:xfrm flipH="1">
            <a:off x="450056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64" name="AutoShape 100"/>
          <p:cNvCxnSpPr>
            <a:stCxn id="1035363" idx="4"/>
            <a:endCxn id="1035366" idx="0"/>
          </p:cNvCxnSpPr>
          <p:nvPr/>
        </p:nvCxnSpPr>
        <p:spPr>
          <a:xfrm>
            <a:off x="493236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65" name="AutoShape 101"/>
          <p:cNvCxnSpPr>
            <a:stCxn id="1035366" idx="6"/>
            <a:endCxn id="1035361" idx="2"/>
          </p:cNvCxnSpPr>
          <p:nvPr/>
        </p:nvCxnSpPr>
        <p:spPr>
          <a:xfrm flipH="1" flipV="1">
            <a:off x="422592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66" name="Oval 102"/>
          <p:cNvSpPr>
            <a:spLocks noChangeArrowheads="1"/>
          </p:cNvSpPr>
          <p:nvPr/>
        </p:nvSpPr>
        <p:spPr bwMode="auto">
          <a:xfrm flipH="1">
            <a:off x="450056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67" name="Oval 103"/>
          <p:cNvSpPr>
            <a:spLocks noChangeArrowheads="1"/>
          </p:cNvSpPr>
          <p:nvPr/>
        </p:nvSpPr>
        <p:spPr bwMode="auto">
          <a:xfrm flipH="1">
            <a:off x="4500563" y="602138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68" name="Oval 104"/>
          <p:cNvSpPr>
            <a:spLocks noChangeArrowheads="1"/>
          </p:cNvSpPr>
          <p:nvPr/>
        </p:nvSpPr>
        <p:spPr bwMode="auto">
          <a:xfrm flipH="1">
            <a:off x="3348038" y="544512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69" name="AutoShape 105"/>
          <p:cNvCxnSpPr>
            <a:stCxn id="1035372" idx="6"/>
            <a:endCxn id="1035368" idx="2"/>
          </p:cNvCxnSpPr>
          <p:nvPr/>
        </p:nvCxnSpPr>
        <p:spPr>
          <a:xfrm flipH="1">
            <a:off x="4225925" y="5589588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70" name="AutoShape 106"/>
          <p:cNvCxnSpPr>
            <a:stCxn id="1035372" idx="4"/>
            <a:endCxn id="1035367" idx="0"/>
          </p:cNvCxnSpPr>
          <p:nvPr/>
        </p:nvCxnSpPr>
        <p:spPr>
          <a:xfrm>
            <a:off x="493236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71" name="AutoShape 107"/>
          <p:cNvCxnSpPr>
            <a:stCxn id="1035367" idx="7"/>
            <a:endCxn id="1035368" idx="3"/>
          </p:cNvCxnSpPr>
          <p:nvPr/>
        </p:nvCxnSpPr>
        <p:spPr>
          <a:xfrm flipH="1" flipV="1">
            <a:off x="4084638" y="57054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72" name="Oval 108"/>
          <p:cNvSpPr>
            <a:spLocks noChangeArrowheads="1"/>
          </p:cNvSpPr>
          <p:nvPr/>
        </p:nvSpPr>
        <p:spPr bwMode="auto">
          <a:xfrm flipH="1">
            <a:off x="4500563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73" name="AutoShape 109"/>
          <p:cNvCxnSpPr>
            <a:stCxn id="1035366" idx="4"/>
            <a:endCxn id="1035372" idx="0"/>
          </p:cNvCxnSpPr>
          <p:nvPr/>
        </p:nvCxnSpPr>
        <p:spPr>
          <a:xfrm>
            <a:off x="493236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5374" name="Oval 110"/>
          <p:cNvSpPr>
            <a:spLocks noChangeArrowheads="1"/>
          </p:cNvSpPr>
          <p:nvPr/>
        </p:nvSpPr>
        <p:spPr bwMode="auto">
          <a:xfrm flipH="1">
            <a:off x="3348038" y="60213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75" name="AutoShape 111"/>
          <p:cNvCxnSpPr>
            <a:stCxn id="1035368" idx="4"/>
            <a:endCxn id="1035374" idx="0"/>
          </p:cNvCxnSpPr>
          <p:nvPr/>
        </p:nvCxnSpPr>
        <p:spPr>
          <a:xfrm>
            <a:off x="3779838" y="5748338"/>
            <a:ext cx="0" cy="2587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76" name="Oval 112"/>
          <p:cNvSpPr>
            <a:spLocks noChangeArrowheads="1"/>
          </p:cNvSpPr>
          <p:nvPr/>
        </p:nvSpPr>
        <p:spPr bwMode="auto">
          <a:xfrm flipH="1">
            <a:off x="334803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77" name="AutoShape 113"/>
          <p:cNvCxnSpPr>
            <a:stCxn id="1035376" idx="4"/>
            <a:endCxn id="1035360" idx="0"/>
          </p:cNvCxnSpPr>
          <p:nvPr/>
        </p:nvCxnSpPr>
        <p:spPr>
          <a:xfrm>
            <a:off x="377983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78" name="Oval 114"/>
          <p:cNvSpPr>
            <a:spLocks noChangeArrowheads="1"/>
          </p:cNvSpPr>
          <p:nvPr/>
        </p:nvSpPr>
        <p:spPr bwMode="auto">
          <a:xfrm flipH="1">
            <a:off x="450056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79" name="AutoShape 115"/>
          <p:cNvCxnSpPr>
            <a:stCxn id="1035378" idx="4"/>
            <a:endCxn id="1035363" idx="0"/>
          </p:cNvCxnSpPr>
          <p:nvPr/>
        </p:nvCxnSpPr>
        <p:spPr>
          <a:xfrm>
            <a:off x="493236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80" name="AutoShape 116"/>
          <p:cNvCxnSpPr>
            <a:stCxn id="1035378" idx="6"/>
            <a:endCxn id="1035376" idx="2"/>
          </p:cNvCxnSpPr>
          <p:nvPr/>
        </p:nvCxnSpPr>
        <p:spPr>
          <a:xfrm flipH="1">
            <a:off x="422592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81" name="AutoShape 117"/>
          <p:cNvCxnSpPr>
            <a:stCxn id="1035378" idx="5"/>
            <a:endCxn id="1035360" idx="1"/>
          </p:cNvCxnSpPr>
          <p:nvPr/>
        </p:nvCxnSpPr>
        <p:spPr>
          <a:xfrm flipH="1">
            <a:off x="408463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1382" name="AutoShape 118"/>
          <p:cNvSpPr/>
          <p:nvPr/>
        </p:nvSpPr>
        <p:spPr>
          <a:xfrm flipV="1">
            <a:off x="8101013" y="3716338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5383" name="Oval 119"/>
          <p:cNvSpPr>
            <a:spLocks noChangeArrowheads="1"/>
          </p:cNvSpPr>
          <p:nvPr/>
        </p:nvSpPr>
        <p:spPr bwMode="auto">
          <a:xfrm flipH="1">
            <a:off x="60848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84" name="Oval 120"/>
          <p:cNvSpPr>
            <a:spLocks noChangeArrowheads="1"/>
          </p:cNvSpPr>
          <p:nvPr/>
        </p:nvSpPr>
        <p:spPr bwMode="auto">
          <a:xfrm flipH="1">
            <a:off x="608488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85" name="AutoShape 121"/>
          <p:cNvCxnSpPr>
            <a:stCxn id="1035401" idx="5"/>
            <a:endCxn id="1035384" idx="1"/>
          </p:cNvCxnSpPr>
          <p:nvPr/>
        </p:nvCxnSpPr>
        <p:spPr>
          <a:xfrm flipH="1">
            <a:off x="682148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86" name="Oval 122"/>
          <p:cNvSpPr>
            <a:spLocks noChangeArrowheads="1"/>
          </p:cNvSpPr>
          <p:nvPr/>
        </p:nvSpPr>
        <p:spPr bwMode="auto">
          <a:xfrm flipH="1">
            <a:off x="72374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87" name="AutoShape 123"/>
          <p:cNvCxnSpPr>
            <a:stCxn id="1035386" idx="4"/>
            <a:endCxn id="1035389" idx="0"/>
          </p:cNvCxnSpPr>
          <p:nvPr/>
        </p:nvCxnSpPr>
        <p:spPr>
          <a:xfrm>
            <a:off x="766921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88" name="AutoShape 124"/>
          <p:cNvCxnSpPr>
            <a:stCxn id="1035389" idx="6"/>
            <a:endCxn id="1035384" idx="2"/>
          </p:cNvCxnSpPr>
          <p:nvPr/>
        </p:nvCxnSpPr>
        <p:spPr>
          <a:xfrm flipH="1" flipV="1">
            <a:off x="696277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89" name="Oval 125"/>
          <p:cNvSpPr>
            <a:spLocks noChangeArrowheads="1"/>
          </p:cNvSpPr>
          <p:nvPr/>
        </p:nvSpPr>
        <p:spPr bwMode="auto">
          <a:xfrm flipH="1">
            <a:off x="723741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90" name="Oval 126"/>
          <p:cNvSpPr>
            <a:spLocks noChangeArrowheads="1"/>
          </p:cNvSpPr>
          <p:nvPr/>
        </p:nvSpPr>
        <p:spPr bwMode="auto">
          <a:xfrm flipH="1">
            <a:off x="7237413" y="602138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5391" name="Oval 127"/>
          <p:cNvSpPr>
            <a:spLocks noChangeArrowheads="1"/>
          </p:cNvSpPr>
          <p:nvPr/>
        </p:nvSpPr>
        <p:spPr bwMode="auto">
          <a:xfrm flipH="1">
            <a:off x="6084888" y="54451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6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92" name="AutoShape 128"/>
          <p:cNvCxnSpPr>
            <a:stCxn id="1035395" idx="6"/>
            <a:endCxn id="1035391" idx="2"/>
          </p:cNvCxnSpPr>
          <p:nvPr/>
        </p:nvCxnSpPr>
        <p:spPr>
          <a:xfrm flipH="1">
            <a:off x="6977063" y="5589588"/>
            <a:ext cx="2317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393" name="AutoShape 129"/>
          <p:cNvCxnSpPr>
            <a:stCxn id="1035395" idx="4"/>
            <a:endCxn id="1035390" idx="0"/>
          </p:cNvCxnSpPr>
          <p:nvPr/>
        </p:nvCxnSpPr>
        <p:spPr>
          <a:xfrm>
            <a:off x="766921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394" name="AutoShape 130"/>
          <p:cNvCxnSpPr>
            <a:stCxn id="1035390" idx="7"/>
            <a:endCxn id="1035391" idx="3"/>
          </p:cNvCxnSpPr>
          <p:nvPr/>
        </p:nvCxnSpPr>
        <p:spPr>
          <a:xfrm flipH="1" flipV="1">
            <a:off x="682148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5395" name="Oval 131"/>
          <p:cNvSpPr>
            <a:spLocks noChangeArrowheads="1"/>
          </p:cNvSpPr>
          <p:nvPr/>
        </p:nvSpPr>
        <p:spPr bwMode="auto">
          <a:xfrm flipH="1">
            <a:off x="7237413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96" name="AutoShape 132"/>
          <p:cNvCxnSpPr>
            <a:stCxn id="1035389" idx="4"/>
            <a:endCxn id="1035395" idx="0"/>
          </p:cNvCxnSpPr>
          <p:nvPr/>
        </p:nvCxnSpPr>
        <p:spPr>
          <a:xfrm>
            <a:off x="766921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5397" name="Oval 133"/>
          <p:cNvSpPr>
            <a:spLocks noChangeArrowheads="1"/>
          </p:cNvSpPr>
          <p:nvPr/>
        </p:nvSpPr>
        <p:spPr bwMode="auto">
          <a:xfrm flipH="1">
            <a:off x="6084888" y="602138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398" name="AutoShape 134"/>
          <p:cNvCxnSpPr>
            <a:stCxn id="1035391" idx="4"/>
            <a:endCxn id="1035397" idx="0"/>
          </p:cNvCxnSpPr>
          <p:nvPr/>
        </p:nvCxnSpPr>
        <p:spPr>
          <a:xfrm>
            <a:off x="6516688" y="5762625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399" name="Oval 135"/>
          <p:cNvSpPr>
            <a:spLocks noChangeArrowheads="1"/>
          </p:cNvSpPr>
          <p:nvPr/>
        </p:nvSpPr>
        <p:spPr bwMode="auto">
          <a:xfrm flipH="1">
            <a:off x="60848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400" name="AutoShape 136"/>
          <p:cNvCxnSpPr>
            <a:stCxn id="1035399" idx="4"/>
            <a:endCxn id="1035383" idx="0"/>
          </p:cNvCxnSpPr>
          <p:nvPr/>
        </p:nvCxnSpPr>
        <p:spPr>
          <a:xfrm>
            <a:off x="65166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5401" name="Oval 137"/>
          <p:cNvSpPr>
            <a:spLocks noChangeArrowheads="1"/>
          </p:cNvSpPr>
          <p:nvPr/>
        </p:nvSpPr>
        <p:spPr bwMode="auto">
          <a:xfrm flipH="1">
            <a:off x="72374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5402" name="AutoShape 138"/>
          <p:cNvCxnSpPr>
            <a:stCxn id="1035401" idx="4"/>
            <a:endCxn id="1035386" idx="0"/>
          </p:cNvCxnSpPr>
          <p:nvPr/>
        </p:nvCxnSpPr>
        <p:spPr>
          <a:xfrm>
            <a:off x="76692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5403" name="AutoShape 139"/>
          <p:cNvCxnSpPr>
            <a:stCxn id="1035401" idx="6"/>
            <a:endCxn id="1035399" idx="2"/>
          </p:cNvCxnSpPr>
          <p:nvPr/>
        </p:nvCxnSpPr>
        <p:spPr>
          <a:xfrm flipH="1">
            <a:off x="69627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5404" name="AutoShape 140"/>
          <p:cNvCxnSpPr>
            <a:stCxn id="1035401" idx="5"/>
            <a:endCxn id="1035383" idx="1"/>
          </p:cNvCxnSpPr>
          <p:nvPr/>
        </p:nvCxnSpPr>
        <p:spPr>
          <a:xfrm flipH="1">
            <a:off x="68214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1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35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35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35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35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3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35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35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35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035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35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035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35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35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35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35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35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7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35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35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8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35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35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79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035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35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0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035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352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352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35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352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352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2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1035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352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352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3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35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35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4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35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352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352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5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035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0352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6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035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035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35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35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035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35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35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35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89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1035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035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0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035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035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35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1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35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035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035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2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035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035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035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3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35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035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4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35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035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352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035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035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6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1035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035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7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1035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1035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35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8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35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1035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035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299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035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035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0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035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1035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1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35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0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35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2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035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035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35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3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35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35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35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4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035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035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35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5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35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35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6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35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35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35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7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035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8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035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035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035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35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09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35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35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0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35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0353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0353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035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4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0353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1035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0353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353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35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0353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0353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4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1035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10353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0353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5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35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4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35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6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35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6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035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35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035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035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10353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4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0353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19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0353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0353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0353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0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353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0353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0353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1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10353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8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0353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2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0353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0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0353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3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10353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0353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4"/>
                  </p:tgtEl>
                </p:cond>
              </p:nextCondLst>
            </p:seq>
            <p:seq concurrent="1" nextAc="seek">
              <p:cTn id="536" restart="whenNotActive" fill="hold" evtFilter="cancelBubble" nodeType="interactiveSeq">
                <p:stCondLst>
                  <p:cond evt="onClick" delay="0">
                    <p:tgtEl>
                      <p:spTgt spid="10353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10353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0353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5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353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0353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0353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6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353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0353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353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7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35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2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35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8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353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10353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10353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29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353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0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0353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0"/>
                  </p:tgtEl>
                </p:cond>
              </p:nextCondLst>
            </p:seq>
            <p:seq concurrent="1" nextAc="seek">
              <p:cTn id="584" restart="whenNotActive" fill="hold" evtFilter="cancelBubble" nodeType="interactiveSeq">
                <p:stCondLst>
                  <p:cond evt="onClick" delay="0">
                    <p:tgtEl>
                      <p:spTgt spid="10353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5" fill="hold">
                      <p:stCondLst>
                        <p:cond delay="0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0353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353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353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6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8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353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353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0353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0353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3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0353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4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6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10353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4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0353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0353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353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5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353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0353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0353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6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0353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0353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353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7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353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6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353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35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0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353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3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35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10353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10353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0"/>
                  </p:tgtEl>
                </p:cond>
              </p:nextCondLst>
            </p:seq>
            <p:seq concurrent="1" nextAc="seek">
              <p:cTn id="668" restart="whenNotActive" fill="hold" evtFilter="cancelBubble" nodeType="interactiveSeq">
                <p:stCondLst>
                  <p:cond evt="onClick" delay="0">
                    <p:tgtEl>
                      <p:spTgt spid="1035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2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0353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1"/>
                  </p:tgtEl>
                </p:cond>
              </p:nextCondLst>
            </p:seq>
            <p:seq concurrent="1" nextAc="seek">
              <p:cTn id="680" restart="whenNotActive" fill="hold" evtFilter="cancelBubble" nodeType="interactiveSeq">
                <p:stCondLst>
                  <p:cond evt="onClick" delay="0">
                    <p:tgtEl>
                      <p:spTgt spid="10353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4" dur="300" fill="hold"/>
                                        <p:tgtEl>
                                          <p:spTgt spid="10353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353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2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353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10353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10353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3"/>
                  </p:tgtEl>
                </p:cond>
              </p:nextCondLst>
            </p:seq>
            <p:seq concurrent="1" nextAc="seek">
              <p:cTn id="692" restart="whenNotActive" fill="hold" evtFilter="cancelBubble" nodeType="interactiveSeq">
                <p:stCondLst>
                  <p:cond evt="onClick" delay="0">
                    <p:tgtEl>
                      <p:spTgt spid="1035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3" fill="hold">
                      <p:stCondLst>
                        <p:cond delay="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6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0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035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4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10353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0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2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10353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5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10353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4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0353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6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10353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10353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0353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7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035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1035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1035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8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1035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1035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035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49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035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4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035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0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0353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10353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10353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1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1035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0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2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035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2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1035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1035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035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3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035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8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0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035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4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035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035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035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5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035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8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1035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6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1035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6" dur="300" fill="hold"/>
                                        <p:tgtEl>
                                          <p:spTgt spid="1035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035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7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035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1035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035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8"/>
                  </p:tgtEl>
                </p:cond>
              </p:nextCondLst>
            </p:seq>
            <p:seq concurrent="1" nextAc="seek">
              <p:cTn id="824" restart="whenNotActive" fill="hold" evtFilter="cancelBubble" nodeType="interactiveSeq">
                <p:stCondLst>
                  <p:cond evt="onClick" delay="0">
                    <p:tgtEl>
                      <p:spTgt spid="1035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5" fill="hold">
                      <p:stCondLst>
                        <p:cond delay="0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8" dur="300" fill="hold"/>
                                        <p:tgtEl>
                                          <p:spTgt spid="1035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035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5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035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6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8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035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0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035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0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2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0353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1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035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1035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1035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2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035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4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6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8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1035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3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1035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1035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035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4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035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1035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1035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5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1035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0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2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1035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6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1035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2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4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1035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7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1035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4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6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035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8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1035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1035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035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69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035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035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035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0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1035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1035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035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1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035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6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8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1035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2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035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1035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1035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3"/>
                  </p:tgtEl>
                </p:cond>
              </p:nextCondLst>
            </p:seq>
            <p:seq concurrent="1" nextAc="seek">
              <p:cTn id="956" restart="whenNotActive" fill="hold" evtFilter="cancelBubble" nodeType="interactiveSeq">
                <p:stCondLst>
                  <p:cond evt="onClick" delay="0">
                    <p:tgtEl>
                      <p:spTgt spid="1035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7" fill="hold">
                      <p:stCondLst>
                        <p:cond delay="0"/>
                      </p:stCondLst>
                      <p:childTnLst>
                        <p:par>
                          <p:cTn id="958" fill="hold">
                            <p:stCondLst>
                              <p:cond delay="0"/>
                            </p:stCondLst>
                            <p:childTnLst>
                              <p:par>
                                <p:cTn id="9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0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2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4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1035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4"/>
                  </p:tgtEl>
                </p:cond>
              </p:nextCondLst>
            </p:seq>
            <p:seq concurrent="1" nextAc="seek">
              <p:cTn id="968" restart="whenNotActive" fill="hold" evtFilter="cancelBubble" nodeType="interactiveSeq">
                <p:stCondLst>
                  <p:cond evt="onClick" delay="0">
                    <p:tgtEl>
                      <p:spTgt spid="1035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9" fill="hold">
                      <p:stCondLst>
                        <p:cond delay="0"/>
                      </p:stCondLst>
                      <p:childTnLst>
                        <p:par>
                          <p:cTn id="970" fill="hold">
                            <p:stCondLst>
                              <p:cond delay="0"/>
                            </p:stCondLst>
                            <p:childTnLst>
                              <p:par>
                                <p:cTn id="9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2" dur="300" fill="hold"/>
                                        <p:tgtEl>
                                          <p:spTgt spid="1035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3" dur="300" fill="hold"/>
                                        <p:tgtEl>
                                          <p:spTgt spid="1035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5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035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0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2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4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035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6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035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035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035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7"/>
                  </p:tgtEl>
                </p:cond>
              </p:nextCondLst>
            </p:seq>
            <p:seq concurrent="1" nextAc="seek">
              <p:cTn id="992" restart="whenNotActive" fill="hold" evtFilter="cancelBubble" nodeType="interactiveSeq">
                <p:stCondLst>
                  <p:cond evt="onClick" delay="0">
                    <p:tgtEl>
                      <p:spTgt spid="1035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3" fill="hold">
                      <p:stCondLst>
                        <p:cond delay="0"/>
                      </p:stCondLst>
                      <p:childTnLst>
                        <p:par>
                          <p:cTn id="994" fill="hold">
                            <p:stCondLst>
                              <p:cond delay="0"/>
                            </p:stCondLst>
                            <p:childTnLst>
                              <p:par>
                                <p:cTn id="9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6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8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35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8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035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>
                      <p:stCondLst>
                        <p:cond delay="0"/>
                      </p:stCondLst>
                      <p:childTnLst>
                        <p:par>
                          <p:cTn id="1006" fill="hold">
                            <p:stCondLst>
                              <p:cond delay="0"/>
                            </p:stCondLst>
                            <p:childTnLst>
                              <p:par>
                                <p:cTn id="10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8" dur="300" fill="hold"/>
                                        <p:tgtEl>
                                          <p:spTgt spid="1035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035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79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035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4" dur="300" fill="hold"/>
                                        <p:tgtEl>
                                          <p:spTgt spid="1035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5" dur="300" fill="hold"/>
                                        <p:tgtEl>
                                          <p:spTgt spid="1035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0"/>
                  </p:tgtEl>
                </p:cond>
              </p:nextCondLst>
            </p:seq>
            <p:seq concurrent="1" nextAc="seek">
              <p:cTn id="1016" restart="whenNotActive" fill="hold" evtFilter="cancelBubble" nodeType="interactiveSeq">
                <p:stCondLst>
                  <p:cond evt="onClick" delay="0">
                    <p:tgtEl>
                      <p:spTgt spid="1035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7" fill="hold">
                      <p:stCondLst>
                        <p:cond delay="0"/>
                      </p:stCondLst>
                      <p:childTnLst>
                        <p:par>
                          <p:cTn id="1018" fill="hold">
                            <p:stCondLst>
                              <p:cond delay="0"/>
                            </p:stCondLst>
                            <p:childTnLst>
                              <p:par>
                                <p:cTn id="10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0" dur="300" fill="hold"/>
                                        <p:tgtEl>
                                          <p:spTgt spid="1035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035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1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1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30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3" dur="300" fill="hold"/>
                                        <p:tgtEl>
                                          <p:spTgt spid="11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82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035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0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2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1035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3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035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2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4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035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4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035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1035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1035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5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1035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0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2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1035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6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1035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1035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1035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7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035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1035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1035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8"/>
                  </p:tgtEl>
                </p:cond>
              </p:nextCondLst>
            </p:seq>
            <p:seq concurrent="1" nextAc="seek">
              <p:cTn id="1088" restart="whenNotActive" fill="hold" evtFilter="cancelBubble" nodeType="interactiveSeq">
                <p:stCondLst>
                  <p:cond evt="onClick" delay="0">
                    <p:tgtEl>
                      <p:spTgt spid="1035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9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4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6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1035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89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1035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6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8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1035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0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1035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8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0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1035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1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1035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1035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035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2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035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4" dur="300" fill="hold"/>
                                        <p:tgtEl>
                                          <p:spTgt spid="1035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5" dur="300" fill="hold"/>
                                        <p:tgtEl>
                                          <p:spTgt spid="1035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3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1035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0" dur="300" fill="hold"/>
                                        <p:tgtEl>
                                          <p:spTgt spid="1035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035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4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035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6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2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035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5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035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8" dur="300" fill="hold"/>
                                        <p:tgtEl>
                                          <p:spTgt spid="1035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035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6"/>
                  </p:tgtEl>
                </p:cond>
              </p:nextCondLst>
            </p:seq>
            <p:seq concurrent="1" nextAc="seek">
              <p:cTn id="1160" restart="whenNotActive" fill="hold" evtFilter="cancelBubble" nodeType="interactiveSeq">
                <p:stCondLst>
                  <p:cond evt="onClick" delay="0">
                    <p:tgtEl>
                      <p:spTgt spid="1035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1" fill="hold">
                      <p:stCondLst>
                        <p:cond delay="0"/>
                      </p:stCondLst>
                      <p:childTnLst>
                        <p:par>
                          <p:cTn id="1162" fill="hold">
                            <p:stCondLst>
                              <p:cond delay="0"/>
                            </p:stCondLst>
                            <p:childTnLst>
                              <p:par>
                                <p:cTn id="1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6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8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0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1" dur="300" fill="hold"/>
                                        <p:tgtEl>
                                          <p:spTgt spid="1035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7"/>
                  </p:tgtEl>
                </p:cond>
              </p:nextCondLst>
            </p:seq>
            <p:seq concurrent="1" nextAc="seek">
              <p:cTn id="1172" restart="whenNotActive" fill="hold" evtFilter="cancelBubble" nodeType="interactiveSeq">
                <p:stCondLst>
                  <p:cond evt="onClick" delay="0">
                    <p:tgtEl>
                      <p:spTgt spid="1035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3" fill="hold">
                      <p:stCondLst>
                        <p:cond delay="0"/>
                      </p:stCondLst>
                      <p:childTnLst>
                        <p:par>
                          <p:cTn id="1174" fill="hold">
                            <p:stCondLst>
                              <p:cond delay="0"/>
                            </p:stCondLst>
                            <p:childTnLst>
                              <p:par>
                                <p:cTn id="1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6" dur="300" fill="hold"/>
                                        <p:tgtEl>
                                          <p:spTgt spid="10353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0353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8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035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2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6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8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035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399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035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4" dur="300" fill="hold"/>
                                        <p:tgtEl>
                                          <p:spTgt spid="10354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0354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0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1035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0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2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4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6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035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1"/>
                  </p:tgtEl>
                </p:cond>
              </p:nextCondLst>
            </p:seq>
            <p:seq concurrent="1" nextAc="seek">
              <p:cTn id="1208" restart="whenNotActive" fill="hold" evtFilter="cancelBubble" nodeType="interactiveSeq">
                <p:stCondLst>
                  <p:cond evt="onClick" delay="0">
                    <p:tgtEl>
                      <p:spTgt spid="1035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9" fill="hold">
                      <p:stCondLst>
                        <p:cond delay="0"/>
                      </p:stCondLst>
                      <p:childTnLst>
                        <p:par>
                          <p:cTn id="1210" fill="hold">
                            <p:stCondLst>
                              <p:cond delay="0"/>
                            </p:stCondLst>
                            <p:childTnLst>
                              <p:par>
                                <p:cTn id="1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2" dur="300" fill="hold"/>
                                        <p:tgtEl>
                                          <p:spTgt spid="10354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0354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2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035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8" dur="300" fill="hold"/>
                                        <p:tgtEl>
                                          <p:spTgt spid="1035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035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3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1035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4" dur="300" fill="hold"/>
                                        <p:tgtEl>
                                          <p:spTgt spid="1035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5" dur="300" fill="hold"/>
                                        <p:tgtEl>
                                          <p:spTgt spid="1035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5404"/>
                  </p:tgtEl>
                </p:cond>
              </p:nextCondLst>
            </p:seq>
          </p:childTnLst>
        </p:cTn>
      </p:par>
    </p:tnLst>
    <p:bldLst>
      <p:bldP spid="11267" grpId="0" bldLvl="0" animBg="1"/>
      <p:bldP spid="11268" grpId="0" bldLvl="0" animBg="1"/>
      <p:bldP spid="11269" grpId="0" bldLvl="0" animBg="1"/>
      <p:bldP spid="11270" grpId="0" bldLvl="0" animBg="1"/>
      <p:bldP spid="11271" grpId="0" bldLvl="0" animBg="1"/>
      <p:bldP spid="1035272" grpId="0" bldLvl="0" animBg="1"/>
      <p:bldP spid="1035273" grpId="0" bldLvl="0" animBg="1"/>
      <p:bldP spid="1035275" grpId="0" bldLvl="0" animBg="1"/>
      <p:bldP spid="1035278" grpId="0" bldLvl="0" animBg="1"/>
      <p:bldP spid="1035279" grpId="0" bldLvl="0" animBg="1"/>
      <p:bldP spid="1035280" grpId="0" bldLvl="0" animBg="1"/>
      <p:bldP spid="1035284" grpId="0" bldLvl="0" animBg="1"/>
      <p:bldP spid="1035286" grpId="0" bldLvl="0" animBg="1"/>
      <p:bldP spid="1035288" grpId="0" bldLvl="0" animBg="1"/>
      <p:bldP spid="1035290" grpId="0" bldLvl="0" animBg="1"/>
      <p:bldP spid="1035294" grpId="0" bldLvl="0" animBg="1"/>
      <p:bldP spid="1035295" grpId="0" bldLvl="0" animBg="1"/>
      <p:bldP spid="1035297" grpId="0" bldLvl="0" animBg="1"/>
      <p:bldP spid="1035300" grpId="0" bldLvl="0" animBg="1"/>
      <p:bldP spid="1035301" grpId="0" bldLvl="0" animBg="1"/>
      <p:bldP spid="1035302" grpId="0" bldLvl="0" animBg="1"/>
      <p:bldP spid="1035306" grpId="0" bldLvl="0" animBg="1"/>
      <p:bldP spid="1035308" grpId="0" bldLvl="0" animBg="1"/>
      <p:bldP spid="1035310" grpId="0" bldLvl="0" animBg="1"/>
      <p:bldP spid="1035312" grpId="0" bldLvl="0" animBg="1"/>
      <p:bldP spid="1035316" grpId="0" bldLvl="0" animBg="1"/>
      <p:bldP spid="1035317" grpId="0" bldLvl="0" animBg="1"/>
      <p:bldP spid="1035319" grpId="0" bldLvl="0" animBg="1"/>
      <p:bldP spid="1035322" grpId="0" bldLvl="0" animBg="1"/>
      <p:bldP spid="1035323" grpId="0" bldLvl="0" animBg="1"/>
      <p:bldP spid="1035324" grpId="0" bldLvl="0" animBg="1"/>
      <p:bldP spid="1035328" grpId="0" bldLvl="0" animBg="1"/>
      <p:bldP spid="1035330" grpId="0" bldLvl="0" animBg="1"/>
      <p:bldP spid="1035332" grpId="0" bldLvl="0" animBg="1"/>
      <p:bldP spid="1035334" grpId="0" bldLvl="0" animBg="1"/>
      <p:bldP spid="1035338" grpId="0" bldLvl="0" animBg="1"/>
      <p:bldP spid="1035339" grpId="0" bldLvl="0" animBg="1"/>
      <p:bldP spid="1035341" grpId="0" bldLvl="0" animBg="1"/>
      <p:bldP spid="1035344" grpId="0" bldLvl="0" animBg="1"/>
      <p:bldP spid="1035345" grpId="0" bldLvl="0" animBg="1"/>
      <p:bldP spid="1035346" grpId="0" bldLvl="0" animBg="1"/>
      <p:bldP spid="1035350" grpId="0" bldLvl="0" animBg="1"/>
      <p:bldP spid="1035352" grpId="0" bldLvl="0" animBg="1"/>
      <p:bldP spid="1035354" grpId="0" bldLvl="0" animBg="1"/>
      <p:bldP spid="1035356" grpId="0" bldLvl="0" animBg="1"/>
      <p:bldP spid="1035360" grpId="0" bldLvl="0" animBg="1"/>
      <p:bldP spid="1035361" grpId="0" bldLvl="0" animBg="1"/>
      <p:bldP spid="1035363" grpId="0" bldLvl="0" animBg="1"/>
      <p:bldP spid="1035366" grpId="0" bldLvl="0" animBg="1"/>
      <p:bldP spid="1035367" grpId="0" bldLvl="0" animBg="1"/>
      <p:bldP spid="1035368" grpId="0" bldLvl="0" animBg="1"/>
      <p:bldP spid="1035372" grpId="0" bldLvl="0" animBg="1"/>
      <p:bldP spid="1035374" grpId="0" bldLvl="0" animBg="1"/>
      <p:bldP spid="1035376" grpId="0" bldLvl="0" animBg="1"/>
      <p:bldP spid="1035378" grpId="0" bldLvl="0" animBg="1"/>
      <p:bldP spid="11382" grpId="0" bldLvl="0" animBg="1"/>
      <p:bldP spid="1035383" grpId="0" bldLvl="0" animBg="1"/>
      <p:bldP spid="1035384" grpId="0" bldLvl="0" animBg="1"/>
      <p:bldP spid="1035386" grpId="0" bldLvl="0" animBg="1"/>
      <p:bldP spid="1035389" grpId="0" bldLvl="0" animBg="1"/>
      <p:bldP spid="1035390" grpId="0" bldLvl="0" animBg="1"/>
      <p:bldP spid="1035391" grpId="0" bldLvl="0" animBg="1"/>
      <p:bldP spid="1035395" grpId="0" bldLvl="0" animBg="1"/>
      <p:bldP spid="1035397" grpId="0" bldLvl="0" animBg="1"/>
      <p:bldP spid="1035399" grpId="0" bldLvl="0" animBg="1"/>
      <p:bldP spid="1035401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731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05485" y="312738"/>
            <a:ext cx="675640" cy="360045"/>
          </a:xfrm>
        </p:spPr>
        <p:txBody>
          <a:bodyPr vert="horz" wrap="squar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1" name="AutoShape 3"/>
          <p:cNvSpPr/>
          <p:nvPr/>
        </p:nvSpPr>
        <p:spPr>
          <a:xfrm flipV="1">
            <a:off x="2628900" y="836613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2" name="AutoShape 4"/>
          <p:cNvSpPr/>
          <p:nvPr/>
        </p:nvSpPr>
        <p:spPr>
          <a:xfrm flipV="1">
            <a:off x="5365750" y="836613"/>
            <a:ext cx="431800" cy="2590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3" name="AutoShape 5"/>
          <p:cNvSpPr/>
          <p:nvPr/>
        </p:nvSpPr>
        <p:spPr>
          <a:xfrm flipV="1">
            <a:off x="8101013" y="1125538"/>
            <a:ext cx="431800" cy="23034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4" name="AutoShape 6"/>
          <p:cNvSpPr/>
          <p:nvPr/>
        </p:nvSpPr>
        <p:spPr>
          <a:xfrm flipV="1">
            <a:off x="809942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5" name="AutoShape 7"/>
          <p:cNvSpPr/>
          <p:nvPr/>
        </p:nvSpPr>
        <p:spPr>
          <a:xfrm flipV="1">
            <a:off x="2628900" y="4005263"/>
            <a:ext cx="431800" cy="23034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6" name="AutoShape 8"/>
          <p:cNvSpPr/>
          <p:nvPr/>
        </p:nvSpPr>
        <p:spPr>
          <a:xfrm flipV="1">
            <a:off x="2627313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297" name="AutoShape 9"/>
          <p:cNvSpPr/>
          <p:nvPr/>
        </p:nvSpPr>
        <p:spPr>
          <a:xfrm flipV="1">
            <a:off x="5364163" y="3717925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7322" name="Oval 10"/>
          <p:cNvSpPr>
            <a:spLocks noChangeArrowheads="1"/>
          </p:cNvSpPr>
          <p:nvPr/>
        </p:nvSpPr>
        <p:spPr bwMode="auto">
          <a:xfrm flipH="1">
            <a:off x="6111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23" name="Oval 11"/>
          <p:cNvSpPr>
            <a:spLocks noChangeArrowheads="1"/>
          </p:cNvSpPr>
          <p:nvPr/>
        </p:nvSpPr>
        <p:spPr bwMode="auto">
          <a:xfrm flipH="1">
            <a:off x="611188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24" name="AutoShape 12"/>
          <p:cNvCxnSpPr>
            <a:stCxn id="1037340" idx="5"/>
            <a:endCxn id="1037323" idx="1"/>
          </p:cNvCxnSpPr>
          <p:nvPr/>
        </p:nvCxnSpPr>
        <p:spPr>
          <a:xfrm flipH="1">
            <a:off x="1347788" y="1111250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25" name="Oval 13"/>
          <p:cNvSpPr>
            <a:spLocks noChangeArrowheads="1"/>
          </p:cNvSpPr>
          <p:nvPr/>
        </p:nvSpPr>
        <p:spPr bwMode="auto">
          <a:xfrm flipH="1">
            <a:off x="176371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26" name="AutoShape 14"/>
          <p:cNvCxnSpPr>
            <a:stCxn id="1037325" idx="4"/>
            <a:endCxn id="1037328" idx="0"/>
          </p:cNvCxnSpPr>
          <p:nvPr/>
        </p:nvCxnSpPr>
        <p:spPr>
          <a:xfrm>
            <a:off x="2195513" y="1730375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27" name="AutoShape 15"/>
          <p:cNvCxnSpPr>
            <a:stCxn id="1037328" idx="6"/>
            <a:endCxn id="1037323" idx="2"/>
          </p:cNvCxnSpPr>
          <p:nvPr/>
        </p:nvCxnSpPr>
        <p:spPr>
          <a:xfrm flipH="1" flipV="1">
            <a:off x="1489075" y="2133600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28" name="Oval 16"/>
          <p:cNvSpPr>
            <a:spLocks noChangeArrowheads="1"/>
          </p:cNvSpPr>
          <p:nvPr/>
        </p:nvSpPr>
        <p:spPr bwMode="auto">
          <a:xfrm flipH="1">
            <a:off x="1763713" y="19907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29" name="Oval 17"/>
          <p:cNvSpPr>
            <a:spLocks noChangeArrowheads="1"/>
          </p:cNvSpPr>
          <p:nvPr/>
        </p:nvSpPr>
        <p:spPr bwMode="auto">
          <a:xfrm flipH="1">
            <a:off x="1763713" y="31416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30" name="Oval 18"/>
          <p:cNvSpPr>
            <a:spLocks noChangeArrowheads="1"/>
          </p:cNvSpPr>
          <p:nvPr/>
        </p:nvSpPr>
        <p:spPr bwMode="auto">
          <a:xfrm flipH="1">
            <a:off x="611188" y="256540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</a:t>
            </a:r>
            <a:r>
              <a:rPr lang="en-US" altLang="zh-CN" sz="1400" b="1" noProof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31" name="AutoShape 19"/>
          <p:cNvCxnSpPr>
            <a:stCxn id="1037334" idx="6"/>
            <a:endCxn id="1037330" idx="2"/>
          </p:cNvCxnSpPr>
          <p:nvPr/>
        </p:nvCxnSpPr>
        <p:spPr>
          <a:xfrm flipH="1">
            <a:off x="15033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332" name="AutoShape 20"/>
          <p:cNvCxnSpPr>
            <a:stCxn id="1037334" idx="4"/>
            <a:endCxn id="1037329" idx="0"/>
          </p:cNvCxnSpPr>
          <p:nvPr/>
        </p:nvCxnSpPr>
        <p:spPr>
          <a:xfrm>
            <a:off x="21955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33" name="AutoShape 21"/>
          <p:cNvCxnSpPr>
            <a:stCxn id="1037329" idx="7"/>
            <a:endCxn id="1037330" idx="3"/>
          </p:cNvCxnSpPr>
          <p:nvPr/>
        </p:nvCxnSpPr>
        <p:spPr>
          <a:xfrm flipH="1" flipV="1">
            <a:off x="13477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34" name="Oval 22"/>
          <p:cNvSpPr>
            <a:spLocks noChangeArrowheads="1"/>
          </p:cNvSpPr>
          <p:nvPr/>
        </p:nvSpPr>
        <p:spPr bwMode="auto">
          <a:xfrm flipH="1">
            <a:off x="1763713" y="25654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35" name="AutoShape 23"/>
          <p:cNvCxnSpPr>
            <a:stCxn id="1037328" idx="4"/>
            <a:endCxn id="1037334" idx="0"/>
          </p:cNvCxnSpPr>
          <p:nvPr/>
        </p:nvCxnSpPr>
        <p:spPr>
          <a:xfrm>
            <a:off x="2195513" y="2308225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36" name="Oval 24"/>
          <p:cNvSpPr>
            <a:spLocks noChangeArrowheads="1"/>
          </p:cNvSpPr>
          <p:nvPr/>
        </p:nvSpPr>
        <p:spPr bwMode="auto">
          <a:xfrm flipH="1">
            <a:off x="611188" y="31416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37" name="AutoShape 25"/>
          <p:cNvCxnSpPr>
            <a:stCxn id="1037330" idx="4"/>
            <a:endCxn id="1037336" idx="0"/>
          </p:cNvCxnSpPr>
          <p:nvPr/>
        </p:nvCxnSpPr>
        <p:spPr>
          <a:xfrm>
            <a:off x="1042988" y="2882900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38" name="Oval 26"/>
          <p:cNvSpPr>
            <a:spLocks noChangeArrowheads="1"/>
          </p:cNvSpPr>
          <p:nvPr/>
        </p:nvSpPr>
        <p:spPr bwMode="auto">
          <a:xfrm flipH="1">
            <a:off x="6111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39" name="AutoShape 27"/>
          <p:cNvCxnSpPr>
            <a:stCxn id="1037338" idx="4"/>
            <a:endCxn id="1037322" idx="0"/>
          </p:cNvCxnSpPr>
          <p:nvPr/>
        </p:nvCxnSpPr>
        <p:spPr>
          <a:xfrm>
            <a:off x="10429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40" name="Oval 28"/>
          <p:cNvSpPr>
            <a:spLocks noChangeArrowheads="1"/>
          </p:cNvSpPr>
          <p:nvPr/>
        </p:nvSpPr>
        <p:spPr bwMode="auto">
          <a:xfrm flipH="1">
            <a:off x="176371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41" name="AutoShape 29"/>
          <p:cNvCxnSpPr>
            <a:stCxn id="1037340" idx="4"/>
            <a:endCxn id="1037325" idx="0"/>
          </p:cNvCxnSpPr>
          <p:nvPr/>
        </p:nvCxnSpPr>
        <p:spPr>
          <a:xfrm>
            <a:off x="21955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42" name="AutoShape 30"/>
          <p:cNvCxnSpPr>
            <a:stCxn id="1037340" idx="6"/>
            <a:endCxn id="1037338" idx="2"/>
          </p:cNvCxnSpPr>
          <p:nvPr/>
        </p:nvCxnSpPr>
        <p:spPr>
          <a:xfrm flipH="1">
            <a:off x="148907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343" name="AutoShape 31"/>
          <p:cNvCxnSpPr>
            <a:stCxn id="1037340" idx="5"/>
            <a:endCxn id="1037322" idx="1"/>
          </p:cNvCxnSpPr>
          <p:nvPr/>
        </p:nvCxnSpPr>
        <p:spPr>
          <a:xfrm flipH="1">
            <a:off x="134778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44" name="Oval 32"/>
          <p:cNvSpPr>
            <a:spLocks noChangeArrowheads="1"/>
          </p:cNvSpPr>
          <p:nvPr/>
        </p:nvSpPr>
        <p:spPr bwMode="auto">
          <a:xfrm flipH="1">
            <a:off x="3346450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45" name="Oval 33"/>
          <p:cNvSpPr>
            <a:spLocks noChangeArrowheads="1"/>
          </p:cNvSpPr>
          <p:nvPr/>
        </p:nvSpPr>
        <p:spPr bwMode="auto">
          <a:xfrm flipH="1">
            <a:off x="3346450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46" name="AutoShape 34"/>
          <p:cNvCxnSpPr>
            <a:stCxn id="1037362" idx="5"/>
            <a:endCxn id="1037345" idx="1"/>
          </p:cNvCxnSpPr>
          <p:nvPr/>
        </p:nvCxnSpPr>
        <p:spPr>
          <a:xfrm flipH="1">
            <a:off x="4083050" y="1111250"/>
            <a:ext cx="541338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47" name="Oval 35"/>
          <p:cNvSpPr>
            <a:spLocks noChangeArrowheads="1"/>
          </p:cNvSpPr>
          <p:nvPr/>
        </p:nvSpPr>
        <p:spPr bwMode="auto">
          <a:xfrm flipH="1">
            <a:off x="4498975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48" name="AutoShape 36"/>
          <p:cNvCxnSpPr>
            <a:stCxn id="1037347" idx="4"/>
            <a:endCxn id="1037350" idx="0"/>
          </p:cNvCxnSpPr>
          <p:nvPr/>
        </p:nvCxnSpPr>
        <p:spPr>
          <a:xfrm>
            <a:off x="4930775" y="1730375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49" name="AutoShape 37"/>
          <p:cNvCxnSpPr>
            <a:stCxn id="1037350" idx="6"/>
            <a:endCxn id="1037345" idx="2"/>
          </p:cNvCxnSpPr>
          <p:nvPr/>
        </p:nvCxnSpPr>
        <p:spPr>
          <a:xfrm flipH="1" flipV="1">
            <a:off x="4224338" y="2133600"/>
            <a:ext cx="246062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50" name="Oval 38"/>
          <p:cNvSpPr>
            <a:spLocks noChangeArrowheads="1"/>
          </p:cNvSpPr>
          <p:nvPr/>
        </p:nvSpPr>
        <p:spPr bwMode="auto">
          <a:xfrm flipH="1">
            <a:off x="4498975" y="19907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51" name="Oval 39"/>
          <p:cNvSpPr>
            <a:spLocks noChangeArrowheads="1"/>
          </p:cNvSpPr>
          <p:nvPr/>
        </p:nvSpPr>
        <p:spPr bwMode="auto">
          <a:xfrm flipH="1">
            <a:off x="4498975" y="31416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52" name="Oval 40"/>
          <p:cNvSpPr>
            <a:spLocks noChangeArrowheads="1"/>
          </p:cNvSpPr>
          <p:nvPr/>
        </p:nvSpPr>
        <p:spPr bwMode="auto">
          <a:xfrm flipH="1">
            <a:off x="3346450" y="25654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53" name="AutoShape 41"/>
          <p:cNvCxnSpPr>
            <a:stCxn id="1037356" idx="6"/>
            <a:endCxn id="1037352" idx="2"/>
          </p:cNvCxnSpPr>
          <p:nvPr/>
        </p:nvCxnSpPr>
        <p:spPr>
          <a:xfrm flipH="1">
            <a:off x="4238625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354" name="AutoShape 42"/>
          <p:cNvCxnSpPr>
            <a:stCxn id="1037356" idx="4"/>
            <a:endCxn id="1037351" idx="0"/>
          </p:cNvCxnSpPr>
          <p:nvPr/>
        </p:nvCxnSpPr>
        <p:spPr>
          <a:xfrm>
            <a:off x="4930775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55" name="AutoShape 43"/>
          <p:cNvCxnSpPr>
            <a:stCxn id="1037351" idx="7"/>
            <a:endCxn id="1037352" idx="3"/>
          </p:cNvCxnSpPr>
          <p:nvPr/>
        </p:nvCxnSpPr>
        <p:spPr>
          <a:xfrm flipH="1" flipV="1">
            <a:off x="4083050" y="2840038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56" name="Oval 44"/>
          <p:cNvSpPr>
            <a:spLocks noChangeArrowheads="1"/>
          </p:cNvSpPr>
          <p:nvPr/>
        </p:nvSpPr>
        <p:spPr bwMode="auto">
          <a:xfrm flipH="1">
            <a:off x="4498975" y="25654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57" name="AutoShape 45"/>
          <p:cNvCxnSpPr>
            <a:stCxn id="1037350" idx="4"/>
            <a:endCxn id="1037356" idx="0"/>
          </p:cNvCxnSpPr>
          <p:nvPr/>
        </p:nvCxnSpPr>
        <p:spPr>
          <a:xfrm>
            <a:off x="4930775" y="2308225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58" name="Oval 46"/>
          <p:cNvSpPr>
            <a:spLocks noChangeArrowheads="1"/>
          </p:cNvSpPr>
          <p:nvPr/>
        </p:nvSpPr>
        <p:spPr bwMode="auto">
          <a:xfrm flipH="1">
            <a:off x="3346450" y="3141663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59" name="AutoShape 47"/>
          <p:cNvCxnSpPr>
            <a:stCxn id="1037352" idx="4"/>
            <a:endCxn id="1037358" idx="0"/>
          </p:cNvCxnSpPr>
          <p:nvPr/>
        </p:nvCxnSpPr>
        <p:spPr>
          <a:xfrm>
            <a:off x="3778250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60" name="Oval 48"/>
          <p:cNvSpPr>
            <a:spLocks noChangeArrowheads="1"/>
          </p:cNvSpPr>
          <p:nvPr/>
        </p:nvSpPr>
        <p:spPr bwMode="auto">
          <a:xfrm flipH="1">
            <a:off x="3346450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61" name="AutoShape 49"/>
          <p:cNvCxnSpPr>
            <a:stCxn id="1037360" idx="4"/>
            <a:endCxn id="1037344" idx="0"/>
          </p:cNvCxnSpPr>
          <p:nvPr/>
        </p:nvCxnSpPr>
        <p:spPr>
          <a:xfrm>
            <a:off x="3778250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62" name="Oval 50"/>
          <p:cNvSpPr>
            <a:spLocks noChangeArrowheads="1"/>
          </p:cNvSpPr>
          <p:nvPr/>
        </p:nvSpPr>
        <p:spPr bwMode="auto">
          <a:xfrm flipH="1">
            <a:off x="4498975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63" name="AutoShape 51"/>
          <p:cNvCxnSpPr>
            <a:stCxn id="1037362" idx="4"/>
            <a:endCxn id="1037347" idx="0"/>
          </p:cNvCxnSpPr>
          <p:nvPr/>
        </p:nvCxnSpPr>
        <p:spPr>
          <a:xfrm>
            <a:off x="4930775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64" name="AutoShape 52"/>
          <p:cNvCxnSpPr>
            <a:stCxn id="1037362" idx="6"/>
            <a:endCxn id="1037360" idx="2"/>
          </p:cNvCxnSpPr>
          <p:nvPr/>
        </p:nvCxnSpPr>
        <p:spPr>
          <a:xfrm flipH="1">
            <a:off x="4224338" y="981075"/>
            <a:ext cx="2460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365" name="AutoShape 53"/>
          <p:cNvCxnSpPr>
            <a:stCxn id="1037362" idx="5"/>
            <a:endCxn id="1037344" idx="1"/>
          </p:cNvCxnSpPr>
          <p:nvPr/>
        </p:nvCxnSpPr>
        <p:spPr>
          <a:xfrm flipH="1">
            <a:off x="4083050" y="1111250"/>
            <a:ext cx="541338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66" name="Oval 54"/>
          <p:cNvSpPr>
            <a:spLocks noChangeArrowheads="1"/>
          </p:cNvSpPr>
          <p:nvPr/>
        </p:nvSpPr>
        <p:spPr bwMode="auto">
          <a:xfrm flipH="1">
            <a:off x="6083300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67" name="Oval 55"/>
          <p:cNvSpPr>
            <a:spLocks noChangeArrowheads="1"/>
          </p:cNvSpPr>
          <p:nvPr/>
        </p:nvSpPr>
        <p:spPr bwMode="auto">
          <a:xfrm flipH="1">
            <a:off x="6083300" y="19891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68" name="AutoShape 56"/>
          <p:cNvCxnSpPr>
            <a:stCxn id="1037383" idx="5"/>
            <a:endCxn id="1037367" idx="1"/>
          </p:cNvCxnSpPr>
          <p:nvPr/>
        </p:nvCxnSpPr>
        <p:spPr>
          <a:xfrm flipH="1">
            <a:off x="6819900" y="1111250"/>
            <a:ext cx="541338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69" name="Oval 57"/>
          <p:cNvSpPr>
            <a:spLocks noChangeArrowheads="1"/>
          </p:cNvSpPr>
          <p:nvPr/>
        </p:nvSpPr>
        <p:spPr bwMode="auto">
          <a:xfrm flipH="1">
            <a:off x="7235825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70" name="AutoShape 58"/>
          <p:cNvCxnSpPr>
            <a:stCxn id="1037369" idx="4"/>
            <a:endCxn id="1037372" idx="0"/>
          </p:cNvCxnSpPr>
          <p:nvPr/>
        </p:nvCxnSpPr>
        <p:spPr>
          <a:xfrm>
            <a:off x="7667625" y="1730375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71" name="AutoShape 59"/>
          <p:cNvCxnSpPr>
            <a:stCxn id="1037372" idx="6"/>
            <a:endCxn id="1037367" idx="2"/>
          </p:cNvCxnSpPr>
          <p:nvPr/>
        </p:nvCxnSpPr>
        <p:spPr>
          <a:xfrm flipH="1" flipV="1">
            <a:off x="6961188" y="2133600"/>
            <a:ext cx="246062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72" name="Oval 60"/>
          <p:cNvSpPr>
            <a:spLocks noChangeArrowheads="1"/>
          </p:cNvSpPr>
          <p:nvPr/>
        </p:nvSpPr>
        <p:spPr bwMode="auto">
          <a:xfrm flipH="1">
            <a:off x="7235825" y="19907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73" name="Oval 61"/>
          <p:cNvSpPr>
            <a:spLocks noChangeArrowheads="1"/>
          </p:cNvSpPr>
          <p:nvPr/>
        </p:nvSpPr>
        <p:spPr bwMode="auto">
          <a:xfrm flipH="1">
            <a:off x="7235825" y="31416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5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74" name="Oval 62"/>
          <p:cNvSpPr>
            <a:spLocks noChangeArrowheads="1"/>
          </p:cNvSpPr>
          <p:nvPr/>
        </p:nvSpPr>
        <p:spPr bwMode="auto">
          <a:xfrm flipH="1">
            <a:off x="6083300" y="256540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75" name="AutoShape 63"/>
          <p:cNvCxnSpPr>
            <a:stCxn id="1037378" idx="6"/>
            <a:endCxn id="1037374" idx="2"/>
          </p:cNvCxnSpPr>
          <p:nvPr/>
        </p:nvCxnSpPr>
        <p:spPr>
          <a:xfrm flipH="1">
            <a:off x="6975475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376" name="AutoShape 64"/>
          <p:cNvCxnSpPr>
            <a:stCxn id="1037378" idx="4"/>
            <a:endCxn id="1037373" idx="0"/>
          </p:cNvCxnSpPr>
          <p:nvPr/>
        </p:nvCxnSpPr>
        <p:spPr>
          <a:xfrm>
            <a:off x="7667625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77" name="AutoShape 65"/>
          <p:cNvCxnSpPr>
            <a:stCxn id="1037373" idx="7"/>
            <a:endCxn id="1037374" idx="3"/>
          </p:cNvCxnSpPr>
          <p:nvPr/>
        </p:nvCxnSpPr>
        <p:spPr>
          <a:xfrm flipH="1" flipV="1">
            <a:off x="6819900" y="2840038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78" name="Oval 66"/>
          <p:cNvSpPr>
            <a:spLocks noChangeArrowheads="1"/>
          </p:cNvSpPr>
          <p:nvPr/>
        </p:nvSpPr>
        <p:spPr bwMode="auto">
          <a:xfrm flipH="1">
            <a:off x="7235825" y="25654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79" name="AutoShape 67"/>
          <p:cNvCxnSpPr>
            <a:stCxn id="1037372" idx="4"/>
            <a:endCxn id="1037378" idx="0"/>
          </p:cNvCxnSpPr>
          <p:nvPr/>
        </p:nvCxnSpPr>
        <p:spPr>
          <a:xfrm>
            <a:off x="7667625" y="2308225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80" name="AutoShape 68"/>
          <p:cNvCxnSpPr>
            <a:stCxn id="1037374" idx="4"/>
            <a:endCxn id="1037387" idx="0"/>
          </p:cNvCxnSpPr>
          <p:nvPr/>
        </p:nvCxnSpPr>
        <p:spPr>
          <a:xfrm>
            <a:off x="6515100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381" name="Oval 69"/>
          <p:cNvSpPr>
            <a:spLocks noChangeArrowheads="1"/>
          </p:cNvSpPr>
          <p:nvPr/>
        </p:nvSpPr>
        <p:spPr bwMode="auto">
          <a:xfrm flipH="1">
            <a:off x="6083300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82" name="AutoShape 70"/>
          <p:cNvCxnSpPr>
            <a:stCxn id="1037381" idx="4"/>
            <a:endCxn id="1037366" idx="0"/>
          </p:cNvCxnSpPr>
          <p:nvPr/>
        </p:nvCxnSpPr>
        <p:spPr>
          <a:xfrm>
            <a:off x="6515100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83" name="Oval 71"/>
          <p:cNvSpPr>
            <a:spLocks noChangeArrowheads="1"/>
          </p:cNvSpPr>
          <p:nvPr/>
        </p:nvSpPr>
        <p:spPr bwMode="auto">
          <a:xfrm flipH="1">
            <a:off x="7235825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84" name="AutoShape 72"/>
          <p:cNvCxnSpPr>
            <a:stCxn id="1037383" idx="4"/>
            <a:endCxn id="1037369" idx="0"/>
          </p:cNvCxnSpPr>
          <p:nvPr/>
        </p:nvCxnSpPr>
        <p:spPr>
          <a:xfrm>
            <a:off x="7667625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85" name="AutoShape 73"/>
          <p:cNvCxnSpPr>
            <a:stCxn id="1037383" idx="6"/>
            <a:endCxn id="1037381" idx="2"/>
          </p:cNvCxnSpPr>
          <p:nvPr/>
        </p:nvCxnSpPr>
        <p:spPr>
          <a:xfrm flipH="1">
            <a:off x="6961188" y="981075"/>
            <a:ext cx="2460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386" name="AutoShape 74"/>
          <p:cNvCxnSpPr>
            <a:stCxn id="1037383" idx="5"/>
            <a:endCxn id="1037366" idx="1"/>
          </p:cNvCxnSpPr>
          <p:nvPr/>
        </p:nvCxnSpPr>
        <p:spPr>
          <a:xfrm flipH="1">
            <a:off x="6819900" y="1111250"/>
            <a:ext cx="541338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87" name="Oval 75"/>
          <p:cNvSpPr>
            <a:spLocks noChangeArrowheads="1"/>
          </p:cNvSpPr>
          <p:nvPr/>
        </p:nvSpPr>
        <p:spPr bwMode="auto">
          <a:xfrm flipH="1">
            <a:off x="6083300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88" name="Oval 76"/>
          <p:cNvSpPr>
            <a:spLocks noChangeArrowheads="1"/>
          </p:cNvSpPr>
          <p:nvPr/>
        </p:nvSpPr>
        <p:spPr bwMode="auto">
          <a:xfrm flipH="1">
            <a:off x="6111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89" name="Oval 77"/>
          <p:cNvSpPr>
            <a:spLocks noChangeArrowheads="1"/>
          </p:cNvSpPr>
          <p:nvPr/>
        </p:nvSpPr>
        <p:spPr bwMode="auto">
          <a:xfrm flipH="1">
            <a:off x="61118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90" name="AutoShape 78"/>
          <p:cNvCxnSpPr>
            <a:stCxn id="1037405" idx="5"/>
            <a:endCxn id="1037389" idx="1"/>
          </p:cNvCxnSpPr>
          <p:nvPr/>
        </p:nvCxnSpPr>
        <p:spPr>
          <a:xfrm flipH="1">
            <a:off x="134778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91" name="Oval 79"/>
          <p:cNvSpPr>
            <a:spLocks noChangeArrowheads="1"/>
          </p:cNvSpPr>
          <p:nvPr/>
        </p:nvSpPr>
        <p:spPr bwMode="auto">
          <a:xfrm flipH="1">
            <a:off x="17637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92" name="AutoShape 80"/>
          <p:cNvCxnSpPr>
            <a:stCxn id="1037391" idx="4"/>
            <a:endCxn id="1037394" idx="0"/>
          </p:cNvCxnSpPr>
          <p:nvPr/>
        </p:nvCxnSpPr>
        <p:spPr>
          <a:xfrm>
            <a:off x="219551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93" name="AutoShape 81"/>
          <p:cNvCxnSpPr>
            <a:stCxn id="1037394" idx="6"/>
            <a:endCxn id="1037389" idx="2"/>
          </p:cNvCxnSpPr>
          <p:nvPr/>
        </p:nvCxnSpPr>
        <p:spPr>
          <a:xfrm flipH="1" flipV="1">
            <a:off x="148907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394" name="Oval 82"/>
          <p:cNvSpPr>
            <a:spLocks noChangeArrowheads="1"/>
          </p:cNvSpPr>
          <p:nvPr/>
        </p:nvSpPr>
        <p:spPr bwMode="auto">
          <a:xfrm flipH="1">
            <a:off x="176371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95" name="Oval 83"/>
          <p:cNvSpPr>
            <a:spLocks noChangeArrowheads="1"/>
          </p:cNvSpPr>
          <p:nvPr/>
        </p:nvSpPr>
        <p:spPr bwMode="auto">
          <a:xfrm flipH="1">
            <a:off x="1763713" y="602138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</a:t>
            </a:r>
            <a:r>
              <a:rPr lang="en-US" altLang="zh-CN" sz="1400" b="1" noProof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396" name="Oval 84"/>
          <p:cNvSpPr>
            <a:spLocks noChangeArrowheads="1"/>
          </p:cNvSpPr>
          <p:nvPr/>
        </p:nvSpPr>
        <p:spPr bwMode="auto">
          <a:xfrm flipH="1">
            <a:off x="611188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397" name="AutoShape 85"/>
          <p:cNvCxnSpPr>
            <a:stCxn id="1037400" idx="6"/>
            <a:endCxn id="1037396" idx="2"/>
          </p:cNvCxnSpPr>
          <p:nvPr/>
        </p:nvCxnSpPr>
        <p:spPr>
          <a:xfrm flipH="1">
            <a:off x="150336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398" name="AutoShape 86"/>
          <p:cNvCxnSpPr>
            <a:stCxn id="1037400" idx="4"/>
            <a:endCxn id="1037395" idx="0"/>
          </p:cNvCxnSpPr>
          <p:nvPr/>
        </p:nvCxnSpPr>
        <p:spPr>
          <a:xfrm>
            <a:off x="219551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399" name="AutoShape 87"/>
          <p:cNvCxnSpPr>
            <a:stCxn id="1037395" idx="7"/>
            <a:endCxn id="1037396" idx="3"/>
          </p:cNvCxnSpPr>
          <p:nvPr/>
        </p:nvCxnSpPr>
        <p:spPr>
          <a:xfrm flipH="1" flipV="1">
            <a:off x="134778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00" name="Oval 88"/>
          <p:cNvSpPr>
            <a:spLocks noChangeArrowheads="1"/>
          </p:cNvSpPr>
          <p:nvPr/>
        </p:nvSpPr>
        <p:spPr bwMode="auto">
          <a:xfrm flipH="1">
            <a:off x="1763713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01" name="AutoShape 89"/>
          <p:cNvCxnSpPr>
            <a:stCxn id="1037394" idx="4"/>
            <a:endCxn id="1037400" idx="0"/>
          </p:cNvCxnSpPr>
          <p:nvPr/>
        </p:nvCxnSpPr>
        <p:spPr>
          <a:xfrm>
            <a:off x="219551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02" name="AutoShape 90"/>
          <p:cNvCxnSpPr>
            <a:stCxn id="1037396" idx="4"/>
            <a:endCxn id="1037409" idx="0"/>
          </p:cNvCxnSpPr>
          <p:nvPr/>
        </p:nvCxnSpPr>
        <p:spPr>
          <a:xfrm>
            <a:off x="104298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03" name="Oval 91"/>
          <p:cNvSpPr>
            <a:spLocks noChangeArrowheads="1"/>
          </p:cNvSpPr>
          <p:nvPr/>
        </p:nvSpPr>
        <p:spPr bwMode="auto">
          <a:xfrm flipH="1">
            <a:off x="6111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04" name="AutoShape 92"/>
          <p:cNvCxnSpPr>
            <a:stCxn id="1037403" idx="4"/>
            <a:endCxn id="1037388" idx="0"/>
          </p:cNvCxnSpPr>
          <p:nvPr/>
        </p:nvCxnSpPr>
        <p:spPr>
          <a:xfrm>
            <a:off x="10429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405" name="Oval 93"/>
          <p:cNvSpPr>
            <a:spLocks noChangeArrowheads="1"/>
          </p:cNvSpPr>
          <p:nvPr/>
        </p:nvSpPr>
        <p:spPr bwMode="auto">
          <a:xfrm flipH="1">
            <a:off x="17637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06" name="AutoShape 94"/>
          <p:cNvCxnSpPr>
            <a:stCxn id="1037405" idx="4"/>
            <a:endCxn id="1037391" idx="0"/>
          </p:cNvCxnSpPr>
          <p:nvPr/>
        </p:nvCxnSpPr>
        <p:spPr>
          <a:xfrm>
            <a:off x="21955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07" name="AutoShape 95"/>
          <p:cNvCxnSpPr>
            <a:stCxn id="1037405" idx="6"/>
            <a:endCxn id="1037403" idx="2"/>
          </p:cNvCxnSpPr>
          <p:nvPr/>
        </p:nvCxnSpPr>
        <p:spPr>
          <a:xfrm flipH="1">
            <a:off x="14890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08" name="AutoShape 96"/>
          <p:cNvCxnSpPr>
            <a:stCxn id="1037405" idx="5"/>
            <a:endCxn id="1037388" idx="1"/>
          </p:cNvCxnSpPr>
          <p:nvPr/>
        </p:nvCxnSpPr>
        <p:spPr>
          <a:xfrm flipH="1">
            <a:off x="13477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409" name="Oval 97"/>
          <p:cNvSpPr>
            <a:spLocks noChangeArrowheads="1"/>
          </p:cNvSpPr>
          <p:nvPr/>
        </p:nvSpPr>
        <p:spPr bwMode="auto">
          <a:xfrm flipH="1">
            <a:off x="61118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10" name="Oval 98"/>
          <p:cNvSpPr>
            <a:spLocks noChangeArrowheads="1"/>
          </p:cNvSpPr>
          <p:nvPr/>
        </p:nvSpPr>
        <p:spPr bwMode="auto">
          <a:xfrm flipH="1">
            <a:off x="334803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11" name="Oval 99"/>
          <p:cNvSpPr>
            <a:spLocks noChangeArrowheads="1"/>
          </p:cNvSpPr>
          <p:nvPr/>
        </p:nvSpPr>
        <p:spPr bwMode="auto">
          <a:xfrm flipH="1">
            <a:off x="334803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12" name="AutoShape 100"/>
          <p:cNvCxnSpPr>
            <a:stCxn id="1037431" idx="5"/>
            <a:endCxn id="1037411" idx="1"/>
          </p:cNvCxnSpPr>
          <p:nvPr/>
        </p:nvCxnSpPr>
        <p:spPr>
          <a:xfrm flipH="1">
            <a:off x="408463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13" name="AutoShape 101"/>
          <p:cNvCxnSpPr>
            <a:stCxn id="1037426" idx="6"/>
            <a:endCxn id="1037411" idx="2"/>
          </p:cNvCxnSpPr>
          <p:nvPr/>
        </p:nvCxnSpPr>
        <p:spPr>
          <a:xfrm flipH="1" flipV="1">
            <a:off x="422592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14" name="AutoShape 102"/>
          <p:cNvCxnSpPr>
            <a:stCxn id="1037429" idx="6"/>
            <a:endCxn id="1037421" idx="2"/>
          </p:cNvCxnSpPr>
          <p:nvPr/>
        </p:nvCxnSpPr>
        <p:spPr>
          <a:xfrm flipH="1">
            <a:off x="424021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415" name="AutoShape 103"/>
          <p:cNvCxnSpPr>
            <a:stCxn id="1037427" idx="7"/>
            <a:endCxn id="1037421" idx="3"/>
          </p:cNvCxnSpPr>
          <p:nvPr/>
        </p:nvCxnSpPr>
        <p:spPr>
          <a:xfrm flipH="1" flipV="1">
            <a:off x="408463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16" name="AutoShape 104"/>
          <p:cNvCxnSpPr>
            <a:stCxn id="1037421" idx="4"/>
            <a:endCxn id="1037422" idx="0"/>
          </p:cNvCxnSpPr>
          <p:nvPr/>
        </p:nvCxnSpPr>
        <p:spPr>
          <a:xfrm>
            <a:off x="377983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17" name="Oval 105"/>
          <p:cNvSpPr>
            <a:spLocks noChangeArrowheads="1"/>
          </p:cNvSpPr>
          <p:nvPr/>
        </p:nvSpPr>
        <p:spPr bwMode="auto">
          <a:xfrm flipH="1">
            <a:off x="334803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18" name="AutoShape 106"/>
          <p:cNvCxnSpPr>
            <a:stCxn id="1037417" idx="4"/>
            <a:endCxn id="1037410" idx="0"/>
          </p:cNvCxnSpPr>
          <p:nvPr/>
        </p:nvCxnSpPr>
        <p:spPr>
          <a:xfrm>
            <a:off x="377983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19" name="AutoShape 107"/>
          <p:cNvCxnSpPr>
            <a:stCxn id="1037431" idx="6"/>
            <a:endCxn id="1037417" idx="2"/>
          </p:cNvCxnSpPr>
          <p:nvPr/>
        </p:nvCxnSpPr>
        <p:spPr>
          <a:xfrm flipH="1">
            <a:off x="422592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20" name="AutoShape 108"/>
          <p:cNvCxnSpPr>
            <a:stCxn id="1037431" idx="5"/>
            <a:endCxn id="1037410" idx="1"/>
          </p:cNvCxnSpPr>
          <p:nvPr/>
        </p:nvCxnSpPr>
        <p:spPr>
          <a:xfrm flipH="1">
            <a:off x="408463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421" name="Oval 109"/>
          <p:cNvSpPr>
            <a:spLocks noChangeArrowheads="1"/>
          </p:cNvSpPr>
          <p:nvPr/>
        </p:nvSpPr>
        <p:spPr bwMode="auto">
          <a:xfrm flipH="1">
            <a:off x="3348038" y="544512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22" name="Oval 110"/>
          <p:cNvSpPr>
            <a:spLocks noChangeArrowheads="1"/>
          </p:cNvSpPr>
          <p:nvPr/>
        </p:nvSpPr>
        <p:spPr bwMode="auto">
          <a:xfrm flipH="1">
            <a:off x="334803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399" name="AutoShape 111"/>
          <p:cNvSpPr/>
          <p:nvPr/>
        </p:nvSpPr>
        <p:spPr>
          <a:xfrm flipV="1">
            <a:off x="5364163" y="4005263"/>
            <a:ext cx="431800" cy="23034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7424" name="Oval 112"/>
          <p:cNvSpPr>
            <a:spLocks noChangeArrowheads="1"/>
          </p:cNvSpPr>
          <p:nvPr/>
        </p:nvSpPr>
        <p:spPr bwMode="auto">
          <a:xfrm flipH="1">
            <a:off x="450056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25" name="AutoShape 113"/>
          <p:cNvCxnSpPr>
            <a:stCxn id="1037424" idx="4"/>
            <a:endCxn id="1037426" idx="0"/>
          </p:cNvCxnSpPr>
          <p:nvPr/>
        </p:nvCxnSpPr>
        <p:spPr>
          <a:xfrm>
            <a:off x="493236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26" name="Oval 114"/>
          <p:cNvSpPr>
            <a:spLocks noChangeArrowheads="1"/>
          </p:cNvSpPr>
          <p:nvPr/>
        </p:nvSpPr>
        <p:spPr bwMode="auto">
          <a:xfrm flipH="1">
            <a:off x="4500563" y="48704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27" name="Oval 115"/>
          <p:cNvSpPr>
            <a:spLocks noChangeArrowheads="1"/>
          </p:cNvSpPr>
          <p:nvPr/>
        </p:nvSpPr>
        <p:spPr bwMode="auto">
          <a:xfrm flipH="1">
            <a:off x="4500563" y="602138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28" name="AutoShape 116"/>
          <p:cNvCxnSpPr>
            <a:stCxn id="1037429" idx="4"/>
            <a:endCxn id="1037427" idx="0"/>
          </p:cNvCxnSpPr>
          <p:nvPr/>
        </p:nvCxnSpPr>
        <p:spPr>
          <a:xfrm>
            <a:off x="493236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29" name="Oval 117"/>
          <p:cNvSpPr>
            <a:spLocks noChangeArrowheads="1"/>
          </p:cNvSpPr>
          <p:nvPr/>
        </p:nvSpPr>
        <p:spPr bwMode="auto">
          <a:xfrm flipH="1">
            <a:off x="4500563" y="544512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30" name="AutoShape 118"/>
          <p:cNvCxnSpPr>
            <a:stCxn id="1037426" idx="4"/>
            <a:endCxn id="1037429" idx="0"/>
          </p:cNvCxnSpPr>
          <p:nvPr/>
        </p:nvCxnSpPr>
        <p:spPr>
          <a:xfrm>
            <a:off x="493236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31" name="Oval 119"/>
          <p:cNvSpPr>
            <a:spLocks noChangeArrowheads="1"/>
          </p:cNvSpPr>
          <p:nvPr/>
        </p:nvSpPr>
        <p:spPr bwMode="auto">
          <a:xfrm flipH="1">
            <a:off x="450056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32" name="AutoShape 120"/>
          <p:cNvCxnSpPr>
            <a:stCxn id="1037431" idx="4"/>
            <a:endCxn id="1037424" idx="0"/>
          </p:cNvCxnSpPr>
          <p:nvPr/>
        </p:nvCxnSpPr>
        <p:spPr>
          <a:xfrm>
            <a:off x="493236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409" name="AutoShape 121"/>
          <p:cNvSpPr/>
          <p:nvPr/>
        </p:nvSpPr>
        <p:spPr>
          <a:xfrm flipV="1">
            <a:off x="8101013" y="4652963"/>
            <a:ext cx="431800" cy="16557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410" name="AutoShape 122"/>
          <p:cNvSpPr/>
          <p:nvPr/>
        </p:nvSpPr>
        <p:spPr>
          <a:xfrm flipV="1">
            <a:off x="8099425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411" name="AutoShape 123"/>
          <p:cNvSpPr/>
          <p:nvPr/>
        </p:nvSpPr>
        <p:spPr>
          <a:xfrm flipV="1">
            <a:off x="8099425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7436" name="Oval 124"/>
          <p:cNvSpPr>
            <a:spLocks noChangeArrowheads="1"/>
          </p:cNvSpPr>
          <p:nvPr/>
        </p:nvSpPr>
        <p:spPr bwMode="auto">
          <a:xfrm flipH="1">
            <a:off x="60848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37" name="Oval 125"/>
          <p:cNvSpPr>
            <a:spLocks noChangeArrowheads="1"/>
          </p:cNvSpPr>
          <p:nvPr/>
        </p:nvSpPr>
        <p:spPr bwMode="auto">
          <a:xfrm flipH="1">
            <a:off x="6084888" y="486886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H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38" name="AutoShape 126"/>
          <p:cNvCxnSpPr>
            <a:stCxn id="1037453" idx="5"/>
            <a:endCxn id="1037437" idx="1"/>
          </p:cNvCxnSpPr>
          <p:nvPr/>
        </p:nvCxnSpPr>
        <p:spPr>
          <a:xfrm flipH="1">
            <a:off x="6821488" y="3990975"/>
            <a:ext cx="541337" cy="9048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39" name="AutoShape 127"/>
          <p:cNvCxnSpPr>
            <a:stCxn id="1037450" idx="6"/>
            <a:endCxn id="1037437" idx="2"/>
          </p:cNvCxnSpPr>
          <p:nvPr/>
        </p:nvCxnSpPr>
        <p:spPr>
          <a:xfrm flipH="1" flipV="1">
            <a:off x="6962775" y="5013325"/>
            <a:ext cx="246063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40" name="AutoShape 128"/>
          <p:cNvCxnSpPr>
            <a:stCxn id="1037456" idx="6"/>
            <a:endCxn id="1037455" idx="2"/>
          </p:cNvCxnSpPr>
          <p:nvPr/>
        </p:nvCxnSpPr>
        <p:spPr>
          <a:xfrm flipH="1">
            <a:off x="697706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7441" name="AutoShape 129"/>
          <p:cNvCxnSpPr>
            <a:stCxn id="1037457" idx="7"/>
            <a:endCxn id="1037455" idx="3"/>
          </p:cNvCxnSpPr>
          <p:nvPr/>
        </p:nvCxnSpPr>
        <p:spPr>
          <a:xfrm flipH="1" flipV="1">
            <a:off x="682148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42" name="AutoShape 130"/>
          <p:cNvCxnSpPr>
            <a:endCxn id="1037447" idx="0"/>
          </p:cNvCxnSpPr>
          <p:nvPr/>
        </p:nvCxnSpPr>
        <p:spPr>
          <a:xfrm>
            <a:off x="651668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43" name="Oval 131"/>
          <p:cNvSpPr>
            <a:spLocks noChangeArrowheads="1"/>
          </p:cNvSpPr>
          <p:nvPr/>
        </p:nvSpPr>
        <p:spPr bwMode="auto">
          <a:xfrm flipH="1">
            <a:off x="60848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44" name="AutoShape 132"/>
          <p:cNvCxnSpPr>
            <a:stCxn id="1037443" idx="4"/>
            <a:endCxn id="1037436" idx="0"/>
          </p:cNvCxnSpPr>
          <p:nvPr/>
        </p:nvCxnSpPr>
        <p:spPr>
          <a:xfrm>
            <a:off x="65166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45" name="AutoShape 133"/>
          <p:cNvCxnSpPr>
            <a:stCxn id="1037453" idx="6"/>
            <a:endCxn id="1037443" idx="2"/>
          </p:cNvCxnSpPr>
          <p:nvPr/>
        </p:nvCxnSpPr>
        <p:spPr>
          <a:xfrm flipH="1">
            <a:off x="69627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7446" name="AutoShape 134"/>
          <p:cNvCxnSpPr>
            <a:stCxn id="1037453" idx="5"/>
            <a:endCxn id="1037436" idx="1"/>
          </p:cNvCxnSpPr>
          <p:nvPr/>
        </p:nvCxnSpPr>
        <p:spPr>
          <a:xfrm flipH="1">
            <a:off x="68214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7447" name="Oval 135"/>
          <p:cNvSpPr>
            <a:spLocks noChangeArrowheads="1"/>
          </p:cNvSpPr>
          <p:nvPr/>
        </p:nvSpPr>
        <p:spPr bwMode="auto">
          <a:xfrm flipH="1">
            <a:off x="608488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48" name="Oval 136"/>
          <p:cNvSpPr>
            <a:spLocks noChangeArrowheads="1"/>
          </p:cNvSpPr>
          <p:nvPr/>
        </p:nvSpPr>
        <p:spPr bwMode="auto">
          <a:xfrm flipH="1">
            <a:off x="72374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49" name="AutoShape 137"/>
          <p:cNvCxnSpPr>
            <a:stCxn id="1037448" idx="4"/>
            <a:endCxn id="1037450" idx="0"/>
          </p:cNvCxnSpPr>
          <p:nvPr/>
        </p:nvCxnSpPr>
        <p:spPr>
          <a:xfrm>
            <a:off x="7669213" y="4610100"/>
            <a:ext cx="0" cy="2317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50" name="Oval 138"/>
          <p:cNvSpPr>
            <a:spLocks noChangeArrowheads="1"/>
          </p:cNvSpPr>
          <p:nvPr/>
        </p:nvSpPr>
        <p:spPr bwMode="auto">
          <a:xfrm flipH="1">
            <a:off x="7237413" y="487045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51" name="AutoShape 139"/>
          <p:cNvCxnSpPr>
            <a:stCxn id="1037456" idx="4"/>
            <a:endCxn id="1037457" idx="0"/>
          </p:cNvCxnSpPr>
          <p:nvPr/>
        </p:nvCxnSpPr>
        <p:spPr>
          <a:xfrm>
            <a:off x="766921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7452" name="AutoShape 140"/>
          <p:cNvCxnSpPr>
            <a:stCxn id="1037450" idx="4"/>
            <a:endCxn id="1037456" idx="0"/>
          </p:cNvCxnSpPr>
          <p:nvPr/>
        </p:nvCxnSpPr>
        <p:spPr>
          <a:xfrm>
            <a:off x="7669213" y="5187950"/>
            <a:ext cx="0" cy="2286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53" name="Oval 141"/>
          <p:cNvSpPr>
            <a:spLocks noChangeArrowheads="1"/>
          </p:cNvSpPr>
          <p:nvPr/>
        </p:nvSpPr>
        <p:spPr bwMode="auto">
          <a:xfrm flipH="1">
            <a:off x="72374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7454" name="AutoShape 142"/>
          <p:cNvCxnSpPr>
            <a:stCxn id="1037453" idx="4"/>
            <a:endCxn id="1037448" idx="0"/>
          </p:cNvCxnSpPr>
          <p:nvPr/>
        </p:nvCxnSpPr>
        <p:spPr>
          <a:xfrm>
            <a:off x="76692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7455" name="Oval 143"/>
          <p:cNvSpPr>
            <a:spLocks noChangeArrowheads="1"/>
          </p:cNvSpPr>
          <p:nvPr/>
        </p:nvSpPr>
        <p:spPr bwMode="auto">
          <a:xfrm flipH="1">
            <a:off x="6084888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56" name="Oval 144"/>
          <p:cNvSpPr>
            <a:spLocks noChangeArrowheads="1"/>
          </p:cNvSpPr>
          <p:nvPr/>
        </p:nvSpPr>
        <p:spPr bwMode="auto">
          <a:xfrm flipH="1">
            <a:off x="7237413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7457" name="Oval 145"/>
          <p:cNvSpPr>
            <a:spLocks noChangeArrowheads="1"/>
          </p:cNvSpPr>
          <p:nvPr/>
        </p:nvSpPr>
        <p:spPr bwMode="auto">
          <a:xfrm flipH="1">
            <a:off x="7237413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22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6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2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2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7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373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373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373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373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373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373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373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4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373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373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5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373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373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373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6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373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373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373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7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037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37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0373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373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10373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373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0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10373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373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373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1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373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373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373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2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0373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0373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373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3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373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373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373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0373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0373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10373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373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6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10373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0373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0373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7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373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373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8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37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0373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0373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39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037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0373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0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1037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10373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0373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1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373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0373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0373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2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10373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0373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0373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37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037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373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373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373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10373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0373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6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0373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0373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7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037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037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37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8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37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1037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1037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49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37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0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37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0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0373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373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1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037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4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37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2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037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037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37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37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37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37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4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037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037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37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5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37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37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6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37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037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037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7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037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2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037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8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037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037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37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59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37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37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37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0373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0373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1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1037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037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2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1037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1037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37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3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37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037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037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4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1037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1037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037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5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37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37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6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37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0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037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7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37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037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037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8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1037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8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037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69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037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1037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037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0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37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037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037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1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1037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037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2"/>
                  </p:tgtEl>
                </p:cond>
              </p:nextCondLst>
            </p:seq>
            <p:seq concurrent="1" nextAc="seek">
              <p:cTn id="536" restart="whenNotActive" fill="hold" evtFilter="cancelBubble" nodeType="interactiveSeq">
                <p:stCondLst>
                  <p:cond evt="onClick" delay="0">
                    <p:tgtEl>
                      <p:spTgt spid="1037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7" fill="hold">
                      <p:stCondLst>
                        <p:cond delay="0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037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3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37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6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037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4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037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037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37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5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37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1037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1037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6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37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037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37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7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37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37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8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37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1037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1037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79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037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037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37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37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37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1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37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1037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1037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2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037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6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8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037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3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037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037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37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4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37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1037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1037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5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1037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1037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37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6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37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0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37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7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37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0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2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37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8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37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2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4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37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89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37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1037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1037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0"/>
                  </p:tgtEl>
                </p:cond>
              </p:nextCondLst>
            </p:seq>
            <p:seq concurrent="1" nextAc="seek">
              <p:cTn id="692" restart="whenNotActive" fill="hold" evtFilter="cancelBubble" nodeType="interactiveSeq">
                <p:stCondLst>
                  <p:cond evt="onClick" delay="0">
                    <p:tgtEl>
                      <p:spTgt spid="1037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3" fill="hold">
                      <p:stCondLst>
                        <p:cond delay="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6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0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037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1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1037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1037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037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2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037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1037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1037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3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1037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4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037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4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1037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4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1037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5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1037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6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8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037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6"/>
                  </p:tgtEl>
                </p:cond>
              </p:nextCondLst>
            </p:seq>
            <p:seq concurrent="1" nextAc="seek">
              <p:cTn id="752" restart="whenNotActive" fill="hold" evtFilter="cancelBubble" nodeType="interactiveSeq">
                <p:stCondLst>
                  <p:cond evt="onClick" delay="0">
                    <p:tgtEl>
                      <p:spTgt spid="1037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3" fill="hold">
                      <p:stCondLst>
                        <p:cond delay="0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1037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037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7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037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10373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10373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8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1037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1037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037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399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037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8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0374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0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037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037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037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1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1037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10374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0374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2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037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2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037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3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037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1037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1037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4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1037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6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8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0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037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5"/>
                  </p:tgtEl>
                </p:cond>
              </p:nextCondLst>
            </p:seq>
            <p:seq concurrent="1" nextAc="seek">
              <p:cTn id="824" restart="whenNotActive" fill="hold" evtFilter="cancelBubble" nodeType="interactiveSeq">
                <p:stCondLst>
                  <p:cond evt="onClick" delay="0">
                    <p:tgtEl>
                      <p:spTgt spid="1037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5" fill="hold">
                      <p:stCondLst>
                        <p:cond delay="0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8" dur="300" fill="hold"/>
                                        <p:tgtEl>
                                          <p:spTgt spid="10374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0374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6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037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1037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1037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7"/>
                  </p:tgtEl>
                </p:cond>
              </p:nextCondLst>
            </p:seq>
            <p:seq concurrent="1" nextAc="seek">
              <p:cTn id="836" restart="whenNotActive" fill="hold" evtFilter="cancelBubble" nodeType="interactiveSeq">
                <p:stCondLst>
                  <p:cond evt="onClick" delay="0">
                    <p:tgtEl>
                      <p:spTgt spid="1037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300" fill="hold"/>
                                        <p:tgtEl>
                                          <p:spTgt spid="1037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037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8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037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0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2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037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09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037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2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4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037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0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037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2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4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037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1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037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1037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1037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2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1037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0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2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1037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4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1037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1037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037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037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1037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1037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3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1037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4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6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037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6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1037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6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037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7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1037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1037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037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4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037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1037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1037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8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1037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8" dur="300" fill="hold"/>
                                        <p:tgtEl>
                                          <p:spTgt spid="1037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1037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5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037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0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037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9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037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1037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1037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0"/>
                  </p:tgtEl>
                </p:cond>
              </p:nextCondLst>
            </p:seq>
            <p:seq concurrent="1" nextAc="seek">
              <p:cTn id="968" restart="whenNotActive" fill="hold" evtFilter="cancelBubble" nodeType="interactiveSeq">
                <p:stCondLst>
                  <p:cond evt="onClick" delay="0">
                    <p:tgtEl>
                      <p:spTgt spid="1037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9" fill="hold">
                      <p:stCondLst>
                        <p:cond delay="0"/>
                      </p:stCondLst>
                      <p:childTnLst>
                        <p:par>
                          <p:cTn id="970" fill="hold">
                            <p:stCondLst>
                              <p:cond delay="0"/>
                            </p:stCondLst>
                            <p:childTnLst>
                              <p:par>
                                <p:cTn id="9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2" dur="300" fill="hold"/>
                                        <p:tgtEl>
                                          <p:spTgt spid="1037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3" dur="300" fill="hold"/>
                                        <p:tgtEl>
                                          <p:spTgt spid="1037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6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037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0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2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4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037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7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037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037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037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8"/>
                  </p:tgtEl>
                </p:cond>
              </p:nextCondLst>
            </p:seq>
            <p:seq concurrent="1" nextAc="seek">
              <p:cTn id="992" restart="whenNotActive" fill="hold" evtFilter="cancelBubble" nodeType="interactiveSeq">
                <p:stCondLst>
                  <p:cond evt="onClick" delay="0">
                    <p:tgtEl>
                      <p:spTgt spid="1037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3" fill="hold">
                      <p:stCondLst>
                        <p:cond delay="0"/>
                      </p:stCondLst>
                      <p:childTnLst>
                        <p:par>
                          <p:cTn id="994" fill="hold">
                            <p:stCondLst>
                              <p:cond delay="0"/>
                            </p:stCondLst>
                            <p:childTnLst>
                              <p:par>
                                <p:cTn id="9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6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8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37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1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037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>
                      <p:stCondLst>
                        <p:cond delay="0"/>
                      </p:stCondLst>
                      <p:childTnLst>
                        <p:par>
                          <p:cTn id="1006" fill="hold">
                            <p:stCondLst>
                              <p:cond delay="0"/>
                            </p:stCondLst>
                            <p:childTnLst>
                              <p:par>
                                <p:cTn id="10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8" dur="300" fill="hold"/>
                                        <p:tgtEl>
                                          <p:spTgt spid="1037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037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2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037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4" dur="300" fill="hold"/>
                                        <p:tgtEl>
                                          <p:spTgt spid="1037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5" dur="300" fill="hold"/>
                                        <p:tgtEl>
                                          <p:spTgt spid="1037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19"/>
                  </p:tgtEl>
                </p:cond>
              </p:nextCondLst>
            </p:seq>
            <p:seq concurrent="1" nextAc="seek">
              <p:cTn id="1016" restart="whenNotActive" fill="hold" evtFilter="cancelBubble" nodeType="interactiveSeq">
                <p:stCondLst>
                  <p:cond evt="onClick" delay="0">
                    <p:tgtEl>
                      <p:spTgt spid="1037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7" fill="hold">
                      <p:stCondLst>
                        <p:cond delay="0"/>
                      </p:stCondLst>
                      <p:childTnLst>
                        <p:par>
                          <p:cTn id="1018" fill="hold">
                            <p:stCondLst>
                              <p:cond delay="0"/>
                            </p:stCondLst>
                            <p:childTnLst>
                              <p:par>
                                <p:cTn id="10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0" dur="300" fill="hold"/>
                                        <p:tgtEl>
                                          <p:spTgt spid="1037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037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0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037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0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2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3" dur="300" fill="hold"/>
                                        <p:tgtEl>
                                          <p:spTgt spid="1037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1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037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0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2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1037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22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2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54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7" dur="300" fill="hold"/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99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4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66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7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9" dur="3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09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6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78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9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1" dur="3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10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90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1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3" dur="3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11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1037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037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6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1037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4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037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7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037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1037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1037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8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1037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0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2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4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5" dur="300" fill="hold"/>
                                        <p:tgtEl>
                                          <p:spTgt spid="1037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8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1037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0" dur="300" fill="hold"/>
                                        <p:tgtEl>
                                          <p:spTgt spid="1037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037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9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037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6" dur="300" fill="hold"/>
                                        <p:tgtEl>
                                          <p:spTgt spid="1037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1037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39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037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>
                      <p:stCondLst>
                        <p:cond delay="0"/>
                      </p:stCondLst>
                      <p:childTnLst>
                        <p:par>
                          <p:cTn id="1150" fill="hold">
                            <p:stCondLst>
                              <p:cond delay="0"/>
                            </p:stCondLst>
                            <p:childTnLst>
                              <p:par>
                                <p:cTn id="1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2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4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6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8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037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0"/>
                  </p:tgtEl>
                </p:cond>
              </p:nextCondLst>
            </p:seq>
            <p:seq concurrent="1" nextAc="seek">
              <p:cTn id="1160" restart="whenNotActive" fill="hold" evtFilter="cancelBubble" nodeType="interactiveSeq">
                <p:stCondLst>
                  <p:cond evt="onClick" delay="0">
                    <p:tgtEl>
                      <p:spTgt spid="1037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1" fill="hold">
                      <p:stCondLst>
                        <p:cond delay="0"/>
                      </p:stCondLst>
                      <p:childTnLst>
                        <p:par>
                          <p:cTn id="1162" fill="hold">
                            <p:stCondLst>
                              <p:cond delay="0"/>
                            </p:stCondLst>
                            <p:childTnLst>
                              <p:par>
                                <p:cTn id="1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037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037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0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037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0" dur="300" fill="hold"/>
                                        <p:tgtEl>
                                          <p:spTgt spid="1037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1" dur="300" fill="hold"/>
                                        <p:tgtEl>
                                          <p:spTgt spid="1037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1"/>
                  </p:tgtEl>
                </p:cond>
              </p:nextCondLst>
            </p:seq>
            <p:seq concurrent="1" nextAc="seek">
              <p:cTn id="1172" restart="whenNotActive" fill="hold" evtFilter="cancelBubble" nodeType="interactiveSeq">
                <p:stCondLst>
                  <p:cond evt="onClick" delay="0">
                    <p:tgtEl>
                      <p:spTgt spid="1037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3" fill="hold">
                      <p:stCondLst>
                        <p:cond delay="0"/>
                      </p:stCondLst>
                      <p:childTnLst>
                        <p:par>
                          <p:cTn id="1174" fill="hold">
                            <p:stCondLst>
                              <p:cond delay="0"/>
                            </p:stCondLst>
                            <p:childTnLst>
                              <p:par>
                                <p:cTn id="1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6" dur="300" fill="hold"/>
                                        <p:tgtEl>
                                          <p:spTgt spid="1037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037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1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037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2" dur="300" fill="hold"/>
                                        <p:tgtEl>
                                          <p:spTgt spid="1037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037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2"/>
                  </p:tgtEl>
                </p:cond>
              </p:nextCondLst>
            </p:seq>
            <p:seq concurrent="1" nextAc="seek">
              <p:cTn id="1184" restart="whenNotActive" fill="hold" evtFilter="cancelBubble" nodeType="interactiveSeq">
                <p:stCondLst>
                  <p:cond evt="onClick" delay="0">
                    <p:tgtEl>
                      <p:spTgt spid="1037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5" fill="hold">
                      <p:stCondLst>
                        <p:cond delay="0"/>
                      </p:stCondLst>
                      <p:childTnLst>
                        <p:par>
                          <p:cTn id="1186" fill="hold">
                            <p:stCondLst>
                              <p:cond delay="0"/>
                            </p:stCondLst>
                            <p:childTnLst>
                              <p:par>
                                <p:cTn id="1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8" dur="300" fill="hold"/>
                                        <p:tgtEl>
                                          <p:spTgt spid="1037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037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2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037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4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6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8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0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037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3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037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6" dur="300" fill="hold"/>
                                        <p:tgtEl>
                                          <p:spTgt spid="1037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037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4"/>
                  </p:tgtEl>
                </p:cond>
              </p:nextCondLst>
            </p:seq>
            <p:seq concurrent="1" nextAc="seek">
              <p:cTn id="1208" restart="whenNotActive" fill="hold" evtFilter="cancelBubble" nodeType="interactiveSeq">
                <p:stCondLst>
                  <p:cond evt="onClick" delay="0">
                    <p:tgtEl>
                      <p:spTgt spid="1037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9" fill="hold">
                      <p:stCondLst>
                        <p:cond delay="0"/>
                      </p:stCondLst>
                      <p:childTnLst>
                        <p:par>
                          <p:cTn id="1210" fill="hold">
                            <p:stCondLst>
                              <p:cond delay="0"/>
                            </p:stCondLst>
                            <p:childTnLst>
                              <p:par>
                                <p:cTn id="12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2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4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6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8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037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3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1037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4" dur="300" fill="hold"/>
                                        <p:tgtEl>
                                          <p:spTgt spid="1037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5" dur="300" fill="hold"/>
                                        <p:tgtEl>
                                          <p:spTgt spid="1037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4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037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0" dur="300" fill="hold"/>
                                        <p:tgtEl>
                                          <p:spTgt spid="1037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037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5"/>
                  </p:tgtEl>
                </p:cond>
              </p:nextCondLst>
            </p:seq>
            <p:seq concurrent="1" nextAc="seek">
              <p:cTn id="1232" restart="whenNotActive" fill="hold" evtFilter="cancelBubble" nodeType="interactiveSeq">
                <p:stCondLst>
                  <p:cond evt="onClick" delay="0">
                    <p:tgtEl>
                      <p:spTgt spid="1037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3" fill="hold">
                      <p:stCondLst>
                        <p:cond delay="0"/>
                      </p:stCondLst>
                      <p:childTnLst>
                        <p:par>
                          <p:cTn id="1234" fill="hold">
                            <p:stCondLst>
                              <p:cond delay="0"/>
                            </p:stCondLst>
                            <p:childTnLst>
                              <p:par>
                                <p:cTn id="1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6" dur="300" fill="hold"/>
                                        <p:tgtEl>
                                          <p:spTgt spid="1037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1037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6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037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2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4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6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8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037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47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037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4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6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8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0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037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5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037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6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8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0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2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037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6"/>
                  </p:tgtEl>
                </p:cond>
              </p:nextCondLst>
            </p:seq>
            <p:seq concurrent="1" nextAc="seek">
              <p:cTn id="1274" restart="whenNotActive" fill="hold" evtFilter="cancelBubble" nodeType="interactiveSeq">
                <p:stCondLst>
                  <p:cond evt="onClick" delay="0">
                    <p:tgtEl>
                      <p:spTgt spid="1037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5" fill="hold">
                      <p:stCondLst>
                        <p:cond delay="0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8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0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2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037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7457"/>
                  </p:tgtEl>
                </p:cond>
              </p:nextCondLst>
            </p:seq>
          </p:childTnLst>
        </p:cTn>
      </p:par>
    </p:tnLst>
    <p:bldLst>
      <p:bldP spid="12291" grpId="0" bldLvl="0" animBg="1"/>
      <p:bldP spid="12292" grpId="0" bldLvl="0" animBg="1"/>
      <p:bldP spid="12293" grpId="0" bldLvl="0" animBg="1"/>
      <p:bldP spid="12294" grpId="0" bldLvl="0" animBg="1"/>
      <p:bldP spid="12295" grpId="0" bldLvl="0" animBg="1"/>
      <p:bldP spid="12296" grpId="0" bldLvl="0" animBg="1"/>
      <p:bldP spid="12297" grpId="0" bldLvl="0" animBg="1"/>
      <p:bldP spid="1037322" grpId="0" bldLvl="0" animBg="1"/>
      <p:bldP spid="1037323" grpId="0" bldLvl="0" animBg="1"/>
      <p:bldP spid="1037325" grpId="0" bldLvl="0" animBg="1"/>
      <p:bldP spid="1037328" grpId="0" bldLvl="0" animBg="1"/>
      <p:bldP spid="1037329" grpId="0" bldLvl="0" animBg="1"/>
      <p:bldP spid="1037330" grpId="0" bldLvl="0" animBg="1"/>
      <p:bldP spid="1037334" grpId="0" bldLvl="0" animBg="1"/>
      <p:bldP spid="1037336" grpId="0" bldLvl="0" animBg="1"/>
      <p:bldP spid="1037338" grpId="0" bldLvl="0" animBg="1"/>
      <p:bldP spid="1037340" grpId="0" bldLvl="0" animBg="1"/>
      <p:bldP spid="1037344" grpId="0" bldLvl="0" animBg="1"/>
      <p:bldP spid="1037345" grpId="0" bldLvl="0" animBg="1"/>
      <p:bldP spid="1037347" grpId="0" bldLvl="0" animBg="1"/>
      <p:bldP spid="1037350" grpId="0" bldLvl="0" animBg="1"/>
      <p:bldP spid="1037351" grpId="0" bldLvl="0" animBg="1"/>
      <p:bldP spid="1037352" grpId="0" bldLvl="0" animBg="1"/>
      <p:bldP spid="1037356" grpId="0" bldLvl="0" animBg="1"/>
      <p:bldP spid="1037358" grpId="0" bldLvl="0" animBg="1"/>
      <p:bldP spid="1037360" grpId="0" bldLvl="0" animBg="1"/>
      <p:bldP spid="1037362" grpId="0" bldLvl="0" animBg="1"/>
      <p:bldP spid="1037366" grpId="0" bldLvl="0" animBg="1"/>
      <p:bldP spid="1037367" grpId="0" bldLvl="0" animBg="1"/>
      <p:bldP spid="1037369" grpId="0" bldLvl="0" animBg="1"/>
      <p:bldP spid="1037372" grpId="0" bldLvl="0" animBg="1"/>
      <p:bldP spid="1037373" grpId="0" bldLvl="0" animBg="1"/>
      <p:bldP spid="1037374" grpId="0" bldLvl="0" animBg="1"/>
      <p:bldP spid="1037378" grpId="0" bldLvl="0" animBg="1"/>
      <p:bldP spid="1037381" grpId="0" bldLvl="0" animBg="1"/>
      <p:bldP spid="1037383" grpId="0" bldLvl="0" animBg="1"/>
      <p:bldP spid="1037387" grpId="0" bldLvl="0" animBg="1"/>
      <p:bldP spid="1037388" grpId="0" bldLvl="0" animBg="1"/>
      <p:bldP spid="1037389" grpId="0" bldLvl="0" animBg="1"/>
      <p:bldP spid="1037391" grpId="0" bldLvl="0" animBg="1"/>
      <p:bldP spid="1037394" grpId="0" bldLvl="0" animBg="1"/>
      <p:bldP spid="1037395" grpId="0" bldLvl="0" animBg="1"/>
      <p:bldP spid="1037396" grpId="0" bldLvl="0" animBg="1"/>
      <p:bldP spid="1037400" grpId="0" bldLvl="0" animBg="1"/>
      <p:bldP spid="1037403" grpId="0" bldLvl="0" animBg="1"/>
      <p:bldP spid="1037405" grpId="0" bldLvl="0" animBg="1"/>
      <p:bldP spid="1037409" grpId="0" bldLvl="0" animBg="1"/>
      <p:bldP spid="1037410" grpId="0" bldLvl="0" animBg="1"/>
      <p:bldP spid="1037411" grpId="0" bldLvl="0" animBg="1"/>
      <p:bldP spid="1037417" grpId="0" bldLvl="0" animBg="1"/>
      <p:bldP spid="1037421" grpId="0" bldLvl="0" animBg="1"/>
      <p:bldP spid="1037422" grpId="0" bldLvl="0" animBg="1"/>
      <p:bldP spid="12399" grpId="0" bldLvl="0" animBg="1"/>
      <p:bldP spid="1037424" grpId="0" bldLvl="0" animBg="1"/>
      <p:bldP spid="1037426" grpId="0" bldLvl="0" animBg="1"/>
      <p:bldP spid="1037427" grpId="0" bldLvl="0" animBg="1"/>
      <p:bldP spid="1037429" grpId="0" bldLvl="0" animBg="1"/>
      <p:bldP spid="1037431" grpId="0" bldLvl="0" animBg="1"/>
      <p:bldP spid="12409" grpId="0" bldLvl="0" animBg="1"/>
      <p:bldP spid="12410" grpId="0" bldLvl="0" animBg="1"/>
      <p:bldP spid="12411" grpId="0" bldLvl="0" animBg="1"/>
      <p:bldP spid="1037436" grpId="0" bldLvl="0" animBg="1"/>
      <p:bldP spid="1037437" grpId="0" bldLvl="0" animBg="1"/>
      <p:bldP spid="1037443" grpId="0" bldLvl="0" animBg="1"/>
      <p:bldP spid="1037447" grpId="0" bldLvl="0" animBg="1"/>
      <p:bldP spid="1037448" grpId="0" bldLvl="0" animBg="1"/>
      <p:bldP spid="1037450" grpId="0" bldLvl="0" animBg="1"/>
      <p:bldP spid="1037453" grpId="0" bldLvl="0" animBg="1"/>
      <p:bldP spid="1037455" grpId="0" bldLvl="0" animBg="1"/>
      <p:bldP spid="1037456" grpId="0" bldLvl="0" animBg="1"/>
      <p:bldP spid="1037457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936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05" y="307340"/>
            <a:ext cx="6756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315" name="AutoShape 3"/>
          <p:cNvSpPr/>
          <p:nvPr/>
        </p:nvSpPr>
        <p:spPr>
          <a:xfrm flipV="1">
            <a:off x="2627313" y="2060575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16" name="AutoShape 4"/>
          <p:cNvSpPr/>
          <p:nvPr/>
        </p:nvSpPr>
        <p:spPr>
          <a:xfrm flipV="1">
            <a:off x="262572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17" name="AutoShape 5"/>
          <p:cNvSpPr/>
          <p:nvPr/>
        </p:nvSpPr>
        <p:spPr>
          <a:xfrm flipV="1">
            <a:off x="262572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366" name="Oval 6"/>
          <p:cNvSpPr>
            <a:spLocks noChangeArrowheads="1"/>
          </p:cNvSpPr>
          <p:nvPr/>
        </p:nvSpPr>
        <p:spPr bwMode="auto">
          <a:xfrm flipH="1">
            <a:off x="6111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67" name="Oval 7"/>
          <p:cNvSpPr>
            <a:spLocks noChangeArrowheads="1"/>
          </p:cNvSpPr>
          <p:nvPr/>
        </p:nvSpPr>
        <p:spPr bwMode="auto">
          <a:xfrm flipH="1">
            <a:off x="611188" y="198913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8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68" name="AutoShape 8"/>
          <p:cNvCxnSpPr>
            <a:stCxn id="1039382" idx="5"/>
            <a:endCxn id="1039367" idx="1"/>
          </p:cNvCxnSpPr>
          <p:nvPr/>
        </p:nvCxnSpPr>
        <p:spPr>
          <a:xfrm flipH="1">
            <a:off x="1347788" y="1111250"/>
            <a:ext cx="541337" cy="890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369" name="AutoShape 9"/>
          <p:cNvCxnSpPr>
            <a:stCxn id="1039388" idx="6"/>
            <a:endCxn id="1039367" idx="2"/>
          </p:cNvCxnSpPr>
          <p:nvPr/>
        </p:nvCxnSpPr>
        <p:spPr>
          <a:xfrm flipH="1">
            <a:off x="150336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70" name="AutoShape 10"/>
          <p:cNvCxnSpPr>
            <a:stCxn id="1039385" idx="6"/>
            <a:endCxn id="1039384" idx="2"/>
          </p:cNvCxnSpPr>
          <p:nvPr/>
        </p:nvCxnSpPr>
        <p:spPr>
          <a:xfrm flipH="1">
            <a:off x="15033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371" name="AutoShape 11"/>
          <p:cNvCxnSpPr>
            <a:stCxn id="1039386" idx="7"/>
            <a:endCxn id="1039384" idx="3"/>
          </p:cNvCxnSpPr>
          <p:nvPr/>
        </p:nvCxnSpPr>
        <p:spPr>
          <a:xfrm flipH="1" flipV="1">
            <a:off x="13477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72" name="AutoShape 12"/>
          <p:cNvCxnSpPr>
            <a:endCxn id="1039377" idx="0"/>
          </p:cNvCxnSpPr>
          <p:nvPr/>
        </p:nvCxnSpPr>
        <p:spPr>
          <a:xfrm>
            <a:off x="104298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373" name="Oval 13"/>
          <p:cNvSpPr>
            <a:spLocks noChangeArrowheads="1"/>
          </p:cNvSpPr>
          <p:nvPr/>
        </p:nvSpPr>
        <p:spPr bwMode="auto">
          <a:xfrm flipH="1">
            <a:off x="6111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74" name="AutoShape 14"/>
          <p:cNvCxnSpPr>
            <a:stCxn id="1039373" idx="4"/>
            <a:endCxn id="1039366" idx="0"/>
          </p:cNvCxnSpPr>
          <p:nvPr/>
        </p:nvCxnSpPr>
        <p:spPr>
          <a:xfrm>
            <a:off x="10429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375" name="AutoShape 15"/>
          <p:cNvCxnSpPr>
            <a:stCxn id="1039382" idx="6"/>
            <a:endCxn id="1039373" idx="2"/>
          </p:cNvCxnSpPr>
          <p:nvPr/>
        </p:nvCxnSpPr>
        <p:spPr>
          <a:xfrm flipH="1">
            <a:off x="148907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376" name="AutoShape 16"/>
          <p:cNvCxnSpPr>
            <a:stCxn id="1039382" idx="5"/>
            <a:endCxn id="1039366" idx="1"/>
          </p:cNvCxnSpPr>
          <p:nvPr/>
        </p:nvCxnSpPr>
        <p:spPr>
          <a:xfrm flipH="1">
            <a:off x="134778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377" name="Oval 17"/>
          <p:cNvSpPr>
            <a:spLocks noChangeArrowheads="1"/>
          </p:cNvSpPr>
          <p:nvPr/>
        </p:nvSpPr>
        <p:spPr bwMode="auto">
          <a:xfrm flipH="1">
            <a:off x="61118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78" name="Oval 18"/>
          <p:cNvSpPr>
            <a:spLocks noChangeArrowheads="1"/>
          </p:cNvSpPr>
          <p:nvPr/>
        </p:nvSpPr>
        <p:spPr bwMode="auto">
          <a:xfrm flipH="1">
            <a:off x="176371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79" name="AutoShape 19"/>
          <p:cNvCxnSpPr>
            <a:stCxn id="1039378" idx="4"/>
            <a:endCxn id="1039388" idx="0"/>
          </p:cNvCxnSpPr>
          <p:nvPr/>
        </p:nvCxnSpPr>
        <p:spPr>
          <a:xfrm>
            <a:off x="219551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80" name="AutoShape 20"/>
          <p:cNvCxnSpPr>
            <a:stCxn id="1039385" idx="4"/>
            <a:endCxn id="1039386" idx="0"/>
          </p:cNvCxnSpPr>
          <p:nvPr/>
        </p:nvCxnSpPr>
        <p:spPr>
          <a:xfrm>
            <a:off x="21955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81" name="AutoShape 21"/>
          <p:cNvCxnSpPr>
            <a:stCxn id="1039388" idx="4"/>
            <a:endCxn id="1039385" idx="0"/>
          </p:cNvCxnSpPr>
          <p:nvPr/>
        </p:nvCxnSpPr>
        <p:spPr>
          <a:xfrm>
            <a:off x="219551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382" name="Oval 22"/>
          <p:cNvSpPr>
            <a:spLocks noChangeArrowheads="1"/>
          </p:cNvSpPr>
          <p:nvPr/>
        </p:nvSpPr>
        <p:spPr bwMode="auto">
          <a:xfrm flipH="1">
            <a:off x="176371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83" name="AutoShape 23"/>
          <p:cNvCxnSpPr>
            <a:stCxn id="1039382" idx="4"/>
            <a:endCxn id="1039378" idx="0"/>
          </p:cNvCxnSpPr>
          <p:nvPr/>
        </p:nvCxnSpPr>
        <p:spPr>
          <a:xfrm>
            <a:off x="21955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384" name="Oval 24"/>
          <p:cNvSpPr>
            <a:spLocks noChangeArrowheads="1"/>
          </p:cNvSpPr>
          <p:nvPr/>
        </p:nvSpPr>
        <p:spPr bwMode="auto">
          <a:xfrm flipH="1">
            <a:off x="61118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85" name="Oval 25"/>
          <p:cNvSpPr>
            <a:spLocks noChangeArrowheads="1"/>
          </p:cNvSpPr>
          <p:nvPr/>
        </p:nvSpPr>
        <p:spPr bwMode="auto">
          <a:xfrm flipH="1">
            <a:off x="176371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86" name="Oval 26"/>
          <p:cNvSpPr>
            <a:spLocks noChangeArrowheads="1"/>
          </p:cNvSpPr>
          <p:nvPr/>
        </p:nvSpPr>
        <p:spPr bwMode="auto">
          <a:xfrm flipH="1">
            <a:off x="176371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39" name="AutoShape 27"/>
          <p:cNvSpPr/>
          <p:nvPr/>
        </p:nvSpPr>
        <p:spPr>
          <a:xfrm flipV="1">
            <a:off x="262572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388" name="Oval 28"/>
          <p:cNvSpPr>
            <a:spLocks noChangeArrowheads="1"/>
          </p:cNvSpPr>
          <p:nvPr/>
        </p:nvSpPr>
        <p:spPr bwMode="auto">
          <a:xfrm flipH="1">
            <a:off x="176371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41" name="AutoShape 29"/>
          <p:cNvSpPr/>
          <p:nvPr/>
        </p:nvSpPr>
        <p:spPr>
          <a:xfrm flipV="1">
            <a:off x="5364163" y="2060575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42" name="AutoShape 30"/>
          <p:cNvSpPr/>
          <p:nvPr/>
        </p:nvSpPr>
        <p:spPr>
          <a:xfrm flipV="1">
            <a:off x="536257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43" name="AutoShape 31"/>
          <p:cNvSpPr/>
          <p:nvPr/>
        </p:nvSpPr>
        <p:spPr>
          <a:xfrm flipV="1">
            <a:off x="536257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392" name="Oval 32"/>
          <p:cNvSpPr>
            <a:spLocks noChangeArrowheads="1"/>
          </p:cNvSpPr>
          <p:nvPr/>
        </p:nvSpPr>
        <p:spPr bwMode="auto">
          <a:xfrm flipH="1">
            <a:off x="334803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393" name="Oval 33"/>
          <p:cNvSpPr>
            <a:spLocks noChangeArrowheads="1"/>
          </p:cNvSpPr>
          <p:nvPr/>
        </p:nvSpPr>
        <p:spPr bwMode="auto">
          <a:xfrm flipH="1">
            <a:off x="3348038" y="198913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</a:t>
            </a:r>
            <a:r>
              <a:rPr lang="en-US" altLang="zh-CN" sz="1400" b="1" noProof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394" name="AutoShape 34"/>
          <p:cNvCxnSpPr>
            <a:stCxn id="1039408" idx="5"/>
            <a:endCxn id="1039393" idx="1"/>
          </p:cNvCxnSpPr>
          <p:nvPr/>
        </p:nvCxnSpPr>
        <p:spPr>
          <a:xfrm flipH="1">
            <a:off x="4084638" y="1111250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395" name="AutoShape 35"/>
          <p:cNvCxnSpPr>
            <a:stCxn id="1039414" idx="6"/>
            <a:endCxn id="1039393" idx="2"/>
          </p:cNvCxnSpPr>
          <p:nvPr/>
        </p:nvCxnSpPr>
        <p:spPr>
          <a:xfrm flipH="1">
            <a:off x="424021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96" name="AutoShape 36"/>
          <p:cNvCxnSpPr>
            <a:stCxn id="1039411" idx="6"/>
            <a:endCxn id="1039410" idx="2"/>
          </p:cNvCxnSpPr>
          <p:nvPr/>
        </p:nvCxnSpPr>
        <p:spPr>
          <a:xfrm flipH="1">
            <a:off x="424021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397" name="AutoShape 37"/>
          <p:cNvCxnSpPr>
            <a:stCxn id="1039412" idx="7"/>
            <a:endCxn id="1039410" idx="3"/>
          </p:cNvCxnSpPr>
          <p:nvPr/>
        </p:nvCxnSpPr>
        <p:spPr>
          <a:xfrm flipH="1" flipV="1">
            <a:off x="408463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398" name="AutoShape 38"/>
          <p:cNvCxnSpPr>
            <a:endCxn id="1039403" idx="0"/>
          </p:cNvCxnSpPr>
          <p:nvPr/>
        </p:nvCxnSpPr>
        <p:spPr>
          <a:xfrm>
            <a:off x="377983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399" name="Oval 39"/>
          <p:cNvSpPr>
            <a:spLocks noChangeArrowheads="1"/>
          </p:cNvSpPr>
          <p:nvPr/>
        </p:nvSpPr>
        <p:spPr bwMode="auto">
          <a:xfrm flipH="1">
            <a:off x="334803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00" name="AutoShape 40"/>
          <p:cNvCxnSpPr>
            <a:stCxn id="1039399" idx="4"/>
            <a:endCxn id="1039392" idx="0"/>
          </p:cNvCxnSpPr>
          <p:nvPr/>
        </p:nvCxnSpPr>
        <p:spPr>
          <a:xfrm>
            <a:off x="377983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01" name="AutoShape 41"/>
          <p:cNvCxnSpPr>
            <a:stCxn id="1039408" idx="6"/>
            <a:endCxn id="1039399" idx="2"/>
          </p:cNvCxnSpPr>
          <p:nvPr/>
        </p:nvCxnSpPr>
        <p:spPr>
          <a:xfrm flipH="1">
            <a:off x="422592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02" name="AutoShape 42"/>
          <p:cNvCxnSpPr>
            <a:stCxn id="1039408" idx="5"/>
            <a:endCxn id="1039392" idx="1"/>
          </p:cNvCxnSpPr>
          <p:nvPr/>
        </p:nvCxnSpPr>
        <p:spPr>
          <a:xfrm flipH="1">
            <a:off x="408463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403" name="Oval 43"/>
          <p:cNvSpPr>
            <a:spLocks noChangeArrowheads="1"/>
          </p:cNvSpPr>
          <p:nvPr/>
        </p:nvSpPr>
        <p:spPr bwMode="auto">
          <a:xfrm flipH="1">
            <a:off x="334803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04" name="Oval 44"/>
          <p:cNvSpPr>
            <a:spLocks noChangeArrowheads="1"/>
          </p:cNvSpPr>
          <p:nvPr/>
        </p:nvSpPr>
        <p:spPr bwMode="auto">
          <a:xfrm flipH="1">
            <a:off x="450056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05" name="AutoShape 45"/>
          <p:cNvCxnSpPr>
            <a:stCxn id="1039404" idx="4"/>
            <a:endCxn id="1039414" idx="0"/>
          </p:cNvCxnSpPr>
          <p:nvPr/>
        </p:nvCxnSpPr>
        <p:spPr>
          <a:xfrm>
            <a:off x="493236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06" name="AutoShape 46"/>
          <p:cNvCxnSpPr>
            <a:stCxn id="1039411" idx="4"/>
            <a:endCxn id="1039412" idx="0"/>
          </p:cNvCxnSpPr>
          <p:nvPr/>
        </p:nvCxnSpPr>
        <p:spPr>
          <a:xfrm>
            <a:off x="493236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07" name="AutoShape 47"/>
          <p:cNvCxnSpPr>
            <a:stCxn id="1039414" idx="4"/>
            <a:endCxn id="1039411" idx="0"/>
          </p:cNvCxnSpPr>
          <p:nvPr/>
        </p:nvCxnSpPr>
        <p:spPr>
          <a:xfrm>
            <a:off x="493236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08" name="Oval 48"/>
          <p:cNvSpPr>
            <a:spLocks noChangeArrowheads="1"/>
          </p:cNvSpPr>
          <p:nvPr/>
        </p:nvSpPr>
        <p:spPr bwMode="auto">
          <a:xfrm flipH="1">
            <a:off x="450056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09" name="AutoShape 49"/>
          <p:cNvCxnSpPr>
            <a:stCxn id="1039408" idx="4"/>
            <a:endCxn id="1039404" idx="0"/>
          </p:cNvCxnSpPr>
          <p:nvPr/>
        </p:nvCxnSpPr>
        <p:spPr>
          <a:xfrm>
            <a:off x="493236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10" name="Oval 50"/>
          <p:cNvSpPr>
            <a:spLocks noChangeArrowheads="1"/>
          </p:cNvSpPr>
          <p:nvPr/>
        </p:nvSpPr>
        <p:spPr bwMode="auto">
          <a:xfrm flipH="1">
            <a:off x="334803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11" name="Oval 51"/>
          <p:cNvSpPr>
            <a:spLocks noChangeArrowheads="1"/>
          </p:cNvSpPr>
          <p:nvPr/>
        </p:nvSpPr>
        <p:spPr bwMode="auto">
          <a:xfrm flipH="1">
            <a:off x="450056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12" name="Oval 52"/>
          <p:cNvSpPr>
            <a:spLocks noChangeArrowheads="1"/>
          </p:cNvSpPr>
          <p:nvPr/>
        </p:nvSpPr>
        <p:spPr bwMode="auto">
          <a:xfrm flipH="1">
            <a:off x="450056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65" name="AutoShape 53"/>
          <p:cNvSpPr/>
          <p:nvPr/>
        </p:nvSpPr>
        <p:spPr>
          <a:xfrm flipV="1">
            <a:off x="536257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14" name="Oval 54"/>
          <p:cNvSpPr>
            <a:spLocks noChangeArrowheads="1"/>
          </p:cNvSpPr>
          <p:nvPr/>
        </p:nvSpPr>
        <p:spPr bwMode="auto">
          <a:xfrm flipH="1">
            <a:off x="450056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67" name="AutoShape 55"/>
          <p:cNvSpPr/>
          <p:nvPr/>
        </p:nvSpPr>
        <p:spPr>
          <a:xfrm flipV="1">
            <a:off x="2627313" y="4940300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68" name="AutoShape 56"/>
          <p:cNvSpPr/>
          <p:nvPr/>
        </p:nvSpPr>
        <p:spPr>
          <a:xfrm flipV="1">
            <a:off x="2625725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69" name="AutoShape 57"/>
          <p:cNvSpPr/>
          <p:nvPr/>
        </p:nvSpPr>
        <p:spPr>
          <a:xfrm flipV="1">
            <a:off x="2625725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18" name="Oval 58"/>
          <p:cNvSpPr>
            <a:spLocks noChangeArrowheads="1"/>
          </p:cNvSpPr>
          <p:nvPr/>
        </p:nvSpPr>
        <p:spPr bwMode="auto">
          <a:xfrm flipH="1">
            <a:off x="61118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19" name="Oval 59"/>
          <p:cNvSpPr>
            <a:spLocks noChangeArrowheads="1"/>
          </p:cNvSpPr>
          <p:nvPr/>
        </p:nvSpPr>
        <p:spPr bwMode="auto">
          <a:xfrm flipH="1">
            <a:off x="611188" y="48688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20" name="AutoShape 60"/>
          <p:cNvCxnSpPr>
            <a:stCxn id="1039434" idx="5"/>
            <a:endCxn id="1039419" idx="1"/>
          </p:cNvCxnSpPr>
          <p:nvPr/>
        </p:nvCxnSpPr>
        <p:spPr>
          <a:xfrm flipH="1">
            <a:off x="1347788" y="3990975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21" name="AutoShape 61"/>
          <p:cNvCxnSpPr>
            <a:stCxn id="1039440" idx="6"/>
            <a:endCxn id="1039419" idx="2"/>
          </p:cNvCxnSpPr>
          <p:nvPr/>
        </p:nvCxnSpPr>
        <p:spPr>
          <a:xfrm flipH="1">
            <a:off x="1503363" y="5013325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22" name="AutoShape 62"/>
          <p:cNvCxnSpPr>
            <a:stCxn id="1039437" idx="6"/>
            <a:endCxn id="1039436" idx="2"/>
          </p:cNvCxnSpPr>
          <p:nvPr/>
        </p:nvCxnSpPr>
        <p:spPr>
          <a:xfrm flipH="1">
            <a:off x="150336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23" name="AutoShape 63"/>
          <p:cNvCxnSpPr>
            <a:stCxn id="1039438" idx="7"/>
            <a:endCxn id="1039436" idx="3"/>
          </p:cNvCxnSpPr>
          <p:nvPr/>
        </p:nvCxnSpPr>
        <p:spPr>
          <a:xfrm flipH="1" flipV="1">
            <a:off x="134778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24" name="AutoShape 64"/>
          <p:cNvCxnSpPr>
            <a:endCxn id="1039429" idx="0"/>
          </p:cNvCxnSpPr>
          <p:nvPr/>
        </p:nvCxnSpPr>
        <p:spPr>
          <a:xfrm>
            <a:off x="104298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25" name="Oval 65"/>
          <p:cNvSpPr>
            <a:spLocks noChangeArrowheads="1"/>
          </p:cNvSpPr>
          <p:nvPr/>
        </p:nvSpPr>
        <p:spPr bwMode="auto">
          <a:xfrm flipH="1">
            <a:off x="61118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26" name="AutoShape 66"/>
          <p:cNvCxnSpPr>
            <a:stCxn id="1039425" idx="4"/>
            <a:endCxn id="1039418" idx="0"/>
          </p:cNvCxnSpPr>
          <p:nvPr/>
        </p:nvCxnSpPr>
        <p:spPr>
          <a:xfrm>
            <a:off x="104298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27" name="AutoShape 67"/>
          <p:cNvCxnSpPr>
            <a:stCxn id="1039434" idx="6"/>
            <a:endCxn id="1039425" idx="2"/>
          </p:cNvCxnSpPr>
          <p:nvPr/>
        </p:nvCxnSpPr>
        <p:spPr>
          <a:xfrm flipH="1">
            <a:off x="148907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28" name="AutoShape 68"/>
          <p:cNvCxnSpPr>
            <a:stCxn id="1039434" idx="5"/>
            <a:endCxn id="1039418" idx="1"/>
          </p:cNvCxnSpPr>
          <p:nvPr/>
        </p:nvCxnSpPr>
        <p:spPr>
          <a:xfrm flipH="1">
            <a:off x="134778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429" name="Oval 69"/>
          <p:cNvSpPr>
            <a:spLocks noChangeArrowheads="1"/>
          </p:cNvSpPr>
          <p:nvPr/>
        </p:nvSpPr>
        <p:spPr bwMode="auto">
          <a:xfrm flipH="1">
            <a:off x="61118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30" name="Oval 70"/>
          <p:cNvSpPr>
            <a:spLocks noChangeArrowheads="1"/>
          </p:cNvSpPr>
          <p:nvPr/>
        </p:nvSpPr>
        <p:spPr bwMode="auto">
          <a:xfrm flipH="1">
            <a:off x="1763713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31" name="AutoShape 71"/>
          <p:cNvCxnSpPr>
            <a:stCxn id="1039430" idx="4"/>
            <a:endCxn id="1039440" idx="0"/>
          </p:cNvCxnSpPr>
          <p:nvPr/>
        </p:nvCxnSpPr>
        <p:spPr>
          <a:xfrm>
            <a:off x="2195513" y="46101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32" name="AutoShape 72"/>
          <p:cNvCxnSpPr>
            <a:stCxn id="1039437" idx="4"/>
            <a:endCxn id="1039438" idx="0"/>
          </p:cNvCxnSpPr>
          <p:nvPr/>
        </p:nvCxnSpPr>
        <p:spPr>
          <a:xfrm>
            <a:off x="219551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33" name="AutoShape 73"/>
          <p:cNvCxnSpPr>
            <a:stCxn id="1039440" idx="4"/>
            <a:endCxn id="1039437" idx="0"/>
          </p:cNvCxnSpPr>
          <p:nvPr/>
        </p:nvCxnSpPr>
        <p:spPr>
          <a:xfrm>
            <a:off x="2195513" y="518636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34" name="Oval 74"/>
          <p:cNvSpPr>
            <a:spLocks noChangeArrowheads="1"/>
          </p:cNvSpPr>
          <p:nvPr/>
        </p:nvSpPr>
        <p:spPr bwMode="auto">
          <a:xfrm flipH="1">
            <a:off x="176371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35" name="AutoShape 75"/>
          <p:cNvCxnSpPr>
            <a:stCxn id="1039434" idx="4"/>
            <a:endCxn id="1039430" idx="0"/>
          </p:cNvCxnSpPr>
          <p:nvPr/>
        </p:nvCxnSpPr>
        <p:spPr>
          <a:xfrm>
            <a:off x="219551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36" name="Oval 76"/>
          <p:cNvSpPr>
            <a:spLocks noChangeArrowheads="1"/>
          </p:cNvSpPr>
          <p:nvPr/>
        </p:nvSpPr>
        <p:spPr bwMode="auto">
          <a:xfrm flipH="1">
            <a:off x="611188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37" name="Oval 77"/>
          <p:cNvSpPr>
            <a:spLocks noChangeArrowheads="1"/>
          </p:cNvSpPr>
          <p:nvPr/>
        </p:nvSpPr>
        <p:spPr bwMode="auto">
          <a:xfrm flipH="1">
            <a:off x="1763713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38" name="Oval 78"/>
          <p:cNvSpPr>
            <a:spLocks noChangeArrowheads="1"/>
          </p:cNvSpPr>
          <p:nvPr/>
        </p:nvSpPr>
        <p:spPr bwMode="auto">
          <a:xfrm flipH="1">
            <a:off x="1763713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91" name="AutoShape 79"/>
          <p:cNvSpPr/>
          <p:nvPr/>
        </p:nvSpPr>
        <p:spPr>
          <a:xfrm flipV="1">
            <a:off x="2625725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40" name="Oval 80"/>
          <p:cNvSpPr>
            <a:spLocks noChangeArrowheads="1"/>
          </p:cNvSpPr>
          <p:nvPr/>
        </p:nvSpPr>
        <p:spPr bwMode="auto">
          <a:xfrm flipH="1">
            <a:off x="1763713" y="4868863"/>
            <a:ext cx="863600" cy="288925"/>
          </a:xfrm>
          <a:prstGeom prst="ellipse">
            <a:avLst/>
          </a:prstGeom>
          <a:solidFill>
            <a:srgbClr val="4D4D4D"/>
          </a:solidFill>
          <a:ln w="57150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</a:t>
            </a:r>
            <a:r>
              <a:rPr lang="en-US" altLang="zh-CN" sz="1400" b="1" noProof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93" name="AutoShape 81"/>
          <p:cNvSpPr/>
          <p:nvPr/>
        </p:nvSpPr>
        <p:spPr>
          <a:xfrm flipV="1">
            <a:off x="5364163" y="4940300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94" name="AutoShape 82"/>
          <p:cNvSpPr/>
          <p:nvPr/>
        </p:nvSpPr>
        <p:spPr>
          <a:xfrm flipV="1">
            <a:off x="5362575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395" name="AutoShape 83"/>
          <p:cNvSpPr/>
          <p:nvPr/>
        </p:nvSpPr>
        <p:spPr>
          <a:xfrm flipV="1">
            <a:off x="5362575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44" name="Oval 84"/>
          <p:cNvSpPr>
            <a:spLocks noChangeArrowheads="1"/>
          </p:cNvSpPr>
          <p:nvPr/>
        </p:nvSpPr>
        <p:spPr bwMode="auto">
          <a:xfrm flipH="1">
            <a:off x="3348038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45" name="Oval 85"/>
          <p:cNvSpPr>
            <a:spLocks noChangeArrowheads="1"/>
          </p:cNvSpPr>
          <p:nvPr/>
        </p:nvSpPr>
        <p:spPr bwMode="auto">
          <a:xfrm flipH="1">
            <a:off x="3348038" y="48688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46" name="AutoShape 86"/>
          <p:cNvCxnSpPr>
            <a:stCxn id="1039460" idx="5"/>
            <a:endCxn id="1039445" idx="1"/>
          </p:cNvCxnSpPr>
          <p:nvPr/>
        </p:nvCxnSpPr>
        <p:spPr>
          <a:xfrm flipH="1">
            <a:off x="4084638" y="3990975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47" name="AutoShape 87"/>
          <p:cNvCxnSpPr>
            <a:stCxn id="1039466" idx="6"/>
            <a:endCxn id="1039445" idx="2"/>
          </p:cNvCxnSpPr>
          <p:nvPr/>
        </p:nvCxnSpPr>
        <p:spPr>
          <a:xfrm flipH="1">
            <a:off x="4240213" y="5013325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48" name="AutoShape 88"/>
          <p:cNvCxnSpPr>
            <a:stCxn id="1039463" idx="6"/>
            <a:endCxn id="1039462" idx="2"/>
          </p:cNvCxnSpPr>
          <p:nvPr/>
        </p:nvCxnSpPr>
        <p:spPr>
          <a:xfrm flipH="1">
            <a:off x="4240213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49" name="AutoShape 89"/>
          <p:cNvCxnSpPr>
            <a:stCxn id="1039464" idx="7"/>
            <a:endCxn id="1039462" idx="3"/>
          </p:cNvCxnSpPr>
          <p:nvPr/>
        </p:nvCxnSpPr>
        <p:spPr>
          <a:xfrm flipH="1" flipV="1">
            <a:off x="4084638" y="5719763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50" name="AutoShape 90"/>
          <p:cNvCxnSpPr>
            <a:endCxn id="1039455" idx="0"/>
          </p:cNvCxnSpPr>
          <p:nvPr/>
        </p:nvCxnSpPr>
        <p:spPr>
          <a:xfrm>
            <a:off x="3779838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51" name="Oval 91"/>
          <p:cNvSpPr>
            <a:spLocks noChangeArrowheads="1"/>
          </p:cNvSpPr>
          <p:nvPr/>
        </p:nvSpPr>
        <p:spPr bwMode="auto">
          <a:xfrm flipH="1">
            <a:off x="3348038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52" name="AutoShape 92"/>
          <p:cNvCxnSpPr>
            <a:stCxn id="1039451" idx="4"/>
            <a:endCxn id="1039444" idx="0"/>
          </p:cNvCxnSpPr>
          <p:nvPr/>
        </p:nvCxnSpPr>
        <p:spPr>
          <a:xfrm>
            <a:off x="3779838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53" name="AutoShape 93"/>
          <p:cNvCxnSpPr>
            <a:stCxn id="1039460" idx="6"/>
            <a:endCxn id="1039451" idx="2"/>
          </p:cNvCxnSpPr>
          <p:nvPr/>
        </p:nvCxnSpPr>
        <p:spPr>
          <a:xfrm flipH="1">
            <a:off x="4225925" y="3860800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54" name="AutoShape 94"/>
          <p:cNvCxnSpPr>
            <a:stCxn id="1039460" idx="5"/>
            <a:endCxn id="1039444" idx="1"/>
          </p:cNvCxnSpPr>
          <p:nvPr/>
        </p:nvCxnSpPr>
        <p:spPr>
          <a:xfrm flipH="1">
            <a:off x="4084638" y="3990975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455" name="Oval 95"/>
          <p:cNvSpPr>
            <a:spLocks noChangeArrowheads="1"/>
          </p:cNvSpPr>
          <p:nvPr/>
        </p:nvSpPr>
        <p:spPr bwMode="auto">
          <a:xfrm flipH="1">
            <a:off x="3348038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56" name="Oval 96"/>
          <p:cNvSpPr>
            <a:spLocks noChangeArrowheads="1"/>
          </p:cNvSpPr>
          <p:nvPr/>
        </p:nvSpPr>
        <p:spPr bwMode="auto">
          <a:xfrm flipH="1">
            <a:off x="4500563" y="429260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</a:t>
            </a:r>
            <a:r>
              <a:rPr lang="en-US" altLang="zh-CN" sz="1400" b="1" noProof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57" name="AutoShape 97"/>
          <p:cNvCxnSpPr>
            <a:stCxn id="1039456" idx="4"/>
            <a:endCxn id="1039466" idx="0"/>
          </p:cNvCxnSpPr>
          <p:nvPr/>
        </p:nvCxnSpPr>
        <p:spPr>
          <a:xfrm>
            <a:off x="4932363" y="46101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58" name="AutoShape 98"/>
          <p:cNvCxnSpPr>
            <a:stCxn id="1039463" idx="4"/>
            <a:endCxn id="1039464" idx="0"/>
          </p:cNvCxnSpPr>
          <p:nvPr/>
        </p:nvCxnSpPr>
        <p:spPr>
          <a:xfrm>
            <a:off x="4932363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59" name="AutoShape 99"/>
          <p:cNvCxnSpPr>
            <a:stCxn id="1039466" idx="4"/>
            <a:endCxn id="1039463" idx="0"/>
          </p:cNvCxnSpPr>
          <p:nvPr/>
        </p:nvCxnSpPr>
        <p:spPr>
          <a:xfrm>
            <a:off x="4932363" y="518636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60" name="Oval 100"/>
          <p:cNvSpPr>
            <a:spLocks noChangeArrowheads="1"/>
          </p:cNvSpPr>
          <p:nvPr/>
        </p:nvSpPr>
        <p:spPr bwMode="auto">
          <a:xfrm flipH="1">
            <a:off x="4500563" y="3716338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61" name="AutoShape 101"/>
          <p:cNvCxnSpPr>
            <a:stCxn id="1039460" idx="4"/>
            <a:endCxn id="1039456" idx="0"/>
          </p:cNvCxnSpPr>
          <p:nvPr/>
        </p:nvCxnSpPr>
        <p:spPr>
          <a:xfrm>
            <a:off x="4932363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62" name="Oval 102"/>
          <p:cNvSpPr>
            <a:spLocks noChangeArrowheads="1"/>
          </p:cNvSpPr>
          <p:nvPr/>
        </p:nvSpPr>
        <p:spPr bwMode="auto">
          <a:xfrm flipH="1">
            <a:off x="3348038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63" name="Oval 103"/>
          <p:cNvSpPr>
            <a:spLocks noChangeArrowheads="1"/>
          </p:cNvSpPr>
          <p:nvPr/>
        </p:nvSpPr>
        <p:spPr bwMode="auto">
          <a:xfrm flipH="1">
            <a:off x="4500563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64" name="Oval 104"/>
          <p:cNvSpPr>
            <a:spLocks noChangeArrowheads="1"/>
          </p:cNvSpPr>
          <p:nvPr/>
        </p:nvSpPr>
        <p:spPr bwMode="auto">
          <a:xfrm flipH="1">
            <a:off x="4500563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17" name="AutoShape 105"/>
          <p:cNvSpPr/>
          <p:nvPr/>
        </p:nvSpPr>
        <p:spPr>
          <a:xfrm flipV="1">
            <a:off x="5362575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66" name="Oval 106"/>
          <p:cNvSpPr>
            <a:spLocks noChangeArrowheads="1"/>
          </p:cNvSpPr>
          <p:nvPr/>
        </p:nvSpPr>
        <p:spPr bwMode="auto">
          <a:xfrm flipH="1">
            <a:off x="4500563" y="48688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19" name="AutoShape 107"/>
          <p:cNvSpPr/>
          <p:nvPr/>
        </p:nvSpPr>
        <p:spPr>
          <a:xfrm flipV="1">
            <a:off x="8101013" y="2060575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420" name="AutoShape 108"/>
          <p:cNvSpPr/>
          <p:nvPr/>
        </p:nvSpPr>
        <p:spPr>
          <a:xfrm flipV="1">
            <a:off x="809942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421" name="AutoShape 109"/>
          <p:cNvSpPr/>
          <p:nvPr/>
        </p:nvSpPr>
        <p:spPr>
          <a:xfrm flipV="1">
            <a:off x="809942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70" name="Oval 110"/>
          <p:cNvSpPr>
            <a:spLocks noChangeArrowheads="1"/>
          </p:cNvSpPr>
          <p:nvPr/>
        </p:nvSpPr>
        <p:spPr bwMode="auto">
          <a:xfrm flipH="1">
            <a:off x="60848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71" name="Oval 111"/>
          <p:cNvSpPr>
            <a:spLocks noChangeArrowheads="1"/>
          </p:cNvSpPr>
          <p:nvPr/>
        </p:nvSpPr>
        <p:spPr bwMode="auto">
          <a:xfrm flipH="1">
            <a:off x="6084888" y="198913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</a:t>
            </a:r>
            <a:r>
              <a:rPr lang="en-US" altLang="zh-CN" sz="1400" b="1" noProof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72" name="AutoShape 112"/>
          <p:cNvCxnSpPr>
            <a:stCxn id="1039486" idx="5"/>
            <a:endCxn id="1039471" idx="1"/>
          </p:cNvCxnSpPr>
          <p:nvPr/>
        </p:nvCxnSpPr>
        <p:spPr>
          <a:xfrm flipH="1">
            <a:off x="6821488" y="1111250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73" name="AutoShape 113"/>
          <p:cNvCxnSpPr>
            <a:stCxn id="1039492" idx="6"/>
            <a:endCxn id="1039471" idx="2"/>
          </p:cNvCxnSpPr>
          <p:nvPr/>
        </p:nvCxnSpPr>
        <p:spPr>
          <a:xfrm flipH="1">
            <a:off x="697706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74" name="AutoShape 114"/>
          <p:cNvCxnSpPr>
            <a:stCxn id="1039489" idx="6"/>
            <a:endCxn id="1039488" idx="2"/>
          </p:cNvCxnSpPr>
          <p:nvPr/>
        </p:nvCxnSpPr>
        <p:spPr>
          <a:xfrm flipH="1">
            <a:off x="69770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75" name="AutoShape 115"/>
          <p:cNvCxnSpPr>
            <a:stCxn id="1039490" idx="7"/>
            <a:endCxn id="1039488" idx="3"/>
          </p:cNvCxnSpPr>
          <p:nvPr/>
        </p:nvCxnSpPr>
        <p:spPr>
          <a:xfrm flipH="1" flipV="1">
            <a:off x="68214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76" name="AutoShape 116"/>
          <p:cNvCxnSpPr>
            <a:endCxn id="1039481" idx="0"/>
          </p:cNvCxnSpPr>
          <p:nvPr/>
        </p:nvCxnSpPr>
        <p:spPr>
          <a:xfrm>
            <a:off x="651668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77" name="Oval 117"/>
          <p:cNvSpPr>
            <a:spLocks noChangeArrowheads="1"/>
          </p:cNvSpPr>
          <p:nvPr/>
        </p:nvSpPr>
        <p:spPr bwMode="auto">
          <a:xfrm flipH="1">
            <a:off x="60848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78" name="AutoShape 118"/>
          <p:cNvCxnSpPr>
            <a:stCxn id="1039477" idx="4"/>
            <a:endCxn id="1039470" idx="0"/>
          </p:cNvCxnSpPr>
          <p:nvPr/>
        </p:nvCxnSpPr>
        <p:spPr>
          <a:xfrm>
            <a:off x="65166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79" name="AutoShape 119"/>
          <p:cNvCxnSpPr>
            <a:stCxn id="1039486" idx="6"/>
            <a:endCxn id="1039477" idx="2"/>
          </p:cNvCxnSpPr>
          <p:nvPr/>
        </p:nvCxnSpPr>
        <p:spPr>
          <a:xfrm flipH="1">
            <a:off x="696277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480" name="AutoShape 120"/>
          <p:cNvCxnSpPr>
            <a:stCxn id="1039486" idx="5"/>
            <a:endCxn id="1039470" idx="1"/>
          </p:cNvCxnSpPr>
          <p:nvPr/>
        </p:nvCxnSpPr>
        <p:spPr>
          <a:xfrm flipH="1">
            <a:off x="6821488" y="1111250"/>
            <a:ext cx="541337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481" name="Oval 121"/>
          <p:cNvSpPr>
            <a:spLocks noChangeArrowheads="1"/>
          </p:cNvSpPr>
          <p:nvPr/>
        </p:nvSpPr>
        <p:spPr bwMode="auto">
          <a:xfrm flipH="1">
            <a:off x="608488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82" name="Oval 122"/>
          <p:cNvSpPr>
            <a:spLocks noChangeArrowheads="1"/>
          </p:cNvSpPr>
          <p:nvPr/>
        </p:nvSpPr>
        <p:spPr bwMode="auto">
          <a:xfrm flipH="1">
            <a:off x="7237413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2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83" name="AutoShape 123"/>
          <p:cNvCxnSpPr>
            <a:stCxn id="1039482" idx="4"/>
            <a:endCxn id="1039492" idx="0"/>
          </p:cNvCxnSpPr>
          <p:nvPr/>
        </p:nvCxnSpPr>
        <p:spPr>
          <a:xfrm>
            <a:off x="766921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84" name="AutoShape 124"/>
          <p:cNvCxnSpPr>
            <a:stCxn id="1039489" idx="4"/>
            <a:endCxn id="1039490" idx="0"/>
          </p:cNvCxnSpPr>
          <p:nvPr/>
        </p:nvCxnSpPr>
        <p:spPr>
          <a:xfrm>
            <a:off x="76692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485" name="AutoShape 125"/>
          <p:cNvCxnSpPr>
            <a:stCxn id="1039492" idx="4"/>
            <a:endCxn id="1039489" idx="0"/>
          </p:cNvCxnSpPr>
          <p:nvPr/>
        </p:nvCxnSpPr>
        <p:spPr>
          <a:xfrm>
            <a:off x="766921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86" name="Oval 126"/>
          <p:cNvSpPr>
            <a:spLocks noChangeArrowheads="1"/>
          </p:cNvSpPr>
          <p:nvPr/>
        </p:nvSpPr>
        <p:spPr bwMode="auto">
          <a:xfrm flipH="1">
            <a:off x="7237413" y="836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87" name="AutoShape 127"/>
          <p:cNvCxnSpPr>
            <a:stCxn id="1039486" idx="4"/>
            <a:endCxn id="1039482" idx="0"/>
          </p:cNvCxnSpPr>
          <p:nvPr/>
        </p:nvCxnSpPr>
        <p:spPr>
          <a:xfrm>
            <a:off x="76692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488" name="Oval 128"/>
          <p:cNvSpPr>
            <a:spLocks noChangeArrowheads="1"/>
          </p:cNvSpPr>
          <p:nvPr/>
        </p:nvSpPr>
        <p:spPr bwMode="auto">
          <a:xfrm flipH="1">
            <a:off x="608488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89" name="Oval 129"/>
          <p:cNvSpPr>
            <a:spLocks noChangeArrowheads="1"/>
          </p:cNvSpPr>
          <p:nvPr/>
        </p:nvSpPr>
        <p:spPr bwMode="auto">
          <a:xfrm flipH="1">
            <a:off x="723741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90" name="Oval 130"/>
          <p:cNvSpPr>
            <a:spLocks noChangeArrowheads="1"/>
          </p:cNvSpPr>
          <p:nvPr/>
        </p:nvSpPr>
        <p:spPr bwMode="auto">
          <a:xfrm flipH="1">
            <a:off x="723741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43" name="AutoShape 131"/>
          <p:cNvSpPr/>
          <p:nvPr/>
        </p:nvSpPr>
        <p:spPr>
          <a:xfrm flipV="1">
            <a:off x="809942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92" name="Oval 132"/>
          <p:cNvSpPr>
            <a:spLocks noChangeArrowheads="1"/>
          </p:cNvSpPr>
          <p:nvPr/>
        </p:nvSpPr>
        <p:spPr bwMode="auto">
          <a:xfrm flipH="1">
            <a:off x="723741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3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45" name="AutoShape 133"/>
          <p:cNvSpPr/>
          <p:nvPr/>
        </p:nvSpPr>
        <p:spPr>
          <a:xfrm flipV="1">
            <a:off x="8102600" y="4940300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sym typeface="+mn-ea"/>
              </a:rPr>
              <a:t>H-A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446" name="AutoShape 134"/>
          <p:cNvSpPr/>
          <p:nvPr/>
        </p:nvSpPr>
        <p:spPr>
          <a:xfrm flipV="1">
            <a:off x="8101013" y="37163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3447" name="AutoShape 135"/>
          <p:cNvSpPr/>
          <p:nvPr/>
        </p:nvSpPr>
        <p:spPr>
          <a:xfrm flipV="1">
            <a:off x="8101013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496" name="Oval 136"/>
          <p:cNvSpPr>
            <a:spLocks noChangeArrowheads="1"/>
          </p:cNvSpPr>
          <p:nvPr/>
        </p:nvSpPr>
        <p:spPr bwMode="auto">
          <a:xfrm flipH="1">
            <a:off x="6086475" y="4292600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497" name="Oval 137"/>
          <p:cNvSpPr>
            <a:spLocks noChangeArrowheads="1"/>
          </p:cNvSpPr>
          <p:nvPr/>
        </p:nvSpPr>
        <p:spPr bwMode="auto">
          <a:xfrm flipH="1">
            <a:off x="6086475" y="486886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498" name="AutoShape 138"/>
          <p:cNvCxnSpPr>
            <a:stCxn id="1039512" idx="5"/>
            <a:endCxn id="1039497" idx="1"/>
          </p:cNvCxnSpPr>
          <p:nvPr/>
        </p:nvCxnSpPr>
        <p:spPr>
          <a:xfrm flipH="1">
            <a:off x="6823075" y="3990975"/>
            <a:ext cx="541338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499" name="AutoShape 139"/>
          <p:cNvCxnSpPr>
            <a:stCxn id="1039518" idx="6"/>
            <a:endCxn id="1039497" idx="2"/>
          </p:cNvCxnSpPr>
          <p:nvPr/>
        </p:nvCxnSpPr>
        <p:spPr>
          <a:xfrm flipH="1">
            <a:off x="6978650" y="5013325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500" name="AutoShape 140"/>
          <p:cNvCxnSpPr>
            <a:stCxn id="1039515" idx="6"/>
            <a:endCxn id="1039514" idx="2"/>
          </p:cNvCxnSpPr>
          <p:nvPr/>
        </p:nvCxnSpPr>
        <p:spPr>
          <a:xfrm flipH="1">
            <a:off x="6978650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39501" name="AutoShape 141"/>
          <p:cNvCxnSpPr>
            <a:stCxn id="1039516" idx="7"/>
            <a:endCxn id="1039514" idx="3"/>
          </p:cNvCxnSpPr>
          <p:nvPr/>
        </p:nvCxnSpPr>
        <p:spPr>
          <a:xfrm flipH="1" flipV="1">
            <a:off x="6823075" y="5719763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502" name="AutoShape 142"/>
          <p:cNvCxnSpPr>
            <a:endCxn id="1039507" idx="0"/>
          </p:cNvCxnSpPr>
          <p:nvPr/>
        </p:nvCxnSpPr>
        <p:spPr>
          <a:xfrm>
            <a:off x="6518275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503" name="Oval 143"/>
          <p:cNvSpPr>
            <a:spLocks noChangeArrowheads="1"/>
          </p:cNvSpPr>
          <p:nvPr/>
        </p:nvSpPr>
        <p:spPr bwMode="auto">
          <a:xfrm flipH="1">
            <a:off x="6086475" y="3716338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504" name="AutoShape 144"/>
          <p:cNvCxnSpPr>
            <a:stCxn id="1039503" idx="4"/>
            <a:endCxn id="1039496" idx="0"/>
          </p:cNvCxnSpPr>
          <p:nvPr/>
        </p:nvCxnSpPr>
        <p:spPr>
          <a:xfrm>
            <a:off x="6518275" y="4019550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505" name="AutoShape 145"/>
          <p:cNvCxnSpPr>
            <a:stCxn id="1039512" idx="6"/>
            <a:endCxn id="1039503" idx="2"/>
          </p:cNvCxnSpPr>
          <p:nvPr/>
        </p:nvCxnSpPr>
        <p:spPr>
          <a:xfrm flipH="1">
            <a:off x="6964363" y="3860800"/>
            <a:ext cx="2460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39506" name="AutoShape 146"/>
          <p:cNvCxnSpPr>
            <a:stCxn id="1039512" idx="5"/>
            <a:endCxn id="1039496" idx="1"/>
          </p:cNvCxnSpPr>
          <p:nvPr/>
        </p:nvCxnSpPr>
        <p:spPr>
          <a:xfrm flipH="1">
            <a:off x="6823075" y="3990975"/>
            <a:ext cx="541338" cy="328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39507" name="Oval 147"/>
          <p:cNvSpPr>
            <a:spLocks noChangeArrowheads="1"/>
          </p:cNvSpPr>
          <p:nvPr/>
        </p:nvSpPr>
        <p:spPr bwMode="auto">
          <a:xfrm flipH="1">
            <a:off x="6086475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508" name="Oval 148"/>
          <p:cNvSpPr>
            <a:spLocks noChangeArrowheads="1"/>
          </p:cNvSpPr>
          <p:nvPr/>
        </p:nvSpPr>
        <p:spPr bwMode="auto">
          <a:xfrm flipH="1">
            <a:off x="7239000" y="429260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</a:t>
            </a:r>
            <a:r>
              <a:rPr lang="en-US" altLang="zh-CN" sz="1400" b="1" noProof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509" name="AutoShape 149"/>
          <p:cNvCxnSpPr>
            <a:stCxn id="1039508" idx="4"/>
            <a:endCxn id="1039518" idx="0"/>
          </p:cNvCxnSpPr>
          <p:nvPr/>
        </p:nvCxnSpPr>
        <p:spPr>
          <a:xfrm>
            <a:off x="7670800" y="46101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510" name="AutoShape 150"/>
          <p:cNvCxnSpPr>
            <a:stCxn id="1039515" idx="4"/>
            <a:endCxn id="1039516" idx="0"/>
          </p:cNvCxnSpPr>
          <p:nvPr/>
        </p:nvCxnSpPr>
        <p:spPr>
          <a:xfrm>
            <a:off x="7670800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39511" name="AutoShape 151"/>
          <p:cNvCxnSpPr>
            <a:stCxn id="1039518" idx="4"/>
            <a:endCxn id="1039515" idx="0"/>
          </p:cNvCxnSpPr>
          <p:nvPr/>
        </p:nvCxnSpPr>
        <p:spPr>
          <a:xfrm>
            <a:off x="7670800" y="518636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512" name="Oval 152"/>
          <p:cNvSpPr>
            <a:spLocks noChangeArrowheads="1"/>
          </p:cNvSpPr>
          <p:nvPr/>
        </p:nvSpPr>
        <p:spPr bwMode="auto">
          <a:xfrm flipH="1">
            <a:off x="7239000" y="3716338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39513" name="AutoShape 153"/>
          <p:cNvCxnSpPr>
            <a:stCxn id="1039512" idx="4"/>
            <a:endCxn id="1039508" idx="0"/>
          </p:cNvCxnSpPr>
          <p:nvPr/>
        </p:nvCxnSpPr>
        <p:spPr>
          <a:xfrm>
            <a:off x="7670800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39514" name="Oval 154"/>
          <p:cNvSpPr>
            <a:spLocks noChangeArrowheads="1"/>
          </p:cNvSpPr>
          <p:nvPr/>
        </p:nvSpPr>
        <p:spPr bwMode="auto">
          <a:xfrm flipH="1">
            <a:off x="6086475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515" name="Oval 155"/>
          <p:cNvSpPr>
            <a:spLocks noChangeArrowheads="1"/>
          </p:cNvSpPr>
          <p:nvPr/>
        </p:nvSpPr>
        <p:spPr bwMode="auto">
          <a:xfrm flipH="1">
            <a:off x="7239000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39516" name="Oval 156"/>
          <p:cNvSpPr>
            <a:spLocks noChangeArrowheads="1"/>
          </p:cNvSpPr>
          <p:nvPr/>
        </p:nvSpPr>
        <p:spPr bwMode="auto">
          <a:xfrm flipH="1">
            <a:off x="7239000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469" name="AutoShape 157"/>
          <p:cNvSpPr/>
          <p:nvPr/>
        </p:nvSpPr>
        <p:spPr>
          <a:xfrm flipV="1">
            <a:off x="8101013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39518" name="Oval 158"/>
          <p:cNvSpPr>
            <a:spLocks noChangeArrowheads="1"/>
          </p:cNvSpPr>
          <p:nvPr/>
        </p:nvSpPr>
        <p:spPr bwMode="auto">
          <a:xfrm flipH="1">
            <a:off x="7239000" y="48688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3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39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39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6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39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39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6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39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39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39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68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39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39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039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39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39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39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39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39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6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039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39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39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39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39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39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039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39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39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39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39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39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39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39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39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39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39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39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39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39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039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39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039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39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39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39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39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39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5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1039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39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39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39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39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7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39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39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39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39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5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39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039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6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3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3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39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39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88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3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0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4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33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4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33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4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4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39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039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2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39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39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3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39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1039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039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4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039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039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4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039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039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39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39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1039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1039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5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39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039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39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6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39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394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394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6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039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039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39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7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39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39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39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7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039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0393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393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8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39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39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399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39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394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394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0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039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8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039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039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039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39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9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39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039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039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1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039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0394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394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39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39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0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39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39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39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039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1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39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4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39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2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3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6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65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39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39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3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0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67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3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2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68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3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69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39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4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6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039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8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039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039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19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39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039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039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0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39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6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039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0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039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039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39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1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39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1039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1039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1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39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039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39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2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39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1039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039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2"/>
                  </p:tgtEl>
                </p:cond>
              </p:nextCondLst>
            </p:seq>
            <p:seq concurrent="1" nextAc="seek">
              <p:cTn id="584" restart="whenNotActive" fill="hold" evtFilter="cancelBubble" nodeType="interactiveSeq">
                <p:stCondLst>
                  <p:cond evt="onClick" delay="0">
                    <p:tgtEl>
                      <p:spTgt spid="1039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5" fill="hold">
                      <p:stCondLst>
                        <p:cond delay="0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039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39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3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39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1039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1039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3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039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039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39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4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39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39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5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39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1039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1039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6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039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6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8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039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4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039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039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39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5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39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1039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1039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7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1039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1039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39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39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0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39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2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39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0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2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39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6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39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2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4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39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7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39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4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6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039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38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3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6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13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91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039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8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039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0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3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30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3" dur="300" fill="hold"/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93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3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42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94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3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54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95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039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6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039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4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039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8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039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5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039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039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039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6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1039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4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6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039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6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039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039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039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7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039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1039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1039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7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1039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6" dur="300" fill="hold"/>
                                        <p:tgtEl>
                                          <p:spTgt spid="1039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039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8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039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1039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039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8"/>
                  </p:tgtEl>
                </p:cond>
              </p:nextCondLst>
            </p:seq>
            <p:seq concurrent="1" nextAc="seek">
              <p:cTn id="824" restart="whenNotActive" fill="hold" evtFilter="cancelBubble" nodeType="interactiveSeq">
                <p:stCondLst>
                  <p:cond evt="onClick" delay="0">
                    <p:tgtEl>
                      <p:spTgt spid="1039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5" fill="hold">
                      <p:stCondLst>
                        <p:cond delay="0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8" dur="300" fill="hold"/>
                                        <p:tgtEl>
                                          <p:spTgt spid="1039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039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4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039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1039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1039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9"/>
                  </p:tgtEl>
                </p:cond>
              </p:nextCondLst>
            </p:seq>
            <p:seq concurrent="1" nextAc="seek">
              <p:cTn id="836" restart="whenNotActive" fill="hold" evtFilter="cancelBubble" nodeType="interactiveSeq">
                <p:stCondLst>
                  <p:cond evt="onClick" delay="0">
                    <p:tgtEl>
                      <p:spTgt spid="1039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300" fill="hold"/>
                                        <p:tgtEl>
                                          <p:spTgt spid="1039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039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0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039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0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2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039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1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039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1039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1039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2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039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4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6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8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1039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0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1039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1039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039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1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039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1039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1039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3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1039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1039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039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4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039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8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039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5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039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8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0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039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2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1039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0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2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039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3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039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2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4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039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4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3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6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7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9" dur="3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17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039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0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039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66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3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8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70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3" dur="300" fill="hold"/>
                                        <p:tgtEl>
                                          <p:spTgt spid="134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19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3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0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82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3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5" dur="3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20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3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2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94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5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7" dur="300" fill="hold"/>
                                        <p:tgtEl>
                                          <p:spTgt spid="13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21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1039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4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6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8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039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0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039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4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5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6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8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0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039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1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039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1039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1039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2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1039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2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3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4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6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039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2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1039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1039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1039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3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039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1039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1039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3"/>
                  </p:tgtEl>
                </p:cond>
              </p:nextCondLst>
            </p:seq>
            <p:seq concurrent="1" nextAc="seek">
              <p:cTn id="1052" restart="whenNotActive" fill="hold" evtFilter="cancelBubble" nodeType="interactiveSeq">
                <p:stCondLst>
                  <p:cond evt="onClick" delay="0">
                    <p:tgtEl>
                      <p:spTgt spid="1039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3" fill="hold">
                      <p:stCondLst>
                        <p:cond delay="0"/>
                      </p:stCondLst>
                      <p:childTnLst>
                        <p:par>
                          <p:cTn id="1054" fill="hold">
                            <p:stCondLst>
                              <p:cond delay="0"/>
                            </p:stCondLst>
                            <p:childTnLst>
                              <p:par>
                                <p:cTn id="10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1039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039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4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039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1039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1039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4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1039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1039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039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5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039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1039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1039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5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1039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1039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1039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6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039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0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039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7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1039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1039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1039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8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1039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6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8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1039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6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1039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1039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039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7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039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1039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1039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79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1039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1039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039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0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039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4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5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6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8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0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039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1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039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6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2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039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8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039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8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0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2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039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89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039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0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1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2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4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6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039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0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3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2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86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7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9" dur="300" fill="hold"/>
                                        <p:tgtEl>
                                          <p:spTgt spid="13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43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039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4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6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8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0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039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2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3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6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8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10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1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3" dur="300" fill="hold"/>
                                        <p:tgtEl>
                                          <p:spTgt spid="13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45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3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8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0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22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3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5" dur="300" fill="hold"/>
                                        <p:tgtEl>
                                          <p:spTgt spid="13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46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3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0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2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34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5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7" dur="300" fill="hold"/>
                                        <p:tgtEl>
                                          <p:spTgt spid="13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47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039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2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4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6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8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039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6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039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4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6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8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0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039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7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039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6" dur="300" fill="hold"/>
                                        <p:tgtEl>
                                          <p:spTgt spid="1039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039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8"/>
                  </p:tgtEl>
                </p:cond>
              </p:nextCondLst>
            </p:seq>
            <p:seq concurrent="1" nextAc="seek">
              <p:cTn id="1268" restart="whenNotActive" fill="hold" evtFilter="cancelBubble" nodeType="interactiveSeq">
                <p:stCondLst>
                  <p:cond evt="onClick" delay="0">
                    <p:tgtEl>
                      <p:spTgt spid="1039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9" fill="hold">
                      <p:stCondLst>
                        <p:cond delay="0"/>
                      </p:stCondLst>
                      <p:childTnLst>
                        <p:par>
                          <p:cTn id="1270" fill="hold">
                            <p:stCondLst>
                              <p:cond delay="0"/>
                            </p:stCondLst>
                            <p:childTnLst>
                              <p:par>
                                <p:cTn id="12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2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4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6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8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1039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8"/>
                  </p:tgtEl>
                </p:cond>
              </p:nextCondLst>
            </p:seq>
            <p:seq concurrent="1" nextAc="seek">
              <p:cTn id="1280" restart="whenNotActive" fill="hold" evtFilter="cancelBubble" nodeType="interactiveSeq">
                <p:stCondLst>
                  <p:cond evt="onClick" delay="0">
                    <p:tgtEl>
                      <p:spTgt spid="1039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1" fill="hold">
                      <p:stCondLst>
                        <p:cond delay="0"/>
                      </p:stCondLst>
                      <p:childTnLst>
                        <p:par>
                          <p:cTn id="1282" fill="hold">
                            <p:stCondLst>
                              <p:cond delay="0"/>
                            </p:stCondLst>
                            <p:childTnLst>
                              <p:par>
                                <p:cTn id="1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1039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039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9"/>
                  </p:tgtEl>
                </p:cond>
              </p:nextCondLst>
            </p:seq>
            <p:seq concurrent="1" nextAc="seek">
              <p:cTn id="1286" restart="whenNotActive" fill="hold" evtFilter="cancelBubble" nodeType="interactiveSeq">
                <p:stCondLst>
                  <p:cond evt="onClick" delay="0">
                    <p:tgtEl>
                      <p:spTgt spid="1039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7" fill="hold">
                      <p:stCondLst>
                        <p:cond delay="0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0" dur="300" fill="hold"/>
                                        <p:tgtEl>
                                          <p:spTgt spid="1039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1" dur="300" fill="hold"/>
                                        <p:tgtEl>
                                          <p:spTgt spid="1039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499"/>
                  </p:tgtEl>
                </p:cond>
              </p:nextCondLst>
            </p:seq>
            <p:seq concurrent="1" nextAc="seek">
              <p:cTn id="1292" restart="whenNotActive" fill="hold" evtFilter="cancelBubble" nodeType="interactiveSeq">
                <p:stCondLst>
                  <p:cond evt="onClick" delay="0">
                    <p:tgtEl>
                      <p:spTgt spid="1039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3" fill="hold">
                      <p:stCondLst>
                        <p:cond delay="0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6" dur="300" fill="hold"/>
                                        <p:tgtEl>
                                          <p:spTgt spid="1039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1039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0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1039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2" dur="300" fill="hold"/>
                                        <p:tgtEl>
                                          <p:spTgt spid="1039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1039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0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1039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8" dur="300" fill="hold"/>
                                        <p:tgtEl>
                                          <p:spTgt spid="1039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1039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1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1039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4" dur="300" fill="hold"/>
                                        <p:tgtEl>
                                          <p:spTgt spid="1039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1039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1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1039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0" dur="300" fill="hold"/>
                                        <p:tgtEl>
                                          <p:spTgt spid="1039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1039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2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1039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6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7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8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0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2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1039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3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10395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8" dur="300" fill="hold"/>
                                        <p:tgtEl>
                                          <p:spTgt spid="10395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9" dur="300" fill="hold"/>
                                        <p:tgtEl>
                                          <p:spTgt spid="10395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4"/>
                  </p:tgtEl>
                </p:cond>
              </p:nextCondLst>
            </p:seq>
            <p:seq concurrent="1" nextAc="seek">
              <p:cTn id="1340" restart="whenNotActive" fill="hold" evtFilter="cancelBubble" nodeType="interactiveSeq">
                <p:stCondLst>
                  <p:cond evt="onClick" delay="0">
                    <p:tgtEl>
                      <p:spTgt spid="1039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1" fill="hold">
                      <p:stCondLst>
                        <p:cond delay="0"/>
                      </p:stCondLst>
                      <p:childTnLst>
                        <p:par>
                          <p:cTn id="1342" fill="hold">
                            <p:stCondLst>
                              <p:cond delay="0"/>
                            </p:stCondLst>
                            <p:childTnLst>
                              <p:par>
                                <p:cTn id="13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4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6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8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0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1" dur="300" fill="hold"/>
                                        <p:tgtEl>
                                          <p:spTgt spid="1039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2"/>
                  </p:tgtEl>
                </p:cond>
              </p:nextCondLst>
            </p:seq>
            <p:seq concurrent="1" nextAc="seek">
              <p:cTn id="1352" restart="whenNotActive" fill="hold" evtFilter="cancelBubble" nodeType="interactiveSeq">
                <p:stCondLst>
                  <p:cond evt="onClick" delay="0">
                    <p:tgtEl>
                      <p:spTgt spid="1039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3" fill="hold">
                      <p:stCondLst>
                        <p:cond delay="0"/>
                      </p:stCondLst>
                      <p:childTnLst>
                        <p:par>
                          <p:cTn id="1354" fill="hold">
                            <p:stCondLst>
                              <p:cond delay="0"/>
                            </p:stCondLst>
                            <p:childTnLst>
                              <p:par>
                                <p:cTn id="1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6" dur="300" fill="hold"/>
                                        <p:tgtEl>
                                          <p:spTgt spid="1039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1039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3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1039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2" dur="300" fill="hold"/>
                                        <p:tgtEl>
                                          <p:spTgt spid="1039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3" dur="300" fill="hold"/>
                                        <p:tgtEl>
                                          <p:spTgt spid="1039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5"/>
                  </p:tgtEl>
                </p:cond>
              </p:nextCondLst>
            </p:seq>
            <p:seq concurrent="1" nextAc="seek">
              <p:cTn id="1364" restart="whenNotActive" fill="hold" evtFilter="cancelBubble" nodeType="interactiveSeq">
                <p:stCondLst>
                  <p:cond evt="onClick" delay="0">
                    <p:tgtEl>
                      <p:spTgt spid="1039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5" fill="hold">
                      <p:stCondLst>
                        <p:cond delay="0"/>
                      </p:stCondLst>
                      <p:childTnLst>
                        <p:par>
                          <p:cTn id="1366" fill="hold">
                            <p:stCondLst>
                              <p:cond delay="0"/>
                            </p:stCondLst>
                            <p:childTnLst>
                              <p:par>
                                <p:cTn id="1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8" dur="300" fill="hold"/>
                                        <p:tgtEl>
                                          <p:spTgt spid="1039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1039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6"/>
                  </p:tgtEl>
                </p:cond>
              </p:nextCondLst>
            </p:seq>
            <p:seq concurrent="1" nextAc="seek">
              <p:cTn id="1370" restart="whenNotActive" fill="hold" evtFilter="cancelBubble" nodeType="interactiveSeq">
                <p:stCondLst>
                  <p:cond evt="onClick" delay="0">
                    <p:tgtEl>
                      <p:spTgt spid="1039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1" fill="hold">
                      <p:stCondLst>
                        <p:cond delay="0"/>
                      </p:stCondLst>
                      <p:childTnLst>
                        <p:par>
                          <p:cTn id="1372" fill="hold">
                            <p:stCondLst>
                              <p:cond delay="0"/>
                            </p:stCondLst>
                            <p:childTnLst>
                              <p:par>
                                <p:cTn id="13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4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5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6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8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0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1" dur="300" fill="hold"/>
                                        <p:tgtEl>
                                          <p:spTgt spid="1039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07"/>
                  </p:tgtEl>
                </p:cond>
              </p:nextCondLst>
            </p:seq>
            <p:seq concurrent="1" nextAc="seek">
              <p:cTn id="1382" restart="whenNotActive" fill="hold" evtFilter="cancelBubble" nodeType="interactiveSeq">
                <p:stCondLst>
                  <p:cond evt="onClick" delay="0">
                    <p:tgtEl>
                      <p:spTgt spid="1039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3" fill="hold">
                      <p:stCondLst>
                        <p:cond delay="0"/>
                      </p:stCondLst>
                      <p:childTnLst>
                        <p:par>
                          <p:cTn id="1384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6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7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8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0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2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1039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4"/>
                  </p:tgtEl>
                </p:cond>
              </p:nextCondLst>
            </p:seq>
            <p:seq concurrent="1" nextAc="seek">
              <p:cTn id="1394" restart="whenNotActive" fill="hold" evtFilter="cancelBubble" nodeType="interactiveSeq">
                <p:stCondLst>
                  <p:cond evt="onClick" delay="0">
                    <p:tgtEl>
                      <p:spTgt spid="1039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5" fill="hold">
                      <p:stCondLst>
                        <p:cond delay="0"/>
                      </p:stCondLst>
                      <p:childTnLst>
                        <p:par>
                          <p:cTn id="1396" fill="hold">
                            <p:stCondLst>
                              <p:cond delay="0"/>
                            </p:stCondLst>
                            <p:childTnLst>
                              <p:par>
                                <p:cTn id="13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8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9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0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2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4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1039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5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1039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0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2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4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6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7" dur="300" fill="hold"/>
                                        <p:tgtEl>
                                          <p:spTgt spid="1039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6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13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2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3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4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6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7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9" dur="300" fill="hold"/>
                                        <p:tgtEl>
                                          <p:spTgt spid="13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69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10395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4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5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6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8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0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10395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9518"/>
                  </p:tgtEl>
                </p:cond>
              </p:nextCondLst>
            </p:seq>
          </p:childTnLst>
        </p:cTn>
      </p:par>
    </p:tnLst>
    <p:bldLst>
      <p:bldP spid="13315" grpId="0" bldLvl="0" animBg="1"/>
      <p:bldP spid="13316" grpId="0" bldLvl="0" animBg="1"/>
      <p:bldP spid="13317" grpId="0" bldLvl="0" animBg="1"/>
      <p:bldP spid="1039366" grpId="0" bldLvl="0" animBg="1"/>
      <p:bldP spid="1039367" grpId="0" bldLvl="0" animBg="1"/>
      <p:bldP spid="1039373" grpId="0" bldLvl="0" animBg="1"/>
      <p:bldP spid="1039377" grpId="0" bldLvl="0" animBg="1"/>
      <p:bldP spid="1039378" grpId="0" bldLvl="0" animBg="1"/>
      <p:bldP spid="1039382" grpId="0" bldLvl="0" animBg="1"/>
      <p:bldP spid="1039384" grpId="0" bldLvl="0" animBg="1"/>
      <p:bldP spid="1039385" grpId="0" bldLvl="0" animBg="1"/>
      <p:bldP spid="1039386" grpId="0" bldLvl="0" animBg="1"/>
      <p:bldP spid="13339" grpId="0" bldLvl="0" animBg="1"/>
      <p:bldP spid="1039388" grpId="0" bldLvl="0" animBg="1"/>
      <p:bldP spid="13341" grpId="0" bldLvl="0" animBg="1"/>
      <p:bldP spid="13342" grpId="0" bldLvl="0" animBg="1"/>
      <p:bldP spid="13343" grpId="0" bldLvl="0" animBg="1"/>
      <p:bldP spid="1039392" grpId="0" bldLvl="0" animBg="1"/>
      <p:bldP spid="1039393" grpId="0" bldLvl="0" animBg="1"/>
      <p:bldP spid="1039399" grpId="0" bldLvl="0" animBg="1"/>
      <p:bldP spid="1039403" grpId="0" bldLvl="0" animBg="1"/>
      <p:bldP spid="1039404" grpId="0" bldLvl="0" animBg="1"/>
      <p:bldP spid="1039408" grpId="0" bldLvl="0" animBg="1"/>
      <p:bldP spid="1039410" grpId="0" bldLvl="0" animBg="1"/>
      <p:bldP spid="1039411" grpId="0" bldLvl="0" animBg="1"/>
      <p:bldP spid="1039412" grpId="0" bldLvl="0" animBg="1"/>
      <p:bldP spid="13365" grpId="0" bldLvl="0" animBg="1"/>
      <p:bldP spid="1039414" grpId="0" bldLvl="0" animBg="1"/>
      <p:bldP spid="13367" grpId="0" bldLvl="0" animBg="1"/>
      <p:bldP spid="13368" grpId="0" bldLvl="0" animBg="1"/>
      <p:bldP spid="13369" grpId="0" bldLvl="0" animBg="1"/>
      <p:bldP spid="1039418" grpId="0" bldLvl="0" animBg="1"/>
      <p:bldP spid="1039419" grpId="0" bldLvl="0" animBg="1"/>
      <p:bldP spid="1039425" grpId="0" bldLvl="0" animBg="1"/>
      <p:bldP spid="1039429" grpId="0" bldLvl="0" animBg="1"/>
      <p:bldP spid="1039430" grpId="0" bldLvl="0" animBg="1"/>
      <p:bldP spid="1039434" grpId="0" bldLvl="0" animBg="1"/>
      <p:bldP spid="1039436" grpId="0" bldLvl="0" animBg="1"/>
      <p:bldP spid="1039437" grpId="0" bldLvl="0" animBg="1"/>
      <p:bldP spid="1039438" grpId="0" bldLvl="0" animBg="1"/>
      <p:bldP spid="13391" grpId="0" bldLvl="0" animBg="1"/>
      <p:bldP spid="1039440" grpId="0" bldLvl="0" animBg="1"/>
      <p:bldP spid="13393" grpId="0" bldLvl="0" animBg="1"/>
      <p:bldP spid="13394" grpId="0" bldLvl="0" animBg="1"/>
      <p:bldP spid="13395" grpId="0" bldLvl="0" animBg="1"/>
      <p:bldP spid="1039444" grpId="0" bldLvl="0" animBg="1"/>
      <p:bldP spid="1039445" grpId="0" bldLvl="0" animBg="1"/>
      <p:bldP spid="1039451" grpId="0" bldLvl="0" animBg="1"/>
      <p:bldP spid="1039455" grpId="0" bldLvl="0" animBg="1"/>
      <p:bldP spid="1039456" grpId="0" bldLvl="0" animBg="1"/>
      <p:bldP spid="1039460" grpId="0" bldLvl="0" animBg="1"/>
      <p:bldP spid="1039462" grpId="0" bldLvl="0" animBg="1"/>
      <p:bldP spid="1039463" grpId="0" bldLvl="0" animBg="1"/>
      <p:bldP spid="1039464" grpId="0" bldLvl="0" animBg="1"/>
      <p:bldP spid="13417" grpId="0" bldLvl="0" animBg="1"/>
      <p:bldP spid="1039466" grpId="0" bldLvl="0" animBg="1"/>
      <p:bldP spid="13419" grpId="0" bldLvl="0" animBg="1"/>
      <p:bldP spid="13420" grpId="0" bldLvl="0" animBg="1"/>
      <p:bldP spid="13421" grpId="0" bldLvl="0" animBg="1"/>
      <p:bldP spid="1039470" grpId="0" bldLvl="0" animBg="1"/>
      <p:bldP spid="1039471" grpId="0" bldLvl="0" animBg="1"/>
      <p:bldP spid="1039477" grpId="0" bldLvl="0" animBg="1"/>
      <p:bldP spid="1039481" grpId="0" bldLvl="0" animBg="1"/>
      <p:bldP spid="1039482" grpId="0" bldLvl="0" animBg="1"/>
      <p:bldP spid="1039486" grpId="0" bldLvl="0" animBg="1"/>
      <p:bldP spid="1039488" grpId="0" bldLvl="0" animBg="1"/>
      <p:bldP spid="1039489" grpId="0" bldLvl="0" animBg="1"/>
      <p:bldP spid="1039490" grpId="0" bldLvl="0" animBg="1"/>
      <p:bldP spid="13443" grpId="0" bldLvl="0" animBg="1"/>
      <p:bldP spid="1039492" grpId="0" bldLvl="0" animBg="1"/>
      <p:bldP spid="13445" grpId="0" bldLvl="0" animBg="1"/>
      <p:bldP spid="13446" grpId="0" bldLvl="0" animBg="1"/>
      <p:bldP spid="13447" grpId="0" bldLvl="0" animBg="1"/>
      <p:bldP spid="1039496" grpId="0" bldLvl="0" animBg="1"/>
      <p:bldP spid="1039497" grpId="0" bldLvl="0" animBg="1"/>
      <p:bldP spid="1039503" grpId="0" bldLvl="0" animBg="1"/>
      <p:bldP spid="1039507" grpId="0" bldLvl="0" animBg="1"/>
      <p:bldP spid="1039508" grpId="0" bldLvl="0" animBg="1"/>
      <p:bldP spid="1039512" grpId="0" bldLvl="0" animBg="1"/>
      <p:bldP spid="1039514" grpId="0" bldLvl="0" animBg="1"/>
      <p:bldP spid="1039515" grpId="0" bldLvl="0" animBg="1"/>
      <p:bldP spid="1039516" grpId="0" bldLvl="0" animBg="1"/>
      <p:bldP spid="13469" grpId="0" bldLvl="0" animBg="1"/>
      <p:bldP spid="1039518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1410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672465" y="329565"/>
            <a:ext cx="6756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39" name="AutoShape 3"/>
          <p:cNvSpPr/>
          <p:nvPr/>
        </p:nvSpPr>
        <p:spPr>
          <a:xfrm flipV="1">
            <a:off x="2627313" y="28527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>
              <a:lnSpc>
                <a:spcPct val="80000"/>
              </a:lnSpc>
              <a:spcBef>
                <a:spcPct val="0"/>
              </a:spcBef>
            </a:pP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40" name="AutoShape 4"/>
          <p:cNvSpPr/>
          <p:nvPr/>
        </p:nvSpPr>
        <p:spPr>
          <a:xfrm flipV="1">
            <a:off x="262572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41" name="AutoShape 5"/>
          <p:cNvSpPr/>
          <p:nvPr/>
        </p:nvSpPr>
        <p:spPr>
          <a:xfrm flipV="1">
            <a:off x="262572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14" name="Oval 6"/>
          <p:cNvSpPr>
            <a:spLocks noChangeArrowheads="1"/>
          </p:cNvSpPr>
          <p:nvPr/>
        </p:nvSpPr>
        <p:spPr bwMode="auto">
          <a:xfrm flipH="1">
            <a:off x="611188" y="1412875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15" name="AutoShape 7"/>
          <p:cNvCxnSpPr>
            <a:stCxn id="1041437" idx="5"/>
            <a:endCxn id="1041435" idx="1"/>
          </p:cNvCxnSpPr>
          <p:nvPr/>
        </p:nvCxnSpPr>
        <p:spPr>
          <a:xfrm flipH="1">
            <a:off x="1347788" y="1101725"/>
            <a:ext cx="541337" cy="900113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16" name="AutoShape 8"/>
          <p:cNvCxnSpPr>
            <a:stCxn id="1041433" idx="6"/>
            <a:endCxn id="1041435" idx="2"/>
          </p:cNvCxnSpPr>
          <p:nvPr/>
        </p:nvCxnSpPr>
        <p:spPr>
          <a:xfrm flipH="1">
            <a:off x="150336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17" name="AutoShape 9"/>
          <p:cNvCxnSpPr>
            <a:stCxn id="1041430" idx="6"/>
            <a:endCxn id="1041429" idx="2"/>
          </p:cNvCxnSpPr>
          <p:nvPr/>
        </p:nvCxnSpPr>
        <p:spPr>
          <a:xfrm flipH="1">
            <a:off x="15033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18" name="AutoShape 10"/>
          <p:cNvCxnSpPr>
            <a:stCxn id="1041431" idx="7"/>
            <a:endCxn id="1041429" idx="3"/>
          </p:cNvCxnSpPr>
          <p:nvPr/>
        </p:nvCxnSpPr>
        <p:spPr>
          <a:xfrm flipH="1" flipV="1">
            <a:off x="13477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19" name="AutoShape 11"/>
          <p:cNvCxnSpPr>
            <a:endCxn id="1041424" idx="0"/>
          </p:cNvCxnSpPr>
          <p:nvPr/>
        </p:nvCxnSpPr>
        <p:spPr>
          <a:xfrm>
            <a:off x="104298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20" name="Oval 12"/>
          <p:cNvSpPr>
            <a:spLocks noChangeArrowheads="1"/>
          </p:cNvSpPr>
          <p:nvPr/>
        </p:nvSpPr>
        <p:spPr bwMode="auto">
          <a:xfrm flipH="1">
            <a:off x="61118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21" name="AutoShape 13"/>
          <p:cNvCxnSpPr>
            <a:stCxn id="1041420" idx="4"/>
            <a:endCxn id="1041414" idx="0"/>
          </p:cNvCxnSpPr>
          <p:nvPr/>
        </p:nvCxnSpPr>
        <p:spPr>
          <a:xfrm>
            <a:off x="1042988" y="1139825"/>
            <a:ext cx="0" cy="2587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22" name="AutoShape 14"/>
          <p:cNvCxnSpPr>
            <a:stCxn id="1041437" idx="6"/>
            <a:endCxn id="1041420" idx="2"/>
          </p:cNvCxnSpPr>
          <p:nvPr/>
        </p:nvCxnSpPr>
        <p:spPr>
          <a:xfrm flipH="1">
            <a:off x="1489075" y="981075"/>
            <a:ext cx="2555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23" name="AutoShape 15"/>
          <p:cNvCxnSpPr>
            <a:stCxn id="1041437" idx="5"/>
            <a:endCxn id="1041414" idx="1"/>
          </p:cNvCxnSpPr>
          <p:nvPr/>
        </p:nvCxnSpPr>
        <p:spPr>
          <a:xfrm flipH="1">
            <a:off x="1347788" y="1101725"/>
            <a:ext cx="541337" cy="3381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041424" name="Oval 16"/>
          <p:cNvSpPr>
            <a:spLocks noChangeArrowheads="1"/>
          </p:cNvSpPr>
          <p:nvPr/>
        </p:nvSpPr>
        <p:spPr bwMode="auto">
          <a:xfrm flipH="1">
            <a:off x="61118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25" name="AutoShape 17"/>
          <p:cNvCxnSpPr>
            <a:stCxn id="1041436" idx="4"/>
            <a:endCxn id="1041433" idx="0"/>
          </p:cNvCxnSpPr>
          <p:nvPr/>
        </p:nvCxnSpPr>
        <p:spPr>
          <a:xfrm>
            <a:off x="219551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26" name="AutoShape 18"/>
          <p:cNvCxnSpPr>
            <a:stCxn id="1041430" idx="4"/>
            <a:endCxn id="1041431" idx="0"/>
          </p:cNvCxnSpPr>
          <p:nvPr/>
        </p:nvCxnSpPr>
        <p:spPr>
          <a:xfrm>
            <a:off x="21955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27" name="AutoShape 19"/>
          <p:cNvCxnSpPr>
            <a:stCxn id="1041433" idx="4"/>
            <a:endCxn id="1041430" idx="0"/>
          </p:cNvCxnSpPr>
          <p:nvPr/>
        </p:nvCxnSpPr>
        <p:spPr>
          <a:xfrm>
            <a:off x="219551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28" name="AutoShape 20"/>
          <p:cNvCxnSpPr>
            <a:stCxn id="1041437" idx="4"/>
            <a:endCxn id="1041436" idx="0"/>
          </p:cNvCxnSpPr>
          <p:nvPr/>
        </p:nvCxnSpPr>
        <p:spPr>
          <a:xfrm>
            <a:off x="2195513" y="1144588"/>
            <a:ext cx="0" cy="23971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29" name="Oval 21"/>
          <p:cNvSpPr>
            <a:spLocks noChangeArrowheads="1"/>
          </p:cNvSpPr>
          <p:nvPr/>
        </p:nvSpPr>
        <p:spPr bwMode="auto">
          <a:xfrm flipH="1">
            <a:off x="61118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30" name="Oval 22"/>
          <p:cNvSpPr>
            <a:spLocks noChangeArrowheads="1"/>
          </p:cNvSpPr>
          <p:nvPr/>
        </p:nvSpPr>
        <p:spPr bwMode="auto">
          <a:xfrm flipH="1">
            <a:off x="176371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31" name="Oval 23"/>
          <p:cNvSpPr>
            <a:spLocks noChangeArrowheads="1"/>
          </p:cNvSpPr>
          <p:nvPr/>
        </p:nvSpPr>
        <p:spPr bwMode="auto">
          <a:xfrm flipH="1">
            <a:off x="176371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60" name="AutoShape 24"/>
          <p:cNvSpPr/>
          <p:nvPr/>
        </p:nvSpPr>
        <p:spPr>
          <a:xfrm flipV="1">
            <a:off x="262572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33" name="Oval 25"/>
          <p:cNvSpPr>
            <a:spLocks noChangeArrowheads="1"/>
          </p:cNvSpPr>
          <p:nvPr/>
        </p:nvSpPr>
        <p:spPr bwMode="auto">
          <a:xfrm flipH="1">
            <a:off x="176371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62" name="AutoShape 26"/>
          <p:cNvSpPr/>
          <p:nvPr/>
        </p:nvSpPr>
        <p:spPr>
          <a:xfrm flipV="1">
            <a:off x="2625725" y="2062163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35" name="Oval 27"/>
          <p:cNvSpPr>
            <a:spLocks noChangeArrowheads="1"/>
          </p:cNvSpPr>
          <p:nvPr/>
        </p:nvSpPr>
        <p:spPr bwMode="auto">
          <a:xfrm flipH="1">
            <a:off x="611188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36" name="Oval 28"/>
          <p:cNvSpPr>
            <a:spLocks noChangeArrowheads="1"/>
          </p:cNvSpPr>
          <p:nvPr/>
        </p:nvSpPr>
        <p:spPr bwMode="auto">
          <a:xfrm flipH="1">
            <a:off x="1763713" y="1412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37" name="Oval 29"/>
          <p:cNvSpPr>
            <a:spLocks noChangeArrowheads="1"/>
          </p:cNvSpPr>
          <p:nvPr/>
        </p:nvSpPr>
        <p:spPr bwMode="auto">
          <a:xfrm flipH="1">
            <a:off x="1763713" y="836613"/>
            <a:ext cx="863600" cy="288925"/>
          </a:xfrm>
          <a:prstGeom prst="ellipse">
            <a:avLst/>
          </a:prstGeom>
          <a:solidFill>
            <a:srgbClr val="4D4D4D"/>
          </a:solidFill>
          <a:ln w="38100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66" name="AutoShape 30"/>
          <p:cNvSpPr/>
          <p:nvPr/>
        </p:nvSpPr>
        <p:spPr>
          <a:xfrm flipV="1">
            <a:off x="5364163" y="28527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67" name="AutoShape 31"/>
          <p:cNvSpPr/>
          <p:nvPr/>
        </p:nvSpPr>
        <p:spPr>
          <a:xfrm flipV="1">
            <a:off x="5362575" y="8366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68" name="AutoShape 32"/>
          <p:cNvSpPr/>
          <p:nvPr/>
        </p:nvSpPr>
        <p:spPr>
          <a:xfrm flipV="1">
            <a:off x="5362575" y="11255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41" name="Oval 33"/>
          <p:cNvSpPr>
            <a:spLocks noChangeArrowheads="1"/>
          </p:cNvSpPr>
          <p:nvPr/>
        </p:nvSpPr>
        <p:spPr bwMode="auto">
          <a:xfrm flipH="1">
            <a:off x="3348038" y="1412875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9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42" name="AutoShape 34"/>
          <p:cNvCxnSpPr>
            <a:stCxn id="1041464" idx="5"/>
            <a:endCxn id="1041462" idx="1"/>
          </p:cNvCxnSpPr>
          <p:nvPr/>
        </p:nvCxnSpPr>
        <p:spPr>
          <a:xfrm flipH="1">
            <a:off x="4084638" y="1111250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43" name="AutoShape 35"/>
          <p:cNvCxnSpPr>
            <a:stCxn id="1041460" idx="6"/>
            <a:endCxn id="1041462" idx="2"/>
          </p:cNvCxnSpPr>
          <p:nvPr/>
        </p:nvCxnSpPr>
        <p:spPr>
          <a:xfrm flipH="1">
            <a:off x="424021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44" name="AutoShape 36"/>
          <p:cNvCxnSpPr>
            <a:stCxn id="1041457" idx="6"/>
            <a:endCxn id="1041456" idx="2"/>
          </p:cNvCxnSpPr>
          <p:nvPr/>
        </p:nvCxnSpPr>
        <p:spPr>
          <a:xfrm flipH="1">
            <a:off x="424021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45" name="AutoShape 37"/>
          <p:cNvCxnSpPr>
            <a:stCxn id="1041458" idx="7"/>
            <a:endCxn id="1041456" idx="3"/>
          </p:cNvCxnSpPr>
          <p:nvPr/>
        </p:nvCxnSpPr>
        <p:spPr>
          <a:xfrm flipH="1" flipV="1">
            <a:off x="408463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46" name="AutoShape 38"/>
          <p:cNvCxnSpPr>
            <a:endCxn id="1041451" idx="0"/>
          </p:cNvCxnSpPr>
          <p:nvPr/>
        </p:nvCxnSpPr>
        <p:spPr>
          <a:xfrm>
            <a:off x="377983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47" name="Oval 39"/>
          <p:cNvSpPr>
            <a:spLocks noChangeArrowheads="1"/>
          </p:cNvSpPr>
          <p:nvPr/>
        </p:nvSpPr>
        <p:spPr bwMode="auto">
          <a:xfrm flipH="1">
            <a:off x="3348038" y="836613"/>
            <a:ext cx="863600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J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48" name="AutoShape 40"/>
          <p:cNvCxnSpPr>
            <a:stCxn id="1041447" idx="4"/>
            <a:endCxn id="1041441" idx="0"/>
          </p:cNvCxnSpPr>
          <p:nvPr/>
        </p:nvCxnSpPr>
        <p:spPr>
          <a:xfrm>
            <a:off x="3779838" y="1139825"/>
            <a:ext cx="0" cy="24447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49" name="AutoShape 41"/>
          <p:cNvCxnSpPr>
            <a:stCxn id="1041464" idx="6"/>
            <a:endCxn id="1041447" idx="2"/>
          </p:cNvCxnSpPr>
          <p:nvPr/>
        </p:nvCxnSpPr>
        <p:spPr>
          <a:xfrm flipH="1">
            <a:off x="4225925" y="981075"/>
            <a:ext cx="2460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50" name="AutoShape 42"/>
          <p:cNvCxnSpPr>
            <a:stCxn id="1041464" idx="5"/>
            <a:endCxn id="1041441" idx="1"/>
          </p:cNvCxnSpPr>
          <p:nvPr/>
        </p:nvCxnSpPr>
        <p:spPr>
          <a:xfrm flipH="1">
            <a:off x="4084638" y="1111250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51" name="Oval 43"/>
          <p:cNvSpPr>
            <a:spLocks noChangeArrowheads="1"/>
          </p:cNvSpPr>
          <p:nvPr/>
        </p:nvSpPr>
        <p:spPr bwMode="auto">
          <a:xfrm flipH="1">
            <a:off x="334803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52" name="AutoShape 44"/>
          <p:cNvCxnSpPr>
            <a:stCxn id="1041463" idx="4"/>
            <a:endCxn id="1041460" idx="0"/>
          </p:cNvCxnSpPr>
          <p:nvPr/>
        </p:nvCxnSpPr>
        <p:spPr>
          <a:xfrm>
            <a:off x="493236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53" name="AutoShape 45"/>
          <p:cNvCxnSpPr>
            <a:stCxn id="1041457" idx="4"/>
            <a:endCxn id="1041458" idx="0"/>
          </p:cNvCxnSpPr>
          <p:nvPr/>
        </p:nvCxnSpPr>
        <p:spPr>
          <a:xfrm>
            <a:off x="493236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54" name="AutoShape 46"/>
          <p:cNvCxnSpPr>
            <a:stCxn id="1041460" idx="4"/>
            <a:endCxn id="1041457" idx="0"/>
          </p:cNvCxnSpPr>
          <p:nvPr/>
        </p:nvCxnSpPr>
        <p:spPr>
          <a:xfrm>
            <a:off x="493236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55" name="AutoShape 47"/>
          <p:cNvCxnSpPr>
            <a:stCxn id="1041464" idx="4"/>
            <a:endCxn id="1041463" idx="0"/>
          </p:cNvCxnSpPr>
          <p:nvPr/>
        </p:nvCxnSpPr>
        <p:spPr>
          <a:xfrm>
            <a:off x="493236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56" name="Oval 48"/>
          <p:cNvSpPr>
            <a:spLocks noChangeArrowheads="1"/>
          </p:cNvSpPr>
          <p:nvPr/>
        </p:nvSpPr>
        <p:spPr bwMode="auto">
          <a:xfrm flipH="1">
            <a:off x="334803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57" name="Oval 49"/>
          <p:cNvSpPr>
            <a:spLocks noChangeArrowheads="1"/>
          </p:cNvSpPr>
          <p:nvPr/>
        </p:nvSpPr>
        <p:spPr bwMode="auto">
          <a:xfrm flipH="1">
            <a:off x="450056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58" name="Oval 50"/>
          <p:cNvSpPr>
            <a:spLocks noChangeArrowheads="1"/>
          </p:cNvSpPr>
          <p:nvPr/>
        </p:nvSpPr>
        <p:spPr bwMode="auto">
          <a:xfrm flipH="1">
            <a:off x="450056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87" name="AutoShape 51"/>
          <p:cNvSpPr/>
          <p:nvPr/>
        </p:nvSpPr>
        <p:spPr>
          <a:xfrm flipV="1">
            <a:off x="5362575" y="17732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60" name="Oval 52"/>
          <p:cNvSpPr>
            <a:spLocks noChangeArrowheads="1"/>
          </p:cNvSpPr>
          <p:nvPr/>
        </p:nvSpPr>
        <p:spPr bwMode="auto">
          <a:xfrm flipH="1">
            <a:off x="450056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89" name="AutoShape 53"/>
          <p:cNvSpPr/>
          <p:nvPr/>
        </p:nvSpPr>
        <p:spPr>
          <a:xfrm flipV="1">
            <a:off x="5362575" y="2062163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62" name="Oval 54"/>
          <p:cNvSpPr>
            <a:spLocks noChangeArrowheads="1"/>
          </p:cNvSpPr>
          <p:nvPr/>
        </p:nvSpPr>
        <p:spPr bwMode="auto">
          <a:xfrm flipH="1">
            <a:off x="3348038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63" name="Oval 55"/>
          <p:cNvSpPr>
            <a:spLocks noChangeArrowheads="1"/>
          </p:cNvSpPr>
          <p:nvPr/>
        </p:nvSpPr>
        <p:spPr bwMode="auto">
          <a:xfrm flipH="1">
            <a:off x="4500563" y="1412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64" name="Oval 56"/>
          <p:cNvSpPr>
            <a:spLocks noChangeArrowheads="1"/>
          </p:cNvSpPr>
          <p:nvPr/>
        </p:nvSpPr>
        <p:spPr bwMode="auto">
          <a:xfrm flipH="1">
            <a:off x="4500563" y="83661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93" name="AutoShape 57"/>
          <p:cNvSpPr/>
          <p:nvPr/>
        </p:nvSpPr>
        <p:spPr>
          <a:xfrm flipV="1">
            <a:off x="8101013" y="288131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I-J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94" name="AutoShape 58"/>
          <p:cNvSpPr/>
          <p:nvPr/>
        </p:nvSpPr>
        <p:spPr>
          <a:xfrm flipV="1">
            <a:off x="8099425" y="86518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395" name="AutoShape 59"/>
          <p:cNvSpPr/>
          <p:nvPr/>
        </p:nvSpPr>
        <p:spPr>
          <a:xfrm flipV="1">
            <a:off x="8099425" y="1152525"/>
            <a:ext cx="431800" cy="5762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68" name="Oval 60"/>
          <p:cNvSpPr>
            <a:spLocks noChangeArrowheads="1"/>
          </p:cNvSpPr>
          <p:nvPr/>
        </p:nvSpPr>
        <p:spPr bwMode="auto">
          <a:xfrm flipH="1">
            <a:off x="6084888" y="1412875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9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69" name="AutoShape 61"/>
          <p:cNvCxnSpPr>
            <a:stCxn id="1041491" idx="5"/>
            <a:endCxn id="1041489" idx="1"/>
          </p:cNvCxnSpPr>
          <p:nvPr/>
        </p:nvCxnSpPr>
        <p:spPr>
          <a:xfrm flipH="1">
            <a:off x="6821488" y="1111250"/>
            <a:ext cx="541337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70" name="AutoShape 62"/>
          <p:cNvCxnSpPr>
            <a:stCxn id="1041487" idx="6"/>
            <a:endCxn id="1041489" idx="2"/>
          </p:cNvCxnSpPr>
          <p:nvPr/>
        </p:nvCxnSpPr>
        <p:spPr>
          <a:xfrm flipH="1">
            <a:off x="6977063" y="2133600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71" name="AutoShape 63"/>
          <p:cNvCxnSpPr>
            <a:stCxn id="1041484" idx="6"/>
            <a:endCxn id="1041483" idx="2"/>
          </p:cNvCxnSpPr>
          <p:nvPr/>
        </p:nvCxnSpPr>
        <p:spPr>
          <a:xfrm flipH="1">
            <a:off x="6977063" y="270986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72" name="AutoShape 64"/>
          <p:cNvCxnSpPr>
            <a:stCxn id="1041485" idx="7"/>
            <a:endCxn id="1041483" idx="3"/>
          </p:cNvCxnSpPr>
          <p:nvPr/>
        </p:nvCxnSpPr>
        <p:spPr>
          <a:xfrm flipH="1" flipV="1">
            <a:off x="6821488" y="284003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73" name="AutoShape 65"/>
          <p:cNvCxnSpPr>
            <a:endCxn id="1041478" idx="0"/>
          </p:cNvCxnSpPr>
          <p:nvPr/>
        </p:nvCxnSpPr>
        <p:spPr>
          <a:xfrm>
            <a:off x="6516688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74" name="Oval 66"/>
          <p:cNvSpPr>
            <a:spLocks noChangeArrowheads="1"/>
          </p:cNvSpPr>
          <p:nvPr/>
        </p:nvSpPr>
        <p:spPr bwMode="auto">
          <a:xfrm flipH="1">
            <a:off x="6084888" y="836613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 J 10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75" name="AutoShape 67"/>
          <p:cNvCxnSpPr>
            <a:stCxn id="1041474" idx="4"/>
            <a:endCxn id="1041468" idx="0"/>
          </p:cNvCxnSpPr>
          <p:nvPr/>
        </p:nvCxnSpPr>
        <p:spPr>
          <a:xfrm>
            <a:off x="6516688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sm" len="sm"/>
            <a:tailEnd type="none" w="sm" len="sm"/>
          </a:ln>
        </p:spPr>
      </p:cxnSp>
      <p:cxnSp>
        <p:nvCxnSpPr>
          <p:cNvPr id="1041476" name="AutoShape 68"/>
          <p:cNvCxnSpPr>
            <a:stCxn id="1041491" idx="6"/>
            <a:endCxn id="1041474" idx="2"/>
          </p:cNvCxnSpPr>
          <p:nvPr/>
        </p:nvCxnSpPr>
        <p:spPr>
          <a:xfrm flipH="1">
            <a:off x="6977063" y="981075"/>
            <a:ext cx="2317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041477" name="AutoShape 69"/>
          <p:cNvCxnSpPr>
            <a:stCxn id="1041491" idx="5"/>
            <a:endCxn id="1041468" idx="1"/>
          </p:cNvCxnSpPr>
          <p:nvPr/>
        </p:nvCxnSpPr>
        <p:spPr>
          <a:xfrm flipH="1">
            <a:off x="6821488" y="1111250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78" name="Oval 70"/>
          <p:cNvSpPr>
            <a:spLocks noChangeArrowheads="1"/>
          </p:cNvSpPr>
          <p:nvPr/>
        </p:nvSpPr>
        <p:spPr bwMode="auto">
          <a:xfrm flipH="1">
            <a:off x="6084888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79" name="AutoShape 71"/>
          <p:cNvCxnSpPr>
            <a:stCxn id="1041490" idx="4"/>
            <a:endCxn id="1041487" idx="0"/>
          </p:cNvCxnSpPr>
          <p:nvPr/>
        </p:nvCxnSpPr>
        <p:spPr>
          <a:xfrm>
            <a:off x="7669213" y="1730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80" name="AutoShape 72"/>
          <p:cNvCxnSpPr>
            <a:stCxn id="1041484" idx="4"/>
            <a:endCxn id="1041485" idx="0"/>
          </p:cNvCxnSpPr>
          <p:nvPr/>
        </p:nvCxnSpPr>
        <p:spPr>
          <a:xfrm>
            <a:off x="7669213" y="28829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81" name="AutoShape 73"/>
          <p:cNvCxnSpPr>
            <a:stCxn id="1041487" idx="4"/>
            <a:endCxn id="1041484" idx="0"/>
          </p:cNvCxnSpPr>
          <p:nvPr/>
        </p:nvCxnSpPr>
        <p:spPr>
          <a:xfrm>
            <a:off x="7669213" y="2306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82" name="AutoShape 74"/>
          <p:cNvCxnSpPr>
            <a:stCxn id="1041491" idx="4"/>
            <a:endCxn id="1041490" idx="0"/>
          </p:cNvCxnSpPr>
          <p:nvPr/>
        </p:nvCxnSpPr>
        <p:spPr>
          <a:xfrm>
            <a:off x="7669213" y="1154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483" name="Oval 75"/>
          <p:cNvSpPr>
            <a:spLocks noChangeArrowheads="1"/>
          </p:cNvSpPr>
          <p:nvPr/>
        </p:nvSpPr>
        <p:spPr bwMode="auto">
          <a:xfrm flipH="1">
            <a:off x="6084888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84" name="Oval 76"/>
          <p:cNvSpPr>
            <a:spLocks noChangeArrowheads="1"/>
          </p:cNvSpPr>
          <p:nvPr/>
        </p:nvSpPr>
        <p:spPr bwMode="auto">
          <a:xfrm flipH="1">
            <a:off x="7237413" y="2565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85" name="Oval 77"/>
          <p:cNvSpPr>
            <a:spLocks noChangeArrowheads="1"/>
          </p:cNvSpPr>
          <p:nvPr/>
        </p:nvSpPr>
        <p:spPr bwMode="auto">
          <a:xfrm flipH="1">
            <a:off x="7237413" y="31416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14" name="AutoShape 78"/>
          <p:cNvSpPr/>
          <p:nvPr/>
        </p:nvSpPr>
        <p:spPr>
          <a:xfrm flipV="1">
            <a:off x="8099425" y="1800225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87" name="Oval 79"/>
          <p:cNvSpPr>
            <a:spLocks noChangeArrowheads="1"/>
          </p:cNvSpPr>
          <p:nvPr/>
        </p:nvSpPr>
        <p:spPr bwMode="auto">
          <a:xfrm flipH="1">
            <a:off x="7237413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16" name="AutoShape 80"/>
          <p:cNvSpPr/>
          <p:nvPr/>
        </p:nvSpPr>
        <p:spPr>
          <a:xfrm flipV="1">
            <a:off x="8099425" y="2060575"/>
            <a:ext cx="431800" cy="74771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89" name="Oval 81"/>
          <p:cNvSpPr>
            <a:spLocks noChangeArrowheads="1"/>
          </p:cNvSpPr>
          <p:nvPr/>
        </p:nvSpPr>
        <p:spPr bwMode="auto">
          <a:xfrm flipH="1">
            <a:off x="6084888" y="1989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90" name="Oval 82"/>
          <p:cNvSpPr>
            <a:spLocks noChangeArrowheads="1"/>
          </p:cNvSpPr>
          <p:nvPr/>
        </p:nvSpPr>
        <p:spPr bwMode="auto">
          <a:xfrm flipH="1">
            <a:off x="7237413" y="1412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491" name="Oval 83"/>
          <p:cNvSpPr>
            <a:spLocks noChangeArrowheads="1"/>
          </p:cNvSpPr>
          <p:nvPr/>
        </p:nvSpPr>
        <p:spPr bwMode="auto">
          <a:xfrm flipH="1">
            <a:off x="7237413" y="83661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20" name="AutoShape 84"/>
          <p:cNvSpPr/>
          <p:nvPr/>
        </p:nvSpPr>
        <p:spPr>
          <a:xfrm flipV="1">
            <a:off x="2627313" y="5734050"/>
            <a:ext cx="431800" cy="5762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J-A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I-J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21" name="AutoShape 85"/>
          <p:cNvSpPr/>
          <p:nvPr/>
        </p:nvSpPr>
        <p:spPr>
          <a:xfrm flipV="1">
            <a:off x="2625725" y="3717925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22" name="AutoShape 86"/>
          <p:cNvSpPr/>
          <p:nvPr/>
        </p:nvSpPr>
        <p:spPr>
          <a:xfrm flipV="1">
            <a:off x="2625725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495" name="Oval 87"/>
          <p:cNvSpPr>
            <a:spLocks noChangeArrowheads="1"/>
          </p:cNvSpPr>
          <p:nvPr/>
        </p:nvSpPr>
        <p:spPr bwMode="auto">
          <a:xfrm flipH="1">
            <a:off x="611188" y="4265613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9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496" name="AutoShape 88"/>
          <p:cNvCxnSpPr>
            <a:stCxn id="1041518" idx="5"/>
            <a:endCxn id="1041516" idx="1"/>
          </p:cNvCxnSpPr>
          <p:nvPr/>
        </p:nvCxnSpPr>
        <p:spPr>
          <a:xfrm flipH="1">
            <a:off x="1347788" y="3963988"/>
            <a:ext cx="541337" cy="890587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97" name="AutoShape 89"/>
          <p:cNvCxnSpPr>
            <a:stCxn id="1041514" idx="6"/>
            <a:endCxn id="1041516" idx="2"/>
          </p:cNvCxnSpPr>
          <p:nvPr/>
        </p:nvCxnSpPr>
        <p:spPr>
          <a:xfrm flipH="1">
            <a:off x="1503363" y="4986338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498" name="AutoShape 90"/>
          <p:cNvCxnSpPr>
            <a:stCxn id="1041511" idx="6"/>
            <a:endCxn id="1041510" idx="2"/>
          </p:cNvCxnSpPr>
          <p:nvPr/>
        </p:nvCxnSpPr>
        <p:spPr>
          <a:xfrm flipH="1">
            <a:off x="1503363" y="5562600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499" name="AutoShape 91"/>
          <p:cNvCxnSpPr>
            <a:stCxn id="1041512" idx="7"/>
            <a:endCxn id="1041510" idx="3"/>
          </p:cNvCxnSpPr>
          <p:nvPr/>
        </p:nvCxnSpPr>
        <p:spPr>
          <a:xfrm flipH="1" flipV="1">
            <a:off x="1347788" y="5692775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00" name="AutoShape 92"/>
          <p:cNvCxnSpPr>
            <a:endCxn id="1041505" idx="0"/>
          </p:cNvCxnSpPr>
          <p:nvPr/>
        </p:nvCxnSpPr>
        <p:spPr>
          <a:xfrm>
            <a:off x="1042988" y="5735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01" name="Oval 93"/>
          <p:cNvSpPr>
            <a:spLocks noChangeArrowheads="1"/>
          </p:cNvSpPr>
          <p:nvPr/>
        </p:nvSpPr>
        <p:spPr bwMode="auto">
          <a:xfrm flipH="1">
            <a:off x="611188" y="3689350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 J </a:t>
            </a:r>
            <a:r>
              <a:rPr lang="en-US" altLang="zh-CN" sz="1400" b="1" noProof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02" name="AutoShape 94"/>
          <p:cNvCxnSpPr>
            <a:stCxn id="1041501" idx="4"/>
            <a:endCxn id="1041495" idx="0"/>
          </p:cNvCxnSpPr>
          <p:nvPr/>
        </p:nvCxnSpPr>
        <p:spPr>
          <a:xfrm>
            <a:off x="1042988" y="400685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sm" len="sm"/>
            <a:tailEnd type="none" w="sm" len="sm"/>
          </a:ln>
        </p:spPr>
      </p:cxnSp>
      <p:cxnSp>
        <p:nvCxnSpPr>
          <p:cNvPr id="1041503" name="AutoShape 95"/>
          <p:cNvCxnSpPr>
            <a:stCxn id="1041518" idx="6"/>
            <a:endCxn id="1041501" idx="2"/>
          </p:cNvCxnSpPr>
          <p:nvPr/>
        </p:nvCxnSpPr>
        <p:spPr>
          <a:xfrm flipH="1">
            <a:off x="1503363" y="383381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04" name="AutoShape 96"/>
          <p:cNvCxnSpPr>
            <a:stCxn id="1041518" idx="5"/>
            <a:endCxn id="1041495" idx="1"/>
          </p:cNvCxnSpPr>
          <p:nvPr/>
        </p:nvCxnSpPr>
        <p:spPr>
          <a:xfrm flipH="1">
            <a:off x="1347788" y="3963988"/>
            <a:ext cx="541337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05" name="Oval 97"/>
          <p:cNvSpPr>
            <a:spLocks noChangeArrowheads="1"/>
          </p:cNvSpPr>
          <p:nvPr/>
        </p:nvSpPr>
        <p:spPr bwMode="auto">
          <a:xfrm flipH="1">
            <a:off x="611188" y="5994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06" name="AutoShape 98"/>
          <p:cNvCxnSpPr>
            <a:stCxn id="1041517" idx="4"/>
            <a:endCxn id="1041514" idx="0"/>
          </p:cNvCxnSpPr>
          <p:nvPr/>
        </p:nvCxnSpPr>
        <p:spPr>
          <a:xfrm>
            <a:off x="2195513" y="4583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07" name="AutoShape 99"/>
          <p:cNvCxnSpPr>
            <a:stCxn id="1041511" idx="4"/>
            <a:endCxn id="1041512" idx="0"/>
          </p:cNvCxnSpPr>
          <p:nvPr/>
        </p:nvCxnSpPr>
        <p:spPr>
          <a:xfrm>
            <a:off x="2195513" y="5735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08" name="AutoShape 100"/>
          <p:cNvCxnSpPr>
            <a:stCxn id="1041514" idx="4"/>
            <a:endCxn id="1041511" idx="0"/>
          </p:cNvCxnSpPr>
          <p:nvPr/>
        </p:nvCxnSpPr>
        <p:spPr>
          <a:xfrm>
            <a:off x="2195513" y="5159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09" name="AutoShape 101"/>
          <p:cNvCxnSpPr>
            <a:stCxn id="1041518" idx="4"/>
            <a:endCxn id="1041517" idx="0"/>
          </p:cNvCxnSpPr>
          <p:nvPr/>
        </p:nvCxnSpPr>
        <p:spPr>
          <a:xfrm>
            <a:off x="2195513" y="400685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10" name="Oval 102"/>
          <p:cNvSpPr>
            <a:spLocks noChangeArrowheads="1"/>
          </p:cNvSpPr>
          <p:nvPr/>
        </p:nvSpPr>
        <p:spPr bwMode="auto">
          <a:xfrm flipH="1">
            <a:off x="611188" y="5418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11" name="Oval 103"/>
          <p:cNvSpPr>
            <a:spLocks noChangeArrowheads="1"/>
          </p:cNvSpPr>
          <p:nvPr/>
        </p:nvSpPr>
        <p:spPr bwMode="auto">
          <a:xfrm flipH="1">
            <a:off x="1763713" y="5418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12" name="Oval 104"/>
          <p:cNvSpPr>
            <a:spLocks noChangeArrowheads="1"/>
          </p:cNvSpPr>
          <p:nvPr/>
        </p:nvSpPr>
        <p:spPr bwMode="auto">
          <a:xfrm flipH="1">
            <a:off x="1763713" y="5994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41" name="AutoShape 105"/>
          <p:cNvSpPr/>
          <p:nvPr/>
        </p:nvSpPr>
        <p:spPr>
          <a:xfrm flipV="1">
            <a:off x="2625725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14" name="Oval 106"/>
          <p:cNvSpPr>
            <a:spLocks noChangeArrowheads="1"/>
          </p:cNvSpPr>
          <p:nvPr/>
        </p:nvSpPr>
        <p:spPr bwMode="auto">
          <a:xfrm flipH="1">
            <a:off x="1763713" y="4841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43" name="AutoShape 107"/>
          <p:cNvSpPr/>
          <p:nvPr/>
        </p:nvSpPr>
        <p:spPr>
          <a:xfrm flipV="1">
            <a:off x="2625725" y="4913313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16" name="Oval 108"/>
          <p:cNvSpPr>
            <a:spLocks noChangeArrowheads="1"/>
          </p:cNvSpPr>
          <p:nvPr/>
        </p:nvSpPr>
        <p:spPr bwMode="auto">
          <a:xfrm flipH="1">
            <a:off x="611188" y="4841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17" name="Oval 109"/>
          <p:cNvSpPr>
            <a:spLocks noChangeArrowheads="1"/>
          </p:cNvSpPr>
          <p:nvPr/>
        </p:nvSpPr>
        <p:spPr bwMode="auto">
          <a:xfrm flipH="1">
            <a:off x="1763713" y="426561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18" name="Oval 110"/>
          <p:cNvSpPr>
            <a:spLocks noChangeArrowheads="1"/>
          </p:cNvSpPr>
          <p:nvPr/>
        </p:nvSpPr>
        <p:spPr bwMode="auto">
          <a:xfrm flipH="1">
            <a:off x="1763713" y="368935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47" name="AutoShape 111"/>
          <p:cNvSpPr/>
          <p:nvPr/>
        </p:nvSpPr>
        <p:spPr>
          <a:xfrm flipV="1">
            <a:off x="5362575" y="5734050"/>
            <a:ext cx="431800" cy="5762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J-A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I-J</a:t>
            </a:r>
            <a:b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effectLst>
                  <a:outerShdw blurRad="38100" dist="38100" dir="2700000">
                    <a:srgbClr val="C0C0C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48" name="AutoShape 112"/>
          <p:cNvSpPr/>
          <p:nvPr/>
        </p:nvSpPr>
        <p:spPr>
          <a:xfrm flipV="1">
            <a:off x="5360988" y="3717925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49" name="AutoShape 113"/>
          <p:cNvSpPr/>
          <p:nvPr/>
        </p:nvSpPr>
        <p:spPr>
          <a:xfrm flipV="1">
            <a:off x="5360988" y="4005263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22" name="Oval 114"/>
          <p:cNvSpPr>
            <a:spLocks noChangeArrowheads="1"/>
          </p:cNvSpPr>
          <p:nvPr/>
        </p:nvSpPr>
        <p:spPr bwMode="auto">
          <a:xfrm flipH="1">
            <a:off x="3346450" y="4265613"/>
            <a:ext cx="863600" cy="288925"/>
          </a:xfrm>
          <a:prstGeom prst="ellipse">
            <a:avLst/>
          </a:prstGeom>
          <a:solidFill>
            <a:schemeClr val="bg1"/>
          </a:solidFill>
          <a:ln w="57150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</a:t>
            </a:r>
            <a:r>
              <a:rPr lang="en-US" altLang="zh-CN" sz="1400" b="1" noProof="0" smtClean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23" name="AutoShape 115"/>
          <p:cNvCxnSpPr>
            <a:stCxn id="1041545" idx="5"/>
            <a:endCxn id="1041543" idx="1"/>
          </p:cNvCxnSpPr>
          <p:nvPr/>
        </p:nvCxnSpPr>
        <p:spPr>
          <a:xfrm flipH="1">
            <a:off x="4083050" y="3963988"/>
            <a:ext cx="541338" cy="890587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24" name="AutoShape 116"/>
          <p:cNvCxnSpPr>
            <a:stCxn id="1041541" idx="6"/>
            <a:endCxn id="1041543" idx="2"/>
          </p:cNvCxnSpPr>
          <p:nvPr/>
        </p:nvCxnSpPr>
        <p:spPr>
          <a:xfrm flipH="1">
            <a:off x="4238625" y="4986338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25" name="AutoShape 117"/>
          <p:cNvCxnSpPr>
            <a:stCxn id="1041538" idx="6"/>
            <a:endCxn id="1041537" idx="2"/>
          </p:cNvCxnSpPr>
          <p:nvPr/>
        </p:nvCxnSpPr>
        <p:spPr>
          <a:xfrm flipH="1">
            <a:off x="4238625" y="5562600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26" name="AutoShape 118"/>
          <p:cNvCxnSpPr>
            <a:stCxn id="1041539" idx="7"/>
            <a:endCxn id="1041537" idx="3"/>
          </p:cNvCxnSpPr>
          <p:nvPr/>
        </p:nvCxnSpPr>
        <p:spPr>
          <a:xfrm flipH="1" flipV="1">
            <a:off x="4083050" y="5692775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27" name="AutoShape 119"/>
          <p:cNvCxnSpPr>
            <a:endCxn id="1041532" idx="0"/>
          </p:cNvCxnSpPr>
          <p:nvPr/>
        </p:nvCxnSpPr>
        <p:spPr>
          <a:xfrm>
            <a:off x="3778250" y="5735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28" name="Oval 120"/>
          <p:cNvSpPr>
            <a:spLocks noChangeArrowheads="1"/>
          </p:cNvSpPr>
          <p:nvPr/>
        </p:nvSpPr>
        <p:spPr bwMode="auto">
          <a:xfrm flipH="1">
            <a:off x="3346450" y="3689350"/>
            <a:ext cx="863600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 J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29" name="AutoShape 121"/>
          <p:cNvCxnSpPr>
            <a:stCxn id="1041528" idx="4"/>
            <a:endCxn id="1041522" idx="0"/>
          </p:cNvCxnSpPr>
          <p:nvPr/>
        </p:nvCxnSpPr>
        <p:spPr>
          <a:xfrm>
            <a:off x="3778250" y="400685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sm" len="sm"/>
            <a:tailEnd type="none" w="sm" len="sm"/>
          </a:ln>
        </p:spPr>
      </p:cxnSp>
      <p:cxnSp>
        <p:nvCxnSpPr>
          <p:cNvPr id="1041530" name="AutoShape 122"/>
          <p:cNvCxnSpPr>
            <a:stCxn id="1041545" idx="6"/>
            <a:endCxn id="1041528" idx="2"/>
          </p:cNvCxnSpPr>
          <p:nvPr/>
        </p:nvCxnSpPr>
        <p:spPr>
          <a:xfrm flipH="1">
            <a:off x="4238625" y="3833813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31" name="AutoShape 123"/>
          <p:cNvCxnSpPr>
            <a:stCxn id="1041545" idx="5"/>
            <a:endCxn id="1041522" idx="1"/>
          </p:cNvCxnSpPr>
          <p:nvPr/>
        </p:nvCxnSpPr>
        <p:spPr>
          <a:xfrm flipH="1">
            <a:off x="4083050" y="3963988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32" name="Oval 124"/>
          <p:cNvSpPr>
            <a:spLocks noChangeArrowheads="1"/>
          </p:cNvSpPr>
          <p:nvPr/>
        </p:nvSpPr>
        <p:spPr bwMode="auto">
          <a:xfrm flipH="1">
            <a:off x="3346450" y="5994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33" name="AutoShape 125"/>
          <p:cNvCxnSpPr>
            <a:stCxn id="1041544" idx="4"/>
            <a:endCxn id="1041541" idx="0"/>
          </p:cNvCxnSpPr>
          <p:nvPr/>
        </p:nvCxnSpPr>
        <p:spPr>
          <a:xfrm>
            <a:off x="4930775" y="458311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34" name="AutoShape 126"/>
          <p:cNvCxnSpPr>
            <a:stCxn id="1041538" idx="4"/>
            <a:endCxn id="1041539" idx="0"/>
          </p:cNvCxnSpPr>
          <p:nvPr/>
        </p:nvCxnSpPr>
        <p:spPr>
          <a:xfrm>
            <a:off x="4930775" y="57356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35" name="AutoShape 127"/>
          <p:cNvCxnSpPr>
            <a:stCxn id="1041541" idx="4"/>
            <a:endCxn id="1041538" idx="0"/>
          </p:cNvCxnSpPr>
          <p:nvPr/>
        </p:nvCxnSpPr>
        <p:spPr>
          <a:xfrm>
            <a:off x="4930775" y="515937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36" name="AutoShape 128"/>
          <p:cNvCxnSpPr>
            <a:stCxn id="1041545" idx="4"/>
            <a:endCxn id="1041544" idx="0"/>
          </p:cNvCxnSpPr>
          <p:nvPr/>
        </p:nvCxnSpPr>
        <p:spPr>
          <a:xfrm>
            <a:off x="4930775" y="400685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37" name="Oval 129"/>
          <p:cNvSpPr>
            <a:spLocks noChangeArrowheads="1"/>
          </p:cNvSpPr>
          <p:nvPr/>
        </p:nvSpPr>
        <p:spPr bwMode="auto">
          <a:xfrm flipH="1">
            <a:off x="3346450" y="5418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38" name="Oval 130"/>
          <p:cNvSpPr>
            <a:spLocks noChangeArrowheads="1"/>
          </p:cNvSpPr>
          <p:nvPr/>
        </p:nvSpPr>
        <p:spPr bwMode="auto">
          <a:xfrm flipH="1">
            <a:off x="4498975" y="54181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39" name="Oval 131"/>
          <p:cNvSpPr>
            <a:spLocks noChangeArrowheads="1"/>
          </p:cNvSpPr>
          <p:nvPr/>
        </p:nvSpPr>
        <p:spPr bwMode="auto">
          <a:xfrm flipH="1">
            <a:off x="4498975" y="59944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68" name="AutoShape 132"/>
          <p:cNvSpPr/>
          <p:nvPr/>
        </p:nvSpPr>
        <p:spPr>
          <a:xfrm flipV="1">
            <a:off x="5360988" y="465296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41" name="Oval 133"/>
          <p:cNvSpPr>
            <a:spLocks noChangeArrowheads="1"/>
          </p:cNvSpPr>
          <p:nvPr/>
        </p:nvSpPr>
        <p:spPr bwMode="auto">
          <a:xfrm flipH="1">
            <a:off x="4498975" y="4841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70" name="AutoShape 134"/>
          <p:cNvSpPr/>
          <p:nvPr/>
        </p:nvSpPr>
        <p:spPr>
          <a:xfrm flipV="1">
            <a:off x="5360988" y="4913313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43" name="Oval 135"/>
          <p:cNvSpPr>
            <a:spLocks noChangeArrowheads="1"/>
          </p:cNvSpPr>
          <p:nvPr/>
        </p:nvSpPr>
        <p:spPr bwMode="auto">
          <a:xfrm flipH="1">
            <a:off x="3346450" y="484187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44" name="Oval 136"/>
          <p:cNvSpPr>
            <a:spLocks noChangeArrowheads="1"/>
          </p:cNvSpPr>
          <p:nvPr/>
        </p:nvSpPr>
        <p:spPr bwMode="auto">
          <a:xfrm flipH="1">
            <a:off x="4498975" y="426561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45" name="Oval 137"/>
          <p:cNvSpPr>
            <a:spLocks noChangeArrowheads="1"/>
          </p:cNvSpPr>
          <p:nvPr/>
        </p:nvSpPr>
        <p:spPr bwMode="auto">
          <a:xfrm flipH="1">
            <a:off x="4498975" y="368935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74" name="AutoShape 138"/>
          <p:cNvSpPr/>
          <p:nvPr/>
        </p:nvSpPr>
        <p:spPr>
          <a:xfrm flipV="1">
            <a:off x="8101013" y="3744913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G-F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4475" name="AutoShape 139"/>
          <p:cNvSpPr/>
          <p:nvPr/>
        </p:nvSpPr>
        <p:spPr>
          <a:xfrm flipV="1">
            <a:off x="8101013" y="40338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G-D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E-G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D-E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1041548" name="AutoShape 140"/>
          <p:cNvCxnSpPr>
            <a:stCxn id="1041569" idx="5"/>
            <a:endCxn id="1041567" idx="1"/>
          </p:cNvCxnSpPr>
          <p:nvPr/>
        </p:nvCxnSpPr>
        <p:spPr>
          <a:xfrm flipH="1">
            <a:off x="6823075" y="3990975"/>
            <a:ext cx="541338" cy="890588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49" name="AutoShape 141"/>
          <p:cNvCxnSpPr>
            <a:stCxn id="1041565" idx="6"/>
            <a:endCxn id="1041567" idx="2"/>
          </p:cNvCxnSpPr>
          <p:nvPr/>
        </p:nvCxnSpPr>
        <p:spPr>
          <a:xfrm flipH="1">
            <a:off x="6978650" y="5013325"/>
            <a:ext cx="2317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0" name="AutoShape 142"/>
          <p:cNvCxnSpPr>
            <a:stCxn id="1041562" idx="6"/>
            <a:endCxn id="1041561" idx="2"/>
          </p:cNvCxnSpPr>
          <p:nvPr/>
        </p:nvCxnSpPr>
        <p:spPr>
          <a:xfrm flipH="1">
            <a:off x="6978650" y="5589588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51" name="AutoShape 143"/>
          <p:cNvCxnSpPr>
            <a:stCxn id="1041563" idx="7"/>
            <a:endCxn id="1041561" idx="3"/>
          </p:cNvCxnSpPr>
          <p:nvPr/>
        </p:nvCxnSpPr>
        <p:spPr>
          <a:xfrm flipH="1" flipV="1">
            <a:off x="6823075" y="5719763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2" name="AutoShape 144"/>
          <p:cNvCxnSpPr>
            <a:endCxn id="1041556" idx="0"/>
          </p:cNvCxnSpPr>
          <p:nvPr/>
        </p:nvCxnSpPr>
        <p:spPr>
          <a:xfrm>
            <a:off x="6518275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3" name="AutoShape 145"/>
          <p:cNvCxnSpPr>
            <a:stCxn id="1041571" idx="4"/>
            <a:endCxn id="1041570" idx="0"/>
          </p:cNvCxnSpPr>
          <p:nvPr/>
        </p:nvCxnSpPr>
        <p:spPr>
          <a:xfrm>
            <a:off x="6518275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triangle" w="sm" len="sm"/>
            <a:tailEnd type="none" w="sm" len="sm"/>
          </a:ln>
        </p:spPr>
      </p:cxnSp>
      <p:cxnSp>
        <p:nvCxnSpPr>
          <p:cNvPr id="1041554" name="AutoShape 146"/>
          <p:cNvCxnSpPr>
            <a:stCxn id="1041569" idx="6"/>
            <a:endCxn id="1041571" idx="2"/>
          </p:cNvCxnSpPr>
          <p:nvPr/>
        </p:nvCxnSpPr>
        <p:spPr>
          <a:xfrm flipH="1">
            <a:off x="6978650" y="3860800"/>
            <a:ext cx="231775" cy="0"/>
          </a:xfrm>
          <a:prstGeom prst="straightConnector1">
            <a:avLst/>
          </a:prstGeom>
          <a:ln w="57150" cap="flat" cmpd="sng">
            <a:solidFill>
              <a:srgbClr val="969696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41555" name="AutoShape 147"/>
          <p:cNvCxnSpPr>
            <a:stCxn id="1041569" idx="5"/>
            <a:endCxn id="1041570" idx="1"/>
          </p:cNvCxnSpPr>
          <p:nvPr/>
        </p:nvCxnSpPr>
        <p:spPr>
          <a:xfrm flipH="1">
            <a:off x="6823075" y="3990975"/>
            <a:ext cx="541338" cy="314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56" name="Oval 148"/>
          <p:cNvSpPr>
            <a:spLocks noChangeArrowheads="1"/>
          </p:cNvSpPr>
          <p:nvPr/>
        </p:nvSpPr>
        <p:spPr bwMode="auto">
          <a:xfrm flipH="1">
            <a:off x="6086475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 F 7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41557" name="AutoShape 149"/>
          <p:cNvCxnSpPr>
            <a:stCxn id="1041568" idx="4"/>
            <a:endCxn id="1041565" idx="0"/>
          </p:cNvCxnSpPr>
          <p:nvPr/>
        </p:nvCxnSpPr>
        <p:spPr>
          <a:xfrm>
            <a:off x="7670800" y="4610100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8" name="AutoShape 150"/>
          <p:cNvCxnSpPr>
            <a:stCxn id="1041562" idx="4"/>
            <a:endCxn id="1041563" idx="0"/>
          </p:cNvCxnSpPr>
          <p:nvPr/>
        </p:nvCxnSpPr>
        <p:spPr>
          <a:xfrm>
            <a:off x="7670800" y="5762625"/>
            <a:ext cx="0" cy="2301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59" name="AutoShape 151"/>
          <p:cNvCxnSpPr>
            <a:stCxn id="1041565" idx="4"/>
            <a:endCxn id="1041562" idx="0"/>
          </p:cNvCxnSpPr>
          <p:nvPr/>
        </p:nvCxnSpPr>
        <p:spPr>
          <a:xfrm>
            <a:off x="7670800" y="5186363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41560" name="AutoShape 152"/>
          <p:cNvCxnSpPr>
            <a:stCxn id="1041569" idx="4"/>
            <a:endCxn id="1041568" idx="0"/>
          </p:cNvCxnSpPr>
          <p:nvPr/>
        </p:nvCxnSpPr>
        <p:spPr>
          <a:xfrm>
            <a:off x="7670800" y="4033838"/>
            <a:ext cx="0" cy="2301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41561" name="Oval 153"/>
          <p:cNvSpPr>
            <a:spLocks noChangeArrowheads="1"/>
          </p:cNvSpPr>
          <p:nvPr/>
        </p:nvSpPr>
        <p:spPr bwMode="auto">
          <a:xfrm flipH="1">
            <a:off x="6086475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 G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62" name="Oval 154"/>
          <p:cNvSpPr>
            <a:spLocks noChangeArrowheads="1"/>
          </p:cNvSpPr>
          <p:nvPr/>
        </p:nvSpPr>
        <p:spPr bwMode="auto">
          <a:xfrm flipH="1">
            <a:off x="7239000" y="5445125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 D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63" name="Oval 155"/>
          <p:cNvSpPr>
            <a:spLocks noChangeArrowheads="1"/>
          </p:cNvSpPr>
          <p:nvPr/>
        </p:nvSpPr>
        <p:spPr bwMode="auto">
          <a:xfrm flipH="1">
            <a:off x="7239000" y="602138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 E 4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92" name="AutoShape 156"/>
          <p:cNvSpPr/>
          <p:nvPr/>
        </p:nvSpPr>
        <p:spPr>
          <a:xfrm flipV="1">
            <a:off x="8101013" y="4681538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C-D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65" name="Oval 157"/>
          <p:cNvSpPr>
            <a:spLocks noChangeArrowheads="1"/>
          </p:cNvSpPr>
          <p:nvPr/>
        </p:nvSpPr>
        <p:spPr bwMode="auto">
          <a:xfrm flipH="1">
            <a:off x="7239000" y="48688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 C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494" name="AutoShape 158"/>
          <p:cNvSpPr/>
          <p:nvPr/>
        </p:nvSpPr>
        <p:spPr>
          <a:xfrm flipV="1">
            <a:off x="8101013" y="4941888"/>
            <a:ext cx="431800" cy="74771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H-A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C-H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B-C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A-B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041567" name="Oval 159"/>
          <p:cNvSpPr>
            <a:spLocks noChangeArrowheads="1"/>
          </p:cNvSpPr>
          <p:nvPr/>
        </p:nvSpPr>
        <p:spPr bwMode="auto">
          <a:xfrm flipH="1">
            <a:off x="6086475" y="4868863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 H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68" name="Oval 160"/>
          <p:cNvSpPr>
            <a:spLocks noChangeArrowheads="1"/>
          </p:cNvSpPr>
          <p:nvPr/>
        </p:nvSpPr>
        <p:spPr bwMode="auto">
          <a:xfrm flipH="1">
            <a:off x="7239000" y="42926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 B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69" name="Oval 161"/>
          <p:cNvSpPr>
            <a:spLocks noChangeArrowheads="1"/>
          </p:cNvSpPr>
          <p:nvPr/>
        </p:nvSpPr>
        <p:spPr bwMode="auto">
          <a:xfrm flipH="1">
            <a:off x="7239000" y="37163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 A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70" name="Oval 162"/>
          <p:cNvSpPr>
            <a:spLocks noChangeArrowheads="1"/>
          </p:cNvSpPr>
          <p:nvPr/>
        </p:nvSpPr>
        <p:spPr bwMode="auto">
          <a:xfrm flipH="1">
            <a:off x="6086475" y="4292600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 I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1571" name="Oval 163"/>
          <p:cNvSpPr>
            <a:spLocks noChangeArrowheads="1"/>
          </p:cNvSpPr>
          <p:nvPr/>
        </p:nvSpPr>
        <p:spPr bwMode="auto">
          <a:xfrm flipH="1">
            <a:off x="6086475" y="3716338"/>
            <a:ext cx="863600" cy="288925"/>
          </a:xfrm>
          <a:prstGeom prst="ellipse">
            <a:avLst/>
          </a:prstGeom>
          <a:solidFill>
            <a:srgbClr val="4D4D4D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 J 1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500" name="AutoShape 164"/>
          <p:cNvSpPr/>
          <p:nvPr/>
        </p:nvSpPr>
        <p:spPr>
          <a:xfrm flipV="1">
            <a:off x="8101013" y="5761038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b" anchorCtr="1"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1400" b="1" dirty="0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J-A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I-J</a:t>
            </a:r>
            <a:b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</a:b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Consolas" panose="020B0609020204030204" pitchFamily="49" charset="0"/>
                <a:ea typeface="黑体" panose="02010609060101010101" charset="-122"/>
                <a:sym typeface="+mn-ea"/>
              </a:rPr>
              <a:t>A-I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3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3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4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4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41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41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41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41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41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041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41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41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41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41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41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41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41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41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41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41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41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6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041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41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41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41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41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41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041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41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41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1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41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41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41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41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41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41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41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41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41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41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41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2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41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41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41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41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41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41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41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29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41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41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41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41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1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4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0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41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41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3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4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4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2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41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041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41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41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6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41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041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37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4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4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4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4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6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68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41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41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1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41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1041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041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2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041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041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41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2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41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041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041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3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041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041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41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4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41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1041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1041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3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041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041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41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41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41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41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4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041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041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41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41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41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41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41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41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041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041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41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41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41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41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49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041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041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41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0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41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41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41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41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41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41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41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41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5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4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8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41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4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41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4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6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8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41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41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41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0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041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41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2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041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4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4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93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4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4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6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9" dur="300" fill="hold"/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94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4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1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95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41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41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8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41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041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041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69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1041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041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41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41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1041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1041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0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1041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041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41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1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41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1041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041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0"/>
                  </p:tgtEl>
                </p:cond>
              </p:nextCondLst>
            </p:seq>
            <p:seq concurrent="1" nextAc="seek">
              <p:cTn id="584" restart="whenNotActive" fill="hold" evtFilter="cancelBubble" nodeType="interactiveSeq">
                <p:stCondLst>
                  <p:cond evt="onClick" delay="0">
                    <p:tgtEl>
                      <p:spTgt spid="1041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5" fill="hold">
                      <p:stCondLst>
                        <p:cond delay="0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041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41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2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41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1041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1041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1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041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041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41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41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41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41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1041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1041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041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041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41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2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41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041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041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6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041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041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41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7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41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6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41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7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41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8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0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41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3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41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0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2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41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4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41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2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4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41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5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4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94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14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14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041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6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041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7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4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18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1" dur="300" fill="hold"/>
                                        <p:tgtEl>
                                          <p:spTgt spid="14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16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041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0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041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89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041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2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041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041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4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041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1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4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66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7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9" dur="300" fill="hold"/>
                                        <p:tgtEl>
                                          <p:spTgt spid="14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20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4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78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14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21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4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8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90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144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22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041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2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041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5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041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1041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1041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6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1041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6" dur="300" fill="hold"/>
                                        <p:tgtEl>
                                          <p:spTgt spid="1041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041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6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041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1041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041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7"/>
                  </p:tgtEl>
                </p:cond>
              </p:nextCondLst>
            </p:seq>
            <p:seq concurrent="1" nextAc="seek">
              <p:cTn id="824" restart="whenNotActive" fill="hold" evtFilter="cancelBubble" nodeType="interactiveSeq">
                <p:stCondLst>
                  <p:cond evt="onClick" delay="0">
                    <p:tgtEl>
                      <p:spTgt spid="1041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5" fill="hold">
                      <p:stCondLst>
                        <p:cond delay="0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8" dur="300" fill="hold"/>
                                        <p:tgtEl>
                                          <p:spTgt spid="1041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041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8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041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1041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1041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7"/>
                  </p:tgtEl>
                </p:cond>
              </p:nextCondLst>
            </p:seq>
            <p:seq concurrent="1" nextAc="seek">
              <p:cTn id="836" restart="whenNotActive" fill="hold" evtFilter="cancelBubble" nodeType="interactiveSeq">
                <p:stCondLst>
                  <p:cond evt="onClick" delay="0">
                    <p:tgtEl>
                      <p:spTgt spid="1041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300" fill="hold"/>
                                        <p:tgtEl>
                                          <p:spTgt spid="1041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041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499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041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041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041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8"/>
                  </p:tgtEl>
                </p:cond>
              </p:nextCondLst>
            </p:seq>
            <p:seq concurrent="1" nextAc="seek">
              <p:cTn id="848" restart="whenNotActive" fill="hold" evtFilter="cancelBubble" nodeType="interactiveSeq">
                <p:stCondLst>
                  <p:cond evt="onClick" delay="0">
                    <p:tgtEl>
                      <p:spTgt spid="1041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9" fill="hold">
                      <p:stCondLst>
                        <p:cond delay="0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2" dur="300" fill="hold"/>
                                        <p:tgtEl>
                                          <p:spTgt spid="1041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041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0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041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2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4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041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1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041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1041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1041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2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1041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1041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041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9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041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1041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1041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3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10415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10415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0415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4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041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8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041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0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041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8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0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041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0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1041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0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2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041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1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041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2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4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041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2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4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6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7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9" dur="300" fill="hold"/>
                                        <p:tgtEl>
                                          <p:spTgt spid="14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1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041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0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041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4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4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8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70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3" dur="300" fill="hold"/>
                                        <p:tgtEl>
                                          <p:spTgt spid="14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3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041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0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2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4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041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6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0415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2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4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6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0415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7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10415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4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6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8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0415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18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4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4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5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6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18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9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1" dur="300" fill="hold"/>
                                        <p:tgtEl>
                                          <p:spTgt spid="14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7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4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30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3" dur="300" fill="hold"/>
                                        <p:tgtEl>
                                          <p:spTgt spid="14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8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4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0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42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3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5" dur="300" fill="hold"/>
                                        <p:tgtEl>
                                          <p:spTgt spid="14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49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0415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2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4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041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2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0415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10415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10415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3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1041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1041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041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3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041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1041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1041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4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10415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10415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10415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5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041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10415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10415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4"/>
                  </p:tgtEl>
                </p:cond>
              </p:nextCondLst>
            </p:seq>
            <p:seq concurrent="1" nextAc="seek">
              <p:cTn id="1088" restart="whenNotActive" fill="hold" evtFilter="cancelBubble" nodeType="interactiveSeq">
                <p:stCondLst>
                  <p:cond evt="onClick" delay="0">
                    <p:tgtEl>
                      <p:spTgt spid="1041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9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1041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041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6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1041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1041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1041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5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10415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10415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0415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7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1041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4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0415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8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0415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10415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10415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29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1041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1041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041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6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0415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4" dur="300" fill="hold"/>
                                        <p:tgtEl>
                                          <p:spTgt spid="10415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5" dur="300" fill="hold"/>
                                        <p:tgtEl>
                                          <p:spTgt spid="10415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0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10415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0" dur="300" fill="hold"/>
                                        <p:tgtEl>
                                          <p:spTgt spid="10415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0415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1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0415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6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2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0415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2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041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8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0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2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041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7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041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0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1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2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4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6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041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8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041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2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6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8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0415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39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4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4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6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98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9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1" dur="300" fill="hold"/>
                                        <p:tgtEl>
                                          <p:spTgt spid="14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68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0415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6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8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0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2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0415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1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4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8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0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22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3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5" dur="3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70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041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0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2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4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6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1041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3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041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2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4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6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8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041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4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041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4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6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8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0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0415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5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4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6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8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70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1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3" dur="300" fill="hold"/>
                                        <p:tgtEl>
                                          <p:spTgt spid="14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74"/>
                  </p:tgtEl>
                </p:cond>
              </p:nextCondLst>
            </p:seq>
            <p:seq concurrent="1" nextAc="seek">
              <p:cTn id="1274" restart="whenNotActive" fill="hold" evtFilter="cancelBubble" nodeType="interactiveSeq">
                <p:stCondLst>
                  <p:cond evt="onClick" delay="0">
                    <p:tgtEl>
                      <p:spTgt spid="14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5" fill="hold">
                      <p:stCondLst>
                        <p:cond delay="0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8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0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82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3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5" dur="300" fill="hold"/>
                                        <p:tgtEl>
                                          <p:spTgt spid="144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75"/>
                  </p:tgtEl>
                </p:cond>
              </p:nextCondLst>
            </p:seq>
            <p:seq concurrent="1" nextAc="seek">
              <p:cTn id="1286" restart="whenNotActive" fill="hold" evtFilter="cancelBubble" nodeType="interactiveSeq">
                <p:stCondLst>
                  <p:cond evt="onClick" delay="0">
                    <p:tgtEl>
                      <p:spTgt spid="10415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7" fill="hold">
                      <p:stCondLst>
                        <p:cond delay="0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0" dur="300" fill="hold"/>
                                        <p:tgtEl>
                                          <p:spTgt spid="10415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1" dur="300" fill="hold"/>
                                        <p:tgtEl>
                                          <p:spTgt spid="10415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8"/>
                  </p:tgtEl>
                </p:cond>
              </p:nextCondLst>
            </p:seq>
            <p:seq concurrent="1" nextAc="seek">
              <p:cTn id="1292" restart="whenNotActive" fill="hold" evtFilter="cancelBubble" nodeType="interactiveSeq">
                <p:stCondLst>
                  <p:cond evt="onClick" delay="0">
                    <p:tgtEl>
                      <p:spTgt spid="1041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3" fill="hold">
                      <p:stCondLst>
                        <p:cond delay="0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6" dur="300" fill="hold"/>
                                        <p:tgtEl>
                                          <p:spTgt spid="10415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10415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7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10415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2" dur="300" fill="hold"/>
                                        <p:tgtEl>
                                          <p:spTgt spid="10415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10415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49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10415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8" dur="300" fill="hold"/>
                                        <p:tgtEl>
                                          <p:spTgt spid="10415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10415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0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10415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4" dur="300" fill="hold"/>
                                        <p:tgtEl>
                                          <p:spTgt spid="10415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10415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8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1041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0" dur="300" fill="hold"/>
                                        <p:tgtEl>
                                          <p:spTgt spid="10415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10415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1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10415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6" dur="300" fill="hold"/>
                                        <p:tgtEl>
                                          <p:spTgt spid="10415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7" dur="300" fill="hold"/>
                                        <p:tgtEl>
                                          <p:spTgt spid="10415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9"/>
                  </p:tgtEl>
                </p:cond>
              </p:nextCondLst>
            </p:seq>
            <p:seq concurrent="1" nextAc="seek">
              <p:cTn id="1328" restart="whenNotActive" fill="hold" evtFilter="cancelBubble" nodeType="interactiveSeq">
                <p:stCondLst>
                  <p:cond evt="onClick" delay="0">
                    <p:tgtEl>
                      <p:spTgt spid="1041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9" fill="hold">
                      <p:stCondLst>
                        <p:cond delay="0"/>
                      </p:stCondLst>
                      <p:childTnLst>
                        <p:par>
                          <p:cTn id="1330" fill="hold">
                            <p:stCondLst>
                              <p:cond delay="0"/>
                            </p:stCondLst>
                            <p:childTnLst>
                              <p:par>
                                <p:cTn id="1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2" dur="300" fill="hold"/>
                                        <p:tgtEl>
                                          <p:spTgt spid="10415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10415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2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10415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8" dur="300" fill="hold"/>
                                        <p:tgtEl>
                                          <p:spTgt spid="10415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9" dur="300" fill="hold"/>
                                        <p:tgtEl>
                                          <p:spTgt spid="10415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3"/>
                  </p:tgtEl>
                </p:cond>
              </p:nextCondLst>
            </p:seq>
            <p:seq concurrent="1" nextAc="seek">
              <p:cTn id="1340" restart="whenNotActive" fill="hold" evtFilter="cancelBubble" nodeType="interactiveSeq">
                <p:stCondLst>
                  <p:cond evt="onClick" delay="0">
                    <p:tgtEl>
                      <p:spTgt spid="10415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1" fill="hold">
                      <p:stCondLst>
                        <p:cond delay="0"/>
                      </p:stCondLst>
                      <p:childTnLst>
                        <p:par>
                          <p:cTn id="1342" fill="hold">
                            <p:stCondLst>
                              <p:cond delay="0"/>
                            </p:stCondLst>
                            <p:childTnLst>
                              <p:par>
                                <p:cTn id="1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4" dur="300" fill="hold"/>
                                        <p:tgtEl>
                                          <p:spTgt spid="10415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10415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0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10415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0" dur="300" fill="hold"/>
                                        <p:tgtEl>
                                          <p:spTgt spid="10415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1" dur="300" fill="hold"/>
                                        <p:tgtEl>
                                          <p:spTgt spid="10415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4"/>
                  </p:tgtEl>
                </p:cond>
              </p:nextCondLst>
            </p:seq>
            <p:seq concurrent="1" nextAc="seek">
              <p:cTn id="1352" restart="whenNotActive" fill="hold" evtFilter="cancelBubble" nodeType="interactiveSeq">
                <p:stCondLst>
                  <p:cond evt="onClick" delay="0">
                    <p:tgtEl>
                      <p:spTgt spid="1041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3" fill="hold">
                      <p:stCondLst>
                        <p:cond delay="0"/>
                      </p:stCondLst>
                      <p:childTnLst>
                        <p:par>
                          <p:cTn id="1354" fill="hold">
                            <p:stCondLst>
                              <p:cond delay="0"/>
                            </p:stCondLst>
                            <p:childTnLst>
                              <p:par>
                                <p:cTn id="1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6" dur="300" fill="hold"/>
                                        <p:tgtEl>
                                          <p:spTgt spid="10415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10415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5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10415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2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3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4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6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8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10415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56"/>
                  </p:tgtEl>
                </p:cond>
              </p:nextCondLst>
            </p:seq>
            <p:seq concurrent="1" nextAc="seek">
              <p:cTn id="1370" restart="whenNotActive" fill="hold" evtFilter="cancelBubble" nodeType="interactiveSeq">
                <p:stCondLst>
                  <p:cond evt="onClick" delay="0">
                    <p:tgtEl>
                      <p:spTgt spid="10415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1" fill="hold">
                      <p:stCondLst>
                        <p:cond delay="0"/>
                      </p:stCondLst>
                      <p:childTnLst>
                        <p:par>
                          <p:cTn id="1372" fill="hold">
                            <p:stCondLst>
                              <p:cond delay="0"/>
                            </p:stCondLst>
                            <p:childTnLst>
                              <p:par>
                                <p:cTn id="13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4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5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6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8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0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1" dur="300" fill="hold"/>
                                        <p:tgtEl>
                                          <p:spTgt spid="10415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1"/>
                  </p:tgtEl>
                </p:cond>
              </p:nextCondLst>
            </p:seq>
            <p:seq concurrent="1" nextAc="seek">
              <p:cTn id="1382" restart="whenNotActive" fill="hold" evtFilter="cancelBubble" nodeType="interactiveSeq">
                <p:stCondLst>
                  <p:cond evt="onClick" delay="0">
                    <p:tgtEl>
                      <p:spTgt spid="1041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3" fill="hold">
                      <p:stCondLst>
                        <p:cond delay="0"/>
                      </p:stCondLst>
                      <p:childTnLst>
                        <p:par>
                          <p:cTn id="1384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6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7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8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0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2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1041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2"/>
                  </p:tgtEl>
                </p:cond>
              </p:nextCondLst>
            </p:seq>
            <p:seq concurrent="1" nextAc="seek">
              <p:cTn id="1394" restart="whenNotActive" fill="hold" evtFilter="cancelBubble" nodeType="interactiveSeq">
                <p:stCondLst>
                  <p:cond evt="onClick" delay="0">
                    <p:tgtEl>
                      <p:spTgt spid="1041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5" fill="hold">
                      <p:stCondLst>
                        <p:cond delay="0"/>
                      </p:stCondLst>
                      <p:childTnLst>
                        <p:par>
                          <p:cTn id="1396" fill="hold">
                            <p:stCondLst>
                              <p:cond delay="0"/>
                            </p:stCondLst>
                            <p:childTnLst>
                              <p:par>
                                <p:cTn id="13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8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9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0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2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4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10415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3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14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0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2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14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5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7" dur="300" fill="hold"/>
                                        <p:tgtEl>
                                          <p:spTgt spid="14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92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1041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2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3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4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6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8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9" dur="300" fill="hold"/>
                                        <p:tgtEl>
                                          <p:spTgt spid="10415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5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14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4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5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6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38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9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1" dur="300" fill="hold"/>
                                        <p:tgtEl>
                                          <p:spTgt spid="14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94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1041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6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7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8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0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2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10415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7"/>
                  </p:tgtEl>
                </p:cond>
              </p:nextCondLst>
            </p:seq>
            <p:seq concurrent="1" nextAc="seek">
              <p:cTn id="1454" restart="whenNotActive" fill="hold" evtFilter="cancelBubble" nodeType="interactiveSeq">
                <p:stCondLst>
                  <p:cond evt="onClick" delay="0">
                    <p:tgtEl>
                      <p:spTgt spid="10415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5" fill="hold">
                      <p:stCondLst>
                        <p:cond delay="0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8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9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0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2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4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5" dur="300" fill="hold"/>
                                        <p:tgtEl>
                                          <p:spTgt spid="10415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8"/>
                  </p:tgtEl>
                </p:cond>
              </p:nextCondLst>
            </p:seq>
            <p:seq concurrent="1" nextAc="seek">
              <p:cTn id="1466" restart="whenNotActive" fill="hold" evtFilter="cancelBubble" nodeType="interactiveSeq">
                <p:stCondLst>
                  <p:cond evt="onClick" delay="0">
                    <p:tgtEl>
                      <p:spTgt spid="10415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7" fill="hold">
                      <p:stCondLst>
                        <p:cond delay="0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0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1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2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4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6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77" dur="300" fill="hold"/>
                                        <p:tgtEl>
                                          <p:spTgt spid="10415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69"/>
                  </p:tgtEl>
                </p:cond>
              </p:nextCondLst>
            </p:seq>
            <p:seq concurrent="1" nextAc="seek">
              <p:cTn id="1478" restart="whenNotActive" fill="hold" evtFilter="cancelBubble" nodeType="interactiveSeq">
                <p:stCondLst>
                  <p:cond evt="onClick" delay="0">
                    <p:tgtEl>
                      <p:spTgt spid="1041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9" fill="hold">
                      <p:stCondLst>
                        <p:cond delay="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2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4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6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8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9" dur="300" fill="hold"/>
                                        <p:tgtEl>
                                          <p:spTgt spid="1041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70"/>
                  </p:tgtEl>
                </p:cond>
              </p:nextCondLst>
            </p:seq>
            <p:seq concurrent="1" nextAc="seek">
              <p:cTn id="1490" restart="whenNotActive" fill="hold" evtFilter="cancelBubble" nodeType="interactiveSeq">
                <p:stCondLst>
                  <p:cond evt="onClick" delay="0">
                    <p:tgtEl>
                      <p:spTgt spid="1041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4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6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8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0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1" dur="300" fill="hold"/>
                                        <p:tgtEl>
                                          <p:spTgt spid="1041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1571"/>
                  </p:tgtEl>
                </p:cond>
              </p:nextCondLst>
            </p:seq>
            <p:seq concurrent="1" nextAc="seek">
              <p:cTn id="1502" restart="whenNotActive" fill="hold" evtFilter="cancelBubble" nodeType="interactiveSeq">
                <p:stCondLst>
                  <p:cond evt="onClick" delay="0">
                    <p:tgtEl>
                      <p:spTgt spid="14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3" fill="hold">
                      <p:stCondLst>
                        <p:cond delay="0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6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7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8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10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1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3" dur="300" fill="hold"/>
                                        <p:tgtEl>
                                          <p:spTgt spid="145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00"/>
                  </p:tgtEl>
                </p:cond>
              </p:nextCondLst>
            </p:seq>
          </p:childTnLst>
        </p:cTn>
      </p:par>
    </p:tnLst>
    <p:bldLst>
      <p:bldP spid="14339" grpId="0" bldLvl="0" animBg="1"/>
      <p:bldP spid="14340" grpId="0" bldLvl="0" animBg="1"/>
      <p:bldP spid="14341" grpId="0" bldLvl="0" animBg="1"/>
      <p:bldP spid="1041414" grpId="0" bldLvl="0" animBg="1"/>
      <p:bldP spid="1041420" grpId="0" bldLvl="0" animBg="1"/>
      <p:bldP spid="1041424" grpId="0" bldLvl="0" animBg="1"/>
      <p:bldP spid="1041429" grpId="0" bldLvl="0" animBg="1"/>
      <p:bldP spid="1041430" grpId="0" bldLvl="0" animBg="1"/>
      <p:bldP spid="1041431" grpId="0" bldLvl="0" animBg="1"/>
      <p:bldP spid="14360" grpId="0" bldLvl="0" animBg="1"/>
      <p:bldP spid="1041433" grpId="0" bldLvl="0" animBg="1"/>
      <p:bldP spid="14362" grpId="0" bldLvl="0" animBg="1"/>
      <p:bldP spid="1041435" grpId="0" bldLvl="0" animBg="1"/>
      <p:bldP spid="1041436" grpId="0" bldLvl="0" animBg="1"/>
      <p:bldP spid="1041437" grpId="0" bldLvl="0" animBg="1"/>
      <p:bldP spid="14366" grpId="0" bldLvl="0" animBg="1"/>
      <p:bldP spid="14367" grpId="0" bldLvl="0" animBg="1"/>
      <p:bldP spid="14368" grpId="0" bldLvl="0" animBg="1"/>
      <p:bldP spid="1041441" grpId="0" bldLvl="0" animBg="1"/>
      <p:bldP spid="1041447" grpId="0" bldLvl="0" animBg="1"/>
      <p:bldP spid="1041451" grpId="0" bldLvl="0" animBg="1"/>
      <p:bldP spid="1041456" grpId="0" bldLvl="0" animBg="1"/>
      <p:bldP spid="1041457" grpId="0" bldLvl="0" animBg="1"/>
      <p:bldP spid="1041458" grpId="0" bldLvl="0" animBg="1"/>
      <p:bldP spid="14387" grpId="0" bldLvl="0" animBg="1"/>
      <p:bldP spid="1041460" grpId="0" bldLvl="0" animBg="1"/>
      <p:bldP spid="14389" grpId="0" bldLvl="0" animBg="1"/>
      <p:bldP spid="1041462" grpId="0" bldLvl="0" animBg="1"/>
      <p:bldP spid="1041463" grpId="0" bldLvl="0" animBg="1"/>
      <p:bldP spid="1041464" grpId="0" bldLvl="0" animBg="1"/>
      <p:bldP spid="14393" grpId="0" bldLvl="0" animBg="1"/>
      <p:bldP spid="14394" grpId="0" bldLvl="0" animBg="1"/>
      <p:bldP spid="14395" grpId="0" bldLvl="0" animBg="1"/>
      <p:bldP spid="1041468" grpId="0" bldLvl="0" animBg="1"/>
      <p:bldP spid="1041474" grpId="0" bldLvl="0" animBg="1"/>
      <p:bldP spid="1041478" grpId="0" bldLvl="0" animBg="1"/>
      <p:bldP spid="1041483" grpId="0" bldLvl="0" animBg="1"/>
      <p:bldP spid="1041484" grpId="0" bldLvl="0" animBg="1"/>
      <p:bldP spid="1041485" grpId="0" bldLvl="0" animBg="1"/>
      <p:bldP spid="14414" grpId="0" bldLvl="0" animBg="1"/>
      <p:bldP spid="1041487" grpId="0" bldLvl="0" animBg="1"/>
      <p:bldP spid="14416" grpId="0" bldLvl="0" animBg="1"/>
      <p:bldP spid="1041489" grpId="0" bldLvl="0" animBg="1"/>
      <p:bldP spid="1041490" grpId="0" bldLvl="0" animBg="1"/>
      <p:bldP spid="1041491" grpId="0" bldLvl="0" animBg="1"/>
      <p:bldP spid="14420" grpId="0" bldLvl="0" animBg="1"/>
      <p:bldP spid="14421" grpId="0" bldLvl="0" animBg="1"/>
      <p:bldP spid="14422" grpId="0" bldLvl="0" animBg="1"/>
      <p:bldP spid="1041495" grpId="0" bldLvl="0" animBg="1"/>
      <p:bldP spid="1041501" grpId="0" bldLvl="0" animBg="1"/>
      <p:bldP spid="1041505" grpId="0" bldLvl="0" animBg="1"/>
      <p:bldP spid="1041510" grpId="0" bldLvl="0" animBg="1"/>
      <p:bldP spid="1041511" grpId="0" bldLvl="0" animBg="1"/>
      <p:bldP spid="1041512" grpId="0" bldLvl="0" animBg="1"/>
      <p:bldP spid="14441" grpId="0" bldLvl="0" animBg="1"/>
      <p:bldP spid="1041514" grpId="0" bldLvl="0" animBg="1"/>
      <p:bldP spid="14443" grpId="0" bldLvl="0" animBg="1"/>
      <p:bldP spid="1041516" grpId="0" bldLvl="0" animBg="1"/>
      <p:bldP spid="1041517" grpId="0" bldLvl="0" animBg="1"/>
      <p:bldP spid="1041518" grpId="0" bldLvl="0" animBg="1"/>
      <p:bldP spid="14447" grpId="0" bldLvl="0" animBg="1"/>
      <p:bldP spid="14448" grpId="0" bldLvl="0" animBg="1"/>
      <p:bldP spid="14449" grpId="0" bldLvl="0" animBg="1"/>
      <p:bldP spid="1041522" grpId="0" bldLvl="0" animBg="1"/>
      <p:bldP spid="1041528" grpId="0" bldLvl="0" animBg="1"/>
      <p:bldP spid="1041532" grpId="0" bldLvl="0" animBg="1"/>
      <p:bldP spid="1041537" grpId="0" bldLvl="0" animBg="1"/>
      <p:bldP spid="1041538" grpId="0" bldLvl="0" animBg="1"/>
      <p:bldP spid="1041539" grpId="0" bldLvl="0" animBg="1"/>
      <p:bldP spid="14468" grpId="0" bldLvl="0" animBg="1"/>
      <p:bldP spid="1041541" grpId="0" bldLvl="0" animBg="1"/>
      <p:bldP spid="14470" grpId="0" bldLvl="0" animBg="1"/>
      <p:bldP spid="1041543" grpId="0" bldLvl="0" animBg="1"/>
      <p:bldP spid="1041544" grpId="0" bldLvl="0" animBg="1"/>
      <p:bldP spid="1041545" grpId="0" bldLvl="0" animBg="1"/>
      <p:bldP spid="14474" grpId="0" bldLvl="0" animBg="1"/>
      <p:bldP spid="14475" grpId="0" bldLvl="0" animBg="1"/>
      <p:bldP spid="1041556" grpId="0" bldLvl="0" animBg="1"/>
      <p:bldP spid="1041561" grpId="0" bldLvl="0" animBg="1"/>
      <p:bldP spid="1041562" grpId="0" bldLvl="0" animBg="1"/>
      <p:bldP spid="1041563" grpId="0" bldLvl="0" animBg="1"/>
      <p:bldP spid="14492" grpId="0" bldLvl="0" animBg="1"/>
      <p:bldP spid="1041565" grpId="0" bldLvl="0" animBg="1"/>
      <p:bldP spid="14494" grpId="0" bldLvl="0" animBg="1"/>
      <p:bldP spid="1041567" grpId="0" bldLvl="0" animBg="1"/>
      <p:bldP spid="1041568" grpId="0" bldLvl="0" animBg="1"/>
      <p:bldP spid="1041569" grpId="0" bldLvl="0" animBg="1"/>
      <p:bldP spid="1041570" grpId="0" bldLvl="0" animBg="1"/>
      <p:bldP spid="1041571" grpId="0" bldLvl="0" animBg="1"/>
      <p:bldP spid="14500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454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复杂度</a:t>
            </a:r>
            <a:endParaRPr lang="zh-CN" altLang="en-US" smtClean="0">
              <a:sym typeface="+mn-ea"/>
            </a:endParaRPr>
          </a:p>
        </p:txBody>
      </p:sp>
      <p:sp>
        <p:nvSpPr>
          <p:cNvPr id="10045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运行时间与常规的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DFS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相同，也是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自行验证：栈操作的复杂度也不过如此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除原图本身，还需一个容量为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的栈存放已访问的边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为支持递归，另需一个容量为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的运行栈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None/>
              <a:tabLst>
                <a:tab pos="266700" algn="l"/>
                <a:tab pos="53149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求以下图的双连通分量</a:t>
            </a:r>
            <a:endParaRPr lang="zh-CN" altLang="en-US"/>
          </a:p>
        </p:txBody>
      </p:sp>
      <p:sp>
        <p:nvSpPr>
          <p:cNvPr id="4100" name="Oval 61"/>
          <p:cNvSpPr>
            <a:spLocks noChangeAspect="1"/>
          </p:cNvSpPr>
          <p:nvPr/>
        </p:nvSpPr>
        <p:spPr>
          <a:xfrm rot="5400000">
            <a:off x="4830763" y="2697163"/>
            <a:ext cx="1439862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101" name="Oval 62"/>
          <p:cNvSpPr>
            <a:spLocks noChangeAspect="1"/>
          </p:cNvSpPr>
          <p:nvPr/>
        </p:nvSpPr>
        <p:spPr>
          <a:xfrm rot="5400000">
            <a:off x="2959100" y="2697163"/>
            <a:ext cx="1439863" cy="1439862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102" name="Oval 63"/>
          <p:cNvSpPr/>
          <p:nvPr/>
        </p:nvSpPr>
        <p:spPr>
          <a:xfrm rot="5400000">
            <a:off x="4325938" y="2913063"/>
            <a:ext cx="576262" cy="1727200"/>
          </a:xfrm>
          <a:prstGeom prst="ellipse">
            <a:avLst/>
          </a:prstGeom>
          <a:solidFill>
            <a:srgbClr val="EAEAEA">
              <a:alpha val="50195"/>
            </a:srgbClr>
          </a:solidFill>
          <a:ln w="15875" cap="flat" cmpd="sng">
            <a:solidFill>
              <a:srgbClr val="808080"/>
            </a:solidFill>
            <a:prstDash val="dash"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4368" name="Oval 64"/>
          <p:cNvSpPr/>
          <p:nvPr/>
        </p:nvSpPr>
        <p:spPr>
          <a:xfrm flipH="1">
            <a:off x="3176588" y="2909888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A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369" name="Oval 65"/>
          <p:cNvSpPr/>
          <p:nvPr/>
        </p:nvSpPr>
        <p:spPr>
          <a:xfrm flipH="1">
            <a:off x="3176588" y="3630613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C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0" name="AutoShape 66"/>
          <p:cNvCxnSpPr>
            <a:stCxn id="994368" idx="4"/>
            <a:endCxn id="994369" idx="0"/>
          </p:cNvCxnSpPr>
          <p:nvPr/>
        </p:nvCxnSpPr>
        <p:spPr>
          <a:xfrm>
            <a:off x="3320415" y="3199130"/>
            <a:ext cx="0" cy="4318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71" name="Oval 67"/>
          <p:cNvSpPr/>
          <p:nvPr/>
        </p:nvSpPr>
        <p:spPr>
          <a:xfrm flipH="1">
            <a:off x="3897313" y="2911475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B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2" name="AutoShape 68"/>
          <p:cNvCxnSpPr>
            <a:stCxn id="994371" idx="4"/>
            <a:endCxn id="994381" idx="0"/>
          </p:cNvCxnSpPr>
          <p:nvPr/>
        </p:nvCxnSpPr>
        <p:spPr>
          <a:xfrm flipH="1">
            <a:off x="4039870" y="3200083"/>
            <a:ext cx="1270" cy="4305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3" name="AutoShape 69"/>
          <p:cNvCxnSpPr>
            <a:stCxn id="994371" idx="6"/>
            <a:endCxn id="994368" idx="2"/>
          </p:cNvCxnSpPr>
          <p:nvPr/>
        </p:nvCxnSpPr>
        <p:spPr>
          <a:xfrm flipH="1" flipV="1">
            <a:off x="3463608" y="3054668"/>
            <a:ext cx="43370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4" name="AutoShape 70"/>
          <p:cNvCxnSpPr>
            <a:stCxn id="994381" idx="2"/>
            <a:endCxn id="994369" idx="2"/>
          </p:cNvCxnSpPr>
          <p:nvPr/>
        </p:nvCxnSpPr>
        <p:spPr>
          <a:xfrm flipH="1">
            <a:off x="3463608" y="3775075"/>
            <a:ext cx="431800" cy="63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75" name="Oval 71"/>
          <p:cNvSpPr/>
          <p:nvPr/>
        </p:nvSpPr>
        <p:spPr>
          <a:xfrm flipH="1">
            <a:off x="5767388" y="3633788"/>
            <a:ext cx="287337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G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94376" name="Oval 72"/>
          <p:cNvSpPr/>
          <p:nvPr/>
        </p:nvSpPr>
        <p:spPr>
          <a:xfrm flipH="1">
            <a:off x="5407025" y="2913063"/>
            <a:ext cx="287338" cy="288925"/>
          </a:xfrm>
          <a:prstGeom prst="ellipse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buClrTx/>
            </a:pPr>
            <a:r>
              <a:rPr lang="en-US" altLang="zh-CN" sz="2000" b="1" dirty="0">
                <a:latin typeface="Consolas" panose="020B0609020204030204" pitchFamily="49" charset="0"/>
                <a:ea typeface="楷体_GB2312" pitchFamily="49" charset="-122"/>
                <a:sym typeface="+mn-ea"/>
              </a:rPr>
              <a:t>F</a:t>
            </a:r>
            <a:endParaRPr lang="en-US" altLang="zh-CN" sz="2000" b="1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994377" name="AutoShape 73"/>
          <p:cNvCxnSpPr>
            <a:stCxn id="994382" idx="0"/>
            <a:endCxn id="994376" idx="5"/>
          </p:cNvCxnSpPr>
          <p:nvPr/>
        </p:nvCxnSpPr>
        <p:spPr>
          <a:xfrm flipV="1">
            <a:off x="5191125" y="3159760"/>
            <a:ext cx="257810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8" name="AutoShape 74"/>
          <p:cNvCxnSpPr>
            <a:stCxn id="994382" idx="6"/>
            <a:endCxn id="994375" idx="6"/>
          </p:cNvCxnSpPr>
          <p:nvPr/>
        </p:nvCxnSpPr>
        <p:spPr>
          <a:xfrm>
            <a:off x="5334318" y="3778250"/>
            <a:ext cx="433070" cy="63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79" name="AutoShape 75"/>
          <p:cNvCxnSpPr>
            <a:stCxn id="994375" idx="0"/>
            <a:endCxn id="994376" idx="3"/>
          </p:cNvCxnSpPr>
          <p:nvPr/>
        </p:nvCxnSpPr>
        <p:spPr>
          <a:xfrm flipH="1" flipV="1">
            <a:off x="5652770" y="3159760"/>
            <a:ext cx="258445" cy="4743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4380" name="AutoShape 76"/>
          <p:cNvCxnSpPr>
            <a:stCxn id="994381" idx="6"/>
            <a:endCxn id="994382" idx="2"/>
          </p:cNvCxnSpPr>
          <p:nvPr/>
        </p:nvCxnSpPr>
        <p:spPr>
          <a:xfrm>
            <a:off x="4183380" y="3775075"/>
            <a:ext cx="863600" cy="31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4381" name="Oval 77"/>
          <p:cNvSpPr>
            <a:spLocks noChangeArrowheads="1"/>
          </p:cNvSpPr>
          <p:nvPr/>
        </p:nvSpPr>
        <p:spPr bwMode="auto">
          <a:xfrm>
            <a:off x="3895725" y="363061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4382" name="Oval 78"/>
          <p:cNvSpPr>
            <a:spLocks noChangeArrowheads="1"/>
          </p:cNvSpPr>
          <p:nvPr/>
        </p:nvSpPr>
        <p:spPr bwMode="auto">
          <a:xfrm>
            <a:off x="5046663" y="36337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72000" rIns="0" bIns="72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4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94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6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94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94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6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94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94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94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94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94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94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94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94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94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94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94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3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94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94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94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94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94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94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4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94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94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94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94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94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94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94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4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4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7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94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94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94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94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94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94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94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438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4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1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4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4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2"/>
                  </p:tgtEl>
                </p:cond>
              </p:nextCondLst>
            </p:seq>
          </p:childTnLst>
        </p:cTn>
      </p:par>
    </p:tnLst>
    <p:bldLst>
      <p:bldP spid="4100" grpId="0" bldLvl="0" animBg="1"/>
      <p:bldP spid="4101" grpId="0" bldLvl="0" animBg="1"/>
      <p:bldP spid="4102" grpId="0" bldLvl="0" animBg="1"/>
      <p:bldP spid="994368" grpId="0" bldLvl="0" animBg="1"/>
      <p:bldP spid="994369" grpId="0" bldLvl="0" animBg="1"/>
      <p:bldP spid="994371" grpId="0" bldLvl="0" animBg="1"/>
      <p:bldP spid="994375" grpId="0" bldLvl="0" animBg="1"/>
      <p:bldP spid="994376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UNIT_PLACING_PICTURE_USER_VIEWPORT" val="{&quot;height&quot;:4667.500787401575,&quot;width&quot;:6422.500787401575}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p="http://schemas.openxmlformats.org/presentationml/2006/main">
  <p:tag name="KSO_WM_UNIT_PLACING_PICTURE_USER_VIEWPORT" val="{&quot;height&quot;:4667.500787401575,&quot;width&quot;:6422.500787401575}"/>
  <p:tag name="KSO_WM_BEAUTIFY_FLAG" val=""/>
</p:tagLst>
</file>

<file path=ppt/tags/tag8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9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3.xml><?xml version="1.0" encoding="utf-8"?>
<p:tagLst xmlns:p="http://schemas.openxmlformats.org/presentationml/2006/main">
  <p:tag name="KSO_WM_UNIT_PLACING_PICTURE_USER_VIEWPORT" val="{&quot;height&quot;:4682.500787401575,&quot;width&quot;:7832.499212598425}"/>
</p:tagLst>
</file>

<file path=ppt/tags/tag9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3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104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105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10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0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08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0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1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1.xml><?xml version="1.0" encoding="utf-8"?>
<p:tagLst xmlns:p="http://schemas.openxmlformats.org/presentationml/2006/main">
  <p:tag name="KSO_WPP_MARK_KEY" val="8c0f7243-6b3b-4509-b1d8-71399e66e1bd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8588</Words>
  <Application>WPS 演示</Application>
  <PresentationFormat>全屏显示(4:3)</PresentationFormat>
  <Paragraphs>1939</Paragraphs>
  <Slides>55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76" baseType="lpstr">
      <vt:lpstr>Arial</vt:lpstr>
      <vt:lpstr>宋体</vt:lpstr>
      <vt:lpstr>Wingdings</vt:lpstr>
      <vt:lpstr>Microsoft YaHei UI</vt:lpstr>
      <vt:lpstr>微软雅黑</vt:lpstr>
      <vt:lpstr>Consolas</vt:lpstr>
      <vt:lpstr>黑体</vt:lpstr>
      <vt:lpstr>Times New Roman</vt:lpstr>
      <vt:lpstr>BrushScript BT</vt:lpstr>
      <vt:lpstr>ksdb</vt:lpstr>
      <vt:lpstr>Arial Unicode MS</vt:lpstr>
      <vt:lpstr>Calibri</vt:lpstr>
      <vt:lpstr>Tahoma</vt:lpstr>
      <vt:lpstr>楷体_GB2312</vt:lpstr>
      <vt:lpstr>Gabriola</vt:lpstr>
      <vt:lpstr>新宋体</vt:lpstr>
      <vt:lpstr>华文行楷</vt:lpstr>
      <vt:lpstr>basetag20163155_docer802382.通用教学课件</vt:lpstr>
      <vt:lpstr>1_Office 主题​​</vt:lpstr>
      <vt:lpstr>Equation.KSEE3</vt:lpstr>
      <vt:lpstr>Equation.KSEE3</vt:lpstr>
      <vt:lpstr>主要内容</vt:lpstr>
      <vt:lpstr>第11讲  图（3）</vt:lpstr>
      <vt:lpstr>主要内容</vt:lpstr>
      <vt:lpstr>拓扑排序</vt:lpstr>
      <vt:lpstr>有向无环图</vt:lpstr>
      <vt:lpstr>拓扑排序</vt:lpstr>
      <vt:lpstr>拓扑排序</vt:lpstr>
      <vt:lpstr>拓扑序列例</vt:lpstr>
      <vt:lpstr>利用贪心算法进行拓扑排序</vt:lpstr>
      <vt:lpstr>算法描述</vt:lpstr>
      <vt:lpstr>算法示例</vt:lpstr>
      <vt:lpstr>算法细化——数据结构的选择</vt:lpstr>
      <vt:lpstr>算法实现</vt:lpstr>
      <vt:lpstr>实现</vt:lpstr>
      <vt:lpstr>实现（续）</vt:lpstr>
      <vt:lpstr>实现（续）</vt:lpstr>
      <vt:lpstr>拓扑排序要点</vt:lpstr>
      <vt:lpstr>拓扑排序要点</vt:lpstr>
      <vt:lpstr>算法示例</vt:lpstr>
      <vt:lpstr>小练习</vt:lpstr>
      <vt:lpstr>算法2：逆序输出零出度顶点</vt:lpstr>
      <vt:lpstr>算法B：实现</vt:lpstr>
      <vt:lpstr>练习</vt:lpstr>
      <vt:lpstr>PowerPoint 演示文稿</vt:lpstr>
      <vt:lpstr>关键路径</vt:lpstr>
      <vt:lpstr>工程和有向无环图</vt:lpstr>
      <vt:lpstr>AOV图</vt:lpstr>
      <vt:lpstr>AOV网络示例</vt:lpstr>
      <vt:lpstr>AOE网</vt:lpstr>
      <vt:lpstr>关键路径</vt:lpstr>
      <vt:lpstr>关键活动</vt:lpstr>
      <vt:lpstr>l(i)和e(i)的计算</vt:lpstr>
      <vt:lpstr>ve(i)的计算</vt:lpstr>
      <vt:lpstr>vl(i) 的计算</vt:lpstr>
      <vt:lpstr>计算实例</vt:lpstr>
      <vt:lpstr>计算实例</vt:lpstr>
      <vt:lpstr>关键路径要点</vt:lpstr>
      <vt:lpstr>PowerPoint 演示文稿</vt:lpstr>
      <vt:lpstr>PowerPoint 演示文稿</vt:lpstr>
      <vt:lpstr>练习</vt:lpstr>
      <vt:lpstr>*关节点 &amp; 双连通分量</vt:lpstr>
      <vt:lpstr>关节点 &amp; 双连通分量</vt:lpstr>
      <vt:lpstr>Brute-Force</vt:lpstr>
      <vt:lpstr>根顶点</vt:lpstr>
      <vt:lpstr>内顶点</vt:lpstr>
      <vt:lpstr>Graph::BBC()</vt:lpstr>
      <vt:lpstr>switch (status(u))</vt:lpstr>
      <vt:lpstr>switch (status(u))</vt:lpstr>
      <vt:lpstr>实例</vt:lpstr>
      <vt:lpstr>实例</vt:lpstr>
      <vt:lpstr>实例</vt:lpstr>
      <vt:lpstr>实例</vt:lpstr>
      <vt:lpstr>复杂度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134</cp:revision>
  <cp:lastPrinted>2017-09-11T08:45:00Z</cp:lastPrinted>
  <dcterms:created xsi:type="dcterms:W3CDTF">2017-09-04T08:16:00Z</dcterms:created>
  <dcterms:modified xsi:type="dcterms:W3CDTF">2024-05-20T07:51:45Z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27B9FD61E56D481CB4FE67911A1E798E</vt:lpwstr>
  </property>
</Properties>
</file>