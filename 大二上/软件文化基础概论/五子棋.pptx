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61" r:id="rId4"/>
    <p:sldId id="258" r:id="rId5"/>
    <p:sldId id="301" r:id="rId6"/>
    <p:sldId id="298" r:id="rId7"/>
    <p:sldId id="260" r:id="rId8"/>
    <p:sldId id="299" r:id="rId9"/>
    <p:sldId id="300" r:id="rId10"/>
    <p:sldId id="267" r:id="rId11"/>
    <p:sldId id="259" r:id="rId12"/>
    <p:sldId id="297" r:id="rId13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付 庆娇" initials="付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1318"/>
    <a:srgbClr val="C00000"/>
    <a:srgbClr val="C73D2D"/>
    <a:srgbClr val="C74030"/>
    <a:srgbClr val="0062AD"/>
    <a:srgbClr val="0C4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CFD973B-730D-44CA-A951-24E2A2D8F433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4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39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87F81-F693-4D61-96C3-51640B3E9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F7DB9-3AC9-45BF-BBE5-11AD8F5E63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>
            <a:alphaModFix amt="14000"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tags" Target="../tags/tag1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13.png"/><Relationship Id="rId27" Type="http://schemas.openxmlformats.org/officeDocument/2006/relationships/image" Target="../media/image4.png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hyperlink" Target="index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63500" y="1489075"/>
            <a:ext cx="12278360" cy="3632200"/>
          </a:xfrm>
          <a:prstGeom prst="rect">
            <a:avLst/>
          </a:prstGeom>
          <a:solidFill>
            <a:srgbClr val="961318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388937" y="6230473"/>
            <a:ext cx="7185777" cy="337185"/>
            <a:chOff x="415917" y="6056049"/>
            <a:chExt cx="7185777" cy="337185"/>
          </a:xfrm>
        </p:grpSpPr>
        <p:sp>
          <p:nvSpPr>
            <p:cNvPr id="12" name="TextBox 14"/>
            <p:cNvSpPr txBox="1"/>
            <p:nvPr/>
          </p:nvSpPr>
          <p:spPr>
            <a:xfrm>
              <a:off x="415917" y="6056049"/>
              <a:ext cx="2474595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小组成员：黄子豪</a:t>
              </a:r>
              <a:r>
                <a:rPr lang="en-US" altLang="zh-CN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 </a:t>
              </a:r>
              <a:r>
                <a:rPr lang="zh-CN" altLang="en-US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张天译</a:t>
              </a:r>
              <a:endParaRPr lang="zh-CN" altLang="en-US" sz="1600" b="1" dirty="0">
                <a:solidFill>
                  <a:srgbClr val="961318"/>
                </a:solidFill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4" name="TextBox 90"/>
            <p:cNvSpPr txBox="1"/>
            <p:nvPr/>
          </p:nvSpPr>
          <p:spPr>
            <a:xfrm>
              <a:off x="5295374" y="6056049"/>
              <a:ext cx="230632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日期：</a:t>
              </a:r>
              <a:r>
                <a:rPr lang="en-US" altLang="zh-CN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2026</a:t>
              </a:r>
              <a:r>
                <a:rPr lang="zh-CN" altLang="en-US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年</a:t>
              </a:r>
              <a:r>
                <a:rPr lang="en-US" altLang="zh-CN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01</a:t>
              </a:r>
              <a:r>
                <a:rPr lang="zh-CN" altLang="en-US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月</a:t>
              </a:r>
              <a:r>
                <a:rPr lang="en-US" altLang="zh-CN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10</a:t>
              </a:r>
              <a:r>
                <a:rPr lang="zh-CN" altLang="en-US" sz="1600" b="1" dirty="0">
                  <a:solidFill>
                    <a:srgbClr val="961318"/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日</a:t>
              </a:r>
              <a:endParaRPr lang="zh-CN" altLang="en-US" sz="1600" b="1" dirty="0">
                <a:solidFill>
                  <a:srgbClr val="961318"/>
                </a:solidFill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16" name="Rectangle 9"/>
          <p:cNvSpPr/>
          <p:nvPr/>
        </p:nvSpPr>
        <p:spPr>
          <a:xfrm>
            <a:off x="1454785" y="2664460"/>
            <a:ext cx="9416415" cy="177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altLang="en-US" sz="6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rPr>
              <a:t>五子棋博弈</a:t>
            </a:r>
            <a:endParaRPr lang="zh-CN" altLang="en-US" sz="60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  <a:p>
            <a:pPr algn="ctr"/>
            <a:r>
              <a:rPr lang="zh-CN" altLang="en-US" sz="6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rPr>
              <a:t>算法可视化</a:t>
            </a:r>
            <a:endParaRPr lang="zh-CN" altLang="en-US" sz="60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  <a:p>
            <a:pPr algn="ctr"/>
            <a:endParaRPr lang="zh-CN" altLang="en-US" sz="60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-299803" y="5529572"/>
            <a:ext cx="5256126" cy="1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7235677" y="5529572"/>
            <a:ext cx="5446002" cy="0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sp>
        <p:nvSpPr>
          <p:cNvPr id="21" name="文本框 20"/>
          <p:cNvSpPr txBox="1"/>
          <p:nvPr/>
        </p:nvSpPr>
        <p:spPr>
          <a:xfrm>
            <a:off x="4956313" y="5403495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 descr="D:\360MoveData\Users\xiaoxiao\Desktop\图片1.png图片1"/>
          <p:cNvPicPr>
            <a:picLocks noChangeAspect="1"/>
          </p:cNvPicPr>
          <p:nvPr/>
        </p:nvPicPr>
        <p:blipFill rotWithShape="1">
          <a:blip r:embed="rId1">
            <a:lum bright="70000" contrast="-70000"/>
          </a:blip>
          <a:srcRect/>
          <a:stretch>
            <a:fillRect/>
          </a:stretch>
        </p:blipFill>
        <p:spPr>
          <a:xfrm>
            <a:off x="4465955" y="1583055"/>
            <a:ext cx="2940050" cy="1081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D:\360MoveData\Users\xiaoxiao\Desktop\1004150863.jpg100415086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8060" b="17165"/>
          <a:stretch>
            <a:fillRect/>
          </a:stretch>
        </p:blipFill>
        <p:spPr>
          <a:xfrm>
            <a:off x="1270" y="-120650"/>
            <a:ext cx="12190730" cy="32543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24765" y="-120650"/>
            <a:ext cx="12216765" cy="3254375"/>
          </a:xfrm>
          <a:prstGeom prst="rect">
            <a:avLst/>
          </a:prstGeom>
          <a:solidFill>
            <a:srgbClr val="961318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rgbClr val="961318"/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标题 4"/>
          <p:cNvSpPr txBox="1"/>
          <p:nvPr/>
        </p:nvSpPr>
        <p:spPr>
          <a:xfrm>
            <a:off x="3431540" y="4358640"/>
            <a:ext cx="5757545" cy="746760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CN" altLang="en-US" sz="5400" b="1" dirty="0">
              <a:solidFill>
                <a:srgbClr val="9613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5400" b="1" dirty="0">
                <a:solidFill>
                  <a:srgbClr val="961318"/>
                </a:solidFill>
                <a:latin typeface="微软雅黑" panose="020B0503020204020204" charset="-122"/>
                <a:ea typeface="微软雅黑" panose="020B0503020204020204" charset="-122"/>
              </a:rPr>
              <a:t>问题建模与复杂度</a:t>
            </a:r>
            <a:endParaRPr lang="zh-CN" altLang="en-US" sz="5400" b="1" dirty="0">
              <a:solidFill>
                <a:srgbClr val="9613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5400" b="1" dirty="0">
              <a:solidFill>
                <a:srgbClr val="9613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575720" y="5244190"/>
            <a:ext cx="5370830" cy="5080"/>
          </a:xfrm>
          <a:prstGeom prst="line">
            <a:avLst/>
          </a:prstGeom>
          <a:noFill/>
          <a:ln w="28575" cap="flat" cmpd="sng" algn="ctr">
            <a:solidFill>
              <a:srgbClr val="961318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11" name="文本框 10"/>
          <p:cNvSpPr txBox="1"/>
          <p:nvPr/>
        </p:nvSpPr>
        <p:spPr>
          <a:xfrm>
            <a:off x="10704512" y="640682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961318">
                    <a:alpha val="70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JUNE 12</a:t>
            </a:r>
            <a:r>
              <a:rPr lang="en-US" altLang="zh-CN" b="1" baseline="30000" dirty="0">
                <a:solidFill>
                  <a:srgbClr val="961318">
                    <a:alpha val="70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th</a:t>
            </a:r>
            <a:endParaRPr lang="zh-CN" altLang="en-US" b="1" baseline="30000" dirty="0">
              <a:solidFill>
                <a:srgbClr val="961318">
                  <a:alpha val="70000"/>
                </a:srgb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50253" y="2386575"/>
            <a:ext cx="16914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01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269" y="6406826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8" name="组合 7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13" name="平行四边形 12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10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1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问题建模与复杂度</a:t>
              </a:r>
              <a:endPara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364490" y="2441575"/>
            <a:ext cx="11513185" cy="3839845"/>
          </a:xfrm>
          <a:prstGeom prst="rect">
            <a:avLst/>
          </a:prstGeom>
          <a:solidFill>
            <a:srgbClr val="961318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593842" y="2666509"/>
            <a:ext cx="10871835" cy="1758950"/>
            <a:chOff x="593842" y="2302016"/>
            <a:chExt cx="10871835" cy="1758950"/>
          </a:xfrm>
        </p:grpSpPr>
        <p:sp>
          <p:nvSpPr>
            <p:cNvPr id="17" name="文本框 16"/>
            <p:cNvSpPr txBox="1"/>
            <p:nvPr>
              <p:custDataLst>
                <p:tags r:id="rId2"/>
              </p:custDataLst>
            </p:nvPr>
          </p:nvSpPr>
          <p:spPr>
            <a:xfrm>
              <a:off x="2037832" y="2302016"/>
              <a:ext cx="9427845" cy="17589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chemeClr val="tx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我们将物理棋盘映射为数据结构：</a:t>
              </a:r>
              <a:endParaRPr lang="en-US" b="1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45720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b="1" kern="0" dirty="0">
                  <a:solidFill>
                    <a:schemeClr val="tx1"/>
                  </a:solidFill>
                  <a:ea typeface="阿里巴巴普惠体 R"/>
                  <a:cs typeface="阿里巴巴普惠体 M" panose="00020600040101010101" pitchFamily="18" charset="-122"/>
                </a:rPr>
                <a:t>· </a:t>
              </a:r>
              <a:r>
                <a:rPr lang="en-US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Inter" panose="02000503000000020004"/>
                </a:rPr>
                <a:t>棋盘: int board[15][15] (225个交叉点)·</a:t>
              </a:r>
              <a:endParaRPr lang="en-US" b="1" i="0" u="none" strike="noStrike" cap="non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 panose="02000503000000020004"/>
              </a:endParaRPr>
            </a:p>
            <a:p>
              <a:pPr marL="0" marR="0" lvl="0" indent="45720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b="1" kern="0" dirty="0">
                  <a:solidFill>
                    <a:schemeClr val="tx1"/>
                  </a:solidFill>
                  <a:ea typeface="阿里巴巴普惠体 R"/>
                  <a:cs typeface="阿里巴巴普惠体 M" panose="00020600040101010101" pitchFamily="18" charset="-122"/>
                </a:rPr>
                <a:t>· </a:t>
              </a:r>
              <a:r>
                <a:rPr lang="en-US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Inter" panose="02000503000000020004"/>
                </a:rPr>
                <a:t>状态: 0=Empty, 1=Black, 2=White</a:t>
              </a:r>
              <a:endParaRPr lang="en-US" b="1" i="0" u="none" strike="noStrike" cap="non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 panose="02000503000000020004"/>
              </a:endParaRPr>
            </a:p>
            <a:p>
              <a:pPr marL="0" marR="0" lvl="0" indent="45720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b="1" kern="0" dirty="0">
                  <a:solidFill>
                    <a:schemeClr val="tx1"/>
                  </a:solidFill>
                  <a:ea typeface="阿里巴巴普惠体 R"/>
                  <a:cs typeface="阿里巴巴普惠体 M" panose="00020600040101010101" pitchFamily="18" charset="-122"/>
                </a:rPr>
                <a:t>· </a:t>
              </a:r>
              <a:r>
                <a:rPr lang="en-US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Inter" panose="02000503000000020004"/>
                </a:rPr>
                <a:t>目标: 五子连珠 (横/竖/斜)</a:t>
              </a:r>
              <a:endParaRPr lang="en-US" b="1" i="0" u="none" strike="noStrike" cap="non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 panose="02000503000000020004"/>
              </a:endParaRPr>
            </a:p>
            <a:p>
              <a:pPr marL="0" marR="0" lvl="0" indent="45720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zh-CN" b="1" i="0" u="none" strike="noStrike" kern="0" cap="none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 panose="02000503000000020004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593842" y="2302016"/>
              <a:ext cx="1180983" cy="514645"/>
              <a:chOff x="10061970" y="1734537"/>
              <a:chExt cx="1696835" cy="514645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10068105" y="1734537"/>
                <a:ext cx="1690700" cy="514645"/>
                <a:chOff x="10068105" y="1734537"/>
                <a:chExt cx="1690700" cy="514645"/>
              </a:xfrm>
            </p:grpSpPr>
            <p:sp>
              <p:nvSpPr>
                <p:cNvPr id="21" name="平行四边形 20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0136045" y="1734537"/>
                  <a:ext cx="1622760" cy="461665"/>
                </a:xfrm>
                <a:prstGeom prst="parallelogram">
                  <a:avLst>
                    <a:gd name="adj" fmla="val 0"/>
                  </a:avLst>
                </a:prstGeom>
                <a:noFill/>
                <a:ln w="9525" cap="flat" cmpd="sng" algn="ctr">
                  <a:solidFill>
                    <a:srgbClr val="961318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prstClr val="white"/>
                    </a:solidFill>
                    <a:ea typeface="阿里巴巴普惠体 R"/>
                  </a:endParaRPr>
                </a:p>
              </p:txBody>
            </p:sp>
            <p:sp>
              <p:nvSpPr>
                <p:cNvPr id="22" name="平行四边形 21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0068105" y="1787517"/>
                  <a:ext cx="1622760" cy="461665"/>
                </a:xfrm>
                <a:prstGeom prst="parallelogram">
                  <a:avLst>
                    <a:gd name="adj" fmla="val 0"/>
                  </a:avLst>
                </a:prstGeom>
                <a:solidFill>
                  <a:srgbClr val="96131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prstClr val="white"/>
                    </a:solidFill>
                    <a:ea typeface="阿里巴巴普惠体 R"/>
                  </a:endParaRPr>
                </a:p>
              </p:txBody>
            </p:sp>
          </p:grpSp>
          <p:sp>
            <p:nvSpPr>
              <p:cNvPr id="20" name="文本框 1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0061970" y="1805090"/>
                <a:ext cx="1576571" cy="423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kern="0" dirty="0">
                    <a:solidFill>
                      <a:prstClr val="white"/>
                    </a:solidFill>
                    <a:latin typeface="阿里巴巴普惠体 H" panose="00020600040101010101" pitchFamily="18" charset="-122"/>
                    <a:ea typeface="阿里巴巴普惠体 H" panose="00020600040101010101" pitchFamily="18" charset="-122"/>
                    <a:cs typeface="阿里巴巴普惠体 H" panose="00020600040101010101" pitchFamily="18" charset="-122"/>
                  </a:rPr>
                  <a:t>数学模型</a:t>
                </a:r>
                <a:endParaRPr lang="zh-CN" altLang="en-US" kern="0" dirty="0">
                  <a:solidFill>
                    <a:prstClr val="white"/>
                  </a:soli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endParaRPr>
              </a:p>
            </p:txBody>
          </p:sp>
        </p:grpSp>
      </p:grpSp>
      <p:sp>
        <p:nvSpPr>
          <p:cNvPr id="35" name="矩形 34"/>
          <p:cNvSpPr/>
          <p:nvPr/>
        </p:nvSpPr>
        <p:spPr>
          <a:xfrm>
            <a:off x="438201" y="1498641"/>
            <a:ext cx="1133992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两名玩家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X,O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轮流在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11x11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的棋盘上放置棋子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先将自己的五只棋子在横、纵、斜任意方向上连成一线的玩家获胜。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设计一个玩家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的策略生成算法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给出算法流程图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并对算法进行评价。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6"/>
          <p:cNvSpPr/>
          <p:nvPr/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55725" y="1072878"/>
            <a:ext cx="318228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2400" b="1">
                <a:solidFill>
                  <a:srgbClr val="A5353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五子棋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9269" y="6406826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 descr="D:\360MoveData\Users\xiaoxiao\Desktop\图片2.png图片2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371331" y="172720"/>
            <a:ext cx="2162810" cy="793750"/>
          </a:xfrm>
          <a:prstGeom prst="rect">
            <a:avLst/>
          </a:prstGeom>
        </p:spPr>
      </p:pic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593667" y="4429269"/>
            <a:ext cx="10867565" cy="1758950"/>
            <a:chOff x="598112" y="2302016"/>
            <a:chExt cx="10867565" cy="1758950"/>
          </a:xfrm>
        </p:grpSpPr>
        <p:sp>
          <p:nvSpPr>
            <p:cNvPr id="5" name="文本框 4"/>
            <p:cNvSpPr txBox="1"/>
            <p:nvPr>
              <p:custDataLst>
                <p:tags r:id="rId8"/>
              </p:custDataLst>
            </p:nvPr>
          </p:nvSpPr>
          <p:spPr>
            <a:xfrm>
              <a:off x="2037832" y="2302016"/>
              <a:ext cx="9427845" cy="175895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chemeClr val="tx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状态空间复杂度约为        。</a:t>
              </a:r>
              <a:endParaRPr lang="en-US" b="1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45720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b="1" kern="0" dirty="0">
                  <a:solidFill>
                    <a:schemeClr val="tx1"/>
                  </a:solidFill>
                  <a:ea typeface="阿里巴巴普惠体 R"/>
                  <a:cs typeface="阿里巴巴普惠体 M" panose="00020600040101010101" pitchFamily="18" charset="-122"/>
                </a:rPr>
                <a:t>· </a:t>
              </a:r>
              <a:r>
                <a:rPr lang="en-US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Inter" panose="02000503000000020004"/>
                </a:rPr>
                <a:t>Brute Force: 即使每秒 1 亿次计算，遍历也需数亿年。</a:t>
              </a:r>
              <a:endParaRPr lang="en-US" b="1" i="0" u="none" strike="noStrike" cap="non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 panose="02000503000000020004"/>
              </a:endParaRPr>
            </a:p>
            <a:p>
              <a:pPr marL="0" marR="0" lvl="0" indent="45720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b="1" kern="0" dirty="0">
                  <a:solidFill>
                    <a:schemeClr val="tx1"/>
                  </a:solidFill>
                  <a:ea typeface="阿里巴巴普惠体 R"/>
                  <a:cs typeface="阿里巴巴普惠体 M" panose="00020600040101010101" pitchFamily="18" charset="-122"/>
                </a:rPr>
                <a:t>· </a:t>
              </a:r>
              <a:r>
                <a:rPr lang="en-US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Inter" panose="02000503000000020004"/>
                </a:rPr>
                <a:t>Solution: 放弃全局最优，采用 启发式搜索 模拟人类直觉。</a:t>
              </a:r>
              <a:endParaRPr lang="en-US" b="1" i="0" u="none" strike="noStrike" cap="non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 panose="02000503000000020004"/>
              </a:endParaRPr>
            </a:p>
            <a:p>
              <a:pPr marL="0" marR="0" lvl="0" indent="45720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zh-CN" b="1" i="0" u="none" strike="noStrike" kern="0" cap="none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 panose="02000503000000020004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598112" y="2302016"/>
              <a:ext cx="1176713" cy="514645"/>
              <a:chOff x="10068105" y="1734537"/>
              <a:chExt cx="1690700" cy="514645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0068105" y="1734537"/>
                <a:ext cx="1690700" cy="514645"/>
                <a:chOff x="10068105" y="1734537"/>
                <a:chExt cx="1690700" cy="514645"/>
              </a:xfrm>
            </p:grpSpPr>
            <p:sp>
              <p:nvSpPr>
                <p:cNvPr id="38" name="平行四边形 3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0136045" y="1734537"/>
                  <a:ext cx="1622760" cy="461665"/>
                </a:xfrm>
                <a:prstGeom prst="parallelogram">
                  <a:avLst>
                    <a:gd name="adj" fmla="val 0"/>
                  </a:avLst>
                </a:prstGeom>
                <a:noFill/>
                <a:ln w="9525" cap="flat" cmpd="sng" algn="ctr">
                  <a:solidFill>
                    <a:srgbClr val="961318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prstClr val="white"/>
                    </a:solidFill>
                    <a:ea typeface="阿里巴巴普惠体 R"/>
                  </a:endParaRPr>
                </a:p>
              </p:txBody>
            </p:sp>
            <p:sp>
              <p:nvSpPr>
                <p:cNvPr id="39" name="平行四边形 38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0068105" y="1787517"/>
                  <a:ext cx="1622760" cy="461665"/>
                </a:xfrm>
                <a:prstGeom prst="parallelogram">
                  <a:avLst>
                    <a:gd name="adj" fmla="val 0"/>
                  </a:avLst>
                </a:prstGeom>
                <a:solidFill>
                  <a:srgbClr val="96131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prstClr val="white"/>
                    </a:solidFill>
                    <a:ea typeface="阿里巴巴普惠体 R"/>
                  </a:endParaRPr>
                </a:p>
              </p:txBody>
            </p:sp>
          </p:grpSp>
          <p:sp>
            <p:nvSpPr>
              <p:cNvPr id="40" name="文本框 3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226197" y="1805090"/>
                <a:ext cx="1248118" cy="423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kern="0" dirty="0">
                    <a:solidFill>
                      <a:prstClr val="white"/>
                    </a:solidFill>
                    <a:latin typeface="阿里巴巴普惠体 H" panose="00020600040101010101" pitchFamily="18" charset="-122"/>
                    <a:ea typeface="阿里巴巴普惠体 H" panose="00020600040101010101" pitchFamily="18" charset="-122"/>
                    <a:cs typeface="阿里巴巴普惠体 H" panose="00020600040101010101" pitchFamily="18" charset="-122"/>
                  </a:rPr>
                  <a:t>复杂度</a:t>
                </a:r>
                <a:endParaRPr lang="zh-CN" altLang="en-US" kern="0" dirty="0">
                  <a:solidFill>
                    <a:prstClr val="white"/>
                  </a:soli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endParaRPr>
              </a:p>
            </p:txBody>
          </p:sp>
        </p:grpSp>
      </p:grpSp>
      <p:pic>
        <p:nvPicPr>
          <p:cNvPr id="106" name="Google Shape;106;p14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4234815" y="4619099"/>
            <a:ext cx="363735" cy="184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D:\360MoveData\Users\xiaoxiao\Desktop\1004150863.jpg100415086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8060" b="17165"/>
          <a:stretch>
            <a:fillRect/>
          </a:stretch>
        </p:blipFill>
        <p:spPr>
          <a:xfrm>
            <a:off x="1270" y="-120650"/>
            <a:ext cx="12190730" cy="32543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24765" y="-120650"/>
            <a:ext cx="12216765" cy="3254375"/>
          </a:xfrm>
          <a:prstGeom prst="rect">
            <a:avLst/>
          </a:prstGeom>
          <a:solidFill>
            <a:srgbClr val="961318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rgbClr val="961318"/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标题 4"/>
          <p:cNvSpPr txBox="1"/>
          <p:nvPr/>
        </p:nvSpPr>
        <p:spPr>
          <a:xfrm>
            <a:off x="3431540" y="4358640"/>
            <a:ext cx="5757545" cy="746760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CN" altLang="en-US" sz="5400" b="1" dirty="0">
              <a:solidFill>
                <a:srgbClr val="9613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5400" b="1" dirty="0">
                <a:solidFill>
                  <a:srgbClr val="961318"/>
                </a:solidFill>
                <a:latin typeface="微软雅黑" panose="020B0503020204020204" charset="-122"/>
                <a:ea typeface="微软雅黑" panose="020B0503020204020204" charset="-122"/>
              </a:rPr>
              <a:t>算法与</a:t>
            </a:r>
            <a:r>
              <a:rPr lang="zh-CN" altLang="en-US" sz="5400" b="1" dirty="0">
                <a:solidFill>
                  <a:srgbClr val="961318"/>
                </a:solidFill>
                <a:latin typeface="微软雅黑" panose="020B0503020204020204" charset="-122"/>
                <a:ea typeface="微软雅黑" panose="020B0503020204020204" charset="-122"/>
              </a:rPr>
              <a:t>代码</a:t>
            </a:r>
            <a:endParaRPr lang="zh-CN" altLang="en-US" sz="5400" b="1" dirty="0">
              <a:solidFill>
                <a:srgbClr val="9613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5400" b="1" dirty="0">
              <a:solidFill>
                <a:srgbClr val="9613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575720" y="5244190"/>
            <a:ext cx="5370830" cy="5080"/>
          </a:xfrm>
          <a:prstGeom prst="line">
            <a:avLst/>
          </a:prstGeom>
          <a:noFill/>
          <a:ln w="28575" cap="flat" cmpd="sng" algn="ctr">
            <a:solidFill>
              <a:srgbClr val="961318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11" name="文本框 10"/>
          <p:cNvSpPr txBox="1"/>
          <p:nvPr/>
        </p:nvSpPr>
        <p:spPr>
          <a:xfrm>
            <a:off x="10704512" y="640682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961318">
                    <a:alpha val="70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JUNE 12</a:t>
            </a:r>
            <a:r>
              <a:rPr lang="en-US" altLang="zh-CN" b="1" baseline="30000" dirty="0">
                <a:solidFill>
                  <a:srgbClr val="961318">
                    <a:alpha val="70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th</a:t>
            </a:r>
            <a:endParaRPr lang="zh-CN" altLang="en-US" b="1" baseline="30000" dirty="0">
              <a:solidFill>
                <a:srgbClr val="961318">
                  <a:alpha val="70000"/>
                </a:srgb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50253" y="2386575"/>
            <a:ext cx="167513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02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269" y="6406826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8" name="组合 7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13" name="平行四边形 12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10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系统架构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(MVVM)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5" name="îŝľiḍê"/>
          <p:cNvSpPr/>
          <p:nvPr/>
        </p:nvSpPr>
        <p:spPr>
          <a:xfrm>
            <a:off x="718820" y="4902200"/>
            <a:ext cx="11053445" cy="1504950"/>
          </a:xfrm>
          <a:prstGeom prst="trapezoid">
            <a:avLst>
              <a:gd name="adj" fmla="val 92298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b"/>
          <a:lstStyle/>
          <a:p>
            <a:pPr algn="ctr" defTabSz="913765">
              <a:lnSpc>
                <a:spcPct val="150000"/>
              </a:lnSpc>
              <a:buSzPct val="25000"/>
              <a:defRPr/>
            </a:pPr>
            <a:endParaRPr lang="zh-CN" altLang="en-US" sz="2400" b="1" kern="0" dirty="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 defTabSz="913765">
              <a:lnSpc>
                <a:spcPct val="150000"/>
              </a:lnSpc>
              <a:buSzPct val="25000"/>
              <a:defRPr/>
            </a:pPr>
            <a:endParaRPr lang="zh-CN" altLang="en-US" sz="2400" b="1" kern="0" dirty="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 defTabSz="913765">
              <a:lnSpc>
                <a:spcPct val="150000"/>
              </a:lnSpc>
              <a:buSzPct val="25000"/>
              <a:defRPr/>
            </a:pPr>
            <a:endParaRPr lang="zh-CN" altLang="en-US" sz="2400" b="1" kern="0" dirty="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 defTabSz="913765">
              <a:lnSpc>
                <a:spcPct val="150000"/>
              </a:lnSpc>
              <a:buSzPct val="25000"/>
              <a:defRPr/>
            </a:pPr>
            <a:r>
              <a:rPr lang="zh-CN" altLang="en-US" sz="2400" b="1" kern="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</a:t>
            </a:r>
            <a:r>
              <a:rPr lang="en-US" altLang="zh-CN" sz="2400" b="1" kern="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MVVM </a:t>
            </a:r>
            <a:r>
              <a:rPr lang="zh-CN" altLang="en-US" sz="2400" b="1" kern="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模式解耦逻辑与视图，确保代码的</a:t>
            </a:r>
            <a:r>
              <a:rPr lang="en-US" altLang="zh-CN" sz="2400" b="1" kern="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2400" b="1" kern="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白盒</a:t>
            </a:r>
            <a:r>
              <a:rPr lang="en-US" altLang="zh-CN" sz="2400" b="1" kern="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2400" b="1" kern="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可读性。</a:t>
            </a:r>
            <a:endParaRPr lang="zh-CN" altLang="en-US" sz="2400" b="1" kern="0" dirty="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 defTabSz="913765">
              <a:lnSpc>
                <a:spcPct val="150000"/>
              </a:lnSpc>
              <a:buSzPct val="25000"/>
              <a:defRPr/>
            </a:pPr>
            <a:endParaRPr lang="zh-CN" altLang="en-US" sz="2400" b="1" kern="0" dirty="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6" name="ï$ľîḑè"/>
          <p:cNvGrpSpPr/>
          <p:nvPr/>
        </p:nvGrpSpPr>
        <p:grpSpPr>
          <a:xfrm>
            <a:off x="1356782" y="1539000"/>
            <a:ext cx="9108634" cy="3161994"/>
            <a:chOff x="1356782" y="1917130"/>
            <a:chExt cx="9108634" cy="3161994"/>
          </a:xfrm>
        </p:grpSpPr>
        <p:grpSp>
          <p:nvGrpSpPr>
            <p:cNvPr id="17" name="isḻíḍé"/>
            <p:cNvGrpSpPr/>
            <p:nvPr/>
          </p:nvGrpSpPr>
          <p:grpSpPr>
            <a:xfrm>
              <a:off x="1356782" y="1917130"/>
              <a:ext cx="2853699" cy="3161994"/>
              <a:chOff x="1356782" y="1917130"/>
              <a:chExt cx="2853699" cy="3161994"/>
            </a:xfrm>
          </p:grpSpPr>
          <p:sp>
            <p:nvSpPr>
              <p:cNvPr id="38" name="işlïḋê"/>
              <p:cNvSpPr/>
              <p:nvPr/>
            </p:nvSpPr>
            <p:spPr>
              <a:xfrm>
                <a:off x="1356784" y="1917130"/>
                <a:ext cx="2853695" cy="3161994"/>
              </a:xfrm>
              <a:prstGeom prst="snip1Rect">
                <a:avLst>
                  <a:gd name="adj" fmla="val 40731"/>
                </a:avLst>
              </a:prstGeom>
              <a:solidFill>
                <a:sysClr val="window" lastClr="FFFFFF"/>
              </a:solidFill>
              <a:ln w="3175" cap="flat" cmpd="sng" algn="ctr">
                <a:solidFill>
                  <a:srgbClr val="961318"/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9" name="ïşḻîḓe"/>
              <p:cNvSpPr/>
              <p:nvPr/>
            </p:nvSpPr>
            <p:spPr>
              <a:xfrm>
                <a:off x="1356785" y="4955943"/>
                <a:ext cx="2853695" cy="123181"/>
              </a:xfrm>
              <a:prstGeom prst="rect">
                <a:avLst/>
              </a:prstGeom>
              <a:solidFill>
                <a:srgbClr val="961318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0" name="íş1ïḋê"/>
              <p:cNvSpPr/>
              <p:nvPr/>
            </p:nvSpPr>
            <p:spPr bwMode="auto">
              <a:xfrm>
                <a:off x="3261001" y="1917131"/>
                <a:ext cx="949480" cy="949480"/>
              </a:xfrm>
              <a:custGeom>
                <a:avLst/>
                <a:gdLst>
                  <a:gd name="T0" fmla="*/ 608 w 608"/>
                  <a:gd name="T1" fmla="*/ 0 h 608"/>
                  <a:gd name="T2" fmla="*/ 0 w 608"/>
                  <a:gd name="T3" fmla="*/ 0 h 608"/>
                  <a:gd name="T4" fmla="*/ 608 w 608"/>
                  <a:gd name="T5" fmla="*/ 608 h 608"/>
                  <a:gd name="T6" fmla="*/ 608 w 608"/>
                  <a:gd name="T7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8" h="608">
                    <a:moveTo>
                      <a:pt x="608" y="0"/>
                    </a:moveTo>
                    <a:lnTo>
                      <a:pt x="0" y="0"/>
                    </a:lnTo>
                    <a:lnTo>
                      <a:pt x="608" y="608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961318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vert="horz" wrap="square" lIns="121920" tIns="60960" rIns="121920" bIns="60960" anchor="t" anchorCtr="0" compatLnSpc="1">
                <a:normAutofit/>
              </a:bodyPr>
              <a:lstStyle/>
              <a:p>
                <a:pPr algn="r">
                  <a:defRPr/>
                </a:pPr>
                <a:endParaRPr lang="en-US" altLang="ko-KR" sz="1400" b="1" kern="0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1" name="îṡḷíďê"/>
              <p:cNvSpPr txBox="1"/>
              <p:nvPr/>
            </p:nvSpPr>
            <p:spPr>
              <a:xfrm>
                <a:off x="1357283" y="1930354"/>
                <a:ext cx="1588717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 algn="l">
                  <a:defRPr/>
                </a:pPr>
                <a:r>
                  <a:rPr lang="en-US" altLang="zh-CN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View (</a:t>
                </a:r>
                <a:r>
                  <a:rPr lang="zh-CN" altLang="en-US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视图层</a:t>
                </a:r>
                <a:r>
                  <a:rPr lang="en-US" altLang="zh-CN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</a:t>
                </a:r>
                <a:endParaRPr lang="en-US" altLang="zh-CN" b="1" kern="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2" name="iślíde"/>
              <p:cNvSpPr txBox="1"/>
              <p:nvPr/>
            </p:nvSpPr>
            <p:spPr>
              <a:xfrm>
                <a:off x="1357282" y="2518686"/>
                <a:ext cx="2853197" cy="6403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indent="0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227965" algn="l"/>
                  </a:tabLst>
                  <a:defRPr/>
                </a:pPr>
                <a:r>
                  <a:rPr lang="zh-CN" altLang="en-US" sz="1600" b="1" kern="0" dirty="0">
                    <a:solidFill>
                      <a:prstClr val="black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负责</a:t>
                </a:r>
                <a:r>
                  <a:rPr lang="en-US" altLang="zh-CN" sz="1600" b="1" kern="0" dirty="0">
                    <a:solidFill>
                      <a:prstClr val="black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 UI </a:t>
                </a:r>
                <a:r>
                  <a:rPr lang="zh-CN" altLang="en-US" sz="1600" b="1" kern="0" dirty="0">
                    <a:solidFill>
                      <a:prstClr val="black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渲染与用户交互</a:t>
                </a:r>
                <a:endParaRPr lang="zh-CN" altLang="en-US" sz="1600" b="1" kern="0" dirty="0">
                  <a:solidFill>
                    <a:prstClr val="black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cxnSp>
            <p:nvCxnSpPr>
              <p:cNvPr id="48" name="直接连接符 47"/>
              <p:cNvCxnSpPr/>
              <p:nvPr/>
            </p:nvCxnSpPr>
            <p:spPr>
              <a:xfrm>
                <a:off x="1461000" y="3159000"/>
                <a:ext cx="2520000" cy="0"/>
              </a:xfrm>
              <a:prstGeom prst="line">
                <a:avLst/>
              </a:prstGeom>
              <a:noFill/>
              <a:ln w="3175" cap="rnd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round/>
                <a:headEnd type="none"/>
                <a:tailEnd type="none" w="med" len="med"/>
              </a:ln>
              <a:effectLst/>
            </p:spPr>
          </p:cxnSp>
          <p:sp>
            <p:nvSpPr>
              <p:cNvPr id="50" name="iślíde"/>
              <p:cNvSpPr txBox="1"/>
              <p:nvPr/>
            </p:nvSpPr>
            <p:spPr>
              <a:xfrm>
                <a:off x="1356782" y="3283015"/>
                <a:ext cx="2853055" cy="159067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/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DOM </a:t>
                </a:r>
                <a:r>
                  <a:rPr lang="zh-CN" altLang="en-US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操作</a:t>
                </a: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: Vue 3 Reactivity</a:t>
                </a:r>
                <a:endParaRPr lang="en-US" altLang="zh-CN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SVG </a:t>
                </a:r>
                <a:r>
                  <a:rPr lang="zh-CN" altLang="en-US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动态绑定</a:t>
                </a:r>
                <a:endParaRPr lang="zh-CN" altLang="en-US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CSS Flexbox </a:t>
                </a:r>
                <a:r>
                  <a:rPr lang="zh-CN" altLang="en-US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布局</a:t>
                </a:r>
                <a:endParaRPr lang="zh-CN" altLang="en-US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endParaRPr lang="zh-CN" altLang="en-US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  <p:grpSp>
          <p:nvGrpSpPr>
            <p:cNvPr id="18" name="íṣļîďê"/>
            <p:cNvGrpSpPr/>
            <p:nvPr/>
          </p:nvGrpSpPr>
          <p:grpSpPr>
            <a:xfrm>
              <a:off x="4458815" y="1917130"/>
              <a:ext cx="2870882" cy="3161994"/>
              <a:chOff x="1339599" y="1917130"/>
              <a:chExt cx="2870882" cy="3161994"/>
            </a:xfrm>
          </p:grpSpPr>
          <p:sp>
            <p:nvSpPr>
              <p:cNvPr id="29" name="íšlïdê"/>
              <p:cNvSpPr/>
              <p:nvPr/>
            </p:nvSpPr>
            <p:spPr>
              <a:xfrm>
                <a:off x="1356784" y="1917130"/>
                <a:ext cx="2853695" cy="3161994"/>
              </a:xfrm>
              <a:prstGeom prst="snip1Rect">
                <a:avLst>
                  <a:gd name="adj" fmla="val 40731"/>
                </a:avLst>
              </a:prstGeom>
              <a:solidFill>
                <a:sysClr val="window" lastClr="FFFFFF"/>
              </a:solidFill>
              <a:ln w="3175" cap="flat" cmpd="sng" algn="ctr">
                <a:solidFill>
                  <a:srgbClr val="961318"/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0" name="îṡľide"/>
              <p:cNvSpPr/>
              <p:nvPr/>
            </p:nvSpPr>
            <p:spPr>
              <a:xfrm>
                <a:off x="1356785" y="4955943"/>
                <a:ext cx="2853695" cy="123181"/>
              </a:xfrm>
              <a:prstGeom prst="rect">
                <a:avLst/>
              </a:prstGeom>
              <a:solidFill>
                <a:srgbClr val="961318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1" name="iś1íde"/>
              <p:cNvSpPr/>
              <p:nvPr/>
            </p:nvSpPr>
            <p:spPr bwMode="auto">
              <a:xfrm>
                <a:off x="3261001" y="1917131"/>
                <a:ext cx="949480" cy="949480"/>
              </a:xfrm>
              <a:custGeom>
                <a:avLst/>
                <a:gdLst>
                  <a:gd name="T0" fmla="*/ 608 w 608"/>
                  <a:gd name="T1" fmla="*/ 0 h 608"/>
                  <a:gd name="T2" fmla="*/ 0 w 608"/>
                  <a:gd name="T3" fmla="*/ 0 h 608"/>
                  <a:gd name="T4" fmla="*/ 608 w 608"/>
                  <a:gd name="T5" fmla="*/ 608 h 608"/>
                  <a:gd name="T6" fmla="*/ 608 w 608"/>
                  <a:gd name="T7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8" h="608">
                    <a:moveTo>
                      <a:pt x="608" y="0"/>
                    </a:moveTo>
                    <a:lnTo>
                      <a:pt x="0" y="0"/>
                    </a:lnTo>
                    <a:lnTo>
                      <a:pt x="608" y="608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961318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vert="horz" wrap="square" lIns="121920" tIns="60960" rIns="121920" bIns="60960" anchor="t" anchorCtr="0" compatLnSpc="1">
                <a:normAutofit/>
              </a:bodyPr>
              <a:lstStyle/>
              <a:p>
                <a:pPr algn="r">
                  <a:defRPr/>
                </a:pPr>
                <a:endParaRPr lang="en-US" altLang="ko-KR" sz="1400" b="1" kern="0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2" name="ïṧľîḑê"/>
              <p:cNvSpPr txBox="1"/>
              <p:nvPr/>
            </p:nvSpPr>
            <p:spPr>
              <a:xfrm>
                <a:off x="1357283" y="1930354"/>
                <a:ext cx="1588717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 algn="l">
                  <a:defRPr/>
                </a:pPr>
                <a:r>
                  <a:rPr lang="en-US" altLang="zh-CN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Model (</a:t>
                </a:r>
                <a:r>
                  <a:rPr lang="zh-CN" altLang="en-US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数据层</a:t>
                </a:r>
                <a:r>
                  <a:rPr lang="en-US" altLang="zh-CN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</a:t>
                </a:r>
                <a:endParaRPr lang="en-US" altLang="zh-CN" b="1" kern="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" name="iṣ1íďê"/>
              <p:cNvSpPr txBox="1"/>
              <p:nvPr/>
            </p:nvSpPr>
            <p:spPr>
              <a:xfrm>
                <a:off x="1357282" y="2518686"/>
                <a:ext cx="2853197" cy="6403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indent="0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227965" algn="l"/>
                  </a:tabLst>
                  <a:defRPr/>
                </a:pPr>
                <a:r>
                  <a:rPr lang="zh-CN" altLang="en-US" sz="1600" b="1" kern="0" dirty="0">
                    <a:solidFill>
                      <a:prstClr val="black"/>
                    </a:solidFill>
                    <a:latin typeface="黑体" panose="02010609060101010101" charset="-122"/>
                    <a:ea typeface="黑体" panose="02010609060101010101" charset="-122"/>
                  </a:rPr>
                  <a:t>单一数据源，存储状态</a:t>
                </a:r>
                <a:endParaRPr lang="zh-CN" altLang="en-US" sz="1600" b="1" kern="0" dirty="0">
                  <a:solidFill>
                    <a:prstClr val="black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  <a:p>
                <a:pPr indent="0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227965" algn="l"/>
                  </a:tabLst>
                  <a:defRPr/>
                </a:pPr>
                <a:endParaRPr lang="zh-CN" altLang="en-US" sz="1600" b="1" kern="0" dirty="0">
                  <a:solidFill>
                    <a:prstClr val="black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>
                <a:off x="1461000" y="3159000"/>
                <a:ext cx="2520000" cy="0"/>
              </a:xfrm>
              <a:prstGeom prst="line">
                <a:avLst/>
              </a:prstGeom>
              <a:noFill/>
              <a:ln w="3175" cap="rnd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round/>
                <a:headEnd type="none"/>
                <a:tailEnd type="none" w="med" len="med"/>
              </a:ln>
              <a:effectLst/>
            </p:spPr>
          </p:cxnSp>
          <p:sp>
            <p:nvSpPr>
              <p:cNvPr id="36" name="iṣ1íďê"/>
              <p:cNvSpPr txBox="1"/>
              <p:nvPr/>
            </p:nvSpPr>
            <p:spPr>
              <a:xfrm>
                <a:off x="1339599" y="3282748"/>
                <a:ext cx="2853197" cy="6403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/>
              <a:lstStyle/>
              <a:p>
                <a:pPr marL="171450" indent="-1714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State: pieces: Array[225]</a:t>
                </a:r>
                <a:endParaRPr lang="en-US" altLang="zh-CN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pPr marL="171450" indent="-1714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Logs: 计算日志队列</a:t>
                </a:r>
                <a:endParaRPr lang="en-US" altLang="zh-CN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pPr marL="171450" indent="-1714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Flags: isThinking</a:t>
                </a:r>
                <a:endParaRPr lang="en-US" altLang="zh-CN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pPr indent="0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227965" algn="l"/>
                  </a:tabLst>
                  <a:defRPr/>
                </a:pPr>
                <a:endParaRPr lang="en-US" altLang="zh-CN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  <p:grpSp>
          <p:nvGrpSpPr>
            <p:cNvPr id="19" name="îśľîḑe"/>
            <p:cNvGrpSpPr/>
            <p:nvPr/>
          </p:nvGrpSpPr>
          <p:grpSpPr>
            <a:xfrm>
              <a:off x="7595216" y="1917130"/>
              <a:ext cx="2870200" cy="3161994"/>
              <a:chOff x="1356784" y="1917130"/>
              <a:chExt cx="2870200" cy="3161994"/>
            </a:xfrm>
          </p:grpSpPr>
          <p:sp>
            <p:nvSpPr>
              <p:cNvPr id="20" name="îṥḻïḍê"/>
              <p:cNvSpPr/>
              <p:nvPr/>
            </p:nvSpPr>
            <p:spPr>
              <a:xfrm>
                <a:off x="1356784" y="1917130"/>
                <a:ext cx="2853695" cy="3161994"/>
              </a:xfrm>
              <a:prstGeom prst="snip1Rect">
                <a:avLst>
                  <a:gd name="adj" fmla="val 40731"/>
                </a:avLst>
              </a:prstGeom>
              <a:solidFill>
                <a:sysClr val="window" lastClr="FFFFFF"/>
              </a:solidFill>
              <a:ln w="3175" cap="flat" cmpd="sng" algn="ctr">
                <a:solidFill>
                  <a:srgbClr val="961318"/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" name="ïṥḻiḋê"/>
              <p:cNvSpPr/>
              <p:nvPr/>
            </p:nvSpPr>
            <p:spPr>
              <a:xfrm>
                <a:off x="1356785" y="4955943"/>
                <a:ext cx="2853695" cy="123181"/>
              </a:xfrm>
              <a:prstGeom prst="rect">
                <a:avLst/>
              </a:prstGeom>
              <a:solidFill>
                <a:srgbClr val="961318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" name="îṣľîḋé"/>
              <p:cNvSpPr/>
              <p:nvPr/>
            </p:nvSpPr>
            <p:spPr bwMode="auto">
              <a:xfrm>
                <a:off x="3261001" y="1917131"/>
                <a:ext cx="949480" cy="949480"/>
              </a:xfrm>
              <a:custGeom>
                <a:avLst/>
                <a:gdLst>
                  <a:gd name="T0" fmla="*/ 608 w 608"/>
                  <a:gd name="T1" fmla="*/ 0 h 608"/>
                  <a:gd name="T2" fmla="*/ 0 w 608"/>
                  <a:gd name="T3" fmla="*/ 0 h 608"/>
                  <a:gd name="T4" fmla="*/ 608 w 608"/>
                  <a:gd name="T5" fmla="*/ 608 h 608"/>
                  <a:gd name="T6" fmla="*/ 608 w 608"/>
                  <a:gd name="T7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8" h="608">
                    <a:moveTo>
                      <a:pt x="608" y="0"/>
                    </a:moveTo>
                    <a:lnTo>
                      <a:pt x="0" y="0"/>
                    </a:lnTo>
                    <a:lnTo>
                      <a:pt x="608" y="608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961318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vert="horz" wrap="square" lIns="121920" tIns="60960" rIns="121920" bIns="60960" anchor="t" anchorCtr="0" compatLnSpc="1">
                <a:normAutofit/>
              </a:bodyPr>
              <a:lstStyle/>
              <a:p>
                <a:pPr algn="r">
                  <a:defRPr/>
                </a:pPr>
                <a:endParaRPr lang="en-US" altLang="ko-KR" sz="1400" b="1" kern="0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3" name="ïṧliḑè"/>
              <p:cNvSpPr txBox="1"/>
              <p:nvPr/>
            </p:nvSpPr>
            <p:spPr>
              <a:xfrm>
                <a:off x="1357283" y="1930354"/>
                <a:ext cx="1588717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 algn="l">
                  <a:defRPr/>
                </a:pPr>
                <a:r>
                  <a:rPr lang="en-US" altLang="zh-CN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Logic (</a:t>
                </a:r>
                <a:r>
                  <a:rPr lang="zh-CN" altLang="en-US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逻辑层</a:t>
                </a:r>
                <a:r>
                  <a:rPr lang="en-US" altLang="zh-CN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</a:t>
                </a:r>
                <a:endParaRPr lang="en-US" altLang="zh-CN" b="1" kern="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" name="îŝliďè"/>
              <p:cNvSpPr txBox="1"/>
              <p:nvPr/>
            </p:nvSpPr>
            <p:spPr>
              <a:xfrm>
                <a:off x="1357282" y="2518686"/>
                <a:ext cx="2853197" cy="6403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indent="0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227965" algn="l"/>
                  </a:tabLst>
                  <a:defRPr/>
                </a:pPr>
                <a:r>
                  <a:rPr lang="zh-CN" altLang="en-US" sz="1600" b="1" kern="0" dirty="0">
                    <a:solidFill>
                      <a:prstClr val="black"/>
                    </a:solidFill>
                    <a:latin typeface="黑体" panose="02010609060101010101" charset="-122"/>
                    <a:ea typeface="黑体" panose="02010609060101010101" charset="-122"/>
                  </a:rPr>
                  <a:t>纯 JS 实现的核心算法</a:t>
                </a:r>
                <a:endParaRPr lang="zh-CN" altLang="en-US" sz="1600" b="1" kern="0" dirty="0">
                  <a:solidFill>
                    <a:prstClr val="black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endParaRPr lang="zh-CN" altLang="en-US" sz="1100"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1461000" y="3159000"/>
                <a:ext cx="2520000" cy="0"/>
              </a:xfrm>
              <a:prstGeom prst="line">
                <a:avLst/>
              </a:prstGeom>
              <a:noFill/>
              <a:ln w="3175" cap="rnd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round/>
                <a:headEnd type="none"/>
                <a:tailEnd type="none" w="med" len="med"/>
              </a:ln>
              <a:effectLst/>
            </p:spPr>
          </p:cxnSp>
          <p:sp>
            <p:nvSpPr>
              <p:cNvPr id="27" name="îŝliďè"/>
              <p:cNvSpPr txBox="1"/>
              <p:nvPr/>
            </p:nvSpPr>
            <p:spPr>
              <a:xfrm>
                <a:off x="1373929" y="3283015"/>
                <a:ext cx="2853055" cy="51752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/>
              <a:lstStyle/>
              <a:p>
                <a:pPr marL="171450" indent="-1714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Evaluation: 评分函数</a:t>
                </a:r>
                <a:endParaRPr lang="en-US" altLang="zh-CN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pPr marL="171450" indent="-1714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Strategy: Minimax</a:t>
                </a:r>
                <a:endParaRPr lang="en-US" altLang="zh-CN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pPr marL="171450" indent="-1714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400" b="1" kern="0" dirty="0">
                    <a:solidFill>
                      <a:prstClr val="black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Optimization: 剪枝</a:t>
                </a:r>
                <a:endParaRPr lang="en-US" altLang="zh-CN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endParaRPr lang="en-US" altLang="zh-CN" sz="1400" b="1" kern="0" dirty="0">
                  <a:solidFill>
                    <a:prstClr val="black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119269" y="6406826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42390" y="10477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93895" y="10477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595235" y="104775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核心算法流程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269" y="6406826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" name="图片 9" descr="D:\360MoveData\Users\xiaoxiao\Desktop\图片2.png图片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016048" y="42228"/>
            <a:ext cx="2493645" cy="91503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335280" y="3182620"/>
            <a:ext cx="7886258" cy="3198495"/>
            <a:chOff x="362" y="3309"/>
            <a:chExt cx="12418" cy="5037"/>
          </a:xfrm>
        </p:grpSpPr>
        <p:pic>
          <p:nvPicPr>
            <p:cNvPr id="13" name="Google Shape;178;p17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362" y="3309"/>
              <a:ext cx="12418" cy="4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文本框 11"/>
            <p:cNvSpPr txBox="1"/>
            <p:nvPr/>
          </p:nvSpPr>
          <p:spPr>
            <a:xfrm>
              <a:off x="362" y="3452"/>
              <a:ext cx="11320" cy="4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宋体" panose="02010600030101010101" pitchFamily="2" charset="-122"/>
                </a:rPr>
                <a:t>1. Neighborhood Pruning</a:t>
              </a:r>
              <a:endParaRPr lang="en-US" altLang="zh-CN" sz="2400" b="1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endParaRPr>
            </a:p>
            <a:p>
              <a:pPr indent="457200"/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搜索半径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 &lt;= 2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，将候选点从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225 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缩减至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20 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个。</a:t>
              </a:r>
              <a:endPara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宋体" panose="02010600030101010101" pitchFamily="2" charset="-122"/>
                </a:rPr>
                <a:t>2. Heuristic Evaluation</a:t>
              </a:r>
              <a:endParaRPr lang="en-US" altLang="zh-CN" sz="2400" b="1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endParaRPr>
            </a:p>
            <a:p>
              <a:pPr indent="457200"/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对候选点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P(x,y) 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进行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4 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方向双向扫描。</a:t>
              </a:r>
              <a:endPara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宋体" panose="02010600030101010101" pitchFamily="2" charset="-122"/>
                </a:rPr>
                <a:t>3. Weighted Scoring</a:t>
              </a:r>
              <a:endParaRPr lang="en-US" altLang="zh-CN" sz="2400" b="1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endParaRPr>
            </a:p>
            <a:p>
              <a:pPr indent="457200"/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公式：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Total = Attack + (Defense * 1.5)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。</a:t>
              </a:r>
              <a:endPara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宋体" panose="02010600030101010101" pitchFamily="2" charset="-122"/>
                </a:rPr>
                <a:t>4. Greedy Decision</a:t>
              </a:r>
              <a:endParaRPr lang="en-US" altLang="zh-CN" sz="2400" b="1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endParaRPr>
            </a:p>
            <a:p>
              <a:pPr indent="457200"/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遍历评分，选择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Max(Score) 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落子。</a:t>
              </a:r>
              <a:endPara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endPara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15" name="图片 14" descr="Mermaid_Chart_-_Create_complex,_visual_diagrams_with_text.-2026-01-10-0305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" y="1085850"/>
            <a:ext cx="12192000" cy="191071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代码实现：决策循环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269" y="6406826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" name="图片 9" descr="D:\360MoveData\Users\xiaoxiao\Desktop\图片2.png图片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016048" y="42228"/>
            <a:ext cx="2493645" cy="915035"/>
          </a:xfrm>
          <a:prstGeom prst="rect">
            <a:avLst/>
          </a:prstGeom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400175"/>
            <a:ext cx="5276850" cy="431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43650" y="1409700"/>
            <a:ext cx="52578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6534150" y="1914525"/>
            <a:ext cx="4876800" cy="3601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async function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 b="0" i="0" u="none" strike="noStrike" cap="none">
                <a:solidFill>
                  <a:srgbClr val="795E26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aiTurn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() {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const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candidates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= </a:t>
            </a:r>
            <a:r>
              <a:rPr lang="en-US" sz="1200" b="0" i="0" u="none" strike="noStrike" cap="none">
                <a:solidFill>
                  <a:srgbClr val="795E26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getNeighbors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(</a:t>
            </a:r>
            <a:r>
              <a:rPr lang="en-US" sz="1200" b="0" i="0" u="none" strike="noStrike" cap="none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2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);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for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(</a:t>
            </a:r>
            <a:r>
              <a:rPr lang="en-US" sz="1200" b="0" i="0" u="none" strike="noStrike" cap="none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let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idx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 b="0" i="0" u="none" strike="noStrike" cap="none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of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candidates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 {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457200" marR="0" lvl="1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let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attack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= </a:t>
            </a:r>
            <a:r>
              <a:rPr lang="en-US" sz="1200" b="0" i="0" u="none" strike="noStrike" cap="none">
                <a:solidFill>
                  <a:srgbClr val="795E26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getScore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(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idx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,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AI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);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457200" marR="0" lvl="1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let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defense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= </a:t>
            </a:r>
            <a:r>
              <a:rPr lang="en-US" sz="1200" b="0" i="0" u="none" strike="noStrike" cap="none">
                <a:solidFill>
                  <a:srgbClr val="795E26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getScore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(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idx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,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PLAYER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);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457200" marR="0" lvl="1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let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score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=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attack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+ (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defense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* </a:t>
            </a:r>
            <a:r>
              <a:rPr lang="en-US" sz="1200" b="0" i="0" u="none" strike="noStrike" cap="none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1.5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);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457200" marR="0" lvl="1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if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(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score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&gt;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bestScore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 {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914400" marR="0" lvl="2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bestScore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=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score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;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914400" marR="0" lvl="2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bestMove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= 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idx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;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457200" marR="0" lvl="1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}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await </a:t>
            </a:r>
            <a:r>
              <a:rPr lang="en-US" sz="1200" b="0" i="0" u="none" strike="noStrike" cap="none">
                <a:solidFill>
                  <a:srgbClr val="795E26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sleep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(</a:t>
            </a:r>
            <a:r>
              <a:rPr lang="en-US" sz="1200" b="0" i="0" u="none" strike="noStrike" cap="none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delay</a:t>
            </a: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);  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}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}</a:t>
            </a:r>
            <a:endParaRPr lang="en-US" sz="1200" b="0" i="0" u="none" strike="noStrike" cap="none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10725150" y="1485900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ai_logic.js</a:t>
            </a:r>
            <a:endParaRPr lang="en-US" sz="900" b="0" i="0" u="none" strike="noStrike" cap="none">
              <a:solidFill>
                <a:srgbClr val="6B7280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486525" y="1514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6638925" y="1514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791325" y="1514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" name="Google Shape;17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9870" y="2101215"/>
            <a:ext cx="5937250" cy="294703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229870" y="2192020"/>
            <a:ext cx="604710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逻辑解析：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核心决策在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aiTurn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异步函数中实现。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Step 1: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获取已剪枝的候选点列表。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Step 2: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遍历计算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进攻分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防守分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Step 3: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引入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防守系数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(1.5)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，强制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AI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优先堵截。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Step 4: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实时更新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bestScore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代码实现：向量扫描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269" y="6406826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" name="图片 9" descr="D:\360MoveData\Users\xiaoxiao\Desktop\图片2.png图片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016048" y="42228"/>
            <a:ext cx="2493645" cy="915035"/>
          </a:xfrm>
          <a:prstGeom prst="rect">
            <a:avLst/>
          </a:prstGeom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400175"/>
            <a:ext cx="5276850" cy="400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43650" y="1409700"/>
            <a:ext cx="52578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6534150" y="1914525"/>
            <a:ext cx="4876800" cy="332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function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>
                <a:solidFill>
                  <a:srgbClr val="795E26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getLineScore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(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idx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,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color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 {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const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dirs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= [[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1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,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0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], [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0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,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1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], [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1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,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1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], [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1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,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-1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]];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for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(</a:t>
            </a:r>
            <a:r>
              <a:rPr lang="en-US" sz="1200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let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[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dx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,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dy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] </a:t>
            </a:r>
            <a:r>
              <a:rPr lang="en-US" sz="1200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of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dirs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 {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457200" marR="0" lvl="1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let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count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= 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1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; </a:t>
            </a:r>
            <a:r>
              <a:rPr lang="en-US" sz="1200" i="1">
                <a:solidFill>
                  <a:srgbClr val="00800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// Scan Forward (k=1 to 4)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457200" marR="0" lvl="1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for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(</a:t>
            </a:r>
            <a:r>
              <a:rPr lang="en-US" sz="1200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let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k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=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1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;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k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&lt;=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4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;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k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++) {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914400" marR="0" lvl="2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>
                <a:solidFill>
                  <a:srgbClr val="0000FF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let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nx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=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x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+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dx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*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k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;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914400" marR="0" lvl="2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if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(</a:t>
            </a:r>
            <a:r>
              <a:rPr lang="en-US" sz="1200">
                <a:solidFill>
                  <a:srgbClr val="795E26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isSameColor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(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nx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,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color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))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count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++;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914400" marR="0" lvl="2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else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</a:t>
            </a:r>
            <a:r>
              <a:rPr lang="en-US" sz="1200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break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;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457200" marR="0" lvl="1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}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457200" marR="0" lvl="1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F00DB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if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(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count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&gt;= 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5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) </a:t>
            </a:r>
            <a:r>
              <a:rPr lang="en-US" sz="1200">
                <a:solidFill>
                  <a:srgbClr val="0010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score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 += </a:t>
            </a:r>
            <a:r>
              <a:rPr lang="en-US" sz="1200">
                <a:solidFill>
                  <a:srgbClr val="098658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200000</a:t>
            </a: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;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} 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}</a:t>
            </a:r>
            <a:endParaRPr lang="en-US" sz="1200">
              <a:solidFill>
                <a:srgbClr val="333333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10725150" y="1485900"/>
            <a:ext cx="733425" cy="13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cap="none">
                <a:solidFill>
                  <a:srgbClr val="6B7280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evaluation.js</a:t>
            </a:r>
            <a:endParaRPr lang="en-US" altLang="zh-CN" sz="900" b="0" i="0" u="none" strike="noStrike" cap="none">
              <a:solidFill>
                <a:srgbClr val="6B7280"/>
              </a:solidFill>
              <a:latin typeface="Fira Code" panose="020B0809050000020004"/>
              <a:ea typeface="Fira Code" panose="020B0809050000020004"/>
              <a:cs typeface="Fira Code" panose="020B0809050000020004"/>
              <a:sym typeface="Fira Code" panose="020B0809050000020004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486525" y="1514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6638925" y="1514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791325" y="1514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21615" y="2109470"/>
            <a:ext cx="6112510" cy="2585085"/>
            <a:chOff x="213" y="1280"/>
            <a:chExt cx="9626" cy="4071"/>
          </a:xfrm>
        </p:grpSpPr>
        <p:pic>
          <p:nvPicPr>
            <p:cNvPr id="13" name="Google Shape;178;p17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13" y="1280"/>
              <a:ext cx="9626" cy="40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文本框 11"/>
            <p:cNvSpPr txBox="1"/>
            <p:nvPr/>
          </p:nvSpPr>
          <p:spPr>
            <a:xfrm>
              <a:off x="213" y="1423"/>
              <a:ext cx="9626" cy="3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宋体" panose="02010600030101010101" pitchFamily="2" charset="-122"/>
                </a:rPr>
                <a:t>评分函数：</a:t>
              </a:r>
              <a:endParaRPr lang="en-US" altLang="zh-CN" sz="2400" b="1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endParaRPr>
            </a:p>
            <a:p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底层函数</a:t>
              </a: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getLineScore </a:t>
              </a:r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量化价值。</a:t>
              </a:r>
              <a:endPara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endPara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indent="457200"/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方向向量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: [1,0], [0,1], [1,1], [1,-1]</a:t>
              </a:r>
              <a:endPara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indent="457200"/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连子判断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: 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循环检查连续同色棋子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(count)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。</a:t>
              </a:r>
              <a:endPara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indent="457200"/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边界检查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: 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遇边缘或敌子立即停止，区分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“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活四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”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与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“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冲四</a:t>
              </a:r>
              <a:r>
                <a:rPr lang="en-US" altLang="zh-CN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”</a:t>
              </a:r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。</a:t>
              </a:r>
              <a:endPara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8" name="组合 7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13" name="平行四边形 12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10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评分模型与策略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623570" y="1454150"/>
            <a:ext cx="5252085" cy="375031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612000" rIns="108000" bIns="0" rtlCol="0" anchor="t"/>
          <a:lstStyle/>
          <a:p>
            <a:pPr marL="285750" indent="-285750" defTabSz="457200">
              <a:lnSpc>
                <a:spcPct val="120000"/>
              </a:lnSpc>
              <a:spcAft>
                <a:spcPts val="1200"/>
              </a:spcAft>
              <a:buClr>
                <a:srgbClr val="961318"/>
              </a:buClr>
              <a:buFont typeface="Arial" panose="020B0604020202020204" pitchFamily="34" charset="0"/>
              <a:buChar char="•"/>
            </a:pP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这是</a:t>
            </a:r>
            <a:r>
              <a:rPr lang="zh-CN" altLang="en-US" b="1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启发式搜索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的基础。计算机只能通过匹配具体的形状来打分。</a:t>
            </a:r>
            <a:endParaRPr lang="zh-CN" altLang="en-US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宋体" panose="02010600030101010101" pitchFamily="2" charset="-122"/>
              <a:cs typeface="+mn-ea"/>
              <a:sym typeface="+mn-lt"/>
            </a:endParaRPr>
          </a:p>
          <a:p>
            <a:pPr marL="742950" lvl="1" indent="-285750" defTabSz="457200">
              <a:lnSpc>
                <a:spcPct val="120000"/>
              </a:lnSpc>
              <a:spcAft>
                <a:spcPts val="1200"/>
              </a:spcAft>
              <a:buClr>
                <a:srgbClr val="961318"/>
              </a:buClr>
              <a:buFont typeface="Arial" panose="020B0604020202020204" pitchFamily="34" charset="0"/>
              <a:buChar char="•"/>
            </a:pP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量化：将模糊的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“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优势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”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转化为具体的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“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数字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”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。</a:t>
            </a:r>
            <a:endParaRPr lang="zh-CN" altLang="en-US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宋体" panose="02010600030101010101" pitchFamily="2" charset="-122"/>
              <a:cs typeface="+mn-ea"/>
              <a:sym typeface="+mn-lt"/>
            </a:endParaRPr>
          </a:p>
          <a:p>
            <a:pPr marL="742950" lvl="1" indent="-285750" defTabSz="457200">
              <a:lnSpc>
                <a:spcPct val="120000"/>
              </a:lnSpc>
              <a:spcAft>
                <a:spcPts val="1200"/>
              </a:spcAft>
              <a:buClr>
                <a:srgbClr val="961318"/>
              </a:buClr>
              <a:buFont typeface="Arial" panose="020B0604020202020204" pitchFamily="34" charset="0"/>
              <a:buChar char="•"/>
            </a:pP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数量级差异：分数是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 100,000 -&gt;10,000 -&gt; 1,000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。这种巨大的分差是为了确保优先级。</a:t>
            </a:r>
            <a:endParaRPr lang="zh-CN" altLang="en-US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宋体" panose="02010600030101010101" pitchFamily="2" charset="-122"/>
              <a:cs typeface="+mn-ea"/>
              <a:sym typeface="+mn-lt"/>
            </a:endParaRPr>
          </a:p>
          <a:p>
            <a:pPr marL="742950" lvl="1" indent="-285750" defTabSz="457200">
              <a:lnSpc>
                <a:spcPct val="120000"/>
              </a:lnSpc>
              <a:spcAft>
                <a:spcPts val="1200"/>
              </a:spcAft>
              <a:buClr>
                <a:srgbClr val="961318"/>
              </a:buClr>
              <a:buFont typeface="Arial" panose="020B0604020202020204" pitchFamily="34" charset="0"/>
              <a:buChar char="•"/>
            </a:pP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例如：无论凑出多少个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“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活二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”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（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100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分），都比不上一个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“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活四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”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（</a:t>
            </a:r>
            <a:r>
              <a:rPr lang="en-US" altLang="zh-CN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10,000</a:t>
            </a:r>
            <a:r>
              <a: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分）。</a:t>
            </a:r>
            <a:endParaRPr lang="zh-CN" altLang="en-US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" y="1454150"/>
            <a:ext cx="5252720" cy="457200"/>
          </a:xfrm>
          <a:prstGeom prst="rect">
            <a:avLst/>
          </a:prstGeom>
          <a:solidFill>
            <a:srgbClr val="96131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srgbClr val="FFFFFF"/>
                </a:solidFill>
                <a:latin typeface="Arial" panose="020B0604020202020204"/>
                <a:sym typeface="+mn-lt"/>
              </a:rPr>
              <a:t>棋型评分表</a:t>
            </a:r>
            <a:endParaRPr lang="zh-CN" altLang="en-US" sz="2000" b="1" kern="0" dirty="0">
              <a:solidFill>
                <a:srgbClr val="FFFFFF"/>
              </a:solidFill>
              <a:latin typeface="Arial" panose="020B0604020202020204"/>
              <a:sym typeface="+mn-lt"/>
            </a:endParaRPr>
          </a:p>
        </p:txBody>
      </p:sp>
      <p:sp>
        <p:nvSpPr>
          <p:cNvPr id="5" name="L 形 4"/>
          <p:cNvSpPr/>
          <p:nvPr/>
        </p:nvSpPr>
        <p:spPr bwMode="auto">
          <a:xfrm rot="5400000">
            <a:off x="467360" y="1282990"/>
            <a:ext cx="628535" cy="628535"/>
          </a:xfrm>
          <a:prstGeom prst="corner">
            <a:avLst>
              <a:gd name="adj1" fmla="val 11572"/>
              <a:gd name="adj2" fmla="val 11638"/>
            </a:avLst>
          </a:prstGeom>
          <a:solidFill>
            <a:srgbClr val="961318"/>
          </a:solidFill>
          <a:ln>
            <a:solidFill>
              <a:srgbClr val="961318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buSzPct val="25000"/>
              <a:defRPr/>
            </a:pPr>
            <a:endParaRPr lang="en-US" b="1" kern="0" dirty="0">
              <a:solidFill>
                <a:srgbClr val="FFFFFF"/>
              </a:solidFill>
              <a:latin typeface="Arial" panose="020B0604020202020204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269" y="6406826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2" name="图片 11" descr="D:\360MoveData\Users\xiaoxiao\Desktop\图片2.png图片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229408" y="97790"/>
            <a:ext cx="2192020" cy="804545"/>
          </a:xfrm>
          <a:prstGeom prst="rect">
            <a:avLst/>
          </a:prstGeom>
        </p:spPr>
      </p:pic>
      <p:graphicFrame>
        <p:nvGraphicFramePr>
          <p:cNvPr id="225" name="Google Shape;225;p19"/>
          <p:cNvGraphicFramePr/>
          <p:nvPr>
            <p:custDataLst>
              <p:tags r:id="rId2"/>
            </p:custDataLst>
          </p:nvPr>
        </p:nvGraphicFramePr>
        <p:xfrm>
          <a:off x="5979795" y="1449070"/>
          <a:ext cx="5926455" cy="3756025"/>
        </p:xfrm>
        <a:graphic>
          <a:graphicData uri="http://schemas.openxmlformats.org/drawingml/2006/table">
            <a:tbl>
              <a:tblPr firstRow="1" bandRow="1">
                <a:noFill/>
                <a:tableStyleId>{4CFD973B-730D-44CA-A951-24E2A2D8F433}</a:tableStyleId>
              </a:tblPr>
              <a:tblGrid>
                <a:gridCol w="1184910"/>
                <a:gridCol w="1483360"/>
                <a:gridCol w="1183640"/>
                <a:gridCol w="2074545"/>
              </a:tblGrid>
              <a:tr h="751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11827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棋型</a:t>
                      </a:r>
                      <a:endParaRPr lang="en-US" sz="1500" b="1" i="0" u="none" strike="noStrike" cap="none">
                        <a:solidFill>
                          <a:srgbClr val="111827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11827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Fira Code" panose="020B0809050000020004"/>
                        </a:rPr>
                        <a:t>形状示例 (1=子)</a:t>
                      </a:r>
                      <a:endParaRPr lang="en-US" sz="1500" b="1" i="0" u="none" strike="noStrike" cap="none">
                        <a:solidFill>
                          <a:srgbClr val="111827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11827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Fira Code" panose="020B0809050000020004"/>
                        </a:rPr>
                        <a:t>权重 (Score)</a:t>
                      </a:r>
                      <a:endParaRPr lang="en-US" sz="1500" b="1" i="0" u="none" strike="noStrike" cap="none">
                        <a:solidFill>
                          <a:srgbClr val="111827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11827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策略意义</a:t>
                      </a:r>
                      <a:endParaRPr lang="en-US" sz="1500" b="1" i="0" u="none" strike="noStrike" cap="none">
                        <a:solidFill>
                          <a:srgbClr val="111827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Fira Code" panose="020B0809050000020004"/>
                        </a:rPr>
                        <a:t>连五 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11111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200,000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游戏结束条件，绝对优先。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Fira Code" panose="020B0809050000020004"/>
                        </a:rPr>
                        <a:t>活四 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011110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50,000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绝杀，下一步必成连五。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Fira Code" panose="020B0809050000020004"/>
                        </a:rPr>
                        <a:t>冲四 / 活三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211110 / 011100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5,000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Fira Code" panose="020B0809050000020004"/>
                        </a:rPr>
                        <a:t>高威胁。会计算防守分堵截。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Fira Code" panose="020B0809050000020004"/>
                        </a:rPr>
                        <a:t>活二 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001100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200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Fira Code" panose="020B0809050000020004"/>
                          <a:sym typeface="Fira Code" panose="020B0809050000020004"/>
                        </a:rPr>
                        <a:t>布局阶段，积累优势。</a:t>
                      </a:r>
                      <a:endParaRPr lang="en-US" sz="1500" b="0" i="0" u="none" strike="noStrike" cap="none">
                        <a:solidFill>
                          <a:srgbClr val="374151"/>
                        </a:solidFill>
                        <a:latin typeface="黑体" panose="02010609060101010101" charset="-122"/>
                        <a:ea typeface="黑体" panose="02010609060101010101" charset="-122"/>
                        <a:cs typeface="Fira Code" panose="020B0809050000020004"/>
                        <a:sym typeface="Fira Code" panose="020B08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24" name="Google Shape;22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5478780"/>
            <a:ext cx="11275695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hlinkClick r:id="rId1" tooltip="" action="ppaction://hlinkfile"/>
                </a:rPr>
                <a:t>演示五子棋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72" name="任意多边形 7"/>
          <p:cNvSpPr/>
          <p:nvPr>
            <p:custDataLst>
              <p:tags r:id="rId2"/>
            </p:custDataLst>
          </p:nvPr>
        </p:nvSpPr>
        <p:spPr bwMode="auto">
          <a:xfrm flipH="1">
            <a:off x="670526" y="2045009"/>
            <a:ext cx="1937389" cy="3206465"/>
          </a:xfrm>
          <a:custGeom>
            <a:avLst/>
            <a:gdLst>
              <a:gd name="connsiteX0" fmla="*/ 479425 w 958850"/>
              <a:gd name="connsiteY0" fmla="*/ 0 h 1593850"/>
              <a:gd name="connsiteX1" fmla="*/ 0 w 958850"/>
              <a:gd name="connsiteY1" fmla="*/ 472112 h 1593850"/>
              <a:gd name="connsiteX2" fmla="*/ 65202 w 958850"/>
              <a:gd name="connsiteY2" fmla="*/ 706280 h 1593850"/>
              <a:gd name="connsiteX3" fmla="*/ 134239 w 958850"/>
              <a:gd name="connsiteY3" fmla="*/ 846025 h 1593850"/>
              <a:gd name="connsiteX4" fmla="*/ 210947 w 958850"/>
              <a:gd name="connsiteY4" fmla="*/ 1019762 h 1593850"/>
              <a:gd name="connsiteX5" fmla="*/ 222453 w 958850"/>
              <a:gd name="connsiteY5" fmla="*/ 1099077 h 1593850"/>
              <a:gd name="connsiteX6" fmla="*/ 268478 w 958850"/>
              <a:gd name="connsiteY6" fmla="*/ 1182169 h 1593850"/>
              <a:gd name="connsiteX7" fmla="*/ 268478 w 958850"/>
              <a:gd name="connsiteY7" fmla="*/ 1242599 h 1593850"/>
              <a:gd name="connsiteX8" fmla="*/ 287655 w 958850"/>
              <a:gd name="connsiteY8" fmla="*/ 1261483 h 1593850"/>
              <a:gd name="connsiteX9" fmla="*/ 283820 w 958850"/>
              <a:gd name="connsiteY9" fmla="*/ 1272814 h 1593850"/>
              <a:gd name="connsiteX10" fmla="*/ 268478 w 958850"/>
              <a:gd name="connsiteY10" fmla="*/ 1276591 h 1593850"/>
              <a:gd name="connsiteX11" fmla="*/ 264643 w 958850"/>
              <a:gd name="connsiteY11" fmla="*/ 1291699 h 1593850"/>
              <a:gd name="connsiteX12" fmla="*/ 268478 w 958850"/>
              <a:gd name="connsiteY12" fmla="*/ 1303029 h 1593850"/>
              <a:gd name="connsiteX13" fmla="*/ 283820 w 958850"/>
              <a:gd name="connsiteY13" fmla="*/ 1306806 h 1593850"/>
              <a:gd name="connsiteX14" fmla="*/ 287655 w 958850"/>
              <a:gd name="connsiteY14" fmla="*/ 1318137 h 1593850"/>
              <a:gd name="connsiteX15" fmla="*/ 283820 w 958850"/>
              <a:gd name="connsiteY15" fmla="*/ 1333244 h 1593850"/>
              <a:gd name="connsiteX16" fmla="*/ 264643 w 958850"/>
              <a:gd name="connsiteY16" fmla="*/ 1348352 h 1593850"/>
              <a:gd name="connsiteX17" fmla="*/ 268478 w 958850"/>
              <a:gd name="connsiteY17" fmla="*/ 1359683 h 1593850"/>
              <a:gd name="connsiteX18" fmla="*/ 283820 w 958850"/>
              <a:gd name="connsiteY18" fmla="*/ 1367236 h 1593850"/>
              <a:gd name="connsiteX19" fmla="*/ 287655 w 958850"/>
              <a:gd name="connsiteY19" fmla="*/ 1378567 h 1593850"/>
              <a:gd name="connsiteX20" fmla="*/ 283820 w 958850"/>
              <a:gd name="connsiteY20" fmla="*/ 1389898 h 1593850"/>
              <a:gd name="connsiteX21" fmla="*/ 264643 w 958850"/>
              <a:gd name="connsiteY21" fmla="*/ 1408782 h 1593850"/>
              <a:gd name="connsiteX22" fmla="*/ 283820 w 958850"/>
              <a:gd name="connsiteY22" fmla="*/ 1423890 h 1593850"/>
              <a:gd name="connsiteX23" fmla="*/ 287655 w 958850"/>
              <a:gd name="connsiteY23" fmla="*/ 1435221 h 1593850"/>
              <a:gd name="connsiteX24" fmla="*/ 268478 w 958850"/>
              <a:gd name="connsiteY24" fmla="*/ 1454105 h 1593850"/>
              <a:gd name="connsiteX25" fmla="*/ 268478 w 958850"/>
              <a:gd name="connsiteY25" fmla="*/ 1457882 h 1593850"/>
              <a:gd name="connsiteX26" fmla="*/ 402717 w 958850"/>
              <a:gd name="connsiteY26" fmla="*/ 1574966 h 1593850"/>
              <a:gd name="connsiteX27" fmla="*/ 479425 w 958850"/>
              <a:gd name="connsiteY27" fmla="*/ 1593850 h 1593850"/>
              <a:gd name="connsiteX28" fmla="*/ 556133 w 958850"/>
              <a:gd name="connsiteY28" fmla="*/ 1574966 h 1593850"/>
              <a:gd name="connsiteX29" fmla="*/ 690372 w 958850"/>
              <a:gd name="connsiteY29" fmla="*/ 1457882 h 1593850"/>
              <a:gd name="connsiteX30" fmla="*/ 690372 w 958850"/>
              <a:gd name="connsiteY30" fmla="*/ 1454105 h 1593850"/>
              <a:gd name="connsiteX31" fmla="*/ 671195 w 958850"/>
              <a:gd name="connsiteY31" fmla="*/ 1435221 h 1593850"/>
              <a:gd name="connsiteX32" fmla="*/ 675031 w 958850"/>
              <a:gd name="connsiteY32" fmla="*/ 1423890 h 1593850"/>
              <a:gd name="connsiteX33" fmla="*/ 694208 w 958850"/>
              <a:gd name="connsiteY33" fmla="*/ 1408782 h 1593850"/>
              <a:gd name="connsiteX34" fmla="*/ 675031 w 958850"/>
              <a:gd name="connsiteY34" fmla="*/ 1389898 h 1593850"/>
              <a:gd name="connsiteX35" fmla="*/ 671195 w 958850"/>
              <a:gd name="connsiteY35" fmla="*/ 1378567 h 1593850"/>
              <a:gd name="connsiteX36" fmla="*/ 675031 w 958850"/>
              <a:gd name="connsiteY36" fmla="*/ 1367236 h 1593850"/>
              <a:gd name="connsiteX37" fmla="*/ 690372 w 958850"/>
              <a:gd name="connsiteY37" fmla="*/ 1359683 h 1593850"/>
              <a:gd name="connsiteX38" fmla="*/ 694208 w 958850"/>
              <a:gd name="connsiteY38" fmla="*/ 1348352 h 1593850"/>
              <a:gd name="connsiteX39" fmla="*/ 675031 w 958850"/>
              <a:gd name="connsiteY39" fmla="*/ 1333244 h 1593850"/>
              <a:gd name="connsiteX40" fmla="*/ 671195 w 958850"/>
              <a:gd name="connsiteY40" fmla="*/ 1318137 h 1593850"/>
              <a:gd name="connsiteX41" fmla="*/ 675031 w 958850"/>
              <a:gd name="connsiteY41" fmla="*/ 1306806 h 1593850"/>
              <a:gd name="connsiteX42" fmla="*/ 690372 w 958850"/>
              <a:gd name="connsiteY42" fmla="*/ 1303029 h 1593850"/>
              <a:gd name="connsiteX43" fmla="*/ 694208 w 958850"/>
              <a:gd name="connsiteY43" fmla="*/ 1291699 h 1593850"/>
              <a:gd name="connsiteX44" fmla="*/ 690372 w 958850"/>
              <a:gd name="connsiteY44" fmla="*/ 1276591 h 1593850"/>
              <a:gd name="connsiteX45" fmla="*/ 675031 w 958850"/>
              <a:gd name="connsiteY45" fmla="*/ 1272814 h 1593850"/>
              <a:gd name="connsiteX46" fmla="*/ 671195 w 958850"/>
              <a:gd name="connsiteY46" fmla="*/ 1261483 h 1593850"/>
              <a:gd name="connsiteX47" fmla="*/ 690372 w 958850"/>
              <a:gd name="connsiteY47" fmla="*/ 1242599 h 1593850"/>
              <a:gd name="connsiteX48" fmla="*/ 690372 w 958850"/>
              <a:gd name="connsiteY48" fmla="*/ 1182169 h 1593850"/>
              <a:gd name="connsiteX49" fmla="*/ 736397 w 958850"/>
              <a:gd name="connsiteY49" fmla="*/ 1099077 h 1593850"/>
              <a:gd name="connsiteX50" fmla="*/ 747903 w 958850"/>
              <a:gd name="connsiteY50" fmla="*/ 1019762 h 1593850"/>
              <a:gd name="connsiteX51" fmla="*/ 824611 w 958850"/>
              <a:gd name="connsiteY51" fmla="*/ 846025 h 1593850"/>
              <a:gd name="connsiteX52" fmla="*/ 893648 w 958850"/>
              <a:gd name="connsiteY52" fmla="*/ 706280 h 1593850"/>
              <a:gd name="connsiteX53" fmla="*/ 958850 w 958850"/>
              <a:gd name="connsiteY53" fmla="*/ 472112 h 1593850"/>
              <a:gd name="connsiteX54" fmla="*/ 479425 w 958850"/>
              <a:gd name="connsiteY54" fmla="*/ 0 h 159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958850" h="1593850">
                <a:moveTo>
                  <a:pt x="479425" y="0"/>
                </a:moveTo>
                <a:cubicBezTo>
                  <a:pt x="214783" y="0"/>
                  <a:pt x="0" y="211506"/>
                  <a:pt x="0" y="472112"/>
                </a:cubicBezTo>
                <a:cubicBezTo>
                  <a:pt x="0" y="555204"/>
                  <a:pt x="23013" y="638296"/>
                  <a:pt x="65202" y="706280"/>
                </a:cubicBezTo>
                <a:cubicBezTo>
                  <a:pt x="88214" y="751602"/>
                  <a:pt x="122733" y="823363"/>
                  <a:pt x="134239" y="846025"/>
                </a:cubicBezTo>
                <a:cubicBezTo>
                  <a:pt x="153416" y="872463"/>
                  <a:pt x="214783" y="974439"/>
                  <a:pt x="210947" y="1019762"/>
                </a:cubicBezTo>
                <a:cubicBezTo>
                  <a:pt x="214783" y="1065085"/>
                  <a:pt x="222453" y="1099077"/>
                  <a:pt x="222453" y="1099077"/>
                </a:cubicBezTo>
                <a:cubicBezTo>
                  <a:pt x="222453" y="1099077"/>
                  <a:pt x="237795" y="1159507"/>
                  <a:pt x="268478" y="1182169"/>
                </a:cubicBezTo>
                <a:cubicBezTo>
                  <a:pt x="268478" y="1242599"/>
                  <a:pt x="268478" y="1242599"/>
                  <a:pt x="268478" y="1242599"/>
                </a:cubicBezTo>
                <a:cubicBezTo>
                  <a:pt x="279984" y="1242599"/>
                  <a:pt x="287655" y="1250153"/>
                  <a:pt x="287655" y="1261483"/>
                </a:cubicBezTo>
                <a:cubicBezTo>
                  <a:pt x="287655" y="1265260"/>
                  <a:pt x="283820" y="1269037"/>
                  <a:pt x="283820" y="1272814"/>
                </a:cubicBezTo>
                <a:cubicBezTo>
                  <a:pt x="276149" y="1272814"/>
                  <a:pt x="272314" y="1276591"/>
                  <a:pt x="268478" y="1276591"/>
                </a:cubicBezTo>
                <a:cubicBezTo>
                  <a:pt x="264643" y="1280368"/>
                  <a:pt x="264643" y="1284145"/>
                  <a:pt x="264643" y="1291699"/>
                </a:cubicBezTo>
                <a:cubicBezTo>
                  <a:pt x="264643" y="1295475"/>
                  <a:pt x="264643" y="1299252"/>
                  <a:pt x="268478" y="1303029"/>
                </a:cubicBezTo>
                <a:cubicBezTo>
                  <a:pt x="272314" y="1306806"/>
                  <a:pt x="276149" y="1306806"/>
                  <a:pt x="283820" y="1306806"/>
                </a:cubicBezTo>
                <a:cubicBezTo>
                  <a:pt x="283820" y="1310583"/>
                  <a:pt x="287655" y="1314360"/>
                  <a:pt x="287655" y="1318137"/>
                </a:cubicBezTo>
                <a:cubicBezTo>
                  <a:pt x="287655" y="1325691"/>
                  <a:pt x="283820" y="1329467"/>
                  <a:pt x="283820" y="1333244"/>
                </a:cubicBezTo>
                <a:cubicBezTo>
                  <a:pt x="272314" y="1333244"/>
                  <a:pt x="264643" y="1340798"/>
                  <a:pt x="264643" y="1348352"/>
                </a:cubicBezTo>
                <a:cubicBezTo>
                  <a:pt x="264643" y="1352129"/>
                  <a:pt x="264643" y="1359683"/>
                  <a:pt x="268478" y="1359683"/>
                </a:cubicBezTo>
                <a:cubicBezTo>
                  <a:pt x="272314" y="1363460"/>
                  <a:pt x="276149" y="1367236"/>
                  <a:pt x="283820" y="1367236"/>
                </a:cubicBezTo>
                <a:cubicBezTo>
                  <a:pt x="283820" y="1367236"/>
                  <a:pt x="287655" y="1374790"/>
                  <a:pt x="287655" y="1378567"/>
                </a:cubicBezTo>
                <a:cubicBezTo>
                  <a:pt x="287655" y="1382344"/>
                  <a:pt x="283820" y="1386121"/>
                  <a:pt x="283820" y="1389898"/>
                </a:cubicBezTo>
                <a:cubicBezTo>
                  <a:pt x="272314" y="1389898"/>
                  <a:pt x="264643" y="1397452"/>
                  <a:pt x="264643" y="1408782"/>
                </a:cubicBezTo>
                <a:cubicBezTo>
                  <a:pt x="264643" y="1416336"/>
                  <a:pt x="272314" y="1423890"/>
                  <a:pt x="283820" y="1423890"/>
                </a:cubicBezTo>
                <a:cubicBezTo>
                  <a:pt x="283820" y="1427667"/>
                  <a:pt x="287655" y="1431444"/>
                  <a:pt x="287655" y="1435221"/>
                </a:cubicBezTo>
                <a:cubicBezTo>
                  <a:pt x="287655" y="1446551"/>
                  <a:pt x="279984" y="1454105"/>
                  <a:pt x="268478" y="1454105"/>
                </a:cubicBezTo>
                <a:cubicBezTo>
                  <a:pt x="268478" y="1457882"/>
                  <a:pt x="268478" y="1457882"/>
                  <a:pt x="268478" y="1457882"/>
                </a:cubicBezTo>
                <a:cubicBezTo>
                  <a:pt x="402717" y="1574966"/>
                  <a:pt x="402717" y="1574966"/>
                  <a:pt x="402717" y="1574966"/>
                </a:cubicBezTo>
                <a:cubicBezTo>
                  <a:pt x="406553" y="1586296"/>
                  <a:pt x="441071" y="1593850"/>
                  <a:pt x="479425" y="1593850"/>
                </a:cubicBezTo>
                <a:cubicBezTo>
                  <a:pt x="517779" y="1593850"/>
                  <a:pt x="552298" y="1586296"/>
                  <a:pt x="556133" y="1574966"/>
                </a:cubicBezTo>
                <a:cubicBezTo>
                  <a:pt x="556133" y="1574966"/>
                  <a:pt x="556133" y="1574966"/>
                  <a:pt x="690372" y="1457882"/>
                </a:cubicBezTo>
                <a:cubicBezTo>
                  <a:pt x="690372" y="1457882"/>
                  <a:pt x="690372" y="1457882"/>
                  <a:pt x="690372" y="1454105"/>
                </a:cubicBezTo>
                <a:cubicBezTo>
                  <a:pt x="678866" y="1454105"/>
                  <a:pt x="671195" y="1446551"/>
                  <a:pt x="671195" y="1435221"/>
                </a:cubicBezTo>
                <a:cubicBezTo>
                  <a:pt x="671195" y="1431444"/>
                  <a:pt x="675031" y="1427667"/>
                  <a:pt x="675031" y="1423890"/>
                </a:cubicBezTo>
                <a:cubicBezTo>
                  <a:pt x="686537" y="1423890"/>
                  <a:pt x="694208" y="1416336"/>
                  <a:pt x="694208" y="1408782"/>
                </a:cubicBezTo>
                <a:cubicBezTo>
                  <a:pt x="694208" y="1397452"/>
                  <a:pt x="686537" y="1389898"/>
                  <a:pt x="675031" y="1389898"/>
                </a:cubicBezTo>
                <a:cubicBezTo>
                  <a:pt x="675031" y="1386121"/>
                  <a:pt x="671195" y="1382344"/>
                  <a:pt x="671195" y="1378567"/>
                </a:cubicBezTo>
                <a:cubicBezTo>
                  <a:pt x="671195" y="1374790"/>
                  <a:pt x="675031" y="1367236"/>
                  <a:pt x="675031" y="1367236"/>
                </a:cubicBezTo>
                <a:cubicBezTo>
                  <a:pt x="682701" y="1367236"/>
                  <a:pt x="686537" y="1363460"/>
                  <a:pt x="690372" y="1359683"/>
                </a:cubicBezTo>
                <a:cubicBezTo>
                  <a:pt x="694208" y="1359683"/>
                  <a:pt x="694208" y="1352129"/>
                  <a:pt x="694208" y="1348352"/>
                </a:cubicBezTo>
                <a:cubicBezTo>
                  <a:pt x="694208" y="1340798"/>
                  <a:pt x="686537" y="1333244"/>
                  <a:pt x="675031" y="1333244"/>
                </a:cubicBezTo>
                <a:cubicBezTo>
                  <a:pt x="675031" y="1329467"/>
                  <a:pt x="671195" y="1325691"/>
                  <a:pt x="671195" y="1318137"/>
                </a:cubicBezTo>
                <a:cubicBezTo>
                  <a:pt x="671195" y="1314360"/>
                  <a:pt x="675031" y="1310583"/>
                  <a:pt x="675031" y="1306806"/>
                </a:cubicBezTo>
                <a:cubicBezTo>
                  <a:pt x="682701" y="1306806"/>
                  <a:pt x="686537" y="1306806"/>
                  <a:pt x="690372" y="1303029"/>
                </a:cubicBezTo>
                <a:cubicBezTo>
                  <a:pt x="694208" y="1299252"/>
                  <a:pt x="694208" y="1295475"/>
                  <a:pt x="694208" y="1291699"/>
                </a:cubicBezTo>
                <a:cubicBezTo>
                  <a:pt x="694208" y="1284145"/>
                  <a:pt x="694208" y="1280368"/>
                  <a:pt x="690372" y="1276591"/>
                </a:cubicBezTo>
                <a:cubicBezTo>
                  <a:pt x="686537" y="1276591"/>
                  <a:pt x="682701" y="1272814"/>
                  <a:pt x="675031" y="1272814"/>
                </a:cubicBezTo>
                <a:cubicBezTo>
                  <a:pt x="675031" y="1269037"/>
                  <a:pt x="671195" y="1265260"/>
                  <a:pt x="671195" y="1261483"/>
                </a:cubicBezTo>
                <a:cubicBezTo>
                  <a:pt x="671195" y="1250153"/>
                  <a:pt x="678866" y="1242599"/>
                  <a:pt x="690372" y="1242599"/>
                </a:cubicBezTo>
                <a:cubicBezTo>
                  <a:pt x="690372" y="1242599"/>
                  <a:pt x="690372" y="1242599"/>
                  <a:pt x="690372" y="1182169"/>
                </a:cubicBezTo>
                <a:cubicBezTo>
                  <a:pt x="721055" y="1159507"/>
                  <a:pt x="736397" y="1099077"/>
                  <a:pt x="736397" y="1099077"/>
                </a:cubicBezTo>
                <a:cubicBezTo>
                  <a:pt x="736397" y="1099077"/>
                  <a:pt x="744068" y="1065085"/>
                  <a:pt x="747903" y="1019762"/>
                </a:cubicBezTo>
                <a:cubicBezTo>
                  <a:pt x="744068" y="974439"/>
                  <a:pt x="805434" y="872463"/>
                  <a:pt x="824611" y="846025"/>
                </a:cubicBezTo>
                <a:cubicBezTo>
                  <a:pt x="836117" y="823363"/>
                  <a:pt x="870636" y="751602"/>
                  <a:pt x="893648" y="706280"/>
                </a:cubicBezTo>
                <a:cubicBezTo>
                  <a:pt x="935838" y="638296"/>
                  <a:pt x="958850" y="555204"/>
                  <a:pt x="958850" y="472112"/>
                </a:cubicBezTo>
                <a:cubicBezTo>
                  <a:pt x="958850" y="211506"/>
                  <a:pt x="744068" y="0"/>
                  <a:pt x="479425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1219200">
              <a:defRPr/>
            </a:pPr>
            <a:endParaRPr lang="zh-CN" altLang="en-US" sz="2400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73" name="组合 72"/>
          <p:cNvGrpSpPr/>
          <p:nvPr>
            <p:custDataLst>
              <p:tags r:id="rId3"/>
            </p:custDataLst>
          </p:nvPr>
        </p:nvGrpSpPr>
        <p:grpSpPr>
          <a:xfrm>
            <a:off x="808787" y="2168786"/>
            <a:ext cx="1657408" cy="1650221"/>
            <a:chOff x="5530714" y="2590732"/>
            <a:chExt cx="1803536" cy="1803536"/>
          </a:xfrm>
        </p:grpSpPr>
        <p:sp>
          <p:nvSpPr>
            <p:cNvPr id="74" name="椭圆 73"/>
            <p:cNvSpPr/>
            <p:nvPr>
              <p:custDataLst>
                <p:tags r:id="rId4"/>
              </p:custDataLst>
            </p:nvPr>
          </p:nvSpPr>
          <p:spPr>
            <a:xfrm>
              <a:off x="5530714" y="2590732"/>
              <a:ext cx="1803536" cy="1803536"/>
            </a:xfrm>
            <a:prstGeom prst="ellipse">
              <a:avLst/>
            </a:prstGeom>
            <a:solidFill>
              <a:srgbClr val="AC232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defTabSz="1219200">
                <a:defRPr/>
              </a:pPr>
              <a:endParaRPr lang="zh-CN" altLang="en-US" sz="2400" kern="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pSp>
          <p:nvGrpSpPr>
            <p:cNvPr id="75" name="Group 8"/>
            <p:cNvGrpSpPr>
              <a:grpSpLocks noChangeAspect="1"/>
            </p:cNvGrpSpPr>
            <p:nvPr/>
          </p:nvGrpSpPr>
          <p:grpSpPr bwMode="auto">
            <a:xfrm>
              <a:off x="5629372" y="2605936"/>
              <a:ext cx="1663346" cy="1602306"/>
              <a:chOff x="3436" y="1468"/>
              <a:chExt cx="872" cy="840"/>
            </a:xfrm>
            <a:solidFill>
              <a:sysClr val="window" lastClr="FFFFFF"/>
            </a:solidFill>
          </p:grpSpPr>
          <p:sp>
            <p:nvSpPr>
              <p:cNvPr id="76" name="Freeform 9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978" y="1498"/>
                <a:ext cx="18" cy="14"/>
              </a:xfrm>
              <a:custGeom>
                <a:avLst/>
                <a:gdLst>
                  <a:gd name="T0" fmla="*/ 1 w 4"/>
                  <a:gd name="T1" fmla="*/ 3 h 3"/>
                  <a:gd name="T2" fmla="*/ 0 w 4"/>
                  <a:gd name="T3" fmla="*/ 2 h 3"/>
                  <a:gd name="T4" fmla="*/ 0 w 4"/>
                  <a:gd name="T5" fmla="*/ 2 h 3"/>
                  <a:gd name="T6" fmla="*/ 0 w 4"/>
                  <a:gd name="T7" fmla="*/ 2 h 3"/>
                  <a:gd name="T8" fmla="*/ 0 w 4"/>
                  <a:gd name="T9" fmla="*/ 0 h 3"/>
                  <a:gd name="T10" fmla="*/ 3 w 4"/>
                  <a:gd name="T11" fmla="*/ 0 h 3"/>
                  <a:gd name="T12" fmla="*/ 3 w 4"/>
                  <a:gd name="T13" fmla="*/ 0 h 3"/>
                  <a:gd name="T14" fmla="*/ 3 w 4"/>
                  <a:gd name="T15" fmla="*/ 1 h 3"/>
                  <a:gd name="T16" fmla="*/ 3 w 4"/>
                  <a:gd name="T17" fmla="*/ 1 h 3"/>
                  <a:gd name="T18" fmla="*/ 4 w 4"/>
                  <a:gd name="T19" fmla="*/ 2 h 3"/>
                  <a:gd name="T20" fmla="*/ 4 w 4"/>
                  <a:gd name="T21" fmla="*/ 2 h 3"/>
                  <a:gd name="T22" fmla="*/ 4 w 4"/>
                  <a:gd name="T23" fmla="*/ 3 h 3"/>
                  <a:gd name="T24" fmla="*/ 3 w 4"/>
                  <a:gd name="T25" fmla="*/ 3 h 3"/>
                  <a:gd name="T26" fmla="*/ 1 w 4"/>
                  <a:gd name="T2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3">
                    <a:moveTo>
                      <a:pt x="1" y="3"/>
                    </a:moveTo>
                    <a:cubicBezTo>
                      <a:pt x="1" y="3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4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1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Freeform 10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3978" y="1503"/>
                <a:ext cx="40" cy="40"/>
              </a:xfrm>
              <a:custGeom>
                <a:avLst/>
                <a:gdLst>
                  <a:gd name="T0" fmla="*/ 5 w 9"/>
                  <a:gd name="T1" fmla="*/ 9 h 9"/>
                  <a:gd name="T2" fmla="*/ 4 w 9"/>
                  <a:gd name="T3" fmla="*/ 9 h 9"/>
                  <a:gd name="T4" fmla="*/ 3 w 9"/>
                  <a:gd name="T5" fmla="*/ 9 h 9"/>
                  <a:gd name="T6" fmla="*/ 2 w 9"/>
                  <a:gd name="T7" fmla="*/ 8 h 9"/>
                  <a:gd name="T8" fmla="*/ 2 w 9"/>
                  <a:gd name="T9" fmla="*/ 7 h 9"/>
                  <a:gd name="T10" fmla="*/ 2 w 9"/>
                  <a:gd name="T11" fmla="*/ 7 h 9"/>
                  <a:gd name="T12" fmla="*/ 2 w 9"/>
                  <a:gd name="T13" fmla="*/ 7 h 9"/>
                  <a:gd name="T14" fmla="*/ 1 w 9"/>
                  <a:gd name="T15" fmla="*/ 7 h 9"/>
                  <a:gd name="T16" fmla="*/ 1 w 9"/>
                  <a:gd name="T17" fmla="*/ 7 h 9"/>
                  <a:gd name="T18" fmla="*/ 1 w 9"/>
                  <a:gd name="T19" fmla="*/ 6 h 9"/>
                  <a:gd name="T20" fmla="*/ 1 w 9"/>
                  <a:gd name="T21" fmla="*/ 6 h 9"/>
                  <a:gd name="T22" fmla="*/ 1 w 9"/>
                  <a:gd name="T23" fmla="*/ 6 h 9"/>
                  <a:gd name="T24" fmla="*/ 1 w 9"/>
                  <a:gd name="T25" fmla="*/ 6 h 9"/>
                  <a:gd name="T26" fmla="*/ 0 w 9"/>
                  <a:gd name="T27" fmla="*/ 6 h 9"/>
                  <a:gd name="T28" fmla="*/ 0 w 9"/>
                  <a:gd name="T29" fmla="*/ 4 h 9"/>
                  <a:gd name="T30" fmla="*/ 0 w 9"/>
                  <a:gd name="T31" fmla="*/ 4 h 9"/>
                  <a:gd name="T32" fmla="*/ 0 w 9"/>
                  <a:gd name="T33" fmla="*/ 3 h 9"/>
                  <a:gd name="T34" fmla="*/ 1 w 9"/>
                  <a:gd name="T35" fmla="*/ 3 h 9"/>
                  <a:gd name="T36" fmla="*/ 2 w 9"/>
                  <a:gd name="T37" fmla="*/ 3 h 9"/>
                  <a:gd name="T38" fmla="*/ 2 w 9"/>
                  <a:gd name="T39" fmla="*/ 3 h 9"/>
                  <a:gd name="T40" fmla="*/ 2 w 9"/>
                  <a:gd name="T41" fmla="*/ 3 h 9"/>
                  <a:gd name="T42" fmla="*/ 2 w 9"/>
                  <a:gd name="T43" fmla="*/ 3 h 9"/>
                  <a:gd name="T44" fmla="*/ 2 w 9"/>
                  <a:gd name="T45" fmla="*/ 3 h 9"/>
                  <a:gd name="T46" fmla="*/ 2 w 9"/>
                  <a:gd name="T47" fmla="*/ 2 h 9"/>
                  <a:gd name="T48" fmla="*/ 2 w 9"/>
                  <a:gd name="T49" fmla="*/ 2 h 9"/>
                  <a:gd name="T50" fmla="*/ 3 w 9"/>
                  <a:gd name="T51" fmla="*/ 2 h 9"/>
                  <a:gd name="T52" fmla="*/ 3 w 9"/>
                  <a:gd name="T53" fmla="*/ 2 h 9"/>
                  <a:gd name="T54" fmla="*/ 3 w 9"/>
                  <a:gd name="T55" fmla="*/ 2 h 9"/>
                  <a:gd name="T56" fmla="*/ 4 w 9"/>
                  <a:gd name="T57" fmla="*/ 2 h 9"/>
                  <a:gd name="T58" fmla="*/ 4 w 9"/>
                  <a:gd name="T59" fmla="*/ 1 h 9"/>
                  <a:gd name="T60" fmla="*/ 4 w 9"/>
                  <a:gd name="T61" fmla="*/ 1 h 9"/>
                  <a:gd name="T62" fmla="*/ 4 w 9"/>
                  <a:gd name="T63" fmla="*/ 0 h 9"/>
                  <a:gd name="T64" fmla="*/ 5 w 9"/>
                  <a:gd name="T65" fmla="*/ 0 h 9"/>
                  <a:gd name="T66" fmla="*/ 5 w 9"/>
                  <a:gd name="T67" fmla="*/ 0 h 9"/>
                  <a:gd name="T68" fmla="*/ 5 w 9"/>
                  <a:gd name="T69" fmla="*/ 0 h 9"/>
                  <a:gd name="T70" fmla="*/ 5 w 9"/>
                  <a:gd name="T71" fmla="*/ 0 h 9"/>
                  <a:gd name="T72" fmla="*/ 7 w 9"/>
                  <a:gd name="T73" fmla="*/ 1 h 9"/>
                  <a:gd name="T74" fmla="*/ 8 w 9"/>
                  <a:gd name="T75" fmla="*/ 1 h 9"/>
                  <a:gd name="T76" fmla="*/ 8 w 9"/>
                  <a:gd name="T77" fmla="*/ 1 h 9"/>
                  <a:gd name="T78" fmla="*/ 9 w 9"/>
                  <a:gd name="T79" fmla="*/ 1 h 9"/>
                  <a:gd name="T80" fmla="*/ 9 w 9"/>
                  <a:gd name="T81" fmla="*/ 2 h 9"/>
                  <a:gd name="T82" fmla="*/ 9 w 9"/>
                  <a:gd name="T83" fmla="*/ 3 h 9"/>
                  <a:gd name="T84" fmla="*/ 8 w 9"/>
                  <a:gd name="T85" fmla="*/ 4 h 9"/>
                  <a:gd name="T86" fmla="*/ 8 w 9"/>
                  <a:gd name="T87" fmla="*/ 4 h 9"/>
                  <a:gd name="T88" fmla="*/ 8 w 9"/>
                  <a:gd name="T89" fmla="*/ 4 h 9"/>
                  <a:gd name="T90" fmla="*/ 8 w 9"/>
                  <a:gd name="T91" fmla="*/ 5 h 9"/>
                  <a:gd name="T92" fmla="*/ 8 w 9"/>
                  <a:gd name="T93" fmla="*/ 5 h 9"/>
                  <a:gd name="T94" fmla="*/ 8 w 9"/>
                  <a:gd name="T95" fmla="*/ 8 h 9"/>
                  <a:gd name="T96" fmla="*/ 7 w 9"/>
                  <a:gd name="T97" fmla="*/ 8 h 9"/>
                  <a:gd name="T98" fmla="*/ 7 w 9"/>
                  <a:gd name="T99" fmla="*/ 8 h 9"/>
                  <a:gd name="T100" fmla="*/ 6 w 9"/>
                  <a:gd name="T101" fmla="*/ 8 h 9"/>
                  <a:gd name="T102" fmla="*/ 6 w 9"/>
                  <a:gd name="T103" fmla="*/ 9 h 9"/>
                  <a:gd name="T104" fmla="*/ 5 w 9"/>
                  <a:gd name="T10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" h="9">
                    <a:moveTo>
                      <a:pt x="5" y="9"/>
                    </a:move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9"/>
                      <a:pt x="2" y="9"/>
                      <a:pt x="2" y="8"/>
                    </a:cubicBezTo>
                    <a:cubicBezTo>
                      <a:pt x="2" y="8"/>
                      <a:pt x="2" y="8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0"/>
                      <a:pt x="7" y="0"/>
                      <a:pt x="7" y="1"/>
                    </a:cubicBezTo>
                    <a:cubicBezTo>
                      <a:pt x="7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8" y="3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9" y="6"/>
                      <a:pt x="9" y="7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5" y="9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Freeform 11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013" y="1512"/>
                <a:ext cx="27" cy="22"/>
              </a:xfrm>
              <a:custGeom>
                <a:avLst/>
                <a:gdLst>
                  <a:gd name="T0" fmla="*/ 3 w 6"/>
                  <a:gd name="T1" fmla="*/ 5 h 5"/>
                  <a:gd name="T2" fmla="*/ 3 w 6"/>
                  <a:gd name="T3" fmla="*/ 5 h 5"/>
                  <a:gd name="T4" fmla="*/ 3 w 6"/>
                  <a:gd name="T5" fmla="*/ 4 h 5"/>
                  <a:gd name="T6" fmla="*/ 3 w 6"/>
                  <a:gd name="T7" fmla="*/ 4 h 5"/>
                  <a:gd name="T8" fmla="*/ 2 w 6"/>
                  <a:gd name="T9" fmla="*/ 4 h 5"/>
                  <a:gd name="T10" fmla="*/ 2 w 6"/>
                  <a:gd name="T11" fmla="*/ 4 h 5"/>
                  <a:gd name="T12" fmla="*/ 1 w 6"/>
                  <a:gd name="T13" fmla="*/ 3 h 5"/>
                  <a:gd name="T14" fmla="*/ 1 w 6"/>
                  <a:gd name="T15" fmla="*/ 2 h 5"/>
                  <a:gd name="T16" fmla="*/ 0 w 6"/>
                  <a:gd name="T17" fmla="*/ 2 h 5"/>
                  <a:gd name="T18" fmla="*/ 1 w 6"/>
                  <a:gd name="T19" fmla="*/ 1 h 5"/>
                  <a:gd name="T20" fmla="*/ 3 w 6"/>
                  <a:gd name="T21" fmla="*/ 0 h 5"/>
                  <a:gd name="T22" fmla="*/ 4 w 6"/>
                  <a:gd name="T23" fmla="*/ 0 h 5"/>
                  <a:gd name="T24" fmla="*/ 5 w 6"/>
                  <a:gd name="T25" fmla="*/ 0 h 5"/>
                  <a:gd name="T26" fmla="*/ 5 w 6"/>
                  <a:gd name="T27" fmla="*/ 0 h 5"/>
                  <a:gd name="T28" fmla="*/ 5 w 6"/>
                  <a:gd name="T29" fmla="*/ 1 h 5"/>
                  <a:gd name="T30" fmla="*/ 5 w 6"/>
                  <a:gd name="T31" fmla="*/ 1 h 5"/>
                  <a:gd name="T32" fmla="*/ 5 w 6"/>
                  <a:gd name="T33" fmla="*/ 1 h 5"/>
                  <a:gd name="T34" fmla="*/ 6 w 6"/>
                  <a:gd name="T35" fmla="*/ 1 h 5"/>
                  <a:gd name="T36" fmla="*/ 6 w 6"/>
                  <a:gd name="T37" fmla="*/ 1 h 5"/>
                  <a:gd name="T38" fmla="*/ 6 w 6"/>
                  <a:gd name="T39" fmla="*/ 2 h 5"/>
                  <a:gd name="T40" fmla="*/ 6 w 6"/>
                  <a:gd name="T41" fmla="*/ 2 h 5"/>
                  <a:gd name="T42" fmla="*/ 6 w 6"/>
                  <a:gd name="T43" fmla="*/ 4 h 5"/>
                  <a:gd name="T44" fmla="*/ 4 w 6"/>
                  <a:gd name="T45" fmla="*/ 5 h 5"/>
                  <a:gd name="T46" fmla="*/ 3 w 6"/>
                  <a:gd name="T4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" h="5">
                    <a:moveTo>
                      <a:pt x="3" y="5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3"/>
                      <a:pt x="6" y="4"/>
                      <a:pt x="6" y="4"/>
                    </a:cubicBezTo>
                    <a:cubicBezTo>
                      <a:pt x="6" y="5"/>
                      <a:pt x="5" y="5"/>
                      <a:pt x="4" y="5"/>
                    </a:cubicBezTo>
                    <a:lnTo>
                      <a:pt x="3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Freeform 12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4013" y="1534"/>
                <a:ext cx="27" cy="17"/>
              </a:xfrm>
              <a:custGeom>
                <a:avLst/>
                <a:gdLst>
                  <a:gd name="T0" fmla="*/ 6 w 6"/>
                  <a:gd name="T1" fmla="*/ 4 h 4"/>
                  <a:gd name="T2" fmla="*/ 5 w 6"/>
                  <a:gd name="T3" fmla="*/ 4 h 4"/>
                  <a:gd name="T4" fmla="*/ 2 w 6"/>
                  <a:gd name="T5" fmla="*/ 4 h 4"/>
                  <a:gd name="T6" fmla="*/ 2 w 6"/>
                  <a:gd name="T7" fmla="*/ 3 h 4"/>
                  <a:gd name="T8" fmla="*/ 0 w 6"/>
                  <a:gd name="T9" fmla="*/ 3 h 4"/>
                  <a:gd name="T10" fmla="*/ 0 w 6"/>
                  <a:gd name="T11" fmla="*/ 1 h 4"/>
                  <a:gd name="T12" fmla="*/ 0 w 6"/>
                  <a:gd name="T13" fmla="*/ 1 h 4"/>
                  <a:gd name="T14" fmla="*/ 1 w 6"/>
                  <a:gd name="T15" fmla="*/ 0 h 4"/>
                  <a:gd name="T16" fmla="*/ 1 w 6"/>
                  <a:gd name="T17" fmla="*/ 0 h 4"/>
                  <a:gd name="T18" fmla="*/ 4 w 6"/>
                  <a:gd name="T19" fmla="*/ 0 h 4"/>
                  <a:gd name="T20" fmla="*/ 4 w 6"/>
                  <a:gd name="T21" fmla="*/ 0 h 4"/>
                  <a:gd name="T22" fmla="*/ 4 w 6"/>
                  <a:gd name="T23" fmla="*/ 1 h 4"/>
                  <a:gd name="T24" fmla="*/ 5 w 6"/>
                  <a:gd name="T25" fmla="*/ 1 h 4"/>
                  <a:gd name="T26" fmla="*/ 5 w 6"/>
                  <a:gd name="T27" fmla="*/ 1 h 4"/>
                  <a:gd name="T28" fmla="*/ 5 w 6"/>
                  <a:gd name="T29" fmla="*/ 1 h 4"/>
                  <a:gd name="T30" fmla="*/ 6 w 6"/>
                  <a:gd name="T31" fmla="*/ 2 h 4"/>
                  <a:gd name="T32" fmla="*/ 6 w 6"/>
                  <a:gd name="T33" fmla="*/ 3 h 4"/>
                  <a:gd name="T34" fmla="*/ 6 w 6"/>
                  <a:gd name="T35" fmla="*/ 3 h 4"/>
                  <a:gd name="T36" fmla="*/ 6 w 6"/>
                  <a:gd name="T37" fmla="*/ 4 h 4"/>
                  <a:gd name="T38" fmla="*/ 6 w 6"/>
                  <a:gd name="T3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" h="4">
                    <a:moveTo>
                      <a:pt x="6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6" y="1"/>
                      <a:pt x="6" y="1"/>
                      <a:pt x="6" y="2"/>
                    </a:cubicBezTo>
                    <a:cubicBezTo>
                      <a:pt x="6" y="2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Freeform 13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3780" y="1468"/>
                <a:ext cx="97" cy="66"/>
              </a:xfrm>
              <a:custGeom>
                <a:avLst/>
                <a:gdLst>
                  <a:gd name="T0" fmla="*/ 7 w 22"/>
                  <a:gd name="T1" fmla="*/ 15 h 15"/>
                  <a:gd name="T2" fmla="*/ 3 w 22"/>
                  <a:gd name="T3" fmla="*/ 15 h 15"/>
                  <a:gd name="T4" fmla="*/ 1 w 22"/>
                  <a:gd name="T5" fmla="*/ 13 h 15"/>
                  <a:gd name="T6" fmla="*/ 0 w 22"/>
                  <a:gd name="T7" fmla="*/ 11 h 15"/>
                  <a:gd name="T8" fmla="*/ 0 w 22"/>
                  <a:gd name="T9" fmla="*/ 9 h 15"/>
                  <a:gd name="T10" fmla="*/ 2 w 22"/>
                  <a:gd name="T11" fmla="*/ 8 h 15"/>
                  <a:gd name="T12" fmla="*/ 3 w 22"/>
                  <a:gd name="T13" fmla="*/ 7 h 15"/>
                  <a:gd name="T14" fmla="*/ 3 w 22"/>
                  <a:gd name="T15" fmla="*/ 6 h 15"/>
                  <a:gd name="T16" fmla="*/ 3 w 22"/>
                  <a:gd name="T17" fmla="*/ 4 h 15"/>
                  <a:gd name="T18" fmla="*/ 2 w 22"/>
                  <a:gd name="T19" fmla="*/ 3 h 15"/>
                  <a:gd name="T20" fmla="*/ 1 w 22"/>
                  <a:gd name="T21" fmla="*/ 1 h 15"/>
                  <a:gd name="T22" fmla="*/ 9 w 22"/>
                  <a:gd name="T23" fmla="*/ 0 h 15"/>
                  <a:gd name="T24" fmla="*/ 20 w 22"/>
                  <a:gd name="T25" fmla="*/ 0 h 15"/>
                  <a:gd name="T26" fmla="*/ 22 w 22"/>
                  <a:gd name="T27" fmla="*/ 0 h 15"/>
                  <a:gd name="T28" fmla="*/ 22 w 22"/>
                  <a:gd name="T29" fmla="*/ 1 h 15"/>
                  <a:gd name="T30" fmla="*/ 22 w 22"/>
                  <a:gd name="T31" fmla="*/ 2 h 15"/>
                  <a:gd name="T32" fmla="*/ 21 w 22"/>
                  <a:gd name="T33" fmla="*/ 3 h 15"/>
                  <a:gd name="T34" fmla="*/ 20 w 22"/>
                  <a:gd name="T35" fmla="*/ 6 h 15"/>
                  <a:gd name="T36" fmla="*/ 21 w 22"/>
                  <a:gd name="T37" fmla="*/ 6 h 15"/>
                  <a:gd name="T38" fmla="*/ 19 w 22"/>
                  <a:gd name="T39" fmla="*/ 8 h 15"/>
                  <a:gd name="T40" fmla="*/ 19 w 22"/>
                  <a:gd name="T41" fmla="*/ 8 h 15"/>
                  <a:gd name="T42" fmla="*/ 18 w 22"/>
                  <a:gd name="T43" fmla="*/ 9 h 15"/>
                  <a:gd name="T44" fmla="*/ 17 w 22"/>
                  <a:gd name="T45" fmla="*/ 9 h 15"/>
                  <a:gd name="T46" fmla="*/ 16 w 22"/>
                  <a:gd name="T47" fmla="*/ 10 h 15"/>
                  <a:gd name="T48" fmla="*/ 14 w 22"/>
                  <a:gd name="T49" fmla="*/ 11 h 15"/>
                  <a:gd name="T50" fmla="*/ 14 w 22"/>
                  <a:gd name="T51" fmla="*/ 10 h 15"/>
                  <a:gd name="T52" fmla="*/ 13 w 22"/>
                  <a:gd name="T53" fmla="*/ 11 h 15"/>
                  <a:gd name="T54" fmla="*/ 11 w 22"/>
                  <a:gd name="T55" fmla="*/ 11 h 15"/>
                  <a:gd name="T56" fmla="*/ 10 w 22"/>
                  <a:gd name="T57" fmla="*/ 11 h 15"/>
                  <a:gd name="T58" fmla="*/ 9 w 22"/>
                  <a:gd name="T59" fmla="*/ 12 h 15"/>
                  <a:gd name="T60" fmla="*/ 9 w 22"/>
                  <a:gd name="T61" fmla="*/ 13 h 15"/>
                  <a:gd name="T62" fmla="*/ 8 w 22"/>
                  <a:gd name="T63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2" h="15">
                    <a:moveTo>
                      <a:pt x="8" y="15"/>
                    </a:moveTo>
                    <a:cubicBezTo>
                      <a:pt x="7" y="15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4"/>
                      <a:pt x="2" y="14"/>
                      <a:pt x="1" y="13"/>
                    </a:cubicBezTo>
                    <a:cubicBezTo>
                      <a:pt x="1" y="13"/>
                      <a:pt x="1" y="13"/>
                      <a:pt x="1" y="12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2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6"/>
                      <a:pt x="3" y="6"/>
                    </a:cubicBezTo>
                    <a:cubicBezTo>
                      <a:pt x="3" y="6"/>
                      <a:pt x="3" y="5"/>
                      <a:pt x="3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2" y="0"/>
                      <a:pt x="15" y="0"/>
                      <a:pt x="18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2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4"/>
                      <a:pt x="20" y="4"/>
                      <a:pt x="20" y="4"/>
                    </a:cubicBezTo>
                    <a:cubicBezTo>
                      <a:pt x="20" y="5"/>
                      <a:pt x="20" y="5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1" y="6"/>
                      <a:pt x="21" y="6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8"/>
                      <a:pt x="20" y="8"/>
                      <a:pt x="19" y="8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9" y="9"/>
                      <a:pt x="19" y="9"/>
                      <a:pt x="18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6" y="9"/>
                      <a:pt x="16" y="9"/>
                      <a:pt x="16" y="10"/>
                    </a:cubicBezTo>
                    <a:cubicBezTo>
                      <a:pt x="15" y="10"/>
                      <a:pt x="15" y="11"/>
                      <a:pt x="15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1"/>
                      <a:pt x="14" y="11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0"/>
                      <a:pt x="14" y="11"/>
                      <a:pt x="14" y="11"/>
                    </a:cubicBezTo>
                    <a:cubicBezTo>
                      <a:pt x="14" y="11"/>
                      <a:pt x="13" y="11"/>
                      <a:pt x="13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1" y="11"/>
                      <a:pt x="11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2"/>
                      <a:pt x="10" y="12"/>
                      <a:pt x="9" y="12"/>
                    </a:cubicBezTo>
                    <a:cubicBezTo>
                      <a:pt x="9" y="12"/>
                      <a:pt x="9" y="12"/>
                      <a:pt x="9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5"/>
                      <a:pt x="8" y="15"/>
                      <a:pt x="8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1" name="Freeform 14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3947" y="1503"/>
                <a:ext cx="361" cy="700"/>
              </a:xfrm>
              <a:custGeom>
                <a:avLst/>
                <a:gdLst>
                  <a:gd name="T0" fmla="*/ 45 w 82"/>
                  <a:gd name="T1" fmla="*/ 141 h 159"/>
                  <a:gd name="T2" fmla="*/ 45 w 82"/>
                  <a:gd name="T3" fmla="*/ 137 h 159"/>
                  <a:gd name="T4" fmla="*/ 47 w 82"/>
                  <a:gd name="T5" fmla="*/ 125 h 159"/>
                  <a:gd name="T6" fmla="*/ 49 w 82"/>
                  <a:gd name="T7" fmla="*/ 114 h 159"/>
                  <a:gd name="T8" fmla="*/ 49 w 82"/>
                  <a:gd name="T9" fmla="*/ 107 h 159"/>
                  <a:gd name="T10" fmla="*/ 44 w 82"/>
                  <a:gd name="T11" fmla="*/ 98 h 159"/>
                  <a:gd name="T12" fmla="*/ 41 w 82"/>
                  <a:gd name="T13" fmla="*/ 89 h 159"/>
                  <a:gd name="T14" fmla="*/ 33 w 82"/>
                  <a:gd name="T15" fmla="*/ 86 h 159"/>
                  <a:gd name="T16" fmla="*/ 27 w 82"/>
                  <a:gd name="T17" fmla="*/ 90 h 159"/>
                  <a:gd name="T18" fmla="*/ 19 w 82"/>
                  <a:gd name="T19" fmla="*/ 89 h 159"/>
                  <a:gd name="T20" fmla="*/ 13 w 82"/>
                  <a:gd name="T21" fmla="*/ 85 h 159"/>
                  <a:gd name="T22" fmla="*/ 5 w 82"/>
                  <a:gd name="T23" fmla="*/ 77 h 159"/>
                  <a:gd name="T24" fmla="*/ 1 w 82"/>
                  <a:gd name="T25" fmla="*/ 69 h 159"/>
                  <a:gd name="T26" fmla="*/ 0 w 82"/>
                  <a:gd name="T27" fmla="*/ 62 h 159"/>
                  <a:gd name="T28" fmla="*/ 4 w 82"/>
                  <a:gd name="T29" fmla="*/ 51 h 159"/>
                  <a:gd name="T30" fmla="*/ 9 w 82"/>
                  <a:gd name="T31" fmla="*/ 46 h 159"/>
                  <a:gd name="T32" fmla="*/ 15 w 82"/>
                  <a:gd name="T33" fmla="*/ 37 h 159"/>
                  <a:gd name="T34" fmla="*/ 22 w 82"/>
                  <a:gd name="T35" fmla="*/ 35 h 159"/>
                  <a:gd name="T36" fmla="*/ 33 w 82"/>
                  <a:gd name="T37" fmla="*/ 33 h 159"/>
                  <a:gd name="T38" fmla="*/ 36 w 82"/>
                  <a:gd name="T39" fmla="*/ 38 h 159"/>
                  <a:gd name="T40" fmla="*/ 42 w 82"/>
                  <a:gd name="T41" fmla="*/ 40 h 159"/>
                  <a:gd name="T42" fmla="*/ 46 w 82"/>
                  <a:gd name="T43" fmla="*/ 42 h 159"/>
                  <a:gd name="T44" fmla="*/ 52 w 82"/>
                  <a:gd name="T45" fmla="*/ 42 h 159"/>
                  <a:gd name="T46" fmla="*/ 58 w 82"/>
                  <a:gd name="T47" fmla="*/ 41 h 159"/>
                  <a:gd name="T48" fmla="*/ 55 w 82"/>
                  <a:gd name="T49" fmla="*/ 35 h 159"/>
                  <a:gd name="T50" fmla="*/ 51 w 82"/>
                  <a:gd name="T51" fmla="*/ 35 h 159"/>
                  <a:gd name="T52" fmla="*/ 48 w 82"/>
                  <a:gd name="T53" fmla="*/ 28 h 159"/>
                  <a:gd name="T54" fmla="*/ 44 w 82"/>
                  <a:gd name="T55" fmla="*/ 22 h 159"/>
                  <a:gd name="T56" fmla="*/ 42 w 82"/>
                  <a:gd name="T57" fmla="*/ 32 h 159"/>
                  <a:gd name="T58" fmla="*/ 38 w 82"/>
                  <a:gd name="T59" fmla="*/ 28 h 159"/>
                  <a:gd name="T60" fmla="*/ 38 w 82"/>
                  <a:gd name="T61" fmla="*/ 34 h 159"/>
                  <a:gd name="T62" fmla="*/ 31 w 82"/>
                  <a:gd name="T63" fmla="*/ 29 h 159"/>
                  <a:gd name="T64" fmla="*/ 25 w 82"/>
                  <a:gd name="T65" fmla="*/ 27 h 159"/>
                  <a:gd name="T66" fmla="*/ 14 w 82"/>
                  <a:gd name="T67" fmla="*/ 16 h 159"/>
                  <a:gd name="T68" fmla="*/ 22 w 82"/>
                  <a:gd name="T69" fmla="*/ 12 h 159"/>
                  <a:gd name="T70" fmla="*/ 23 w 82"/>
                  <a:gd name="T71" fmla="*/ 6 h 159"/>
                  <a:gd name="T72" fmla="*/ 22 w 82"/>
                  <a:gd name="T73" fmla="*/ 2 h 159"/>
                  <a:gd name="T74" fmla="*/ 41 w 82"/>
                  <a:gd name="T75" fmla="*/ 12 h 159"/>
                  <a:gd name="T76" fmla="*/ 55 w 82"/>
                  <a:gd name="T77" fmla="*/ 24 h 159"/>
                  <a:gd name="T78" fmla="*/ 64 w 82"/>
                  <a:gd name="T79" fmla="*/ 34 h 159"/>
                  <a:gd name="T80" fmla="*/ 69 w 82"/>
                  <a:gd name="T81" fmla="*/ 41 h 159"/>
                  <a:gd name="T82" fmla="*/ 72 w 82"/>
                  <a:gd name="T83" fmla="*/ 47 h 159"/>
                  <a:gd name="T84" fmla="*/ 75 w 82"/>
                  <a:gd name="T85" fmla="*/ 51 h 159"/>
                  <a:gd name="T86" fmla="*/ 77 w 82"/>
                  <a:gd name="T87" fmla="*/ 55 h 159"/>
                  <a:gd name="T88" fmla="*/ 75 w 82"/>
                  <a:gd name="T89" fmla="*/ 66 h 159"/>
                  <a:gd name="T90" fmla="*/ 71 w 82"/>
                  <a:gd name="T91" fmla="*/ 59 h 159"/>
                  <a:gd name="T92" fmla="*/ 66 w 82"/>
                  <a:gd name="T93" fmla="*/ 53 h 159"/>
                  <a:gd name="T94" fmla="*/ 63 w 82"/>
                  <a:gd name="T95" fmla="*/ 48 h 159"/>
                  <a:gd name="T96" fmla="*/ 69 w 82"/>
                  <a:gd name="T97" fmla="*/ 59 h 159"/>
                  <a:gd name="T98" fmla="*/ 75 w 82"/>
                  <a:gd name="T99" fmla="*/ 70 h 159"/>
                  <a:gd name="T100" fmla="*/ 81 w 82"/>
                  <a:gd name="T101" fmla="*/ 80 h 159"/>
                  <a:gd name="T102" fmla="*/ 80 w 82"/>
                  <a:gd name="T103" fmla="*/ 95 h 159"/>
                  <a:gd name="T104" fmla="*/ 79 w 82"/>
                  <a:gd name="T105" fmla="*/ 103 h 159"/>
                  <a:gd name="T106" fmla="*/ 76 w 82"/>
                  <a:gd name="T107" fmla="*/ 119 h 159"/>
                  <a:gd name="T108" fmla="*/ 69 w 82"/>
                  <a:gd name="T109" fmla="*/ 135 h 159"/>
                  <a:gd name="T110" fmla="*/ 64 w 82"/>
                  <a:gd name="T111" fmla="*/ 143 h 159"/>
                  <a:gd name="T112" fmla="*/ 61 w 82"/>
                  <a:gd name="T113" fmla="*/ 150 h 159"/>
                  <a:gd name="T114" fmla="*/ 48 w 82"/>
                  <a:gd name="T115" fmla="*/ 158 h 159"/>
                  <a:gd name="T116" fmla="*/ 30 w 82"/>
                  <a:gd name="T117" fmla="*/ 22 h 159"/>
                  <a:gd name="T118" fmla="*/ 33 w 82"/>
                  <a:gd name="T119" fmla="*/ 25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2" h="159">
                    <a:moveTo>
                      <a:pt x="45" y="159"/>
                    </a:moveTo>
                    <a:cubicBezTo>
                      <a:pt x="44" y="159"/>
                      <a:pt x="44" y="159"/>
                      <a:pt x="44" y="158"/>
                    </a:cubicBezTo>
                    <a:cubicBezTo>
                      <a:pt x="43" y="158"/>
                      <a:pt x="43" y="157"/>
                      <a:pt x="43" y="157"/>
                    </a:cubicBezTo>
                    <a:cubicBezTo>
                      <a:pt x="43" y="157"/>
                      <a:pt x="43" y="157"/>
                      <a:pt x="43" y="157"/>
                    </a:cubicBezTo>
                    <a:cubicBezTo>
                      <a:pt x="43" y="156"/>
                      <a:pt x="43" y="155"/>
                      <a:pt x="44" y="155"/>
                    </a:cubicBezTo>
                    <a:cubicBezTo>
                      <a:pt x="44" y="155"/>
                      <a:pt x="44" y="154"/>
                      <a:pt x="44" y="154"/>
                    </a:cubicBezTo>
                    <a:cubicBezTo>
                      <a:pt x="45" y="154"/>
                      <a:pt x="45" y="154"/>
                      <a:pt x="45" y="154"/>
                    </a:cubicBezTo>
                    <a:cubicBezTo>
                      <a:pt x="45" y="154"/>
                      <a:pt x="46" y="154"/>
                      <a:pt x="46" y="154"/>
                    </a:cubicBezTo>
                    <a:cubicBezTo>
                      <a:pt x="46" y="153"/>
                      <a:pt x="47" y="153"/>
                      <a:pt x="47" y="153"/>
                    </a:cubicBezTo>
                    <a:cubicBezTo>
                      <a:pt x="47" y="152"/>
                      <a:pt x="47" y="152"/>
                      <a:pt x="47" y="151"/>
                    </a:cubicBezTo>
                    <a:cubicBezTo>
                      <a:pt x="47" y="151"/>
                      <a:pt x="46" y="150"/>
                      <a:pt x="46" y="150"/>
                    </a:cubicBezTo>
                    <a:cubicBezTo>
                      <a:pt x="46" y="150"/>
                      <a:pt x="46" y="150"/>
                      <a:pt x="45" y="149"/>
                    </a:cubicBezTo>
                    <a:cubicBezTo>
                      <a:pt x="45" y="149"/>
                      <a:pt x="45" y="149"/>
                      <a:pt x="45" y="149"/>
                    </a:cubicBezTo>
                    <a:cubicBezTo>
                      <a:pt x="45" y="141"/>
                      <a:pt x="45" y="141"/>
                      <a:pt x="45" y="141"/>
                    </a:cubicBezTo>
                    <a:cubicBezTo>
                      <a:pt x="46" y="141"/>
                      <a:pt x="46" y="141"/>
                      <a:pt x="46" y="141"/>
                    </a:cubicBezTo>
                    <a:cubicBezTo>
                      <a:pt x="46" y="141"/>
                      <a:pt x="46" y="141"/>
                      <a:pt x="46" y="141"/>
                    </a:cubicBezTo>
                    <a:cubicBezTo>
                      <a:pt x="46" y="141"/>
                      <a:pt x="46" y="140"/>
                      <a:pt x="46" y="139"/>
                    </a:cubicBezTo>
                    <a:cubicBezTo>
                      <a:pt x="46" y="139"/>
                      <a:pt x="46" y="139"/>
                      <a:pt x="46" y="139"/>
                    </a:cubicBezTo>
                    <a:cubicBezTo>
                      <a:pt x="46" y="139"/>
                      <a:pt x="46" y="139"/>
                      <a:pt x="46" y="139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5" y="138"/>
                      <a:pt x="45" y="138"/>
                      <a:pt x="45" y="137"/>
                    </a:cubicBezTo>
                    <a:cubicBezTo>
                      <a:pt x="45" y="137"/>
                      <a:pt x="45" y="137"/>
                      <a:pt x="45" y="137"/>
                    </a:cubicBezTo>
                    <a:cubicBezTo>
                      <a:pt x="45" y="137"/>
                      <a:pt x="45" y="137"/>
                      <a:pt x="45" y="137"/>
                    </a:cubicBezTo>
                    <a:cubicBezTo>
                      <a:pt x="45" y="137"/>
                      <a:pt x="45" y="137"/>
                      <a:pt x="45" y="137"/>
                    </a:cubicBezTo>
                    <a:cubicBezTo>
                      <a:pt x="45" y="137"/>
                      <a:pt x="45" y="136"/>
                      <a:pt x="45" y="136"/>
                    </a:cubicBezTo>
                    <a:cubicBezTo>
                      <a:pt x="45" y="136"/>
                      <a:pt x="45" y="136"/>
                      <a:pt x="45" y="136"/>
                    </a:cubicBezTo>
                    <a:cubicBezTo>
                      <a:pt x="44" y="136"/>
                      <a:pt x="44" y="136"/>
                      <a:pt x="44" y="136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5" y="128"/>
                      <a:pt x="45" y="128"/>
                      <a:pt x="45" y="128"/>
                    </a:cubicBezTo>
                    <a:cubicBezTo>
                      <a:pt x="45" y="128"/>
                      <a:pt x="45" y="128"/>
                      <a:pt x="45" y="128"/>
                    </a:cubicBezTo>
                    <a:cubicBezTo>
                      <a:pt x="45" y="128"/>
                      <a:pt x="45" y="128"/>
                      <a:pt x="45" y="128"/>
                    </a:cubicBezTo>
                    <a:cubicBezTo>
                      <a:pt x="45" y="127"/>
                      <a:pt x="45" y="127"/>
                      <a:pt x="45" y="127"/>
                    </a:cubicBezTo>
                    <a:cubicBezTo>
                      <a:pt x="45" y="127"/>
                      <a:pt x="46" y="126"/>
                      <a:pt x="46" y="126"/>
                    </a:cubicBezTo>
                    <a:cubicBezTo>
                      <a:pt x="46" y="126"/>
                      <a:pt x="46" y="126"/>
                      <a:pt x="46" y="126"/>
                    </a:cubicBezTo>
                    <a:cubicBezTo>
                      <a:pt x="46" y="125"/>
                      <a:pt x="46" y="125"/>
                      <a:pt x="46" y="125"/>
                    </a:cubicBezTo>
                    <a:cubicBezTo>
                      <a:pt x="47" y="125"/>
                      <a:pt x="47" y="125"/>
                      <a:pt x="47" y="125"/>
                    </a:cubicBezTo>
                    <a:cubicBezTo>
                      <a:pt x="47" y="125"/>
                      <a:pt x="47" y="125"/>
                      <a:pt x="47" y="125"/>
                    </a:cubicBezTo>
                    <a:cubicBezTo>
                      <a:pt x="47" y="125"/>
                      <a:pt x="47" y="125"/>
                      <a:pt x="47" y="125"/>
                    </a:cubicBezTo>
                    <a:cubicBezTo>
                      <a:pt x="47" y="125"/>
                      <a:pt x="47" y="125"/>
                      <a:pt x="47" y="125"/>
                    </a:cubicBezTo>
                    <a:cubicBezTo>
                      <a:pt x="47" y="121"/>
                      <a:pt x="47" y="121"/>
                      <a:pt x="47" y="121"/>
                    </a:cubicBezTo>
                    <a:cubicBezTo>
                      <a:pt x="48" y="121"/>
                      <a:pt x="48" y="121"/>
                      <a:pt x="48" y="121"/>
                    </a:cubicBezTo>
                    <a:cubicBezTo>
                      <a:pt x="48" y="121"/>
                      <a:pt x="48" y="121"/>
                      <a:pt x="48" y="121"/>
                    </a:cubicBezTo>
                    <a:cubicBezTo>
                      <a:pt x="48" y="121"/>
                      <a:pt x="48" y="121"/>
                      <a:pt x="48" y="121"/>
                    </a:cubicBezTo>
                    <a:cubicBezTo>
                      <a:pt x="48" y="121"/>
                      <a:pt x="48" y="120"/>
                      <a:pt x="48" y="120"/>
                    </a:cubicBezTo>
                    <a:cubicBezTo>
                      <a:pt x="49" y="120"/>
                      <a:pt x="49" y="119"/>
                      <a:pt x="49" y="119"/>
                    </a:cubicBezTo>
                    <a:cubicBezTo>
                      <a:pt x="49" y="119"/>
                      <a:pt x="50" y="119"/>
                      <a:pt x="50" y="118"/>
                    </a:cubicBezTo>
                    <a:cubicBezTo>
                      <a:pt x="50" y="118"/>
                      <a:pt x="50" y="118"/>
                      <a:pt x="50" y="118"/>
                    </a:cubicBezTo>
                    <a:cubicBezTo>
                      <a:pt x="50" y="118"/>
                      <a:pt x="50" y="118"/>
                      <a:pt x="50" y="118"/>
                    </a:cubicBezTo>
                    <a:cubicBezTo>
                      <a:pt x="50" y="117"/>
                      <a:pt x="50" y="117"/>
                      <a:pt x="50" y="117"/>
                    </a:cubicBezTo>
                    <a:cubicBezTo>
                      <a:pt x="50" y="117"/>
                      <a:pt x="50" y="117"/>
                      <a:pt x="49" y="117"/>
                    </a:cubicBezTo>
                    <a:cubicBezTo>
                      <a:pt x="49" y="117"/>
                      <a:pt x="49" y="117"/>
                      <a:pt x="49" y="117"/>
                    </a:cubicBezTo>
                    <a:cubicBezTo>
                      <a:pt x="49" y="114"/>
                      <a:pt x="49" y="114"/>
                      <a:pt x="49" y="114"/>
                    </a:cubicBezTo>
                    <a:cubicBezTo>
                      <a:pt x="50" y="114"/>
                      <a:pt x="50" y="114"/>
                      <a:pt x="50" y="114"/>
                    </a:cubicBezTo>
                    <a:cubicBezTo>
                      <a:pt x="50" y="114"/>
                      <a:pt x="50" y="114"/>
                      <a:pt x="50" y="114"/>
                    </a:cubicBezTo>
                    <a:cubicBezTo>
                      <a:pt x="50" y="114"/>
                      <a:pt x="50" y="113"/>
                      <a:pt x="50" y="112"/>
                    </a:cubicBezTo>
                    <a:cubicBezTo>
                      <a:pt x="50" y="112"/>
                      <a:pt x="50" y="112"/>
                      <a:pt x="50" y="112"/>
                    </a:cubicBezTo>
                    <a:cubicBezTo>
                      <a:pt x="50" y="110"/>
                      <a:pt x="50" y="110"/>
                      <a:pt x="50" y="110"/>
                    </a:cubicBezTo>
                    <a:cubicBezTo>
                      <a:pt x="50" y="110"/>
                      <a:pt x="50" y="110"/>
                      <a:pt x="50" y="110"/>
                    </a:cubicBezTo>
                    <a:cubicBezTo>
                      <a:pt x="50" y="110"/>
                      <a:pt x="50" y="110"/>
                      <a:pt x="50" y="110"/>
                    </a:cubicBezTo>
                    <a:cubicBezTo>
                      <a:pt x="50" y="110"/>
                      <a:pt x="50" y="110"/>
                      <a:pt x="50" y="110"/>
                    </a:cubicBezTo>
                    <a:cubicBezTo>
                      <a:pt x="50" y="109"/>
                      <a:pt x="49" y="109"/>
                      <a:pt x="49" y="109"/>
                    </a:cubicBezTo>
                    <a:cubicBezTo>
                      <a:pt x="49" y="109"/>
                      <a:pt x="49" y="109"/>
                      <a:pt x="49" y="109"/>
                    </a:cubicBezTo>
                    <a:cubicBezTo>
                      <a:pt x="49" y="108"/>
                      <a:pt x="49" y="108"/>
                      <a:pt x="49" y="108"/>
                    </a:cubicBezTo>
                    <a:cubicBezTo>
                      <a:pt x="49" y="108"/>
                      <a:pt x="49" y="108"/>
                      <a:pt x="49" y="108"/>
                    </a:cubicBezTo>
                    <a:cubicBezTo>
                      <a:pt x="49" y="107"/>
                      <a:pt x="49" y="107"/>
                      <a:pt x="49" y="107"/>
                    </a:cubicBezTo>
                    <a:cubicBezTo>
                      <a:pt x="49" y="107"/>
                      <a:pt x="49" y="107"/>
                      <a:pt x="49" y="107"/>
                    </a:cubicBezTo>
                    <a:cubicBezTo>
                      <a:pt x="49" y="107"/>
                      <a:pt x="48" y="106"/>
                      <a:pt x="48" y="106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7" y="106"/>
                      <a:pt x="47" y="105"/>
                      <a:pt x="47" y="105"/>
                    </a:cubicBezTo>
                    <a:cubicBezTo>
                      <a:pt x="47" y="105"/>
                      <a:pt x="47" y="104"/>
                      <a:pt x="47" y="104"/>
                    </a:cubicBezTo>
                    <a:cubicBezTo>
                      <a:pt x="47" y="104"/>
                      <a:pt x="47" y="104"/>
                      <a:pt x="47" y="104"/>
                    </a:cubicBezTo>
                    <a:cubicBezTo>
                      <a:pt x="47" y="103"/>
                      <a:pt x="46" y="103"/>
                      <a:pt x="46" y="102"/>
                    </a:cubicBezTo>
                    <a:cubicBezTo>
                      <a:pt x="46" y="102"/>
                      <a:pt x="46" y="101"/>
                      <a:pt x="46" y="101"/>
                    </a:cubicBezTo>
                    <a:cubicBezTo>
                      <a:pt x="46" y="101"/>
                      <a:pt x="46" y="101"/>
                      <a:pt x="45" y="100"/>
                    </a:cubicBezTo>
                    <a:cubicBezTo>
                      <a:pt x="45" y="100"/>
                      <a:pt x="45" y="100"/>
                      <a:pt x="45" y="100"/>
                    </a:cubicBezTo>
                    <a:cubicBezTo>
                      <a:pt x="44" y="100"/>
                      <a:pt x="44" y="100"/>
                      <a:pt x="44" y="99"/>
                    </a:cubicBezTo>
                    <a:cubicBezTo>
                      <a:pt x="44" y="99"/>
                      <a:pt x="44" y="99"/>
                      <a:pt x="44" y="99"/>
                    </a:cubicBezTo>
                    <a:cubicBezTo>
                      <a:pt x="44" y="99"/>
                      <a:pt x="44" y="99"/>
                      <a:pt x="44" y="99"/>
                    </a:cubicBezTo>
                    <a:cubicBezTo>
                      <a:pt x="44" y="99"/>
                      <a:pt x="44" y="98"/>
                      <a:pt x="44" y="98"/>
                    </a:cubicBezTo>
                    <a:cubicBezTo>
                      <a:pt x="44" y="98"/>
                      <a:pt x="44" y="98"/>
                      <a:pt x="44" y="98"/>
                    </a:cubicBezTo>
                    <a:cubicBezTo>
                      <a:pt x="43" y="98"/>
                      <a:pt x="43" y="98"/>
                      <a:pt x="43" y="98"/>
                    </a:cubicBezTo>
                    <a:cubicBezTo>
                      <a:pt x="43" y="98"/>
                      <a:pt x="43" y="98"/>
                      <a:pt x="43" y="98"/>
                    </a:cubicBezTo>
                    <a:cubicBezTo>
                      <a:pt x="43" y="96"/>
                      <a:pt x="43" y="96"/>
                      <a:pt x="43" y="96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4" y="95"/>
                      <a:pt x="44" y="95"/>
                      <a:pt x="44" y="95"/>
                    </a:cubicBezTo>
                    <a:cubicBezTo>
                      <a:pt x="45" y="95"/>
                      <a:pt x="45" y="95"/>
                      <a:pt x="45" y="94"/>
                    </a:cubicBezTo>
                    <a:cubicBezTo>
                      <a:pt x="45" y="94"/>
                      <a:pt x="45" y="94"/>
                      <a:pt x="45" y="93"/>
                    </a:cubicBezTo>
                    <a:cubicBezTo>
                      <a:pt x="45" y="92"/>
                      <a:pt x="45" y="91"/>
                      <a:pt x="44" y="91"/>
                    </a:cubicBezTo>
                    <a:cubicBezTo>
                      <a:pt x="44" y="91"/>
                      <a:pt x="44" y="90"/>
                      <a:pt x="43" y="90"/>
                    </a:cubicBezTo>
                    <a:cubicBezTo>
                      <a:pt x="43" y="90"/>
                      <a:pt x="43" y="90"/>
                      <a:pt x="42" y="90"/>
                    </a:cubicBezTo>
                    <a:cubicBezTo>
                      <a:pt x="41" y="90"/>
                      <a:pt x="41" y="90"/>
                      <a:pt x="41" y="90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9"/>
                      <a:pt x="40" y="89"/>
                      <a:pt x="40" y="89"/>
                    </a:cubicBezTo>
                    <a:cubicBezTo>
                      <a:pt x="40" y="89"/>
                      <a:pt x="39" y="89"/>
                      <a:pt x="39" y="89"/>
                    </a:cubicBezTo>
                    <a:cubicBezTo>
                      <a:pt x="38" y="89"/>
                      <a:pt x="38" y="89"/>
                      <a:pt x="38" y="89"/>
                    </a:cubicBezTo>
                    <a:cubicBezTo>
                      <a:pt x="39" y="88"/>
                      <a:pt x="39" y="88"/>
                      <a:pt x="39" y="88"/>
                    </a:cubicBezTo>
                    <a:cubicBezTo>
                      <a:pt x="39" y="88"/>
                      <a:pt x="39" y="88"/>
                      <a:pt x="39" y="88"/>
                    </a:cubicBezTo>
                    <a:cubicBezTo>
                      <a:pt x="39" y="88"/>
                      <a:pt x="39" y="88"/>
                      <a:pt x="39" y="88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37" y="88"/>
                      <a:pt x="37" y="88"/>
                      <a:pt x="37" y="87"/>
                    </a:cubicBezTo>
                    <a:cubicBezTo>
                      <a:pt x="36" y="87"/>
                      <a:pt x="36" y="86"/>
                      <a:pt x="35" y="86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2" y="86"/>
                      <a:pt x="32" y="86"/>
                      <a:pt x="32" y="86"/>
                    </a:cubicBezTo>
                    <a:cubicBezTo>
                      <a:pt x="32" y="86"/>
                      <a:pt x="32" y="86"/>
                      <a:pt x="31" y="86"/>
                    </a:cubicBezTo>
                    <a:cubicBezTo>
                      <a:pt x="31" y="87"/>
                      <a:pt x="31" y="87"/>
                      <a:pt x="31" y="87"/>
                    </a:cubicBezTo>
                    <a:cubicBezTo>
                      <a:pt x="31" y="88"/>
                      <a:pt x="31" y="88"/>
                      <a:pt x="31" y="88"/>
                    </a:cubicBezTo>
                    <a:cubicBezTo>
                      <a:pt x="31" y="89"/>
                      <a:pt x="31" y="89"/>
                      <a:pt x="31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30" y="90"/>
                      <a:pt x="29" y="90"/>
                      <a:pt x="29" y="90"/>
                    </a:cubicBezTo>
                    <a:cubicBezTo>
                      <a:pt x="28" y="90"/>
                      <a:pt x="28" y="90"/>
                      <a:pt x="28" y="90"/>
                    </a:cubicBezTo>
                    <a:cubicBezTo>
                      <a:pt x="28" y="90"/>
                      <a:pt x="28" y="90"/>
                      <a:pt x="28" y="90"/>
                    </a:cubicBezTo>
                    <a:cubicBezTo>
                      <a:pt x="28" y="90"/>
                      <a:pt x="27" y="90"/>
                      <a:pt x="27" y="90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27" y="90"/>
                      <a:pt x="26" y="90"/>
                      <a:pt x="25" y="90"/>
                    </a:cubicBezTo>
                    <a:cubicBezTo>
                      <a:pt x="25" y="89"/>
                      <a:pt x="25" y="89"/>
                      <a:pt x="25" y="89"/>
                    </a:cubicBezTo>
                    <a:cubicBezTo>
                      <a:pt x="25" y="89"/>
                      <a:pt x="25" y="89"/>
                      <a:pt x="25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8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2" y="88"/>
                      <a:pt x="22" y="88"/>
                      <a:pt x="22" y="88"/>
                    </a:cubicBezTo>
                    <a:cubicBezTo>
                      <a:pt x="22" y="88"/>
                      <a:pt x="21" y="88"/>
                      <a:pt x="21" y="88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0" y="89"/>
                      <a:pt x="20" y="89"/>
                      <a:pt x="20" y="89"/>
                    </a:cubicBezTo>
                    <a:cubicBezTo>
                      <a:pt x="20" y="89"/>
                      <a:pt x="20" y="89"/>
                      <a:pt x="19" y="89"/>
                    </a:cubicBezTo>
                    <a:cubicBezTo>
                      <a:pt x="19" y="89"/>
                      <a:pt x="19" y="89"/>
                      <a:pt x="19" y="89"/>
                    </a:cubicBezTo>
                    <a:cubicBezTo>
                      <a:pt x="19" y="89"/>
                      <a:pt x="19" y="89"/>
                      <a:pt x="19" y="89"/>
                    </a:cubicBezTo>
                    <a:cubicBezTo>
                      <a:pt x="19" y="90"/>
                      <a:pt x="19" y="90"/>
                      <a:pt x="19" y="90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18" y="90"/>
                      <a:pt x="17" y="90"/>
                      <a:pt x="17" y="89"/>
                    </a:cubicBezTo>
                    <a:cubicBezTo>
                      <a:pt x="17" y="89"/>
                      <a:pt x="17" y="89"/>
                      <a:pt x="17" y="89"/>
                    </a:cubicBezTo>
                    <a:cubicBezTo>
                      <a:pt x="17" y="89"/>
                      <a:pt x="17" y="89"/>
                      <a:pt x="17" y="89"/>
                    </a:cubicBezTo>
                    <a:cubicBezTo>
                      <a:pt x="17" y="88"/>
                      <a:pt x="16" y="88"/>
                      <a:pt x="16" y="88"/>
                    </a:cubicBezTo>
                    <a:cubicBezTo>
                      <a:pt x="15" y="88"/>
                      <a:pt x="14" y="87"/>
                      <a:pt x="14" y="87"/>
                    </a:cubicBezTo>
                    <a:cubicBezTo>
                      <a:pt x="14" y="87"/>
                      <a:pt x="14" y="87"/>
                      <a:pt x="14" y="87"/>
                    </a:cubicBezTo>
                    <a:cubicBezTo>
                      <a:pt x="14" y="86"/>
                      <a:pt x="13" y="86"/>
                      <a:pt x="14" y="85"/>
                    </a:cubicBezTo>
                    <a:cubicBezTo>
                      <a:pt x="14" y="85"/>
                      <a:pt x="14" y="85"/>
                      <a:pt x="14" y="85"/>
                    </a:cubicBezTo>
                    <a:cubicBezTo>
                      <a:pt x="13" y="85"/>
                      <a:pt x="13" y="85"/>
                      <a:pt x="13" y="85"/>
                    </a:cubicBezTo>
                    <a:cubicBezTo>
                      <a:pt x="13" y="85"/>
                      <a:pt x="13" y="85"/>
                      <a:pt x="13" y="85"/>
                    </a:cubicBezTo>
                    <a:cubicBezTo>
                      <a:pt x="13" y="85"/>
                      <a:pt x="13" y="85"/>
                      <a:pt x="13" y="85"/>
                    </a:cubicBezTo>
                    <a:cubicBezTo>
                      <a:pt x="13" y="85"/>
                      <a:pt x="13" y="85"/>
                      <a:pt x="13" y="85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2" y="85"/>
                      <a:pt x="11" y="84"/>
                      <a:pt x="10" y="84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9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7" y="83"/>
                      <a:pt x="7" y="82"/>
                      <a:pt x="7" y="81"/>
                    </a:cubicBezTo>
                    <a:cubicBezTo>
                      <a:pt x="7" y="81"/>
                      <a:pt x="7" y="81"/>
                      <a:pt x="7" y="81"/>
                    </a:cubicBezTo>
                    <a:cubicBezTo>
                      <a:pt x="7" y="79"/>
                      <a:pt x="7" y="78"/>
                      <a:pt x="6" y="78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3" y="76"/>
                      <a:pt x="3" y="75"/>
                      <a:pt x="3" y="75"/>
                    </a:cubicBezTo>
                    <a:cubicBezTo>
                      <a:pt x="3" y="75"/>
                      <a:pt x="3" y="75"/>
                      <a:pt x="3" y="75"/>
                    </a:cubicBezTo>
                    <a:cubicBezTo>
                      <a:pt x="3" y="74"/>
                      <a:pt x="2" y="74"/>
                      <a:pt x="2" y="74"/>
                    </a:cubicBezTo>
                    <a:cubicBezTo>
                      <a:pt x="2" y="73"/>
                      <a:pt x="2" y="73"/>
                      <a:pt x="2" y="73"/>
                    </a:cubicBezTo>
                    <a:cubicBezTo>
                      <a:pt x="1" y="73"/>
                      <a:pt x="1" y="72"/>
                      <a:pt x="1" y="72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1" y="72"/>
                      <a:pt x="1" y="71"/>
                      <a:pt x="1" y="71"/>
                    </a:cubicBezTo>
                    <a:cubicBezTo>
                      <a:pt x="1" y="71"/>
                      <a:pt x="1" y="71"/>
                      <a:pt x="1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1" y="70"/>
                      <a:pt x="1" y="70"/>
                      <a:pt x="1" y="70"/>
                    </a:cubicBezTo>
                    <a:cubicBezTo>
                      <a:pt x="1" y="70"/>
                      <a:pt x="1" y="70"/>
                      <a:pt x="1" y="69"/>
                    </a:cubicBezTo>
                    <a:cubicBezTo>
                      <a:pt x="2" y="69"/>
                      <a:pt x="2" y="69"/>
                      <a:pt x="2" y="68"/>
                    </a:cubicBezTo>
                    <a:cubicBezTo>
                      <a:pt x="2" y="68"/>
                      <a:pt x="3" y="67"/>
                      <a:pt x="2" y="66"/>
                    </a:cubicBezTo>
                    <a:cubicBezTo>
                      <a:pt x="2" y="66"/>
                      <a:pt x="2" y="66"/>
                      <a:pt x="2" y="66"/>
                    </a:cubicBezTo>
                    <a:cubicBezTo>
                      <a:pt x="2" y="66"/>
                      <a:pt x="2" y="65"/>
                      <a:pt x="2" y="65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2" y="65"/>
                      <a:pt x="1" y="64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0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1"/>
                      <a:pt x="0" y="61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58"/>
                      <a:pt x="0" y="58"/>
                      <a:pt x="1" y="58"/>
                    </a:cubicBezTo>
                    <a:cubicBezTo>
                      <a:pt x="1" y="58"/>
                      <a:pt x="1" y="57"/>
                      <a:pt x="1" y="57"/>
                    </a:cubicBezTo>
                    <a:cubicBezTo>
                      <a:pt x="1" y="57"/>
                      <a:pt x="1" y="56"/>
                      <a:pt x="1" y="56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2" y="55"/>
                      <a:pt x="2" y="55"/>
                      <a:pt x="3" y="55"/>
                    </a:cubicBezTo>
                    <a:cubicBezTo>
                      <a:pt x="3" y="55"/>
                      <a:pt x="3" y="54"/>
                      <a:pt x="3" y="54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0"/>
                      <a:pt x="4" y="50"/>
                    </a:cubicBezTo>
                    <a:cubicBezTo>
                      <a:pt x="4" y="49"/>
                      <a:pt x="4" y="48"/>
                      <a:pt x="5" y="48"/>
                    </a:cubicBezTo>
                    <a:cubicBezTo>
                      <a:pt x="5" y="48"/>
                      <a:pt x="5" y="47"/>
                      <a:pt x="5" y="47"/>
                    </a:cubicBezTo>
                    <a:cubicBezTo>
                      <a:pt x="5" y="47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6" y="47"/>
                      <a:pt x="7" y="47"/>
                      <a:pt x="7" y="47"/>
                    </a:cubicBezTo>
                    <a:cubicBezTo>
                      <a:pt x="7" y="47"/>
                      <a:pt x="7" y="47"/>
                      <a:pt x="7" y="46"/>
                    </a:cubicBezTo>
                    <a:cubicBezTo>
                      <a:pt x="7" y="46"/>
                      <a:pt x="7" y="46"/>
                      <a:pt x="8" y="46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10" y="46"/>
                      <a:pt x="10" y="45"/>
                      <a:pt x="10" y="44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40"/>
                      <a:pt x="12" y="39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4" y="39"/>
                      <a:pt x="15" y="38"/>
                      <a:pt x="15" y="38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6" y="36"/>
                    </a:cubicBezTo>
                    <a:cubicBezTo>
                      <a:pt x="16" y="36"/>
                      <a:pt x="16" y="36"/>
                      <a:pt x="17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6"/>
                      <a:pt x="17" y="36"/>
                      <a:pt x="18" y="36"/>
                    </a:cubicBezTo>
                    <a:cubicBezTo>
                      <a:pt x="18" y="36"/>
                      <a:pt x="18" y="36"/>
                      <a:pt x="19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6"/>
                      <a:pt x="20" y="36"/>
                      <a:pt x="20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6"/>
                      <a:pt x="21" y="36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4"/>
                      <a:pt x="27" y="34"/>
                      <a:pt x="28" y="34"/>
                    </a:cubicBezTo>
                    <a:cubicBezTo>
                      <a:pt x="28" y="34"/>
                      <a:pt x="28" y="34"/>
                      <a:pt x="29" y="35"/>
                    </a:cubicBezTo>
                    <a:cubicBezTo>
                      <a:pt x="29" y="35"/>
                      <a:pt x="29" y="35"/>
                      <a:pt x="30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35"/>
                      <a:pt x="30" y="35"/>
                      <a:pt x="31" y="34"/>
                    </a:cubicBezTo>
                    <a:cubicBezTo>
                      <a:pt x="31" y="34"/>
                      <a:pt x="32" y="33"/>
                      <a:pt x="33" y="33"/>
                    </a:cubicBezTo>
                    <a:cubicBezTo>
                      <a:pt x="33" y="33"/>
                      <a:pt x="33" y="33"/>
                      <a:pt x="33" y="33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3" y="34"/>
                      <a:pt x="34" y="34"/>
                      <a:pt x="34" y="34"/>
                    </a:cubicBezTo>
                    <a:cubicBezTo>
                      <a:pt x="34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7"/>
                      <a:pt x="36" y="37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8"/>
                      <a:pt x="37" y="38"/>
                      <a:pt x="37" y="38"/>
                    </a:cubicBezTo>
                    <a:cubicBezTo>
                      <a:pt x="37" y="38"/>
                      <a:pt x="37" y="38"/>
                      <a:pt x="37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9" y="39"/>
                    </a:cubicBezTo>
                    <a:cubicBezTo>
                      <a:pt x="39" y="39"/>
                      <a:pt x="39" y="39"/>
                      <a:pt x="40" y="39"/>
                    </a:cubicBezTo>
                    <a:cubicBezTo>
                      <a:pt x="40" y="39"/>
                      <a:pt x="40" y="39"/>
                      <a:pt x="40" y="39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1" y="40"/>
                      <a:pt x="41" y="40"/>
                      <a:pt x="42" y="40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5" y="42"/>
                      <a:pt x="45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8" y="43"/>
                      <a:pt x="48" y="43"/>
                      <a:pt x="48" y="43"/>
                    </a:cubicBezTo>
                    <a:cubicBezTo>
                      <a:pt x="48" y="43"/>
                      <a:pt x="48" y="43"/>
                      <a:pt x="48" y="43"/>
                    </a:cubicBezTo>
                    <a:cubicBezTo>
                      <a:pt x="48" y="43"/>
                      <a:pt x="49" y="43"/>
                      <a:pt x="49" y="43"/>
                    </a:cubicBezTo>
                    <a:cubicBezTo>
                      <a:pt x="49" y="43"/>
                      <a:pt x="49" y="42"/>
                      <a:pt x="49" y="41"/>
                    </a:cubicBezTo>
                    <a:cubicBezTo>
                      <a:pt x="49" y="40"/>
                      <a:pt x="49" y="40"/>
                      <a:pt x="49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1"/>
                      <a:pt x="51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2" y="41"/>
                      <a:pt x="52" y="41"/>
                      <a:pt x="52" y="41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52" y="42"/>
                      <a:pt x="52" y="42"/>
                      <a:pt x="53" y="42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3" y="42"/>
                      <a:pt x="53" y="42"/>
                      <a:pt x="54" y="42"/>
                    </a:cubicBezTo>
                    <a:cubicBezTo>
                      <a:pt x="54" y="42"/>
                      <a:pt x="55" y="42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5" y="43"/>
                      <a:pt x="55" y="43"/>
                      <a:pt x="56" y="43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6" y="42"/>
                      <a:pt x="56" y="42"/>
                      <a:pt x="56" y="42"/>
                    </a:cubicBezTo>
                    <a:cubicBezTo>
                      <a:pt x="57" y="42"/>
                      <a:pt x="57" y="42"/>
                      <a:pt x="57" y="42"/>
                    </a:cubicBezTo>
                    <a:cubicBezTo>
                      <a:pt x="57" y="42"/>
                      <a:pt x="57" y="42"/>
                      <a:pt x="57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1"/>
                      <a:pt x="58" y="41"/>
                      <a:pt x="58" y="41"/>
                    </a:cubicBezTo>
                    <a:cubicBezTo>
                      <a:pt x="58" y="41"/>
                      <a:pt x="58" y="41"/>
                      <a:pt x="58" y="41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57" y="39"/>
                      <a:pt x="57" y="39"/>
                      <a:pt x="57" y="39"/>
                    </a:cubicBezTo>
                    <a:cubicBezTo>
                      <a:pt x="57" y="39"/>
                      <a:pt x="57" y="39"/>
                      <a:pt x="57" y="39"/>
                    </a:cubicBezTo>
                    <a:cubicBezTo>
                      <a:pt x="57" y="39"/>
                      <a:pt x="57" y="39"/>
                      <a:pt x="57" y="39"/>
                    </a:cubicBezTo>
                    <a:cubicBezTo>
                      <a:pt x="56" y="39"/>
                      <a:pt x="56" y="38"/>
                      <a:pt x="56" y="38"/>
                    </a:cubicBezTo>
                    <a:cubicBezTo>
                      <a:pt x="56" y="38"/>
                      <a:pt x="56" y="38"/>
                      <a:pt x="56" y="38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3" y="36"/>
                      <a:pt x="53" y="36"/>
                      <a:pt x="52" y="36"/>
                    </a:cubicBezTo>
                    <a:cubicBezTo>
                      <a:pt x="52" y="35"/>
                      <a:pt x="52" y="35"/>
                      <a:pt x="51" y="35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1" y="34"/>
                      <a:pt x="50" y="34"/>
                      <a:pt x="50" y="34"/>
                    </a:cubicBezTo>
                    <a:cubicBezTo>
                      <a:pt x="50" y="34"/>
                      <a:pt x="50" y="34"/>
                      <a:pt x="50" y="34"/>
                    </a:cubicBezTo>
                    <a:cubicBezTo>
                      <a:pt x="49" y="34"/>
                      <a:pt x="49" y="33"/>
                      <a:pt x="49" y="33"/>
                    </a:cubicBezTo>
                    <a:cubicBezTo>
                      <a:pt x="49" y="33"/>
                      <a:pt x="49" y="32"/>
                      <a:pt x="49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8" y="31"/>
                      <a:pt x="48" y="31"/>
                      <a:pt x="48" y="31"/>
                    </a:cubicBezTo>
                    <a:cubicBezTo>
                      <a:pt x="47" y="31"/>
                      <a:pt x="47" y="30"/>
                      <a:pt x="47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7"/>
                      <a:pt x="49" y="27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51" y="27"/>
                      <a:pt x="51" y="27"/>
                      <a:pt x="50" y="27"/>
                    </a:cubicBezTo>
                    <a:cubicBezTo>
                      <a:pt x="50" y="26"/>
                      <a:pt x="50" y="26"/>
                      <a:pt x="50" y="26"/>
                    </a:cubicBezTo>
                    <a:cubicBezTo>
                      <a:pt x="50" y="26"/>
                      <a:pt x="49" y="25"/>
                      <a:pt x="49" y="25"/>
                    </a:cubicBezTo>
                    <a:cubicBezTo>
                      <a:pt x="49" y="25"/>
                      <a:pt x="49" y="25"/>
                      <a:pt x="48" y="25"/>
                    </a:cubicBezTo>
                    <a:cubicBezTo>
                      <a:pt x="48" y="25"/>
                      <a:pt x="48" y="24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4"/>
                      <a:pt x="47" y="24"/>
                    </a:cubicBezTo>
                    <a:cubicBezTo>
                      <a:pt x="47" y="23"/>
                      <a:pt x="47" y="23"/>
                      <a:pt x="47" y="23"/>
                    </a:cubicBezTo>
                    <a:cubicBezTo>
                      <a:pt x="46" y="23"/>
                      <a:pt x="46" y="23"/>
                      <a:pt x="45" y="23"/>
                    </a:cubicBezTo>
                    <a:cubicBezTo>
                      <a:pt x="45" y="22"/>
                      <a:pt x="44" y="22"/>
                      <a:pt x="44" y="22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4"/>
                      <a:pt x="43" y="24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26"/>
                      <a:pt x="45" y="27"/>
                      <a:pt x="45" y="28"/>
                    </a:cubicBezTo>
                    <a:cubicBezTo>
                      <a:pt x="45" y="29"/>
                      <a:pt x="45" y="30"/>
                      <a:pt x="45" y="31"/>
                    </a:cubicBezTo>
                    <a:cubicBezTo>
                      <a:pt x="45" y="31"/>
                      <a:pt x="45" y="31"/>
                      <a:pt x="44" y="31"/>
                    </a:cubicBezTo>
                    <a:cubicBezTo>
                      <a:pt x="45" y="31"/>
                      <a:pt x="44" y="31"/>
                      <a:pt x="44" y="32"/>
                    </a:cubicBezTo>
                    <a:cubicBezTo>
                      <a:pt x="44" y="32"/>
                      <a:pt x="44" y="32"/>
                      <a:pt x="43" y="32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3" y="32"/>
                      <a:pt x="42" y="32"/>
                      <a:pt x="42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1" y="31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0" y="29"/>
                      <a:pt x="40" y="29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8"/>
                      <a:pt x="39" y="28"/>
                      <a:pt x="39" y="28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8" y="27"/>
                      <a:pt x="38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6" y="27"/>
                    </a:cubicBezTo>
                    <a:cubicBezTo>
                      <a:pt x="37" y="27"/>
                      <a:pt x="37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9" y="28"/>
                      <a:pt x="39" y="29"/>
                    </a:cubicBezTo>
                    <a:cubicBezTo>
                      <a:pt x="39" y="33"/>
                      <a:pt x="39" y="33"/>
                      <a:pt x="39" y="33"/>
                    </a:cubicBezTo>
                    <a:cubicBezTo>
                      <a:pt x="39" y="33"/>
                      <a:pt x="39" y="33"/>
                      <a:pt x="39" y="33"/>
                    </a:cubicBezTo>
                    <a:cubicBezTo>
                      <a:pt x="39" y="33"/>
                      <a:pt x="39" y="33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0"/>
                      <a:pt x="34" y="30"/>
                    </a:cubicBezTo>
                    <a:cubicBezTo>
                      <a:pt x="34" y="30"/>
                      <a:pt x="34" y="29"/>
                      <a:pt x="33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1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31" y="29"/>
                      <a:pt x="30" y="28"/>
                      <a:pt x="30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7"/>
                      <a:pt x="30" y="27"/>
                      <a:pt x="29" y="27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8" y="27"/>
                      <a:pt x="28" y="27"/>
                      <a:pt x="27" y="26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27" y="26"/>
                      <a:pt x="26" y="26"/>
                      <a:pt x="26" y="26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6" y="27"/>
                      <a:pt x="25" y="27"/>
                      <a:pt x="25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2" y="28"/>
                      <a:pt x="22" y="29"/>
                      <a:pt x="21" y="29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20" y="29"/>
                      <a:pt x="20" y="29"/>
                      <a:pt x="20" y="29"/>
                    </a:cubicBezTo>
                    <a:cubicBezTo>
                      <a:pt x="20" y="27"/>
                      <a:pt x="19" y="25"/>
                      <a:pt x="17" y="23"/>
                    </a:cubicBezTo>
                    <a:cubicBezTo>
                      <a:pt x="17" y="23"/>
                      <a:pt x="16" y="22"/>
                      <a:pt x="16" y="22"/>
                    </a:cubicBezTo>
                    <a:cubicBezTo>
                      <a:pt x="15" y="21"/>
                      <a:pt x="13" y="20"/>
                      <a:pt x="13" y="18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3" y="17"/>
                      <a:pt x="14" y="17"/>
                      <a:pt x="14" y="16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4" y="16"/>
                      <a:pt x="15" y="15"/>
                      <a:pt x="15" y="15"/>
                    </a:cubicBezTo>
                    <a:cubicBezTo>
                      <a:pt x="15" y="15"/>
                      <a:pt x="15" y="14"/>
                      <a:pt x="16" y="14"/>
                    </a:cubicBezTo>
                    <a:cubicBezTo>
                      <a:pt x="16" y="13"/>
                      <a:pt x="17" y="13"/>
                      <a:pt x="17" y="13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3"/>
                      <a:pt x="18" y="12"/>
                      <a:pt x="19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1" y="13"/>
                      <a:pt x="21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1" y="12"/>
                      <a:pt x="21" y="12"/>
                      <a:pt x="22" y="12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6" y="12"/>
                      <a:pt x="26" y="11"/>
                      <a:pt x="26" y="11"/>
                    </a:cubicBezTo>
                    <a:cubicBezTo>
                      <a:pt x="26" y="11"/>
                      <a:pt x="25" y="11"/>
                      <a:pt x="25" y="11"/>
                    </a:cubicBezTo>
                    <a:cubicBezTo>
                      <a:pt x="25" y="11"/>
                      <a:pt x="25" y="10"/>
                      <a:pt x="24" y="10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9"/>
                      <a:pt x="24" y="9"/>
                      <a:pt x="23" y="9"/>
                    </a:cubicBezTo>
                    <a:cubicBezTo>
                      <a:pt x="23" y="9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7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6"/>
                      <a:pt x="24" y="5"/>
                      <a:pt x="24" y="5"/>
                    </a:cubicBezTo>
                    <a:cubicBezTo>
                      <a:pt x="24" y="5"/>
                      <a:pt x="24" y="5"/>
                      <a:pt x="24" y="4"/>
                    </a:cubicBezTo>
                    <a:cubicBezTo>
                      <a:pt x="24" y="4"/>
                      <a:pt x="24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2" y="3"/>
                      <a:pt x="22" y="2"/>
                      <a:pt x="22" y="2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4" y="1"/>
                      <a:pt x="26" y="2"/>
                      <a:pt x="27" y="2"/>
                    </a:cubicBezTo>
                    <a:cubicBezTo>
                      <a:pt x="28" y="3"/>
                      <a:pt x="30" y="4"/>
                      <a:pt x="32" y="5"/>
                    </a:cubicBezTo>
                    <a:cubicBezTo>
                      <a:pt x="33" y="6"/>
                      <a:pt x="35" y="7"/>
                      <a:pt x="36" y="8"/>
                    </a:cubicBezTo>
                    <a:cubicBezTo>
                      <a:pt x="36" y="8"/>
                      <a:pt x="36" y="8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9"/>
                      <a:pt x="38" y="9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8" y="10"/>
                      <a:pt x="38" y="10"/>
                      <a:pt x="39" y="10"/>
                    </a:cubicBezTo>
                    <a:cubicBezTo>
                      <a:pt x="39" y="11"/>
                      <a:pt x="39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2"/>
                      <a:pt x="41" y="12"/>
                    </a:cubicBezTo>
                    <a:cubicBezTo>
                      <a:pt x="41" y="12"/>
                      <a:pt x="42" y="13"/>
                      <a:pt x="42" y="13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6" y="16"/>
                    </a:cubicBezTo>
                    <a:cubicBezTo>
                      <a:pt x="46" y="16"/>
                      <a:pt x="46" y="16"/>
                      <a:pt x="47" y="16"/>
                    </a:cubicBezTo>
                    <a:cubicBezTo>
                      <a:pt x="47" y="16"/>
                      <a:pt x="47" y="16"/>
                      <a:pt x="48" y="16"/>
                    </a:cubicBezTo>
                    <a:cubicBezTo>
                      <a:pt x="48" y="17"/>
                      <a:pt x="49" y="17"/>
                      <a:pt x="49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0" y="19"/>
                      <a:pt x="51" y="20"/>
                      <a:pt x="51" y="20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53" y="22"/>
                      <a:pt x="54" y="23"/>
                      <a:pt x="55" y="24"/>
                    </a:cubicBezTo>
                    <a:cubicBezTo>
                      <a:pt x="56" y="25"/>
                      <a:pt x="56" y="25"/>
                      <a:pt x="57" y="26"/>
                    </a:cubicBezTo>
                    <a:cubicBezTo>
                      <a:pt x="57" y="26"/>
                      <a:pt x="58" y="26"/>
                      <a:pt x="58" y="26"/>
                    </a:cubicBezTo>
                    <a:cubicBezTo>
                      <a:pt x="58" y="27"/>
                      <a:pt x="58" y="27"/>
                      <a:pt x="58" y="27"/>
                    </a:cubicBezTo>
                    <a:cubicBezTo>
                      <a:pt x="59" y="27"/>
                      <a:pt x="59" y="27"/>
                      <a:pt x="59" y="27"/>
                    </a:cubicBezTo>
                    <a:cubicBezTo>
                      <a:pt x="59" y="28"/>
                      <a:pt x="59" y="28"/>
                      <a:pt x="60" y="28"/>
                    </a:cubicBezTo>
                    <a:cubicBezTo>
                      <a:pt x="60" y="29"/>
                      <a:pt x="60" y="29"/>
                      <a:pt x="61" y="30"/>
                    </a:cubicBezTo>
                    <a:cubicBezTo>
                      <a:pt x="61" y="30"/>
                      <a:pt x="61" y="30"/>
                      <a:pt x="61" y="31"/>
                    </a:cubicBezTo>
                    <a:cubicBezTo>
                      <a:pt x="61" y="31"/>
                      <a:pt x="61" y="31"/>
                      <a:pt x="62" y="31"/>
                    </a:cubicBezTo>
                    <a:cubicBezTo>
                      <a:pt x="62" y="32"/>
                      <a:pt x="62" y="32"/>
                      <a:pt x="63" y="33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4" y="33"/>
                      <a:pt x="64" y="33"/>
                      <a:pt x="64" y="33"/>
                    </a:cubicBezTo>
                    <a:cubicBezTo>
                      <a:pt x="64" y="33"/>
                      <a:pt x="64" y="34"/>
                      <a:pt x="64" y="34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5" y="34"/>
                      <a:pt x="65" y="35"/>
                      <a:pt x="65" y="35"/>
                    </a:cubicBezTo>
                    <a:cubicBezTo>
                      <a:pt x="65" y="35"/>
                      <a:pt x="65" y="36"/>
                      <a:pt x="65" y="36"/>
                    </a:cubicBezTo>
                    <a:cubicBezTo>
                      <a:pt x="65" y="36"/>
                      <a:pt x="65" y="36"/>
                      <a:pt x="66" y="36"/>
                    </a:cubicBezTo>
                    <a:cubicBezTo>
                      <a:pt x="66" y="36"/>
                      <a:pt x="66" y="36"/>
                      <a:pt x="66" y="36"/>
                    </a:cubicBezTo>
                    <a:cubicBezTo>
                      <a:pt x="66" y="37"/>
                      <a:pt x="67" y="37"/>
                      <a:pt x="67" y="37"/>
                    </a:cubicBezTo>
                    <a:cubicBezTo>
                      <a:pt x="67" y="37"/>
                      <a:pt x="67" y="37"/>
                      <a:pt x="67" y="38"/>
                    </a:cubicBezTo>
                    <a:cubicBezTo>
                      <a:pt x="67" y="38"/>
                      <a:pt x="68" y="38"/>
                      <a:pt x="68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9"/>
                      <a:pt x="69" y="40"/>
                      <a:pt x="69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70" y="41"/>
                      <a:pt x="70" y="42"/>
                      <a:pt x="70" y="42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1" y="42"/>
                      <a:pt x="71" y="42"/>
                      <a:pt x="71" y="42"/>
                    </a:cubicBezTo>
                    <a:cubicBezTo>
                      <a:pt x="71" y="44"/>
                      <a:pt x="71" y="44"/>
                      <a:pt x="71" y="44"/>
                    </a:cubicBezTo>
                    <a:cubicBezTo>
                      <a:pt x="71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1" y="44"/>
                      <a:pt x="71" y="44"/>
                      <a:pt x="71" y="44"/>
                    </a:cubicBezTo>
                    <a:cubicBezTo>
                      <a:pt x="71" y="44"/>
                      <a:pt x="71" y="44"/>
                      <a:pt x="71" y="44"/>
                    </a:cubicBezTo>
                    <a:cubicBezTo>
                      <a:pt x="71" y="45"/>
                      <a:pt x="71" y="45"/>
                      <a:pt x="71" y="45"/>
                    </a:cubicBezTo>
                    <a:cubicBezTo>
                      <a:pt x="71" y="45"/>
                      <a:pt x="72" y="45"/>
                      <a:pt x="72" y="45"/>
                    </a:cubicBezTo>
                    <a:cubicBezTo>
                      <a:pt x="72" y="45"/>
                      <a:pt x="72" y="46"/>
                      <a:pt x="72" y="46"/>
                    </a:cubicBezTo>
                    <a:cubicBezTo>
                      <a:pt x="72" y="46"/>
                      <a:pt x="72" y="46"/>
                      <a:pt x="72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3" y="47"/>
                      <a:pt x="73" y="47"/>
                      <a:pt x="73" y="47"/>
                    </a:cubicBezTo>
                    <a:cubicBezTo>
                      <a:pt x="73" y="47"/>
                      <a:pt x="73" y="47"/>
                      <a:pt x="73" y="48"/>
                    </a:cubicBezTo>
                    <a:cubicBezTo>
                      <a:pt x="73" y="48"/>
                      <a:pt x="73" y="48"/>
                      <a:pt x="73" y="48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3" y="49"/>
                      <a:pt x="74" y="49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74" y="49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1"/>
                    </a:cubicBezTo>
                    <a:cubicBezTo>
                      <a:pt x="74" y="51"/>
                      <a:pt x="74" y="51"/>
                      <a:pt x="75" y="51"/>
                    </a:cubicBezTo>
                    <a:cubicBezTo>
                      <a:pt x="75" y="51"/>
                      <a:pt x="75" y="51"/>
                      <a:pt x="75" y="51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3"/>
                      <a:pt x="76" y="53"/>
                      <a:pt x="76" y="53"/>
                    </a:cubicBezTo>
                    <a:cubicBezTo>
                      <a:pt x="76" y="53"/>
                      <a:pt x="76" y="53"/>
                      <a:pt x="76" y="53"/>
                    </a:cubicBezTo>
                    <a:cubicBezTo>
                      <a:pt x="76" y="53"/>
                      <a:pt x="76" y="53"/>
                      <a:pt x="76" y="54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77" y="54"/>
                      <a:pt x="77" y="54"/>
                      <a:pt x="77" y="55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77" y="56"/>
                      <a:pt x="77" y="56"/>
                      <a:pt x="77" y="57"/>
                    </a:cubicBezTo>
                    <a:cubicBezTo>
                      <a:pt x="77" y="57"/>
                      <a:pt x="77" y="57"/>
                      <a:pt x="77" y="57"/>
                    </a:cubicBezTo>
                    <a:cubicBezTo>
                      <a:pt x="77" y="58"/>
                      <a:pt x="77" y="58"/>
                      <a:pt x="77" y="59"/>
                    </a:cubicBezTo>
                    <a:cubicBezTo>
                      <a:pt x="77" y="60"/>
                      <a:pt x="77" y="61"/>
                      <a:pt x="77" y="63"/>
                    </a:cubicBezTo>
                    <a:cubicBezTo>
                      <a:pt x="77" y="66"/>
                      <a:pt x="78" y="68"/>
                      <a:pt x="79" y="71"/>
                    </a:cubicBezTo>
                    <a:cubicBezTo>
                      <a:pt x="79" y="72"/>
                      <a:pt x="79" y="72"/>
                      <a:pt x="79" y="72"/>
                    </a:cubicBezTo>
                    <a:cubicBezTo>
                      <a:pt x="78" y="71"/>
                      <a:pt x="78" y="71"/>
                      <a:pt x="78" y="71"/>
                    </a:cubicBezTo>
                    <a:cubicBezTo>
                      <a:pt x="77" y="71"/>
                      <a:pt x="77" y="71"/>
                      <a:pt x="76" y="70"/>
                    </a:cubicBezTo>
                    <a:cubicBezTo>
                      <a:pt x="76" y="70"/>
                      <a:pt x="76" y="69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5" y="69"/>
                      <a:pt x="75" y="68"/>
                      <a:pt x="75" y="68"/>
                    </a:cubicBezTo>
                    <a:cubicBezTo>
                      <a:pt x="75" y="66"/>
                      <a:pt x="75" y="66"/>
                      <a:pt x="75" y="66"/>
                    </a:cubicBezTo>
                    <a:cubicBezTo>
                      <a:pt x="75" y="66"/>
                      <a:pt x="75" y="66"/>
                      <a:pt x="75" y="66"/>
                    </a:cubicBezTo>
                    <a:cubicBezTo>
                      <a:pt x="75" y="66"/>
                      <a:pt x="75" y="66"/>
                      <a:pt x="75" y="66"/>
                    </a:cubicBezTo>
                    <a:cubicBezTo>
                      <a:pt x="75" y="66"/>
                      <a:pt x="75" y="66"/>
                      <a:pt x="75" y="66"/>
                    </a:cubicBezTo>
                    <a:cubicBezTo>
                      <a:pt x="74" y="66"/>
                      <a:pt x="74" y="65"/>
                      <a:pt x="74" y="64"/>
                    </a:cubicBezTo>
                    <a:cubicBezTo>
                      <a:pt x="74" y="64"/>
                      <a:pt x="74" y="64"/>
                      <a:pt x="74" y="64"/>
                    </a:cubicBezTo>
                    <a:cubicBezTo>
                      <a:pt x="74" y="64"/>
                      <a:pt x="74" y="64"/>
                      <a:pt x="74" y="64"/>
                    </a:cubicBezTo>
                    <a:cubicBezTo>
                      <a:pt x="74" y="64"/>
                      <a:pt x="73" y="64"/>
                      <a:pt x="73" y="63"/>
                    </a:cubicBezTo>
                    <a:cubicBezTo>
                      <a:pt x="73" y="63"/>
                      <a:pt x="73" y="63"/>
                      <a:pt x="73" y="63"/>
                    </a:cubicBezTo>
                    <a:cubicBezTo>
                      <a:pt x="72" y="63"/>
                      <a:pt x="72" y="62"/>
                      <a:pt x="72" y="62"/>
                    </a:cubicBezTo>
                    <a:cubicBezTo>
                      <a:pt x="72" y="62"/>
                      <a:pt x="72" y="61"/>
                      <a:pt x="72" y="61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71" y="61"/>
                      <a:pt x="71" y="61"/>
                      <a:pt x="71" y="60"/>
                    </a:cubicBezTo>
                    <a:cubicBezTo>
                      <a:pt x="71" y="60"/>
                      <a:pt x="71" y="60"/>
                      <a:pt x="71" y="60"/>
                    </a:cubicBezTo>
                    <a:cubicBezTo>
                      <a:pt x="71" y="60"/>
                      <a:pt x="71" y="59"/>
                      <a:pt x="71" y="59"/>
                    </a:cubicBezTo>
                    <a:cubicBezTo>
                      <a:pt x="71" y="59"/>
                      <a:pt x="71" y="59"/>
                      <a:pt x="71" y="59"/>
                    </a:cubicBezTo>
                    <a:cubicBezTo>
                      <a:pt x="71" y="59"/>
                      <a:pt x="71" y="59"/>
                      <a:pt x="71" y="59"/>
                    </a:cubicBezTo>
                    <a:cubicBezTo>
                      <a:pt x="70" y="59"/>
                      <a:pt x="70" y="58"/>
                      <a:pt x="70" y="58"/>
                    </a:cubicBezTo>
                    <a:cubicBezTo>
                      <a:pt x="70" y="58"/>
                      <a:pt x="70" y="58"/>
                      <a:pt x="70" y="57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69" y="57"/>
                      <a:pt x="69" y="57"/>
                      <a:pt x="69" y="57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55"/>
                      <a:pt x="69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7" y="55"/>
                      <a:pt x="67" y="54"/>
                    </a:cubicBezTo>
                    <a:cubicBezTo>
                      <a:pt x="67" y="53"/>
                      <a:pt x="67" y="53"/>
                      <a:pt x="67" y="53"/>
                    </a:cubicBezTo>
                    <a:cubicBezTo>
                      <a:pt x="67" y="53"/>
                      <a:pt x="67" y="53"/>
                      <a:pt x="66" y="53"/>
                    </a:cubicBezTo>
                    <a:cubicBezTo>
                      <a:pt x="66" y="53"/>
                      <a:pt x="66" y="53"/>
                      <a:pt x="66" y="53"/>
                    </a:cubicBezTo>
                    <a:cubicBezTo>
                      <a:pt x="66" y="53"/>
                      <a:pt x="66" y="53"/>
                      <a:pt x="66" y="53"/>
                    </a:cubicBezTo>
                    <a:cubicBezTo>
                      <a:pt x="66" y="53"/>
                      <a:pt x="66" y="53"/>
                      <a:pt x="66" y="53"/>
                    </a:cubicBezTo>
                    <a:cubicBezTo>
                      <a:pt x="66" y="51"/>
                      <a:pt x="66" y="51"/>
                      <a:pt x="66" y="51"/>
                    </a:cubicBezTo>
                    <a:cubicBezTo>
                      <a:pt x="66" y="51"/>
                      <a:pt x="66" y="50"/>
                      <a:pt x="66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50"/>
                      <a:pt x="65" y="50"/>
                      <a:pt x="65" y="50"/>
                    </a:cubicBezTo>
                    <a:cubicBezTo>
                      <a:pt x="64" y="50"/>
                      <a:pt x="64" y="50"/>
                      <a:pt x="64" y="50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9"/>
                      <a:pt x="65" y="49"/>
                      <a:pt x="64" y="49"/>
                    </a:cubicBezTo>
                    <a:cubicBezTo>
                      <a:pt x="64" y="49"/>
                      <a:pt x="64" y="49"/>
                      <a:pt x="64" y="49"/>
                    </a:cubicBezTo>
                    <a:cubicBezTo>
                      <a:pt x="64" y="49"/>
                      <a:pt x="64" y="49"/>
                      <a:pt x="64" y="49"/>
                    </a:cubicBezTo>
                    <a:cubicBezTo>
                      <a:pt x="64" y="48"/>
                      <a:pt x="63" y="48"/>
                      <a:pt x="63" y="48"/>
                    </a:cubicBezTo>
                    <a:cubicBezTo>
                      <a:pt x="63" y="48"/>
                      <a:pt x="63" y="48"/>
                      <a:pt x="63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3" y="49"/>
                      <a:pt x="63" y="50"/>
                      <a:pt x="64" y="51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53"/>
                      <a:pt x="66" y="54"/>
                      <a:pt x="67" y="55"/>
                    </a:cubicBezTo>
                    <a:cubicBezTo>
                      <a:pt x="67" y="56"/>
                      <a:pt x="67" y="56"/>
                      <a:pt x="68" y="56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69" y="57"/>
                      <a:pt x="69" y="57"/>
                      <a:pt x="69" y="57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9" y="58"/>
                      <a:pt x="69" y="58"/>
                      <a:pt x="69" y="59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59"/>
                      <a:pt x="69" y="59"/>
                      <a:pt x="70" y="60"/>
                    </a:cubicBezTo>
                    <a:cubicBezTo>
                      <a:pt x="70" y="60"/>
                      <a:pt x="70" y="60"/>
                      <a:pt x="70" y="60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1" y="61"/>
                      <a:pt x="71" y="62"/>
                      <a:pt x="71" y="63"/>
                    </a:cubicBezTo>
                    <a:cubicBezTo>
                      <a:pt x="71" y="63"/>
                      <a:pt x="71" y="63"/>
                      <a:pt x="72" y="63"/>
                    </a:cubicBezTo>
                    <a:cubicBezTo>
                      <a:pt x="73" y="63"/>
                      <a:pt x="73" y="63"/>
                      <a:pt x="73" y="63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65"/>
                      <a:pt x="72" y="66"/>
                      <a:pt x="73" y="67"/>
                    </a:cubicBezTo>
                    <a:cubicBezTo>
                      <a:pt x="73" y="67"/>
                      <a:pt x="73" y="67"/>
                      <a:pt x="74" y="68"/>
                    </a:cubicBezTo>
                    <a:cubicBezTo>
                      <a:pt x="74" y="68"/>
                      <a:pt x="74" y="68"/>
                      <a:pt x="74" y="68"/>
                    </a:cubicBezTo>
                    <a:cubicBezTo>
                      <a:pt x="74" y="68"/>
                      <a:pt x="75" y="69"/>
                      <a:pt x="75" y="69"/>
                    </a:cubicBezTo>
                    <a:cubicBezTo>
                      <a:pt x="75" y="69"/>
                      <a:pt x="75" y="69"/>
                      <a:pt x="75" y="69"/>
                    </a:cubicBezTo>
                    <a:cubicBezTo>
                      <a:pt x="75" y="70"/>
                      <a:pt x="75" y="70"/>
                      <a:pt x="75" y="70"/>
                    </a:cubicBezTo>
                    <a:cubicBezTo>
                      <a:pt x="75" y="70"/>
                      <a:pt x="75" y="70"/>
                      <a:pt x="75" y="70"/>
                    </a:cubicBezTo>
                    <a:cubicBezTo>
                      <a:pt x="75" y="70"/>
                      <a:pt x="75" y="70"/>
                      <a:pt x="75" y="70"/>
                    </a:cubicBezTo>
                    <a:cubicBezTo>
                      <a:pt x="76" y="70"/>
                      <a:pt x="76" y="71"/>
                      <a:pt x="76" y="72"/>
                    </a:cubicBezTo>
                    <a:cubicBezTo>
                      <a:pt x="76" y="72"/>
                      <a:pt x="76" y="72"/>
                      <a:pt x="76" y="72"/>
                    </a:cubicBezTo>
                    <a:cubicBezTo>
                      <a:pt x="76" y="72"/>
                      <a:pt x="76" y="72"/>
                      <a:pt x="76" y="72"/>
                    </a:cubicBezTo>
                    <a:cubicBezTo>
                      <a:pt x="77" y="72"/>
                      <a:pt x="77" y="72"/>
                      <a:pt x="77" y="73"/>
                    </a:cubicBezTo>
                    <a:cubicBezTo>
                      <a:pt x="77" y="73"/>
                      <a:pt x="77" y="73"/>
                      <a:pt x="77" y="73"/>
                    </a:cubicBezTo>
                    <a:cubicBezTo>
                      <a:pt x="78" y="73"/>
                      <a:pt x="78" y="74"/>
                      <a:pt x="78" y="74"/>
                    </a:cubicBezTo>
                    <a:cubicBezTo>
                      <a:pt x="78" y="75"/>
                      <a:pt x="78" y="75"/>
                      <a:pt x="78" y="75"/>
                    </a:cubicBezTo>
                    <a:cubicBezTo>
                      <a:pt x="78" y="75"/>
                      <a:pt x="78" y="75"/>
                      <a:pt x="78" y="75"/>
                    </a:cubicBezTo>
                    <a:cubicBezTo>
                      <a:pt x="78" y="75"/>
                      <a:pt x="78" y="75"/>
                      <a:pt x="78" y="75"/>
                    </a:cubicBezTo>
                    <a:cubicBezTo>
                      <a:pt x="78" y="75"/>
                      <a:pt x="79" y="75"/>
                      <a:pt x="79" y="75"/>
                    </a:cubicBezTo>
                    <a:cubicBezTo>
                      <a:pt x="79" y="78"/>
                      <a:pt x="79" y="78"/>
                      <a:pt x="79" y="78"/>
                    </a:cubicBezTo>
                    <a:cubicBezTo>
                      <a:pt x="79" y="78"/>
                      <a:pt x="79" y="78"/>
                      <a:pt x="79" y="78"/>
                    </a:cubicBezTo>
                    <a:cubicBezTo>
                      <a:pt x="80" y="79"/>
                      <a:pt x="81" y="80"/>
                      <a:pt x="81" y="80"/>
                    </a:cubicBezTo>
                    <a:cubicBezTo>
                      <a:pt x="82" y="81"/>
                      <a:pt x="82" y="82"/>
                      <a:pt x="82" y="82"/>
                    </a:cubicBezTo>
                    <a:cubicBezTo>
                      <a:pt x="82" y="82"/>
                      <a:pt x="82" y="83"/>
                      <a:pt x="82" y="83"/>
                    </a:cubicBezTo>
                    <a:cubicBezTo>
                      <a:pt x="82" y="87"/>
                      <a:pt x="82" y="87"/>
                      <a:pt x="82" y="87"/>
                    </a:cubicBezTo>
                    <a:cubicBezTo>
                      <a:pt x="81" y="87"/>
                      <a:pt x="81" y="87"/>
                      <a:pt x="81" y="87"/>
                    </a:cubicBezTo>
                    <a:cubicBezTo>
                      <a:pt x="81" y="87"/>
                      <a:pt x="81" y="87"/>
                      <a:pt x="81" y="87"/>
                    </a:cubicBezTo>
                    <a:cubicBezTo>
                      <a:pt x="81" y="88"/>
                      <a:pt x="81" y="88"/>
                      <a:pt x="81" y="89"/>
                    </a:cubicBezTo>
                    <a:cubicBezTo>
                      <a:pt x="81" y="89"/>
                      <a:pt x="81" y="89"/>
                      <a:pt x="81" y="89"/>
                    </a:cubicBezTo>
                    <a:cubicBezTo>
                      <a:pt x="81" y="90"/>
                      <a:pt x="81" y="90"/>
                      <a:pt x="81" y="90"/>
                    </a:cubicBezTo>
                    <a:cubicBezTo>
                      <a:pt x="81" y="91"/>
                      <a:pt x="81" y="91"/>
                      <a:pt x="81" y="91"/>
                    </a:cubicBezTo>
                    <a:cubicBezTo>
                      <a:pt x="81" y="92"/>
                      <a:pt x="80" y="92"/>
                      <a:pt x="80" y="92"/>
                    </a:cubicBezTo>
                    <a:cubicBezTo>
                      <a:pt x="80" y="92"/>
                      <a:pt x="80" y="92"/>
                      <a:pt x="80" y="92"/>
                    </a:cubicBezTo>
                    <a:cubicBezTo>
                      <a:pt x="80" y="92"/>
                      <a:pt x="80" y="93"/>
                      <a:pt x="80" y="94"/>
                    </a:cubicBezTo>
                    <a:cubicBezTo>
                      <a:pt x="80" y="94"/>
                      <a:pt x="80" y="94"/>
                      <a:pt x="80" y="94"/>
                    </a:cubicBezTo>
                    <a:cubicBezTo>
                      <a:pt x="80" y="94"/>
                      <a:pt x="80" y="95"/>
                      <a:pt x="80" y="95"/>
                    </a:cubicBezTo>
                    <a:cubicBezTo>
                      <a:pt x="80" y="95"/>
                      <a:pt x="80" y="96"/>
                      <a:pt x="80" y="96"/>
                    </a:cubicBezTo>
                    <a:cubicBezTo>
                      <a:pt x="80" y="96"/>
                      <a:pt x="80" y="96"/>
                      <a:pt x="80" y="96"/>
                    </a:cubicBezTo>
                    <a:cubicBezTo>
                      <a:pt x="81" y="96"/>
                      <a:pt x="81" y="97"/>
                      <a:pt x="81" y="97"/>
                    </a:cubicBezTo>
                    <a:cubicBezTo>
                      <a:pt x="81" y="100"/>
                      <a:pt x="81" y="100"/>
                      <a:pt x="81" y="100"/>
                    </a:cubicBezTo>
                    <a:cubicBezTo>
                      <a:pt x="80" y="100"/>
                      <a:pt x="80" y="100"/>
                      <a:pt x="80" y="100"/>
                    </a:cubicBezTo>
                    <a:cubicBezTo>
                      <a:pt x="80" y="100"/>
                      <a:pt x="80" y="100"/>
                      <a:pt x="80" y="100"/>
                    </a:cubicBezTo>
                    <a:cubicBezTo>
                      <a:pt x="80" y="100"/>
                      <a:pt x="80" y="101"/>
                      <a:pt x="80" y="101"/>
                    </a:cubicBezTo>
                    <a:cubicBezTo>
                      <a:pt x="80" y="101"/>
                      <a:pt x="80" y="101"/>
                      <a:pt x="80" y="101"/>
                    </a:cubicBezTo>
                    <a:cubicBezTo>
                      <a:pt x="80" y="102"/>
                      <a:pt x="80" y="102"/>
                      <a:pt x="80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9" y="103"/>
                      <a:pt x="78" y="103"/>
                      <a:pt x="78" y="104"/>
                    </a:cubicBezTo>
                    <a:cubicBezTo>
                      <a:pt x="78" y="105"/>
                      <a:pt x="78" y="106"/>
                      <a:pt x="78" y="107"/>
                    </a:cubicBezTo>
                    <a:cubicBezTo>
                      <a:pt x="78" y="108"/>
                      <a:pt x="78" y="109"/>
                      <a:pt x="78" y="110"/>
                    </a:cubicBezTo>
                    <a:cubicBezTo>
                      <a:pt x="78" y="112"/>
                      <a:pt x="78" y="114"/>
                      <a:pt x="78" y="115"/>
                    </a:cubicBezTo>
                    <a:cubicBezTo>
                      <a:pt x="78" y="116"/>
                      <a:pt x="78" y="116"/>
                      <a:pt x="78" y="116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77" y="116"/>
                      <a:pt x="77" y="117"/>
                      <a:pt x="77" y="117"/>
                    </a:cubicBezTo>
                    <a:cubicBezTo>
                      <a:pt x="77" y="117"/>
                      <a:pt x="77" y="117"/>
                      <a:pt x="76" y="117"/>
                    </a:cubicBezTo>
                    <a:cubicBezTo>
                      <a:pt x="76" y="118"/>
                      <a:pt x="76" y="119"/>
                      <a:pt x="76" y="119"/>
                    </a:cubicBezTo>
                    <a:cubicBezTo>
                      <a:pt x="76" y="120"/>
                      <a:pt x="76" y="121"/>
                      <a:pt x="76" y="122"/>
                    </a:cubicBezTo>
                    <a:cubicBezTo>
                      <a:pt x="76" y="122"/>
                      <a:pt x="76" y="122"/>
                      <a:pt x="76" y="123"/>
                    </a:cubicBezTo>
                    <a:cubicBezTo>
                      <a:pt x="76" y="123"/>
                      <a:pt x="76" y="124"/>
                      <a:pt x="76" y="124"/>
                    </a:cubicBezTo>
                    <a:cubicBezTo>
                      <a:pt x="76" y="125"/>
                      <a:pt x="76" y="125"/>
                      <a:pt x="76" y="125"/>
                    </a:cubicBezTo>
                    <a:cubicBezTo>
                      <a:pt x="75" y="126"/>
                      <a:pt x="75" y="126"/>
                      <a:pt x="75" y="126"/>
                    </a:cubicBezTo>
                    <a:cubicBezTo>
                      <a:pt x="74" y="126"/>
                      <a:pt x="73" y="127"/>
                      <a:pt x="72" y="128"/>
                    </a:cubicBezTo>
                    <a:cubicBezTo>
                      <a:pt x="72" y="129"/>
                      <a:pt x="72" y="129"/>
                      <a:pt x="71" y="129"/>
                    </a:cubicBezTo>
                    <a:cubicBezTo>
                      <a:pt x="71" y="130"/>
                      <a:pt x="71" y="130"/>
                      <a:pt x="71" y="130"/>
                    </a:cubicBezTo>
                    <a:cubicBezTo>
                      <a:pt x="71" y="130"/>
                      <a:pt x="71" y="130"/>
                      <a:pt x="71" y="131"/>
                    </a:cubicBezTo>
                    <a:cubicBezTo>
                      <a:pt x="71" y="131"/>
                      <a:pt x="71" y="132"/>
                      <a:pt x="71" y="132"/>
                    </a:cubicBezTo>
                    <a:cubicBezTo>
                      <a:pt x="71" y="133"/>
                      <a:pt x="70" y="133"/>
                      <a:pt x="70" y="133"/>
                    </a:cubicBezTo>
                    <a:cubicBezTo>
                      <a:pt x="70" y="133"/>
                      <a:pt x="70" y="133"/>
                      <a:pt x="70" y="133"/>
                    </a:cubicBezTo>
                    <a:cubicBezTo>
                      <a:pt x="69" y="133"/>
                      <a:pt x="69" y="133"/>
                      <a:pt x="69" y="134"/>
                    </a:cubicBezTo>
                    <a:cubicBezTo>
                      <a:pt x="69" y="134"/>
                      <a:pt x="69" y="134"/>
                      <a:pt x="69" y="135"/>
                    </a:cubicBezTo>
                    <a:cubicBezTo>
                      <a:pt x="69" y="136"/>
                      <a:pt x="69" y="136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8" y="135"/>
                      <a:pt x="68" y="135"/>
                      <a:pt x="68" y="135"/>
                    </a:cubicBezTo>
                    <a:cubicBezTo>
                      <a:pt x="68" y="136"/>
                      <a:pt x="68" y="136"/>
                      <a:pt x="68" y="137"/>
                    </a:cubicBezTo>
                    <a:cubicBezTo>
                      <a:pt x="68" y="137"/>
                      <a:pt x="68" y="137"/>
                      <a:pt x="68" y="137"/>
                    </a:cubicBezTo>
                    <a:cubicBezTo>
                      <a:pt x="68" y="138"/>
                      <a:pt x="68" y="139"/>
                      <a:pt x="68" y="140"/>
                    </a:cubicBezTo>
                    <a:cubicBezTo>
                      <a:pt x="67" y="141"/>
                      <a:pt x="67" y="142"/>
                      <a:pt x="66" y="142"/>
                    </a:cubicBezTo>
                    <a:cubicBezTo>
                      <a:pt x="66" y="142"/>
                      <a:pt x="66" y="142"/>
                      <a:pt x="65" y="142"/>
                    </a:cubicBezTo>
                    <a:cubicBezTo>
                      <a:pt x="65" y="142"/>
                      <a:pt x="65" y="142"/>
                      <a:pt x="65" y="142"/>
                    </a:cubicBezTo>
                    <a:cubicBezTo>
                      <a:pt x="65" y="142"/>
                      <a:pt x="65" y="142"/>
                      <a:pt x="65" y="142"/>
                    </a:cubicBezTo>
                    <a:cubicBezTo>
                      <a:pt x="65" y="142"/>
                      <a:pt x="65" y="142"/>
                      <a:pt x="65" y="142"/>
                    </a:cubicBezTo>
                    <a:cubicBezTo>
                      <a:pt x="65" y="143"/>
                      <a:pt x="65" y="143"/>
                      <a:pt x="65" y="143"/>
                    </a:cubicBezTo>
                    <a:cubicBezTo>
                      <a:pt x="64" y="143"/>
                      <a:pt x="64" y="143"/>
                      <a:pt x="64" y="143"/>
                    </a:cubicBezTo>
                    <a:cubicBezTo>
                      <a:pt x="64" y="143"/>
                      <a:pt x="64" y="143"/>
                      <a:pt x="64" y="143"/>
                    </a:cubicBezTo>
                    <a:cubicBezTo>
                      <a:pt x="64" y="143"/>
                      <a:pt x="64" y="143"/>
                      <a:pt x="64" y="143"/>
                    </a:cubicBezTo>
                    <a:cubicBezTo>
                      <a:pt x="64" y="143"/>
                      <a:pt x="64" y="143"/>
                      <a:pt x="64" y="143"/>
                    </a:cubicBezTo>
                    <a:cubicBezTo>
                      <a:pt x="64" y="143"/>
                      <a:pt x="64" y="143"/>
                      <a:pt x="64" y="143"/>
                    </a:cubicBezTo>
                    <a:cubicBezTo>
                      <a:pt x="64" y="143"/>
                      <a:pt x="64" y="144"/>
                      <a:pt x="63" y="144"/>
                    </a:cubicBezTo>
                    <a:cubicBezTo>
                      <a:pt x="63" y="144"/>
                      <a:pt x="63" y="144"/>
                      <a:pt x="63" y="144"/>
                    </a:cubicBezTo>
                    <a:cubicBezTo>
                      <a:pt x="63" y="144"/>
                      <a:pt x="63" y="145"/>
                      <a:pt x="63" y="145"/>
                    </a:cubicBezTo>
                    <a:cubicBezTo>
                      <a:pt x="63" y="145"/>
                      <a:pt x="63" y="145"/>
                      <a:pt x="63" y="145"/>
                    </a:cubicBezTo>
                    <a:cubicBezTo>
                      <a:pt x="64" y="145"/>
                      <a:pt x="64" y="146"/>
                      <a:pt x="64" y="146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4" y="147"/>
                      <a:pt x="64" y="148"/>
                      <a:pt x="64" y="148"/>
                    </a:cubicBezTo>
                    <a:cubicBezTo>
                      <a:pt x="64" y="148"/>
                      <a:pt x="64" y="149"/>
                      <a:pt x="64" y="149"/>
                    </a:cubicBezTo>
                    <a:cubicBezTo>
                      <a:pt x="64" y="150"/>
                      <a:pt x="64" y="150"/>
                      <a:pt x="63" y="150"/>
                    </a:cubicBezTo>
                    <a:cubicBezTo>
                      <a:pt x="63" y="150"/>
                      <a:pt x="62" y="150"/>
                      <a:pt x="62" y="150"/>
                    </a:cubicBezTo>
                    <a:cubicBezTo>
                      <a:pt x="62" y="150"/>
                      <a:pt x="61" y="150"/>
                      <a:pt x="61" y="150"/>
                    </a:cubicBezTo>
                    <a:cubicBezTo>
                      <a:pt x="61" y="150"/>
                      <a:pt x="61" y="150"/>
                      <a:pt x="60" y="150"/>
                    </a:cubicBezTo>
                    <a:cubicBezTo>
                      <a:pt x="60" y="150"/>
                      <a:pt x="60" y="150"/>
                      <a:pt x="60" y="150"/>
                    </a:cubicBezTo>
                    <a:cubicBezTo>
                      <a:pt x="59" y="150"/>
                      <a:pt x="58" y="151"/>
                      <a:pt x="58" y="151"/>
                    </a:cubicBezTo>
                    <a:cubicBezTo>
                      <a:pt x="57" y="152"/>
                      <a:pt x="57" y="153"/>
                      <a:pt x="57" y="154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6" y="155"/>
                      <a:pt x="56" y="155"/>
                      <a:pt x="56" y="155"/>
                    </a:cubicBezTo>
                    <a:cubicBezTo>
                      <a:pt x="56" y="155"/>
                      <a:pt x="55" y="156"/>
                      <a:pt x="55" y="156"/>
                    </a:cubicBezTo>
                    <a:cubicBezTo>
                      <a:pt x="55" y="156"/>
                      <a:pt x="55" y="156"/>
                      <a:pt x="55" y="156"/>
                    </a:cubicBezTo>
                    <a:cubicBezTo>
                      <a:pt x="55" y="157"/>
                      <a:pt x="54" y="157"/>
                      <a:pt x="54" y="157"/>
                    </a:cubicBezTo>
                    <a:cubicBezTo>
                      <a:pt x="54" y="157"/>
                      <a:pt x="54" y="157"/>
                      <a:pt x="54" y="157"/>
                    </a:cubicBezTo>
                    <a:cubicBezTo>
                      <a:pt x="54" y="157"/>
                      <a:pt x="54" y="157"/>
                      <a:pt x="54" y="157"/>
                    </a:cubicBezTo>
                    <a:cubicBezTo>
                      <a:pt x="52" y="157"/>
                      <a:pt x="52" y="157"/>
                      <a:pt x="52" y="157"/>
                    </a:cubicBezTo>
                    <a:cubicBezTo>
                      <a:pt x="51" y="158"/>
                      <a:pt x="50" y="158"/>
                      <a:pt x="49" y="158"/>
                    </a:cubicBezTo>
                    <a:cubicBezTo>
                      <a:pt x="49" y="158"/>
                      <a:pt x="49" y="158"/>
                      <a:pt x="48" y="158"/>
                    </a:cubicBezTo>
                    <a:cubicBezTo>
                      <a:pt x="48" y="158"/>
                      <a:pt x="47" y="158"/>
                      <a:pt x="46" y="158"/>
                    </a:cubicBezTo>
                    <a:cubicBezTo>
                      <a:pt x="46" y="158"/>
                      <a:pt x="46" y="158"/>
                      <a:pt x="46" y="158"/>
                    </a:cubicBezTo>
                    <a:cubicBezTo>
                      <a:pt x="45" y="158"/>
                      <a:pt x="45" y="159"/>
                      <a:pt x="45" y="159"/>
                    </a:cubicBezTo>
                    <a:close/>
                    <a:moveTo>
                      <a:pt x="33" y="25"/>
                    </a:moveTo>
                    <a:cubicBezTo>
                      <a:pt x="33" y="25"/>
                      <a:pt x="33" y="26"/>
                      <a:pt x="34" y="26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5"/>
                      <a:pt x="34" y="25"/>
                      <a:pt x="33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2" y="24"/>
                      <a:pt x="32" y="23"/>
                      <a:pt x="32" y="23"/>
                    </a:cubicBezTo>
                    <a:cubicBezTo>
                      <a:pt x="31" y="23"/>
                      <a:pt x="31" y="23"/>
                      <a:pt x="31" y="23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29" y="22"/>
                      <a:pt x="29" y="22"/>
                    </a:cubicBezTo>
                    <a:cubicBezTo>
                      <a:pt x="29" y="22"/>
                      <a:pt x="30" y="22"/>
                      <a:pt x="30" y="22"/>
                    </a:cubicBezTo>
                    <a:cubicBezTo>
                      <a:pt x="30" y="23"/>
                      <a:pt x="30" y="24"/>
                      <a:pt x="31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2" name="Freeform 15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3436" y="1498"/>
                <a:ext cx="388" cy="810"/>
              </a:xfrm>
              <a:custGeom>
                <a:avLst/>
                <a:gdLst>
                  <a:gd name="T0" fmla="*/ 50 w 88"/>
                  <a:gd name="T1" fmla="*/ 182 h 184"/>
                  <a:gd name="T2" fmla="*/ 46 w 88"/>
                  <a:gd name="T3" fmla="*/ 177 h 184"/>
                  <a:gd name="T4" fmla="*/ 40 w 88"/>
                  <a:gd name="T5" fmla="*/ 170 h 184"/>
                  <a:gd name="T6" fmla="*/ 36 w 88"/>
                  <a:gd name="T7" fmla="*/ 159 h 184"/>
                  <a:gd name="T8" fmla="*/ 34 w 88"/>
                  <a:gd name="T9" fmla="*/ 143 h 184"/>
                  <a:gd name="T10" fmla="*/ 33 w 88"/>
                  <a:gd name="T11" fmla="*/ 139 h 184"/>
                  <a:gd name="T12" fmla="*/ 29 w 88"/>
                  <a:gd name="T13" fmla="*/ 133 h 184"/>
                  <a:gd name="T14" fmla="*/ 23 w 88"/>
                  <a:gd name="T15" fmla="*/ 127 h 184"/>
                  <a:gd name="T16" fmla="*/ 20 w 88"/>
                  <a:gd name="T17" fmla="*/ 119 h 184"/>
                  <a:gd name="T18" fmla="*/ 17 w 88"/>
                  <a:gd name="T19" fmla="*/ 113 h 184"/>
                  <a:gd name="T20" fmla="*/ 15 w 88"/>
                  <a:gd name="T21" fmla="*/ 102 h 184"/>
                  <a:gd name="T22" fmla="*/ 17 w 88"/>
                  <a:gd name="T23" fmla="*/ 95 h 184"/>
                  <a:gd name="T24" fmla="*/ 15 w 88"/>
                  <a:gd name="T25" fmla="*/ 84 h 184"/>
                  <a:gd name="T26" fmla="*/ 11 w 88"/>
                  <a:gd name="T27" fmla="*/ 79 h 184"/>
                  <a:gd name="T28" fmla="*/ 8 w 88"/>
                  <a:gd name="T29" fmla="*/ 74 h 184"/>
                  <a:gd name="T30" fmla="*/ 3 w 88"/>
                  <a:gd name="T31" fmla="*/ 71 h 184"/>
                  <a:gd name="T32" fmla="*/ 2 w 88"/>
                  <a:gd name="T33" fmla="*/ 54 h 184"/>
                  <a:gd name="T34" fmla="*/ 55 w 88"/>
                  <a:gd name="T35" fmla="*/ 0 h 184"/>
                  <a:gd name="T36" fmla="*/ 53 w 88"/>
                  <a:gd name="T37" fmla="*/ 6 h 184"/>
                  <a:gd name="T38" fmla="*/ 49 w 88"/>
                  <a:gd name="T39" fmla="*/ 10 h 184"/>
                  <a:gd name="T40" fmla="*/ 48 w 88"/>
                  <a:gd name="T41" fmla="*/ 15 h 184"/>
                  <a:gd name="T42" fmla="*/ 53 w 88"/>
                  <a:gd name="T43" fmla="*/ 8 h 184"/>
                  <a:gd name="T44" fmla="*/ 63 w 88"/>
                  <a:gd name="T45" fmla="*/ 8 h 184"/>
                  <a:gd name="T46" fmla="*/ 66 w 88"/>
                  <a:gd name="T47" fmla="*/ 16 h 184"/>
                  <a:gd name="T48" fmla="*/ 61 w 88"/>
                  <a:gd name="T49" fmla="*/ 17 h 184"/>
                  <a:gd name="T50" fmla="*/ 50 w 88"/>
                  <a:gd name="T51" fmla="*/ 20 h 184"/>
                  <a:gd name="T52" fmla="*/ 51 w 88"/>
                  <a:gd name="T53" fmla="*/ 23 h 184"/>
                  <a:gd name="T54" fmla="*/ 46 w 88"/>
                  <a:gd name="T55" fmla="*/ 26 h 184"/>
                  <a:gd name="T56" fmla="*/ 42 w 88"/>
                  <a:gd name="T57" fmla="*/ 30 h 184"/>
                  <a:gd name="T58" fmla="*/ 35 w 88"/>
                  <a:gd name="T59" fmla="*/ 38 h 184"/>
                  <a:gd name="T60" fmla="*/ 29 w 88"/>
                  <a:gd name="T61" fmla="*/ 44 h 184"/>
                  <a:gd name="T62" fmla="*/ 26 w 88"/>
                  <a:gd name="T63" fmla="*/ 48 h 184"/>
                  <a:gd name="T64" fmla="*/ 21 w 88"/>
                  <a:gd name="T65" fmla="*/ 53 h 184"/>
                  <a:gd name="T66" fmla="*/ 14 w 88"/>
                  <a:gd name="T67" fmla="*/ 48 h 184"/>
                  <a:gd name="T68" fmla="*/ 9 w 88"/>
                  <a:gd name="T69" fmla="*/ 54 h 184"/>
                  <a:gd name="T70" fmla="*/ 7 w 88"/>
                  <a:gd name="T71" fmla="*/ 60 h 184"/>
                  <a:gd name="T72" fmla="*/ 6 w 88"/>
                  <a:gd name="T73" fmla="*/ 64 h 184"/>
                  <a:gd name="T74" fmla="*/ 10 w 88"/>
                  <a:gd name="T75" fmla="*/ 62 h 184"/>
                  <a:gd name="T76" fmla="*/ 12 w 88"/>
                  <a:gd name="T77" fmla="*/ 65 h 184"/>
                  <a:gd name="T78" fmla="*/ 13 w 88"/>
                  <a:gd name="T79" fmla="*/ 69 h 184"/>
                  <a:gd name="T80" fmla="*/ 14 w 88"/>
                  <a:gd name="T81" fmla="*/ 79 h 184"/>
                  <a:gd name="T82" fmla="*/ 20 w 88"/>
                  <a:gd name="T83" fmla="*/ 82 h 184"/>
                  <a:gd name="T84" fmla="*/ 22 w 88"/>
                  <a:gd name="T85" fmla="*/ 79 h 184"/>
                  <a:gd name="T86" fmla="*/ 29 w 88"/>
                  <a:gd name="T87" fmla="*/ 77 h 184"/>
                  <a:gd name="T88" fmla="*/ 40 w 88"/>
                  <a:gd name="T89" fmla="*/ 79 h 184"/>
                  <a:gd name="T90" fmla="*/ 46 w 88"/>
                  <a:gd name="T91" fmla="*/ 84 h 184"/>
                  <a:gd name="T92" fmla="*/ 55 w 88"/>
                  <a:gd name="T93" fmla="*/ 89 h 184"/>
                  <a:gd name="T94" fmla="*/ 60 w 88"/>
                  <a:gd name="T95" fmla="*/ 94 h 184"/>
                  <a:gd name="T96" fmla="*/ 59 w 88"/>
                  <a:gd name="T97" fmla="*/ 100 h 184"/>
                  <a:gd name="T98" fmla="*/ 68 w 88"/>
                  <a:gd name="T99" fmla="*/ 102 h 184"/>
                  <a:gd name="T100" fmla="*/ 78 w 88"/>
                  <a:gd name="T101" fmla="*/ 104 h 184"/>
                  <a:gd name="T102" fmla="*/ 87 w 88"/>
                  <a:gd name="T103" fmla="*/ 107 h 184"/>
                  <a:gd name="T104" fmla="*/ 88 w 88"/>
                  <a:gd name="T105" fmla="*/ 115 h 184"/>
                  <a:gd name="T106" fmla="*/ 82 w 88"/>
                  <a:gd name="T107" fmla="*/ 121 h 184"/>
                  <a:gd name="T108" fmla="*/ 81 w 88"/>
                  <a:gd name="T109" fmla="*/ 133 h 184"/>
                  <a:gd name="T110" fmla="*/ 73 w 88"/>
                  <a:gd name="T111" fmla="*/ 141 h 184"/>
                  <a:gd name="T112" fmla="*/ 65 w 88"/>
                  <a:gd name="T113" fmla="*/ 145 h 184"/>
                  <a:gd name="T114" fmla="*/ 60 w 88"/>
                  <a:gd name="T115" fmla="*/ 159 h 184"/>
                  <a:gd name="T116" fmla="*/ 56 w 88"/>
                  <a:gd name="T117" fmla="*/ 165 h 184"/>
                  <a:gd name="T118" fmla="*/ 51 w 88"/>
                  <a:gd name="T119" fmla="*/ 169 h 184"/>
                  <a:gd name="T120" fmla="*/ 54 w 88"/>
                  <a:gd name="T121" fmla="*/ 178 h 184"/>
                  <a:gd name="T122" fmla="*/ 55 w 88"/>
                  <a:gd name="T12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8" h="184">
                    <a:moveTo>
                      <a:pt x="54" y="184"/>
                    </a:moveTo>
                    <a:cubicBezTo>
                      <a:pt x="54" y="184"/>
                      <a:pt x="53" y="184"/>
                      <a:pt x="53" y="184"/>
                    </a:cubicBezTo>
                    <a:cubicBezTo>
                      <a:pt x="53" y="184"/>
                      <a:pt x="53" y="184"/>
                      <a:pt x="53" y="184"/>
                    </a:cubicBezTo>
                    <a:cubicBezTo>
                      <a:pt x="52" y="184"/>
                      <a:pt x="52" y="184"/>
                      <a:pt x="52" y="184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2" y="183"/>
                      <a:pt x="51" y="183"/>
                      <a:pt x="51" y="183"/>
                    </a:cubicBezTo>
                    <a:cubicBezTo>
                      <a:pt x="51" y="183"/>
                      <a:pt x="51" y="183"/>
                      <a:pt x="51" y="183"/>
                    </a:cubicBezTo>
                    <a:cubicBezTo>
                      <a:pt x="50" y="183"/>
                      <a:pt x="50" y="183"/>
                      <a:pt x="50" y="183"/>
                    </a:cubicBezTo>
                    <a:cubicBezTo>
                      <a:pt x="50" y="182"/>
                      <a:pt x="50" y="182"/>
                      <a:pt x="50" y="182"/>
                    </a:cubicBezTo>
                    <a:cubicBezTo>
                      <a:pt x="50" y="182"/>
                      <a:pt x="50" y="182"/>
                      <a:pt x="50" y="182"/>
                    </a:cubicBezTo>
                    <a:cubicBezTo>
                      <a:pt x="50" y="182"/>
                      <a:pt x="50" y="182"/>
                      <a:pt x="50" y="182"/>
                    </a:cubicBezTo>
                    <a:cubicBezTo>
                      <a:pt x="50" y="182"/>
                      <a:pt x="50" y="182"/>
                      <a:pt x="50" y="182"/>
                    </a:cubicBezTo>
                    <a:cubicBezTo>
                      <a:pt x="50" y="182"/>
                      <a:pt x="50" y="182"/>
                      <a:pt x="50" y="182"/>
                    </a:cubicBezTo>
                    <a:cubicBezTo>
                      <a:pt x="50" y="182"/>
                      <a:pt x="49" y="182"/>
                      <a:pt x="49" y="181"/>
                    </a:cubicBezTo>
                    <a:cubicBezTo>
                      <a:pt x="48" y="181"/>
                      <a:pt x="48" y="181"/>
                      <a:pt x="48" y="181"/>
                    </a:cubicBezTo>
                    <a:cubicBezTo>
                      <a:pt x="48" y="181"/>
                      <a:pt x="48" y="181"/>
                      <a:pt x="48" y="180"/>
                    </a:cubicBezTo>
                    <a:cubicBezTo>
                      <a:pt x="48" y="180"/>
                      <a:pt x="48" y="180"/>
                      <a:pt x="48" y="180"/>
                    </a:cubicBezTo>
                    <a:cubicBezTo>
                      <a:pt x="47" y="180"/>
                      <a:pt x="47" y="180"/>
                      <a:pt x="47" y="180"/>
                    </a:cubicBezTo>
                    <a:cubicBezTo>
                      <a:pt x="47" y="179"/>
                      <a:pt x="46" y="179"/>
                      <a:pt x="46" y="179"/>
                    </a:cubicBezTo>
                    <a:cubicBezTo>
                      <a:pt x="46" y="179"/>
                      <a:pt x="46" y="178"/>
                      <a:pt x="46" y="178"/>
                    </a:cubicBezTo>
                    <a:cubicBezTo>
                      <a:pt x="46" y="178"/>
                      <a:pt x="46" y="178"/>
                      <a:pt x="46" y="178"/>
                    </a:cubicBezTo>
                    <a:cubicBezTo>
                      <a:pt x="46" y="178"/>
                      <a:pt x="46" y="178"/>
                      <a:pt x="46" y="178"/>
                    </a:cubicBezTo>
                    <a:cubicBezTo>
                      <a:pt x="46" y="178"/>
                      <a:pt x="46" y="178"/>
                      <a:pt x="46" y="177"/>
                    </a:cubicBezTo>
                    <a:cubicBezTo>
                      <a:pt x="46" y="177"/>
                      <a:pt x="46" y="177"/>
                      <a:pt x="46" y="177"/>
                    </a:cubicBezTo>
                    <a:cubicBezTo>
                      <a:pt x="46" y="177"/>
                      <a:pt x="46" y="177"/>
                      <a:pt x="46" y="177"/>
                    </a:cubicBezTo>
                    <a:cubicBezTo>
                      <a:pt x="46" y="176"/>
                      <a:pt x="45" y="176"/>
                      <a:pt x="45" y="175"/>
                    </a:cubicBezTo>
                    <a:cubicBezTo>
                      <a:pt x="44" y="175"/>
                      <a:pt x="44" y="175"/>
                      <a:pt x="44" y="175"/>
                    </a:cubicBezTo>
                    <a:cubicBezTo>
                      <a:pt x="43" y="174"/>
                      <a:pt x="43" y="174"/>
                      <a:pt x="43" y="173"/>
                    </a:cubicBezTo>
                    <a:cubicBezTo>
                      <a:pt x="43" y="173"/>
                      <a:pt x="43" y="173"/>
                      <a:pt x="43" y="173"/>
                    </a:cubicBezTo>
                    <a:cubicBezTo>
                      <a:pt x="43" y="173"/>
                      <a:pt x="43" y="173"/>
                      <a:pt x="43" y="173"/>
                    </a:cubicBezTo>
                    <a:cubicBezTo>
                      <a:pt x="43" y="173"/>
                      <a:pt x="42" y="173"/>
                      <a:pt x="42" y="172"/>
                    </a:cubicBezTo>
                    <a:cubicBezTo>
                      <a:pt x="42" y="172"/>
                      <a:pt x="42" y="172"/>
                      <a:pt x="42" y="171"/>
                    </a:cubicBezTo>
                    <a:cubicBezTo>
                      <a:pt x="42" y="171"/>
                      <a:pt x="41" y="171"/>
                      <a:pt x="41" y="170"/>
                    </a:cubicBezTo>
                    <a:cubicBezTo>
                      <a:pt x="41" y="170"/>
                      <a:pt x="41" y="170"/>
                      <a:pt x="41" y="170"/>
                    </a:cubicBezTo>
                    <a:cubicBezTo>
                      <a:pt x="41" y="170"/>
                      <a:pt x="41" y="170"/>
                      <a:pt x="41" y="170"/>
                    </a:cubicBezTo>
                    <a:cubicBezTo>
                      <a:pt x="41" y="170"/>
                      <a:pt x="41" y="170"/>
                      <a:pt x="41" y="170"/>
                    </a:cubicBezTo>
                    <a:cubicBezTo>
                      <a:pt x="41" y="170"/>
                      <a:pt x="41" y="170"/>
                      <a:pt x="41" y="170"/>
                    </a:cubicBezTo>
                    <a:cubicBezTo>
                      <a:pt x="41" y="170"/>
                      <a:pt x="41" y="170"/>
                      <a:pt x="41" y="170"/>
                    </a:cubicBezTo>
                    <a:cubicBezTo>
                      <a:pt x="40" y="170"/>
                      <a:pt x="40" y="170"/>
                      <a:pt x="40" y="170"/>
                    </a:cubicBezTo>
                    <a:cubicBezTo>
                      <a:pt x="40" y="169"/>
                      <a:pt x="40" y="169"/>
                      <a:pt x="40" y="169"/>
                    </a:cubicBezTo>
                    <a:cubicBezTo>
                      <a:pt x="40" y="169"/>
                      <a:pt x="40" y="168"/>
                      <a:pt x="39" y="168"/>
                    </a:cubicBezTo>
                    <a:cubicBezTo>
                      <a:pt x="39" y="168"/>
                      <a:pt x="39" y="168"/>
                      <a:pt x="39" y="168"/>
                    </a:cubicBezTo>
                    <a:cubicBezTo>
                      <a:pt x="38" y="167"/>
                      <a:pt x="37" y="166"/>
                      <a:pt x="37" y="165"/>
                    </a:cubicBezTo>
                    <a:cubicBezTo>
                      <a:pt x="37" y="165"/>
                      <a:pt x="37" y="164"/>
                      <a:pt x="37" y="164"/>
                    </a:cubicBezTo>
                    <a:cubicBezTo>
                      <a:pt x="37" y="164"/>
                      <a:pt x="37" y="164"/>
                      <a:pt x="37" y="163"/>
                    </a:cubicBezTo>
                    <a:cubicBezTo>
                      <a:pt x="37" y="163"/>
                      <a:pt x="37" y="163"/>
                      <a:pt x="37" y="163"/>
                    </a:cubicBezTo>
                    <a:cubicBezTo>
                      <a:pt x="37" y="162"/>
                      <a:pt x="37" y="162"/>
                      <a:pt x="38" y="162"/>
                    </a:cubicBezTo>
                    <a:cubicBezTo>
                      <a:pt x="38" y="161"/>
                      <a:pt x="37" y="161"/>
                      <a:pt x="37" y="161"/>
                    </a:cubicBezTo>
                    <a:cubicBezTo>
                      <a:pt x="37" y="161"/>
                      <a:pt x="37" y="161"/>
                      <a:pt x="37" y="161"/>
                    </a:cubicBezTo>
                    <a:cubicBezTo>
                      <a:pt x="37" y="161"/>
                      <a:pt x="37" y="161"/>
                      <a:pt x="37" y="161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6" y="160"/>
                      <a:pt x="36" y="160"/>
                      <a:pt x="36" y="160"/>
                    </a:cubicBezTo>
                    <a:cubicBezTo>
                      <a:pt x="36" y="160"/>
                      <a:pt x="36" y="160"/>
                      <a:pt x="36" y="159"/>
                    </a:cubicBezTo>
                    <a:cubicBezTo>
                      <a:pt x="36" y="158"/>
                      <a:pt x="36" y="158"/>
                      <a:pt x="37" y="157"/>
                    </a:cubicBezTo>
                    <a:cubicBezTo>
                      <a:pt x="37" y="157"/>
                      <a:pt x="37" y="156"/>
                      <a:pt x="36" y="156"/>
                    </a:cubicBezTo>
                    <a:cubicBezTo>
                      <a:pt x="36" y="156"/>
                      <a:pt x="36" y="156"/>
                      <a:pt x="36" y="156"/>
                    </a:cubicBezTo>
                    <a:cubicBezTo>
                      <a:pt x="36" y="156"/>
                      <a:pt x="36" y="156"/>
                      <a:pt x="36" y="155"/>
                    </a:cubicBezTo>
                    <a:cubicBezTo>
                      <a:pt x="36" y="154"/>
                      <a:pt x="36" y="154"/>
                      <a:pt x="36" y="154"/>
                    </a:cubicBezTo>
                    <a:cubicBezTo>
                      <a:pt x="36" y="154"/>
                      <a:pt x="36" y="154"/>
                      <a:pt x="36" y="154"/>
                    </a:cubicBezTo>
                    <a:cubicBezTo>
                      <a:pt x="36" y="154"/>
                      <a:pt x="36" y="154"/>
                      <a:pt x="36" y="154"/>
                    </a:cubicBezTo>
                    <a:cubicBezTo>
                      <a:pt x="35" y="154"/>
                      <a:pt x="35" y="154"/>
                      <a:pt x="35" y="154"/>
                    </a:cubicBezTo>
                    <a:cubicBezTo>
                      <a:pt x="35" y="154"/>
                      <a:pt x="35" y="154"/>
                      <a:pt x="35" y="154"/>
                    </a:cubicBezTo>
                    <a:cubicBezTo>
                      <a:pt x="35" y="154"/>
                      <a:pt x="35" y="154"/>
                      <a:pt x="35" y="154"/>
                    </a:cubicBezTo>
                    <a:cubicBezTo>
                      <a:pt x="35" y="146"/>
                      <a:pt x="35" y="146"/>
                      <a:pt x="35" y="146"/>
                    </a:cubicBezTo>
                    <a:cubicBezTo>
                      <a:pt x="35" y="146"/>
                      <a:pt x="35" y="146"/>
                      <a:pt x="35" y="145"/>
                    </a:cubicBezTo>
                    <a:cubicBezTo>
                      <a:pt x="35" y="145"/>
                      <a:pt x="35" y="145"/>
                      <a:pt x="35" y="144"/>
                    </a:cubicBezTo>
                    <a:cubicBezTo>
                      <a:pt x="35" y="144"/>
                      <a:pt x="35" y="143"/>
                      <a:pt x="34" y="143"/>
                    </a:cubicBezTo>
                    <a:cubicBezTo>
                      <a:pt x="34" y="143"/>
                      <a:pt x="34" y="143"/>
                      <a:pt x="34" y="143"/>
                    </a:cubicBezTo>
                    <a:cubicBezTo>
                      <a:pt x="34" y="143"/>
                      <a:pt x="34" y="143"/>
                      <a:pt x="34" y="143"/>
                    </a:cubicBezTo>
                    <a:cubicBezTo>
                      <a:pt x="34" y="142"/>
                      <a:pt x="34" y="142"/>
                      <a:pt x="34" y="142"/>
                    </a:cubicBezTo>
                    <a:cubicBezTo>
                      <a:pt x="34" y="142"/>
                      <a:pt x="34" y="142"/>
                      <a:pt x="34" y="142"/>
                    </a:cubicBezTo>
                    <a:cubicBezTo>
                      <a:pt x="34" y="142"/>
                      <a:pt x="34" y="141"/>
                      <a:pt x="34" y="141"/>
                    </a:cubicBezTo>
                    <a:cubicBezTo>
                      <a:pt x="34" y="141"/>
                      <a:pt x="34" y="141"/>
                      <a:pt x="34" y="141"/>
                    </a:cubicBezTo>
                    <a:cubicBezTo>
                      <a:pt x="34" y="141"/>
                      <a:pt x="34" y="141"/>
                      <a:pt x="33" y="141"/>
                    </a:cubicBezTo>
                    <a:cubicBezTo>
                      <a:pt x="33" y="141"/>
                      <a:pt x="33" y="141"/>
                      <a:pt x="33" y="141"/>
                    </a:cubicBezTo>
                    <a:cubicBezTo>
                      <a:pt x="33" y="141"/>
                      <a:pt x="33" y="140"/>
                      <a:pt x="33" y="140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33" y="140"/>
                      <a:pt x="33" y="139"/>
                      <a:pt x="33" y="139"/>
                    </a:cubicBezTo>
                    <a:cubicBezTo>
                      <a:pt x="33" y="139"/>
                      <a:pt x="33" y="139"/>
                      <a:pt x="33" y="139"/>
                    </a:cubicBezTo>
                    <a:cubicBezTo>
                      <a:pt x="33" y="139"/>
                      <a:pt x="33" y="139"/>
                      <a:pt x="33" y="139"/>
                    </a:cubicBezTo>
                    <a:cubicBezTo>
                      <a:pt x="32" y="139"/>
                      <a:pt x="32" y="138"/>
                      <a:pt x="32" y="138"/>
                    </a:cubicBezTo>
                    <a:cubicBezTo>
                      <a:pt x="32" y="138"/>
                      <a:pt x="32" y="138"/>
                      <a:pt x="32" y="138"/>
                    </a:cubicBezTo>
                    <a:cubicBezTo>
                      <a:pt x="32" y="138"/>
                      <a:pt x="32" y="137"/>
                      <a:pt x="32" y="137"/>
                    </a:cubicBezTo>
                    <a:cubicBezTo>
                      <a:pt x="32" y="137"/>
                      <a:pt x="32" y="136"/>
                      <a:pt x="32" y="136"/>
                    </a:cubicBezTo>
                    <a:cubicBezTo>
                      <a:pt x="32" y="135"/>
                      <a:pt x="32" y="135"/>
                      <a:pt x="32" y="134"/>
                    </a:cubicBezTo>
                    <a:cubicBezTo>
                      <a:pt x="32" y="134"/>
                      <a:pt x="32" y="134"/>
                      <a:pt x="32" y="134"/>
                    </a:cubicBezTo>
                    <a:cubicBezTo>
                      <a:pt x="32" y="134"/>
                      <a:pt x="32" y="134"/>
                      <a:pt x="32" y="134"/>
                    </a:cubicBezTo>
                    <a:cubicBezTo>
                      <a:pt x="31" y="134"/>
                      <a:pt x="31" y="134"/>
                      <a:pt x="31" y="134"/>
                    </a:cubicBezTo>
                    <a:cubicBezTo>
                      <a:pt x="31" y="134"/>
                      <a:pt x="31" y="134"/>
                      <a:pt x="31" y="134"/>
                    </a:cubicBezTo>
                    <a:cubicBezTo>
                      <a:pt x="31" y="134"/>
                      <a:pt x="31" y="134"/>
                      <a:pt x="31" y="134"/>
                    </a:cubicBezTo>
                    <a:cubicBezTo>
                      <a:pt x="31" y="134"/>
                      <a:pt x="31" y="134"/>
                      <a:pt x="31" y="134"/>
                    </a:cubicBezTo>
                    <a:cubicBezTo>
                      <a:pt x="30" y="134"/>
                      <a:pt x="30" y="133"/>
                      <a:pt x="30" y="133"/>
                    </a:cubicBezTo>
                    <a:cubicBezTo>
                      <a:pt x="30" y="133"/>
                      <a:pt x="30" y="133"/>
                      <a:pt x="29" y="133"/>
                    </a:cubicBezTo>
                    <a:cubicBezTo>
                      <a:pt x="29" y="133"/>
                      <a:pt x="29" y="133"/>
                      <a:pt x="29" y="133"/>
                    </a:cubicBezTo>
                    <a:cubicBezTo>
                      <a:pt x="29" y="133"/>
                      <a:pt x="29" y="133"/>
                      <a:pt x="28" y="133"/>
                    </a:cubicBezTo>
                    <a:cubicBezTo>
                      <a:pt x="28" y="133"/>
                      <a:pt x="28" y="133"/>
                      <a:pt x="28" y="133"/>
                    </a:cubicBezTo>
                    <a:cubicBezTo>
                      <a:pt x="28" y="133"/>
                      <a:pt x="28" y="133"/>
                      <a:pt x="28" y="133"/>
                    </a:cubicBezTo>
                    <a:cubicBezTo>
                      <a:pt x="28" y="133"/>
                      <a:pt x="28" y="133"/>
                      <a:pt x="28" y="133"/>
                    </a:cubicBezTo>
                    <a:cubicBezTo>
                      <a:pt x="28" y="133"/>
                      <a:pt x="27" y="133"/>
                      <a:pt x="27" y="132"/>
                    </a:cubicBezTo>
                    <a:cubicBezTo>
                      <a:pt x="27" y="131"/>
                      <a:pt x="27" y="131"/>
                      <a:pt x="27" y="131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23" y="130"/>
                      <a:pt x="23" y="130"/>
                      <a:pt x="23" y="130"/>
                    </a:cubicBezTo>
                    <a:cubicBezTo>
                      <a:pt x="23" y="129"/>
                      <a:pt x="23" y="129"/>
                      <a:pt x="23" y="129"/>
                    </a:cubicBezTo>
                    <a:cubicBezTo>
                      <a:pt x="24" y="129"/>
                      <a:pt x="24" y="128"/>
                      <a:pt x="23" y="128"/>
                    </a:cubicBezTo>
                    <a:cubicBezTo>
                      <a:pt x="23" y="128"/>
                      <a:pt x="23" y="128"/>
                      <a:pt x="23" y="128"/>
                    </a:cubicBezTo>
                    <a:cubicBezTo>
                      <a:pt x="23" y="128"/>
                      <a:pt x="22" y="128"/>
                      <a:pt x="23" y="127"/>
                    </a:cubicBezTo>
                    <a:cubicBezTo>
                      <a:pt x="23" y="127"/>
                      <a:pt x="23" y="127"/>
                      <a:pt x="23" y="127"/>
                    </a:cubicBezTo>
                    <a:cubicBezTo>
                      <a:pt x="23" y="127"/>
                      <a:pt x="23" y="127"/>
                      <a:pt x="22" y="126"/>
                    </a:cubicBezTo>
                    <a:cubicBezTo>
                      <a:pt x="22" y="126"/>
                      <a:pt x="22" y="126"/>
                      <a:pt x="22" y="125"/>
                    </a:cubicBezTo>
                    <a:cubicBezTo>
                      <a:pt x="21" y="125"/>
                      <a:pt x="21" y="125"/>
                      <a:pt x="21" y="125"/>
                    </a:cubicBezTo>
                    <a:cubicBezTo>
                      <a:pt x="21" y="125"/>
                      <a:pt x="21" y="125"/>
                      <a:pt x="21" y="125"/>
                    </a:cubicBezTo>
                    <a:cubicBezTo>
                      <a:pt x="21" y="124"/>
                      <a:pt x="21" y="124"/>
                      <a:pt x="21" y="124"/>
                    </a:cubicBezTo>
                    <a:cubicBezTo>
                      <a:pt x="21" y="124"/>
                      <a:pt x="21" y="124"/>
                      <a:pt x="21" y="124"/>
                    </a:cubicBezTo>
                    <a:cubicBezTo>
                      <a:pt x="21" y="124"/>
                      <a:pt x="21" y="124"/>
                      <a:pt x="21" y="124"/>
                    </a:cubicBezTo>
                    <a:cubicBezTo>
                      <a:pt x="21" y="123"/>
                      <a:pt x="21" y="123"/>
                      <a:pt x="21" y="122"/>
                    </a:cubicBezTo>
                    <a:cubicBezTo>
                      <a:pt x="21" y="121"/>
                      <a:pt x="21" y="120"/>
                      <a:pt x="21" y="120"/>
                    </a:cubicBezTo>
                    <a:cubicBezTo>
                      <a:pt x="21" y="120"/>
                      <a:pt x="21" y="120"/>
                      <a:pt x="20" y="120"/>
                    </a:cubicBezTo>
                    <a:cubicBezTo>
                      <a:pt x="20" y="120"/>
                      <a:pt x="20" y="120"/>
                      <a:pt x="20" y="120"/>
                    </a:cubicBezTo>
                    <a:cubicBezTo>
                      <a:pt x="20" y="120"/>
                      <a:pt x="20" y="120"/>
                      <a:pt x="20" y="120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20" y="119"/>
                      <a:pt x="20" y="118"/>
                      <a:pt x="20" y="118"/>
                    </a:cubicBezTo>
                    <a:cubicBezTo>
                      <a:pt x="20" y="118"/>
                      <a:pt x="20" y="118"/>
                      <a:pt x="20" y="118"/>
                    </a:cubicBezTo>
                    <a:cubicBezTo>
                      <a:pt x="19" y="118"/>
                      <a:pt x="19" y="118"/>
                      <a:pt x="19" y="118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19" y="117"/>
                      <a:pt x="19" y="117"/>
                      <a:pt x="19" y="116"/>
                    </a:cubicBezTo>
                    <a:cubicBezTo>
                      <a:pt x="19" y="116"/>
                      <a:pt x="19" y="116"/>
                      <a:pt x="19" y="116"/>
                    </a:cubicBezTo>
                    <a:cubicBezTo>
                      <a:pt x="19" y="116"/>
                      <a:pt x="19" y="116"/>
                      <a:pt x="19" y="116"/>
                    </a:cubicBezTo>
                    <a:cubicBezTo>
                      <a:pt x="19" y="116"/>
                      <a:pt x="19" y="116"/>
                      <a:pt x="19" y="116"/>
                    </a:cubicBezTo>
                    <a:cubicBezTo>
                      <a:pt x="18" y="116"/>
                      <a:pt x="18" y="116"/>
                      <a:pt x="18" y="115"/>
                    </a:cubicBezTo>
                    <a:cubicBezTo>
                      <a:pt x="18" y="115"/>
                      <a:pt x="18" y="115"/>
                      <a:pt x="18" y="115"/>
                    </a:cubicBezTo>
                    <a:cubicBezTo>
                      <a:pt x="17" y="115"/>
                      <a:pt x="17" y="114"/>
                      <a:pt x="17" y="114"/>
                    </a:cubicBezTo>
                    <a:cubicBezTo>
                      <a:pt x="17" y="114"/>
                      <a:pt x="17" y="113"/>
                      <a:pt x="17" y="113"/>
                    </a:cubicBezTo>
                    <a:cubicBezTo>
                      <a:pt x="16" y="113"/>
                      <a:pt x="16" y="112"/>
                      <a:pt x="16" y="112"/>
                    </a:cubicBezTo>
                    <a:cubicBezTo>
                      <a:pt x="16" y="111"/>
                      <a:pt x="15" y="111"/>
                      <a:pt x="15" y="110"/>
                    </a:cubicBezTo>
                    <a:cubicBezTo>
                      <a:pt x="14" y="110"/>
                      <a:pt x="14" y="110"/>
                      <a:pt x="14" y="110"/>
                    </a:cubicBezTo>
                    <a:cubicBezTo>
                      <a:pt x="13" y="109"/>
                      <a:pt x="13" y="108"/>
                      <a:pt x="13" y="108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14" y="105"/>
                      <a:pt x="14" y="105"/>
                      <a:pt x="14" y="105"/>
                    </a:cubicBezTo>
                    <a:cubicBezTo>
                      <a:pt x="14" y="105"/>
                      <a:pt x="14" y="105"/>
                      <a:pt x="14" y="105"/>
                    </a:cubicBezTo>
                    <a:cubicBezTo>
                      <a:pt x="14" y="105"/>
                      <a:pt x="14" y="105"/>
                      <a:pt x="14" y="105"/>
                    </a:cubicBezTo>
                    <a:cubicBezTo>
                      <a:pt x="14" y="105"/>
                      <a:pt x="14" y="104"/>
                      <a:pt x="14" y="104"/>
                    </a:cubicBezTo>
                    <a:cubicBezTo>
                      <a:pt x="14" y="104"/>
                      <a:pt x="14" y="104"/>
                      <a:pt x="14" y="104"/>
                    </a:cubicBezTo>
                    <a:cubicBezTo>
                      <a:pt x="14" y="103"/>
                      <a:pt x="14" y="103"/>
                      <a:pt x="15" y="103"/>
                    </a:cubicBezTo>
                    <a:cubicBezTo>
                      <a:pt x="15" y="103"/>
                      <a:pt x="15" y="103"/>
                      <a:pt x="15" y="103"/>
                    </a:cubicBezTo>
                    <a:cubicBezTo>
                      <a:pt x="15" y="103"/>
                      <a:pt x="15" y="103"/>
                      <a:pt x="15" y="102"/>
                    </a:cubicBezTo>
                    <a:cubicBezTo>
                      <a:pt x="15" y="102"/>
                      <a:pt x="15" y="102"/>
                      <a:pt x="15" y="102"/>
                    </a:cubicBezTo>
                    <a:cubicBezTo>
                      <a:pt x="14" y="102"/>
                      <a:pt x="14" y="101"/>
                      <a:pt x="14" y="100"/>
                    </a:cubicBezTo>
                    <a:cubicBezTo>
                      <a:pt x="14" y="100"/>
                      <a:pt x="14" y="100"/>
                      <a:pt x="14" y="100"/>
                    </a:cubicBezTo>
                    <a:cubicBezTo>
                      <a:pt x="14" y="98"/>
                      <a:pt x="14" y="98"/>
                      <a:pt x="14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7"/>
                      <a:pt x="15" y="97"/>
                    </a:cubicBezTo>
                    <a:cubicBezTo>
                      <a:pt x="15" y="97"/>
                      <a:pt x="16" y="97"/>
                      <a:pt x="16" y="97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6" y="95"/>
                      <a:pt x="16" y="95"/>
                      <a:pt x="16" y="95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7" y="91"/>
                      <a:pt x="17" y="91"/>
                      <a:pt x="17" y="91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18" y="92"/>
                      <a:pt x="18" y="91"/>
                      <a:pt x="18" y="90"/>
                    </a:cubicBezTo>
                    <a:cubicBezTo>
                      <a:pt x="18" y="90"/>
                      <a:pt x="18" y="89"/>
                      <a:pt x="18" y="89"/>
                    </a:cubicBezTo>
                    <a:cubicBezTo>
                      <a:pt x="17" y="89"/>
                      <a:pt x="17" y="89"/>
                      <a:pt x="17" y="89"/>
                    </a:cubicBezTo>
                    <a:cubicBezTo>
                      <a:pt x="17" y="88"/>
                      <a:pt x="17" y="88"/>
                      <a:pt x="17" y="88"/>
                    </a:cubicBezTo>
                    <a:cubicBezTo>
                      <a:pt x="17" y="88"/>
                      <a:pt x="17" y="88"/>
                      <a:pt x="17" y="88"/>
                    </a:cubicBezTo>
                    <a:cubicBezTo>
                      <a:pt x="17" y="87"/>
                      <a:pt x="17" y="87"/>
                      <a:pt x="17" y="86"/>
                    </a:cubicBezTo>
                    <a:cubicBezTo>
                      <a:pt x="17" y="86"/>
                      <a:pt x="17" y="86"/>
                      <a:pt x="17" y="86"/>
                    </a:cubicBezTo>
                    <a:cubicBezTo>
                      <a:pt x="16" y="86"/>
                      <a:pt x="16" y="86"/>
                      <a:pt x="16" y="85"/>
                    </a:cubicBezTo>
                    <a:cubicBezTo>
                      <a:pt x="16" y="84"/>
                      <a:pt x="16" y="84"/>
                      <a:pt x="16" y="84"/>
                    </a:cubicBezTo>
                    <a:cubicBezTo>
                      <a:pt x="16" y="84"/>
                      <a:pt x="16" y="84"/>
                      <a:pt x="16" y="84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2" y="84"/>
                      <a:pt x="12" y="84"/>
                      <a:pt x="12" y="84"/>
                    </a:cubicBezTo>
                    <a:cubicBezTo>
                      <a:pt x="12" y="84"/>
                      <a:pt x="12" y="84"/>
                      <a:pt x="12" y="84"/>
                    </a:cubicBezTo>
                    <a:cubicBezTo>
                      <a:pt x="12" y="84"/>
                      <a:pt x="12" y="84"/>
                      <a:pt x="12" y="84"/>
                    </a:cubicBezTo>
                    <a:cubicBezTo>
                      <a:pt x="12" y="84"/>
                      <a:pt x="12" y="84"/>
                      <a:pt x="12" y="84"/>
                    </a:cubicBezTo>
                    <a:cubicBezTo>
                      <a:pt x="12" y="84"/>
                      <a:pt x="12" y="84"/>
                      <a:pt x="12" y="84"/>
                    </a:cubicBezTo>
                    <a:cubicBezTo>
                      <a:pt x="12" y="84"/>
                      <a:pt x="12" y="84"/>
                      <a:pt x="12" y="84"/>
                    </a:cubicBezTo>
                    <a:cubicBezTo>
                      <a:pt x="12" y="84"/>
                      <a:pt x="11" y="83"/>
                      <a:pt x="11" y="83"/>
                    </a:cubicBezTo>
                    <a:cubicBezTo>
                      <a:pt x="11" y="82"/>
                      <a:pt x="11" y="82"/>
                      <a:pt x="11" y="82"/>
                    </a:cubicBezTo>
                    <a:cubicBezTo>
                      <a:pt x="11" y="82"/>
                      <a:pt x="11" y="82"/>
                      <a:pt x="11" y="82"/>
                    </a:cubicBezTo>
                    <a:cubicBezTo>
                      <a:pt x="11" y="82"/>
                      <a:pt x="11" y="82"/>
                      <a:pt x="11" y="82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79"/>
                    </a:cubicBezTo>
                    <a:cubicBezTo>
                      <a:pt x="11" y="79"/>
                      <a:pt x="11" y="79"/>
                      <a:pt x="11" y="79"/>
                    </a:cubicBez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78"/>
                      <a:pt x="10" y="78"/>
                      <a:pt x="10" y="78"/>
                    </a:cubicBezTo>
                    <a:cubicBezTo>
                      <a:pt x="10" y="78"/>
                      <a:pt x="10" y="78"/>
                      <a:pt x="10" y="78"/>
                    </a:cubicBezTo>
                    <a:cubicBezTo>
                      <a:pt x="10" y="78"/>
                      <a:pt x="10" y="78"/>
                      <a:pt x="10" y="78"/>
                    </a:cubicBezTo>
                    <a:cubicBezTo>
                      <a:pt x="10" y="77"/>
                      <a:pt x="10" y="77"/>
                      <a:pt x="10" y="76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9" y="76"/>
                      <a:pt x="9" y="76"/>
                      <a:pt x="9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9" y="75"/>
                      <a:pt x="8" y="75"/>
                      <a:pt x="8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8" y="74"/>
                      <a:pt x="8" y="74"/>
                      <a:pt x="7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4"/>
                      <a:pt x="6" y="74"/>
                      <a:pt x="6" y="74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6" y="73"/>
                      <a:pt x="5" y="73"/>
                      <a:pt x="5" y="72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4" y="72"/>
                      <a:pt x="4" y="72"/>
                      <a:pt x="4" y="71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4" y="71"/>
                      <a:pt x="3" y="71"/>
                      <a:pt x="3" y="71"/>
                    </a:cubicBezTo>
                    <a:cubicBezTo>
                      <a:pt x="3" y="70"/>
                      <a:pt x="2" y="70"/>
                      <a:pt x="2" y="70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1" y="70"/>
                      <a:pt x="1" y="70"/>
                      <a:pt x="1" y="70"/>
                    </a:cubicBezTo>
                    <a:cubicBezTo>
                      <a:pt x="1" y="70"/>
                      <a:pt x="1" y="70"/>
                      <a:pt x="1" y="70"/>
                    </a:cubicBezTo>
                    <a:cubicBezTo>
                      <a:pt x="0" y="70"/>
                      <a:pt x="0" y="69"/>
                      <a:pt x="0" y="6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1" y="56"/>
                      <a:pt x="1" y="56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2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1"/>
                      <a:pt x="2" y="51"/>
                    </a:cubicBezTo>
                    <a:cubicBezTo>
                      <a:pt x="2" y="51"/>
                      <a:pt x="2" y="51"/>
                      <a:pt x="2" y="51"/>
                    </a:cubicBezTo>
                    <a:cubicBezTo>
                      <a:pt x="2" y="51"/>
                      <a:pt x="2" y="51"/>
                      <a:pt x="2" y="51"/>
                    </a:cubicBezTo>
                    <a:cubicBezTo>
                      <a:pt x="1" y="51"/>
                      <a:pt x="1" y="51"/>
                      <a:pt x="1" y="51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4" y="46"/>
                      <a:pt x="6" y="41"/>
                      <a:pt x="9" y="37"/>
                    </a:cubicBezTo>
                    <a:cubicBezTo>
                      <a:pt x="17" y="28"/>
                      <a:pt x="26" y="19"/>
                      <a:pt x="36" y="11"/>
                    </a:cubicBezTo>
                    <a:cubicBezTo>
                      <a:pt x="42" y="7"/>
                      <a:pt x="47" y="4"/>
                      <a:pt x="53" y="1"/>
                    </a:cubicBezTo>
                    <a:cubicBezTo>
                      <a:pt x="54" y="0"/>
                      <a:pt x="54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0"/>
                      <a:pt x="58" y="2"/>
                    </a:cubicBezTo>
                    <a:cubicBezTo>
                      <a:pt x="58" y="2"/>
                      <a:pt x="58" y="3"/>
                      <a:pt x="58" y="4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5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2" y="6"/>
                      <a:pt x="52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0" y="6"/>
                      <a:pt x="50" y="6"/>
                      <a:pt x="50" y="6"/>
                    </a:cubicBezTo>
                    <a:cubicBezTo>
                      <a:pt x="50" y="6"/>
                      <a:pt x="50" y="6"/>
                      <a:pt x="50" y="6"/>
                    </a:cubicBezTo>
                    <a:cubicBezTo>
                      <a:pt x="50" y="6"/>
                      <a:pt x="50" y="6"/>
                      <a:pt x="50" y="6"/>
                    </a:cubicBezTo>
                    <a:cubicBezTo>
                      <a:pt x="50" y="6"/>
                      <a:pt x="50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9" y="7"/>
                      <a:pt x="49" y="7"/>
                      <a:pt x="49" y="7"/>
                    </a:cubicBezTo>
                    <a:cubicBezTo>
                      <a:pt x="49" y="7"/>
                      <a:pt x="49" y="7"/>
                      <a:pt x="49" y="7"/>
                    </a:cubicBezTo>
                    <a:cubicBezTo>
                      <a:pt x="49" y="7"/>
                      <a:pt x="49" y="8"/>
                      <a:pt x="49" y="8"/>
                    </a:cubicBezTo>
                    <a:cubicBezTo>
                      <a:pt x="49" y="9"/>
                      <a:pt x="49" y="9"/>
                      <a:pt x="49" y="9"/>
                    </a:cubicBezTo>
                    <a:cubicBezTo>
                      <a:pt x="49" y="9"/>
                      <a:pt x="49" y="9"/>
                      <a:pt x="49" y="9"/>
                    </a:cubicBezTo>
                    <a:cubicBezTo>
                      <a:pt x="49" y="9"/>
                      <a:pt x="49" y="10"/>
                      <a:pt x="49" y="10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7" y="11"/>
                      <a:pt x="47" y="11"/>
                      <a:pt x="47" y="11"/>
                    </a:cubicBezTo>
                    <a:cubicBezTo>
                      <a:pt x="47" y="11"/>
                      <a:pt x="47" y="11"/>
                      <a:pt x="47" y="11"/>
                    </a:cubicBezTo>
                    <a:cubicBezTo>
                      <a:pt x="47" y="11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3"/>
                    </a:cubicBezTo>
                    <a:cubicBezTo>
                      <a:pt x="47" y="13"/>
                      <a:pt x="48" y="14"/>
                      <a:pt x="48" y="14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8" y="15"/>
                      <a:pt x="48" y="15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5"/>
                      <a:pt x="48" y="14"/>
                      <a:pt x="48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3"/>
                      <a:pt x="50" y="13"/>
                      <a:pt x="50" y="13"/>
                    </a:cubicBezTo>
                    <a:cubicBezTo>
                      <a:pt x="50" y="13"/>
                      <a:pt x="51" y="13"/>
                      <a:pt x="51" y="13"/>
                    </a:cubicBezTo>
                    <a:cubicBezTo>
                      <a:pt x="51" y="13"/>
                      <a:pt x="51" y="13"/>
                      <a:pt x="51" y="13"/>
                    </a:cubicBezTo>
                    <a:cubicBezTo>
                      <a:pt x="52" y="13"/>
                      <a:pt x="52" y="13"/>
                      <a:pt x="52" y="12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52" y="11"/>
                      <a:pt x="52" y="11"/>
                      <a:pt x="53" y="11"/>
                    </a:cubicBezTo>
                    <a:cubicBezTo>
                      <a:pt x="53" y="11"/>
                      <a:pt x="53" y="11"/>
                      <a:pt x="53" y="11"/>
                    </a:cubicBezTo>
                    <a:cubicBezTo>
                      <a:pt x="53" y="10"/>
                      <a:pt x="53" y="9"/>
                      <a:pt x="53" y="9"/>
                    </a:cubicBezTo>
                    <a:cubicBezTo>
                      <a:pt x="53" y="9"/>
                      <a:pt x="53" y="9"/>
                      <a:pt x="53" y="9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7" y="8"/>
                      <a:pt x="57" y="8"/>
                    </a:cubicBezTo>
                    <a:cubicBezTo>
                      <a:pt x="57" y="8"/>
                      <a:pt x="58" y="7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6"/>
                      <a:pt x="64" y="6"/>
                      <a:pt x="64" y="7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3" y="8"/>
                      <a:pt x="63" y="8"/>
                      <a:pt x="63" y="9"/>
                    </a:cubicBezTo>
                    <a:cubicBezTo>
                      <a:pt x="63" y="9"/>
                      <a:pt x="63" y="9"/>
                      <a:pt x="63" y="9"/>
                    </a:cubicBezTo>
                    <a:cubicBezTo>
                      <a:pt x="63" y="9"/>
                      <a:pt x="63" y="9"/>
                      <a:pt x="64" y="9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5" y="9"/>
                      <a:pt x="65" y="9"/>
                      <a:pt x="65" y="8"/>
                    </a:cubicBezTo>
                    <a:cubicBezTo>
                      <a:pt x="65" y="8"/>
                      <a:pt x="65" y="8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11"/>
                      <a:pt x="67" y="11"/>
                      <a:pt x="67" y="11"/>
                    </a:cubicBezTo>
                    <a:cubicBezTo>
                      <a:pt x="67" y="11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3"/>
                      <a:pt x="67" y="13"/>
                      <a:pt x="68" y="14"/>
                    </a:cubicBezTo>
                    <a:cubicBezTo>
                      <a:pt x="68" y="14"/>
                      <a:pt x="68" y="15"/>
                      <a:pt x="68" y="15"/>
                    </a:cubicBezTo>
                    <a:cubicBezTo>
                      <a:pt x="67" y="15"/>
                      <a:pt x="67" y="16"/>
                      <a:pt x="66" y="16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65" y="16"/>
                      <a:pt x="64" y="16"/>
                      <a:pt x="64" y="16"/>
                    </a:cubicBezTo>
                    <a:cubicBezTo>
                      <a:pt x="64" y="16"/>
                      <a:pt x="63" y="16"/>
                      <a:pt x="63" y="16"/>
                    </a:cubicBezTo>
                    <a:cubicBezTo>
                      <a:pt x="63" y="16"/>
                      <a:pt x="63" y="16"/>
                      <a:pt x="63" y="16"/>
                    </a:cubicBezTo>
                    <a:cubicBezTo>
                      <a:pt x="63" y="16"/>
                      <a:pt x="63" y="16"/>
                      <a:pt x="63" y="16"/>
                    </a:cubicBezTo>
                    <a:cubicBezTo>
                      <a:pt x="63" y="16"/>
                      <a:pt x="62" y="17"/>
                      <a:pt x="62" y="17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8"/>
                      <a:pt x="54" y="18"/>
                      <a:pt x="53" y="18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3" y="18"/>
                      <a:pt x="53" y="19"/>
                      <a:pt x="53" y="19"/>
                    </a:cubicBezTo>
                    <a:cubicBezTo>
                      <a:pt x="52" y="19"/>
                      <a:pt x="52" y="19"/>
                      <a:pt x="52" y="19"/>
                    </a:cubicBezTo>
                    <a:cubicBezTo>
                      <a:pt x="52" y="19"/>
                      <a:pt x="52" y="19"/>
                      <a:pt x="52" y="19"/>
                    </a:cubicBezTo>
                    <a:cubicBezTo>
                      <a:pt x="51" y="19"/>
                      <a:pt x="51" y="19"/>
                      <a:pt x="51" y="19"/>
                    </a:cubicBezTo>
                    <a:cubicBezTo>
                      <a:pt x="51" y="19"/>
                      <a:pt x="51" y="19"/>
                      <a:pt x="51" y="19"/>
                    </a:cubicBezTo>
                    <a:cubicBezTo>
                      <a:pt x="51" y="19"/>
                      <a:pt x="51" y="20"/>
                      <a:pt x="51" y="20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0" y="21"/>
                      <a:pt x="51" y="21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ubicBezTo>
                      <a:pt x="51" y="20"/>
                      <a:pt x="52" y="20"/>
                      <a:pt x="52" y="20"/>
                    </a:cubicBezTo>
                    <a:cubicBezTo>
                      <a:pt x="54" y="20"/>
                      <a:pt x="54" y="20"/>
                      <a:pt x="54" y="20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4" y="22"/>
                      <a:pt x="54" y="22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53" y="23"/>
                      <a:pt x="53" y="23"/>
                      <a:pt x="53" y="23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4"/>
                      <a:pt x="51" y="24"/>
                      <a:pt x="50" y="24"/>
                    </a:cubicBezTo>
                    <a:cubicBezTo>
                      <a:pt x="50" y="24"/>
                      <a:pt x="49" y="24"/>
                      <a:pt x="49" y="24"/>
                    </a:cubicBezTo>
                    <a:cubicBezTo>
                      <a:pt x="49" y="24"/>
                      <a:pt x="49" y="24"/>
                      <a:pt x="49" y="24"/>
                    </a:cubicBezTo>
                    <a:cubicBezTo>
                      <a:pt x="49" y="24"/>
                      <a:pt x="49" y="24"/>
                      <a:pt x="49" y="24"/>
                    </a:cubicBezTo>
                    <a:cubicBezTo>
                      <a:pt x="49" y="24"/>
                      <a:pt x="49" y="25"/>
                      <a:pt x="49" y="25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8" y="25"/>
                      <a:pt x="47" y="25"/>
                      <a:pt x="47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5"/>
                      <a:pt x="47" y="26"/>
                      <a:pt x="47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8"/>
                    </a:cubicBezTo>
                    <a:cubicBezTo>
                      <a:pt x="45" y="28"/>
                      <a:pt x="45" y="29"/>
                      <a:pt x="45" y="29"/>
                    </a:cubicBezTo>
                    <a:cubicBezTo>
                      <a:pt x="45" y="29"/>
                      <a:pt x="45" y="29"/>
                      <a:pt x="45" y="30"/>
                    </a:cubicBezTo>
                    <a:cubicBezTo>
                      <a:pt x="44" y="30"/>
                      <a:pt x="44" y="30"/>
                      <a:pt x="44" y="30"/>
                    </a:cubicBezTo>
                    <a:cubicBezTo>
                      <a:pt x="44" y="30"/>
                      <a:pt x="44" y="30"/>
                      <a:pt x="44" y="30"/>
                    </a:cubicBezTo>
                    <a:cubicBezTo>
                      <a:pt x="44" y="30"/>
                      <a:pt x="44" y="30"/>
                      <a:pt x="43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0" y="31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9" y="32"/>
                      <a:pt x="38" y="33"/>
                      <a:pt x="37" y="34"/>
                    </a:cubicBezTo>
                    <a:cubicBezTo>
                      <a:pt x="37" y="34"/>
                      <a:pt x="37" y="34"/>
                      <a:pt x="37" y="35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7"/>
                      <a:pt x="36" y="37"/>
                      <a:pt x="36" y="37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7"/>
                      <a:pt x="36" y="37"/>
                      <a:pt x="35" y="38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4" y="39"/>
                      <a:pt x="34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2" y="40"/>
                    </a:cubicBezTo>
                    <a:cubicBezTo>
                      <a:pt x="32" y="40"/>
                      <a:pt x="31" y="41"/>
                      <a:pt x="31" y="41"/>
                    </a:cubicBezTo>
                    <a:cubicBezTo>
                      <a:pt x="31" y="42"/>
                      <a:pt x="31" y="42"/>
                      <a:pt x="30" y="42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30" y="42"/>
                      <a:pt x="29" y="42"/>
                      <a:pt x="29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9" y="42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29" y="43"/>
                      <a:pt x="29" y="43"/>
                      <a:pt x="29" y="44"/>
                    </a:cubicBezTo>
                    <a:cubicBezTo>
                      <a:pt x="29" y="44"/>
                      <a:pt x="29" y="44"/>
                      <a:pt x="29" y="44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29" y="44"/>
                      <a:pt x="29" y="44"/>
                      <a:pt x="29" y="44"/>
                    </a:cubicBezTo>
                    <a:cubicBezTo>
                      <a:pt x="29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5"/>
                    </a:cubicBezTo>
                    <a:cubicBezTo>
                      <a:pt x="28" y="45"/>
                      <a:pt x="28" y="45"/>
                      <a:pt x="27" y="45"/>
                    </a:cubicBezTo>
                    <a:cubicBezTo>
                      <a:pt x="27" y="45"/>
                      <a:pt x="27" y="45"/>
                      <a:pt x="26" y="45"/>
                    </a:cubicBezTo>
                    <a:cubicBezTo>
                      <a:pt x="26" y="45"/>
                      <a:pt x="26" y="45"/>
                      <a:pt x="26" y="45"/>
                    </a:cubicBezTo>
                    <a:cubicBezTo>
                      <a:pt x="26" y="45"/>
                      <a:pt x="26" y="45"/>
                      <a:pt x="26" y="45"/>
                    </a:cubicBezTo>
                    <a:cubicBezTo>
                      <a:pt x="26" y="45"/>
                      <a:pt x="26" y="45"/>
                      <a:pt x="26" y="45"/>
                    </a:cubicBezTo>
                    <a:cubicBezTo>
                      <a:pt x="26" y="45"/>
                      <a:pt x="26" y="45"/>
                      <a:pt x="26" y="45"/>
                    </a:cubicBezTo>
                    <a:cubicBezTo>
                      <a:pt x="26" y="45"/>
                      <a:pt x="26" y="45"/>
                      <a:pt x="26" y="45"/>
                    </a:cubicBezTo>
                    <a:cubicBezTo>
                      <a:pt x="26" y="45"/>
                      <a:pt x="26" y="46"/>
                      <a:pt x="26" y="47"/>
                    </a:cubicBezTo>
                    <a:cubicBezTo>
                      <a:pt x="26" y="47"/>
                      <a:pt x="26" y="47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48"/>
                      <a:pt x="25" y="49"/>
                      <a:pt x="25" y="49"/>
                    </a:cubicBezTo>
                    <a:cubicBezTo>
                      <a:pt x="25" y="49"/>
                      <a:pt x="25" y="49"/>
                      <a:pt x="25" y="49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1"/>
                      <a:pt x="24" y="51"/>
                    </a:cubicBezTo>
                    <a:cubicBezTo>
                      <a:pt x="24" y="52"/>
                      <a:pt x="24" y="54"/>
                      <a:pt x="22" y="54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22" y="53"/>
                      <a:pt x="22" y="53"/>
                      <a:pt x="21" y="53"/>
                    </a:cubicBezTo>
                    <a:cubicBezTo>
                      <a:pt x="21" y="53"/>
                      <a:pt x="21" y="53"/>
                      <a:pt x="21" y="53"/>
                    </a:cubicBezTo>
                    <a:cubicBezTo>
                      <a:pt x="21" y="53"/>
                      <a:pt x="21" y="53"/>
                      <a:pt x="21" y="52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0"/>
                      <a:pt x="22" y="50"/>
                    </a:cubicBezTo>
                    <a:cubicBezTo>
                      <a:pt x="22" y="50"/>
                      <a:pt x="22" y="49"/>
                      <a:pt x="22" y="48"/>
                    </a:cubicBezTo>
                    <a:cubicBezTo>
                      <a:pt x="22" y="47"/>
                      <a:pt x="21" y="47"/>
                      <a:pt x="21" y="46"/>
                    </a:cubicBezTo>
                    <a:cubicBezTo>
                      <a:pt x="21" y="46"/>
                      <a:pt x="21" y="46"/>
                      <a:pt x="20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19" y="46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8"/>
                      <a:pt x="17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5" y="48"/>
                      <a:pt x="15" y="48"/>
                      <a:pt x="14" y="48"/>
                    </a:cubicBezTo>
                    <a:cubicBezTo>
                      <a:pt x="14" y="48"/>
                      <a:pt x="14" y="47"/>
                      <a:pt x="14" y="47"/>
                    </a:cubicBezTo>
                    <a:cubicBezTo>
                      <a:pt x="14" y="47"/>
                      <a:pt x="14" y="47"/>
                      <a:pt x="14" y="47"/>
                    </a:cubicBezTo>
                    <a:cubicBezTo>
                      <a:pt x="14" y="47"/>
                      <a:pt x="14" y="47"/>
                      <a:pt x="14" y="48"/>
                    </a:cubicBezTo>
                    <a:cubicBezTo>
                      <a:pt x="14" y="48"/>
                      <a:pt x="13" y="48"/>
                      <a:pt x="13" y="48"/>
                    </a:cubicBezTo>
                    <a:cubicBezTo>
                      <a:pt x="13" y="49"/>
                      <a:pt x="13" y="49"/>
                      <a:pt x="12" y="50"/>
                    </a:cubicBezTo>
                    <a:cubicBezTo>
                      <a:pt x="12" y="50"/>
                      <a:pt x="11" y="50"/>
                      <a:pt x="11" y="51"/>
                    </a:cubicBezTo>
                    <a:cubicBezTo>
                      <a:pt x="11" y="51"/>
                      <a:pt x="11" y="51"/>
                      <a:pt x="11" y="51"/>
                    </a:cubicBezTo>
                    <a:cubicBezTo>
                      <a:pt x="11" y="52"/>
                      <a:pt x="10" y="52"/>
                      <a:pt x="10" y="52"/>
                    </a:cubicBezTo>
                    <a:cubicBezTo>
                      <a:pt x="10" y="52"/>
                      <a:pt x="10" y="52"/>
                      <a:pt x="10" y="52"/>
                    </a:cubicBezTo>
                    <a:cubicBezTo>
                      <a:pt x="10" y="52"/>
                      <a:pt x="10" y="52"/>
                      <a:pt x="10" y="52"/>
                    </a:cubicBezTo>
                    <a:cubicBezTo>
                      <a:pt x="10" y="52"/>
                      <a:pt x="10" y="53"/>
                      <a:pt x="10" y="53"/>
                    </a:cubicBezTo>
                    <a:cubicBezTo>
                      <a:pt x="10" y="53"/>
                      <a:pt x="10" y="53"/>
                      <a:pt x="10" y="53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9" y="54"/>
                      <a:pt x="9" y="54"/>
                      <a:pt x="9" y="55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8" y="56"/>
                      <a:pt x="8" y="56"/>
                      <a:pt x="8" y="57"/>
                    </a:cubicBezTo>
                    <a:cubicBezTo>
                      <a:pt x="8" y="57"/>
                      <a:pt x="8" y="58"/>
                      <a:pt x="8" y="58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58"/>
                      <a:pt x="7" y="58"/>
                      <a:pt x="7" y="58"/>
                    </a:cubicBezTo>
                    <a:cubicBezTo>
                      <a:pt x="7" y="58"/>
                      <a:pt x="7" y="58"/>
                      <a:pt x="7" y="58"/>
                    </a:cubicBezTo>
                    <a:cubicBezTo>
                      <a:pt x="7" y="58"/>
                      <a:pt x="7" y="59"/>
                      <a:pt x="7" y="59"/>
                    </a:cubicBezTo>
                    <a:cubicBezTo>
                      <a:pt x="7" y="59"/>
                      <a:pt x="7" y="60"/>
                      <a:pt x="7" y="60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6" y="60"/>
                      <a:pt x="6" y="60"/>
                      <a:pt x="6" y="61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5" y="61"/>
                      <a:pt x="5" y="61"/>
                      <a:pt x="5" y="61"/>
                    </a:cubicBezTo>
                    <a:cubicBezTo>
                      <a:pt x="5" y="61"/>
                      <a:pt x="5" y="61"/>
                      <a:pt x="5" y="61"/>
                    </a:cubicBezTo>
                    <a:cubicBezTo>
                      <a:pt x="5" y="61"/>
                      <a:pt x="5" y="61"/>
                      <a:pt x="5" y="61"/>
                    </a:cubicBezTo>
                    <a:cubicBezTo>
                      <a:pt x="5" y="61"/>
                      <a:pt x="5" y="61"/>
                      <a:pt x="5" y="62"/>
                    </a:cubicBezTo>
                    <a:cubicBezTo>
                      <a:pt x="5" y="62"/>
                      <a:pt x="5" y="62"/>
                      <a:pt x="5" y="62"/>
                    </a:cubicBezTo>
                    <a:cubicBezTo>
                      <a:pt x="5" y="62"/>
                      <a:pt x="5" y="63"/>
                      <a:pt x="5" y="63"/>
                    </a:cubicBezTo>
                    <a:cubicBezTo>
                      <a:pt x="5" y="63"/>
                      <a:pt x="5" y="63"/>
                      <a:pt x="5" y="63"/>
                    </a:cubicBezTo>
                    <a:cubicBezTo>
                      <a:pt x="5" y="63"/>
                      <a:pt x="5" y="63"/>
                      <a:pt x="5" y="63"/>
                    </a:cubicBezTo>
                    <a:cubicBezTo>
                      <a:pt x="6" y="63"/>
                      <a:pt x="6" y="63"/>
                      <a:pt x="6" y="64"/>
                    </a:cubicBezTo>
                    <a:cubicBezTo>
                      <a:pt x="6" y="64"/>
                      <a:pt x="6" y="64"/>
                      <a:pt x="6" y="64"/>
                    </a:cubicBezTo>
                    <a:cubicBezTo>
                      <a:pt x="6" y="64"/>
                      <a:pt x="6" y="65"/>
                      <a:pt x="6" y="65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7" y="65"/>
                      <a:pt x="7" y="65"/>
                      <a:pt x="8" y="64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8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10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1"/>
                      <a:pt x="11" y="60"/>
                      <a:pt x="12" y="60"/>
                    </a:cubicBezTo>
                    <a:cubicBezTo>
                      <a:pt x="12" y="60"/>
                      <a:pt x="12" y="60"/>
                      <a:pt x="13" y="60"/>
                    </a:cubicBezTo>
                    <a:cubicBezTo>
                      <a:pt x="13" y="60"/>
                      <a:pt x="13" y="60"/>
                      <a:pt x="14" y="60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4" y="61"/>
                      <a:pt x="14" y="61"/>
                      <a:pt x="14" y="61"/>
                    </a:cubicBezTo>
                    <a:cubicBezTo>
                      <a:pt x="14" y="61"/>
                      <a:pt x="14" y="61"/>
                      <a:pt x="14" y="61"/>
                    </a:cubicBezTo>
                    <a:cubicBezTo>
                      <a:pt x="14" y="62"/>
                      <a:pt x="14" y="62"/>
                      <a:pt x="14" y="63"/>
                    </a:cubicBezTo>
                    <a:cubicBezTo>
                      <a:pt x="14" y="65"/>
                      <a:pt x="13" y="65"/>
                      <a:pt x="12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2" y="65"/>
                      <a:pt x="12" y="66"/>
                      <a:pt x="12" y="66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2" y="68"/>
                      <a:pt x="12" y="68"/>
                      <a:pt x="12" y="68"/>
                    </a:cubicBezTo>
                    <a:cubicBezTo>
                      <a:pt x="11" y="68"/>
                      <a:pt x="11" y="68"/>
                      <a:pt x="11" y="68"/>
                    </a:cubicBezTo>
                    <a:cubicBezTo>
                      <a:pt x="11" y="68"/>
                      <a:pt x="11" y="68"/>
                      <a:pt x="11" y="68"/>
                    </a:cubicBezTo>
                    <a:cubicBezTo>
                      <a:pt x="11" y="68"/>
                      <a:pt x="11" y="68"/>
                      <a:pt x="11" y="69"/>
                    </a:cubicBezTo>
                    <a:cubicBezTo>
                      <a:pt x="11" y="69"/>
                      <a:pt x="11" y="69"/>
                      <a:pt x="11" y="69"/>
                    </a:cubicBezTo>
                    <a:cubicBezTo>
                      <a:pt x="11" y="69"/>
                      <a:pt x="11" y="69"/>
                      <a:pt x="12" y="69"/>
                    </a:cubicBezTo>
                    <a:cubicBezTo>
                      <a:pt x="12" y="69"/>
                      <a:pt x="12" y="69"/>
                      <a:pt x="12" y="69"/>
                    </a:cubicBezTo>
                    <a:cubicBezTo>
                      <a:pt x="12" y="69"/>
                      <a:pt x="12" y="69"/>
                      <a:pt x="13" y="69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4" y="69"/>
                      <a:pt x="14" y="70"/>
                      <a:pt x="14" y="70"/>
                    </a:cubicBezTo>
                    <a:cubicBezTo>
                      <a:pt x="15" y="70"/>
                      <a:pt x="14" y="71"/>
                      <a:pt x="14" y="71"/>
                    </a:cubicBezTo>
                    <a:cubicBezTo>
                      <a:pt x="14" y="72"/>
                      <a:pt x="14" y="72"/>
                      <a:pt x="15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5" y="74"/>
                      <a:pt x="16" y="75"/>
                      <a:pt x="15" y="75"/>
                    </a:cubicBezTo>
                    <a:cubicBezTo>
                      <a:pt x="15" y="76"/>
                      <a:pt x="14" y="76"/>
                      <a:pt x="13" y="76"/>
                    </a:cubicBezTo>
                    <a:cubicBezTo>
                      <a:pt x="13" y="76"/>
                      <a:pt x="13" y="77"/>
                      <a:pt x="13" y="77"/>
                    </a:cubicBezTo>
                    <a:cubicBezTo>
                      <a:pt x="13" y="77"/>
                      <a:pt x="13" y="77"/>
                      <a:pt x="13" y="77"/>
                    </a:cubicBezTo>
                    <a:cubicBezTo>
                      <a:pt x="13" y="77"/>
                      <a:pt x="13" y="77"/>
                      <a:pt x="13" y="77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3" y="79"/>
                      <a:pt x="14" y="79"/>
                      <a:pt x="14" y="79"/>
                    </a:cubicBezTo>
                    <a:cubicBezTo>
                      <a:pt x="14" y="79"/>
                      <a:pt x="14" y="79"/>
                      <a:pt x="14" y="79"/>
                    </a:cubicBezTo>
                    <a:cubicBezTo>
                      <a:pt x="14" y="79"/>
                      <a:pt x="14" y="80"/>
                      <a:pt x="14" y="80"/>
                    </a:cubicBezTo>
                    <a:cubicBezTo>
                      <a:pt x="14" y="80"/>
                      <a:pt x="15" y="80"/>
                      <a:pt x="15" y="80"/>
                    </a:cubicBezTo>
                    <a:cubicBezTo>
                      <a:pt x="15" y="80"/>
                      <a:pt x="15" y="80"/>
                      <a:pt x="15" y="80"/>
                    </a:cubicBezTo>
                    <a:cubicBezTo>
                      <a:pt x="15" y="80"/>
                      <a:pt x="15" y="80"/>
                      <a:pt x="15" y="80"/>
                    </a:cubicBezTo>
                    <a:cubicBezTo>
                      <a:pt x="15" y="80"/>
                      <a:pt x="15" y="80"/>
                      <a:pt x="15" y="81"/>
                    </a:cubicBezTo>
                    <a:cubicBezTo>
                      <a:pt x="15" y="80"/>
                      <a:pt x="16" y="80"/>
                      <a:pt x="17" y="80"/>
                    </a:cubicBezTo>
                    <a:cubicBezTo>
                      <a:pt x="17" y="80"/>
                      <a:pt x="17" y="80"/>
                      <a:pt x="17" y="80"/>
                    </a:cubicBezTo>
                    <a:cubicBezTo>
                      <a:pt x="17" y="80"/>
                      <a:pt x="17" y="80"/>
                      <a:pt x="18" y="80"/>
                    </a:cubicBezTo>
                    <a:cubicBezTo>
                      <a:pt x="18" y="80"/>
                      <a:pt x="19" y="80"/>
                      <a:pt x="19" y="81"/>
                    </a:cubicBezTo>
                    <a:cubicBezTo>
                      <a:pt x="19" y="81"/>
                      <a:pt x="19" y="81"/>
                      <a:pt x="19" y="81"/>
                    </a:cubicBezTo>
                    <a:cubicBezTo>
                      <a:pt x="19" y="81"/>
                      <a:pt x="19" y="81"/>
                      <a:pt x="19" y="81"/>
                    </a:cubicBezTo>
                    <a:cubicBezTo>
                      <a:pt x="19" y="81"/>
                      <a:pt x="19" y="81"/>
                      <a:pt x="19" y="81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20" y="82"/>
                      <a:pt x="20" y="82"/>
                      <a:pt x="21" y="82"/>
                    </a:cubicBezTo>
                    <a:cubicBezTo>
                      <a:pt x="21" y="82"/>
                      <a:pt x="21" y="82"/>
                      <a:pt x="21" y="82"/>
                    </a:cubicBezTo>
                    <a:cubicBezTo>
                      <a:pt x="21" y="82"/>
                      <a:pt x="21" y="82"/>
                      <a:pt x="21" y="82"/>
                    </a:cubicBezTo>
                    <a:cubicBezTo>
                      <a:pt x="22" y="82"/>
                      <a:pt x="22" y="82"/>
                      <a:pt x="22" y="82"/>
                    </a:cubicBezTo>
                    <a:cubicBezTo>
                      <a:pt x="22" y="82"/>
                      <a:pt x="22" y="82"/>
                      <a:pt x="22" y="82"/>
                    </a:cubicBezTo>
                    <a:cubicBezTo>
                      <a:pt x="22" y="81"/>
                      <a:pt x="22" y="81"/>
                      <a:pt x="22" y="81"/>
                    </a:cubicBezTo>
                    <a:cubicBezTo>
                      <a:pt x="22" y="81"/>
                      <a:pt x="22" y="81"/>
                      <a:pt x="22" y="81"/>
                    </a:cubicBezTo>
                    <a:cubicBezTo>
                      <a:pt x="22" y="81"/>
                      <a:pt x="21" y="80"/>
                      <a:pt x="21" y="80"/>
                    </a:cubicBezTo>
                    <a:cubicBezTo>
                      <a:pt x="21" y="80"/>
                      <a:pt x="21" y="80"/>
                      <a:pt x="21" y="79"/>
                    </a:cubicBezTo>
                    <a:cubicBezTo>
                      <a:pt x="21" y="79"/>
                      <a:pt x="21" y="79"/>
                      <a:pt x="21" y="79"/>
                    </a:cubicBezTo>
                    <a:cubicBezTo>
                      <a:pt x="21" y="79"/>
                      <a:pt x="21" y="79"/>
                      <a:pt x="21" y="79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3" y="79"/>
                      <a:pt x="23" y="79"/>
                      <a:pt x="23" y="78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5" y="78"/>
                      <a:pt x="25" y="78"/>
                      <a:pt x="25" y="77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6" y="77"/>
                      <a:pt x="26" y="77"/>
                      <a:pt x="26" y="77"/>
                    </a:cubicBezTo>
                    <a:cubicBezTo>
                      <a:pt x="27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9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30" y="77"/>
                      <a:pt x="30" y="77"/>
                      <a:pt x="30" y="77"/>
                    </a:cubicBezTo>
                    <a:cubicBezTo>
                      <a:pt x="30" y="77"/>
                      <a:pt x="31" y="77"/>
                      <a:pt x="31" y="77"/>
                    </a:cubicBezTo>
                    <a:cubicBezTo>
                      <a:pt x="32" y="77"/>
                      <a:pt x="32" y="78"/>
                      <a:pt x="33" y="78"/>
                    </a:cubicBezTo>
                    <a:cubicBezTo>
                      <a:pt x="33" y="78"/>
                      <a:pt x="33" y="78"/>
                      <a:pt x="34" y="79"/>
                    </a:cubicBezTo>
                    <a:cubicBezTo>
                      <a:pt x="34" y="79"/>
                      <a:pt x="35" y="79"/>
                      <a:pt x="35" y="79"/>
                    </a:cubicBezTo>
                    <a:cubicBezTo>
                      <a:pt x="36" y="79"/>
                      <a:pt x="36" y="79"/>
                      <a:pt x="37" y="79"/>
                    </a:cubicBezTo>
                    <a:cubicBezTo>
                      <a:pt x="38" y="78"/>
                      <a:pt x="38" y="78"/>
                      <a:pt x="38" y="78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9" y="80"/>
                    </a:cubicBezTo>
                    <a:cubicBezTo>
                      <a:pt x="39" y="80"/>
                      <a:pt x="39" y="81"/>
                      <a:pt x="39" y="81"/>
                    </a:cubicBezTo>
                    <a:cubicBezTo>
                      <a:pt x="39" y="81"/>
                      <a:pt x="39" y="81"/>
                      <a:pt x="39" y="80"/>
                    </a:cubicBezTo>
                    <a:cubicBezTo>
                      <a:pt x="39" y="80"/>
                      <a:pt x="39" y="80"/>
                      <a:pt x="39" y="80"/>
                    </a:cubicBezTo>
                    <a:cubicBezTo>
                      <a:pt x="39" y="80"/>
                      <a:pt x="39" y="80"/>
                      <a:pt x="39" y="80"/>
                    </a:cubicBezTo>
                    <a:cubicBezTo>
                      <a:pt x="39" y="80"/>
                      <a:pt x="40" y="79"/>
                      <a:pt x="40" y="79"/>
                    </a:cubicBezTo>
                    <a:cubicBezTo>
                      <a:pt x="42" y="79"/>
                      <a:pt x="42" y="79"/>
                      <a:pt x="42" y="79"/>
                    </a:cubicBezTo>
                    <a:cubicBezTo>
                      <a:pt x="41" y="80"/>
                      <a:pt x="41" y="80"/>
                      <a:pt x="41" y="80"/>
                    </a:cubicBezTo>
                    <a:cubicBezTo>
                      <a:pt x="41" y="80"/>
                      <a:pt x="41" y="80"/>
                      <a:pt x="41" y="80"/>
                    </a:cubicBezTo>
                    <a:cubicBezTo>
                      <a:pt x="41" y="80"/>
                      <a:pt x="41" y="80"/>
                      <a:pt x="41" y="80"/>
                    </a:cubicBezTo>
                    <a:cubicBezTo>
                      <a:pt x="41" y="80"/>
                      <a:pt x="42" y="80"/>
                      <a:pt x="42" y="80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2" y="81"/>
                      <a:pt x="42" y="81"/>
                      <a:pt x="42" y="81"/>
                    </a:cubicBezTo>
                    <a:cubicBezTo>
                      <a:pt x="42" y="82"/>
                      <a:pt x="42" y="82"/>
                      <a:pt x="42" y="82"/>
                    </a:cubicBezTo>
                    <a:cubicBezTo>
                      <a:pt x="42" y="82"/>
                      <a:pt x="42" y="82"/>
                      <a:pt x="42" y="82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4" y="82"/>
                      <a:pt x="44" y="82"/>
                      <a:pt x="44" y="82"/>
                    </a:cubicBezTo>
                    <a:cubicBezTo>
                      <a:pt x="45" y="82"/>
                      <a:pt x="45" y="82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7" y="84"/>
                      <a:pt x="47" y="85"/>
                      <a:pt x="47" y="85"/>
                    </a:cubicBezTo>
                    <a:cubicBezTo>
                      <a:pt x="47" y="85"/>
                      <a:pt x="47" y="85"/>
                      <a:pt x="47" y="85"/>
                    </a:cubicBezTo>
                    <a:cubicBezTo>
                      <a:pt x="47" y="86"/>
                      <a:pt x="48" y="86"/>
                      <a:pt x="48" y="86"/>
                    </a:cubicBezTo>
                    <a:cubicBezTo>
                      <a:pt x="48" y="86"/>
                      <a:pt x="49" y="86"/>
                      <a:pt x="49" y="86"/>
                    </a:cubicBezTo>
                    <a:cubicBezTo>
                      <a:pt x="49" y="86"/>
                      <a:pt x="50" y="86"/>
                      <a:pt x="50" y="86"/>
                    </a:cubicBezTo>
                    <a:cubicBezTo>
                      <a:pt x="51" y="86"/>
                      <a:pt x="51" y="86"/>
                      <a:pt x="51" y="86"/>
                    </a:cubicBezTo>
                    <a:cubicBezTo>
                      <a:pt x="51" y="87"/>
                      <a:pt x="51" y="87"/>
                      <a:pt x="51" y="87"/>
                    </a:cubicBezTo>
                    <a:cubicBezTo>
                      <a:pt x="51" y="87"/>
                      <a:pt x="51" y="87"/>
                      <a:pt x="52" y="87"/>
                    </a:cubicBezTo>
                    <a:cubicBezTo>
                      <a:pt x="53" y="87"/>
                      <a:pt x="53" y="87"/>
                      <a:pt x="53" y="87"/>
                    </a:cubicBezTo>
                    <a:cubicBezTo>
                      <a:pt x="53" y="87"/>
                      <a:pt x="54" y="87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ubicBezTo>
                      <a:pt x="55" y="88"/>
                      <a:pt x="55" y="88"/>
                      <a:pt x="55" y="89"/>
                    </a:cubicBezTo>
                    <a:cubicBezTo>
                      <a:pt x="55" y="89"/>
                      <a:pt x="55" y="89"/>
                      <a:pt x="55" y="89"/>
                    </a:cubicBezTo>
                    <a:cubicBezTo>
                      <a:pt x="56" y="89"/>
                      <a:pt x="56" y="90"/>
                      <a:pt x="57" y="90"/>
                    </a:cubicBezTo>
                    <a:cubicBezTo>
                      <a:pt x="57" y="90"/>
                      <a:pt x="57" y="91"/>
                      <a:pt x="57" y="91"/>
                    </a:cubicBezTo>
                    <a:cubicBezTo>
                      <a:pt x="57" y="91"/>
                      <a:pt x="57" y="91"/>
                      <a:pt x="57" y="91"/>
                    </a:cubicBezTo>
                    <a:cubicBezTo>
                      <a:pt x="57" y="91"/>
                      <a:pt x="57" y="91"/>
                      <a:pt x="57" y="91"/>
                    </a:cubicBezTo>
                    <a:cubicBezTo>
                      <a:pt x="57" y="91"/>
                      <a:pt x="57" y="91"/>
                      <a:pt x="57" y="92"/>
                    </a:cubicBezTo>
                    <a:cubicBezTo>
                      <a:pt x="57" y="92"/>
                      <a:pt x="57" y="92"/>
                      <a:pt x="57" y="92"/>
                    </a:cubicBezTo>
                    <a:cubicBezTo>
                      <a:pt x="58" y="92"/>
                      <a:pt x="58" y="92"/>
                      <a:pt x="59" y="93"/>
                    </a:cubicBezTo>
                    <a:cubicBezTo>
                      <a:pt x="59" y="93"/>
                      <a:pt x="59" y="93"/>
                      <a:pt x="59" y="93"/>
                    </a:cubicBezTo>
                    <a:cubicBezTo>
                      <a:pt x="59" y="93"/>
                      <a:pt x="59" y="93"/>
                      <a:pt x="59" y="93"/>
                    </a:cubicBezTo>
                    <a:cubicBezTo>
                      <a:pt x="59" y="93"/>
                      <a:pt x="59" y="93"/>
                      <a:pt x="59" y="93"/>
                    </a:cubicBezTo>
                    <a:cubicBezTo>
                      <a:pt x="59" y="93"/>
                      <a:pt x="59" y="93"/>
                      <a:pt x="59" y="93"/>
                    </a:cubicBezTo>
                    <a:cubicBezTo>
                      <a:pt x="60" y="93"/>
                      <a:pt x="60" y="93"/>
                      <a:pt x="60" y="93"/>
                    </a:cubicBezTo>
                    <a:cubicBezTo>
                      <a:pt x="60" y="94"/>
                      <a:pt x="60" y="94"/>
                      <a:pt x="60" y="94"/>
                    </a:cubicBezTo>
                    <a:cubicBezTo>
                      <a:pt x="60" y="94"/>
                      <a:pt x="60" y="94"/>
                      <a:pt x="60" y="94"/>
                    </a:cubicBezTo>
                    <a:cubicBezTo>
                      <a:pt x="61" y="94"/>
                      <a:pt x="62" y="95"/>
                      <a:pt x="62" y="95"/>
                    </a:cubicBezTo>
                    <a:cubicBezTo>
                      <a:pt x="63" y="96"/>
                      <a:pt x="63" y="96"/>
                      <a:pt x="63" y="97"/>
                    </a:cubicBezTo>
                    <a:cubicBezTo>
                      <a:pt x="63" y="97"/>
                      <a:pt x="63" y="97"/>
                      <a:pt x="63" y="98"/>
                    </a:cubicBezTo>
                    <a:cubicBezTo>
                      <a:pt x="63" y="98"/>
                      <a:pt x="63" y="98"/>
                      <a:pt x="63" y="98"/>
                    </a:cubicBezTo>
                    <a:cubicBezTo>
                      <a:pt x="63" y="98"/>
                      <a:pt x="62" y="98"/>
                      <a:pt x="62" y="98"/>
                    </a:cubicBezTo>
                    <a:cubicBezTo>
                      <a:pt x="62" y="98"/>
                      <a:pt x="62" y="98"/>
                      <a:pt x="62" y="98"/>
                    </a:cubicBezTo>
                    <a:cubicBezTo>
                      <a:pt x="60" y="98"/>
                      <a:pt x="60" y="98"/>
                      <a:pt x="60" y="98"/>
                    </a:cubicBezTo>
                    <a:cubicBezTo>
                      <a:pt x="60" y="98"/>
                      <a:pt x="60" y="99"/>
                      <a:pt x="60" y="99"/>
                    </a:cubicBezTo>
                    <a:cubicBezTo>
                      <a:pt x="60" y="99"/>
                      <a:pt x="59" y="99"/>
                      <a:pt x="59" y="99"/>
                    </a:cubicBezTo>
                    <a:cubicBezTo>
                      <a:pt x="58" y="99"/>
                      <a:pt x="58" y="99"/>
                      <a:pt x="58" y="99"/>
                    </a:cubicBezTo>
                    <a:cubicBezTo>
                      <a:pt x="58" y="99"/>
                      <a:pt x="58" y="99"/>
                      <a:pt x="58" y="99"/>
                    </a:cubicBezTo>
                    <a:cubicBezTo>
                      <a:pt x="58" y="99"/>
                      <a:pt x="58" y="99"/>
                      <a:pt x="58" y="99"/>
                    </a:cubicBezTo>
                    <a:cubicBezTo>
                      <a:pt x="58" y="99"/>
                      <a:pt x="58" y="99"/>
                      <a:pt x="58" y="100"/>
                    </a:cubicBezTo>
                    <a:cubicBezTo>
                      <a:pt x="58" y="100"/>
                      <a:pt x="58" y="100"/>
                      <a:pt x="59" y="100"/>
                    </a:cubicBezTo>
                    <a:cubicBezTo>
                      <a:pt x="59" y="100"/>
                      <a:pt x="59" y="100"/>
                      <a:pt x="59" y="100"/>
                    </a:cubicBezTo>
                    <a:cubicBezTo>
                      <a:pt x="60" y="100"/>
                      <a:pt x="60" y="100"/>
                      <a:pt x="60" y="100"/>
                    </a:cubicBezTo>
                    <a:cubicBezTo>
                      <a:pt x="60" y="100"/>
                      <a:pt x="60" y="100"/>
                      <a:pt x="60" y="100"/>
                    </a:cubicBezTo>
                    <a:cubicBezTo>
                      <a:pt x="61" y="100"/>
                      <a:pt x="61" y="100"/>
                      <a:pt x="61" y="100"/>
                    </a:cubicBezTo>
                    <a:cubicBezTo>
                      <a:pt x="62" y="100"/>
                      <a:pt x="62" y="100"/>
                      <a:pt x="62" y="100"/>
                    </a:cubicBezTo>
                    <a:cubicBezTo>
                      <a:pt x="65" y="100"/>
                      <a:pt x="65" y="100"/>
                      <a:pt x="65" y="100"/>
                    </a:cubicBezTo>
                    <a:cubicBezTo>
                      <a:pt x="65" y="100"/>
                      <a:pt x="66" y="100"/>
                      <a:pt x="66" y="100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6" y="100"/>
                      <a:pt x="67" y="100"/>
                      <a:pt x="67" y="101"/>
                    </a:cubicBezTo>
                    <a:cubicBezTo>
                      <a:pt x="67" y="101"/>
                      <a:pt x="67" y="101"/>
                      <a:pt x="67" y="101"/>
                    </a:cubicBezTo>
                    <a:cubicBezTo>
                      <a:pt x="67" y="101"/>
                      <a:pt x="67" y="101"/>
                      <a:pt x="67" y="101"/>
                    </a:cubicBezTo>
                    <a:cubicBezTo>
                      <a:pt x="67" y="101"/>
                      <a:pt x="67" y="101"/>
                      <a:pt x="67" y="101"/>
                    </a:cubicBezTo>
                    <a:cubicBezTo>
                      <a:pt x="67" y="101"/>
                      <a:pt x="67" y="101"/>
                      <a:pt x="67" y="101"/>
                    </a:cubicBezTo>
                    <a:cubicBezTo>
                      <a:pt x="67" y="102"/>
                      <a:pt x="68" y="102"/>
                      <a:pt x="68" y="102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2"/>
                      <a:pt x="70" y="102"/>
                      <a:pt x="70" y="103"/>
                    </a:cubicBezTo>
                    <a:cubicBezTo>
                      <a:pt x="70" y="103"/>
                      <a:pt x="71" y="103"/>
                      <a:pt x="71" y="103"/>
                    </a:cubicBezTo>
                    <a:cubicBezTo>
                      <a:pt x="72" y="103"/>
                      <a:pt x="72" y="103"/>
                      <a:pt x="72" y="103"/>
                    </a:cubicBezTo>
                    <a:cubicBezTo>
                      <a:pt x="72" y="103"/>
                      <a:pt x="72" y="103"/>
                      <a:pt x="72" y="103"/>
                    </a:cubicBezTo>
                    <a:cubicBezTo>
                      <a:pt x="72" y="103"/>
                      <a:pt x="73" y="103"/>
                      <a:pt x="73" y="103"/>
                    </a:cubicBezTo>
                    <a:cubicBezTo>
                      <a:pt x="74" y="103"/>
                      <a:pt x="75" y="103"/>
                      <a:pt x="75" y="103"/>
                    </a:cubicBezTo>
                    <a:cubicBezTo>
                      <a:pt x="75" y="103"/>
                      <a:pt x="75" y="104"/>
                      <a:pt x="76" y="104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7" y="104"/>
                      <a:pt x="77" y="104"/>
                      <a:pt x="77" y="104"/>
                    </a:cubicBezTo>
                    <a:cubicBezTo>
                      <a:pt x="77" y="104"/>
                      <a:pt x="77" y="104"/>
                      <a:pt x="77" y="104"/>
                    </a:cubicBezTo>
                    <a:cubicBezTo>
                      <a:pt x="78" y="104"/>
                      <a:pt x="78" y="104"/>
                      <a:pt x="78" y="104"/>
                    </a:cubicBezTo>
                    <a:cubicBezTo>
                      <a:pt x="78" y="104"/>
                      <a:pt x="78" y="104"/>
                      <a:pt x="78" y="104"/>
                    </a:cubicBezTo>
                    <a:cubicBezTo>
                      <a:pt x="79" y="104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80" y="104"/>
                    </a:cubicBezTo>
                    <a:cubicBezTo>
                      <a:pt x="80" y="104"/>
                      <a:pt x="80" y="105"/>
                      <a:pt x="80" y="105"/>
                    </a:cubicBezTo>
                    <a:cubicBezTo>
                      <a:pt x="80" y="105"/>
                      <a:pt x="80" y="105"/>
                      <a:pt x="81" y="106"/>
                    </a:cubicBezTo>
                    <a:cubicBezTo>
                      <a:pt x="82" y="106"/>
                      <a:pt x="82" y="106"/>
                      <a:pt x="82" y="106"/>
                    </a:cubicBezTo>
                    <a:cubicBezTo>
                      <a:pt x="82" y="106"/>
                      <a:pt x="82" y="106"/>
                      <a:pt x="82" y="106"/>
                    </a:cubicBezTo>
                    <a:cubicBezTo>
                      <a:pt x="82" y="106"/>
                      <a:pt x="82" y="106"/>
                      <a:pt x="82" y="106"/>
                    </a:cubicBezTo>
                    <a:cubicBezTo>
                      <a:pt x="82" y="106"/>
                      <a:pt x="83" y="107"/>
                      <a:pt x="83" y="107"/>
                    </a:cubicBezTo>
                    <a:cubicBezTo>
                      <a:pt x="83" y="107"/>
                      <a:pt x="84" y="107"/>
                      <a:pt x="85" y="107"/>
                    </a:cubicBezTo>
                    <a:cubicBezTo>
                      <a:pt x="85" y="107"/>
                      <a:pt x="85" y="107"/>
                      <a:pt x="86" y="107"/>
                    </a:cubicBezTo>
                    <a:cubicBezTo>
                      <a:pt x="86" y="107"/>
                      <a:pt x="86" y="107"/>
                      <a:pt x="86" y="107"/>
                    </a:cubicBezTo>
                    <a:cubicBezTo>
                      <a:pt x="87" y="107"/>
                      <a:pt x="87" y="107"/>
                      <a:pt x="87" y="107"/>
                    </a:cubicBezTo>
                    <a:cubicBezTo>
                      <a:pt x="87" y="108"/>
                      <a:pt x="87" y="108"/>
                      <a:pt x="87" y="108"/>
                    </a:cubicBezTo>
                    <a:cubicBezTo>
                      <a:pt x="87" y="108"/>
                      <a:pt x="87" y="108"/>
                      <a:pt x="87" y="108"/>
                    </a:cubicBezTo>
                    <a:cubicBezTo>
                      <a:pt x="87" y="108"/>
                      <a:pt x="87" y="108"/>
                      <a:pt x="87" y="108"/>
                    </a:cubicBezTo>
                    <a:cubicBezTo>
                      <a:pt x="87" y="108"/>
                      <a:pt x="87" y="108"/>
                      <a:pt x="87" y="108"/>
                    </a:cubicBezTo>
                    <a:cubicBezTo>
                      <a:pt x="88" y="108"/>
                      <a:pt x="88" y="108"/>
                      <a:pt x="88" y="108"/>
                    </a:cubicBezTo>
                    <a:cubicBezTo>
                      <a:pt x="88" y="112"/>
                      <a:pt x="88" y="112"/>
                      <a:pt x="88" y="112"/>
                    </a:cubicBezTo>
                    <a:cubicBezTo>
                      <a:pt x="87" y="112"/>
                      <a:pt x="87" y="112"/>
                      <a:pt x="87" y="112"/>
                    </a:cubicBezTo>
                    <a:cubicBezTo>
                      <a:pt x="87" y="112"/>
                      <a:pt x="87" y="112"/>
                      <a:pt x="87" y="112"/>
                    </a:cubicBezTo>
                    <a:cubicBezTo>
                      <a:pt x="87" y="112"/>
                      <a:pt x="87" y="112"/>
                      <a:pt x="87" y="112"/>
                    </a:cubicBezTo>
                    <a:cubicBezTo>
                      <a:pt x="87" y="112"/>
                      <a:pt x="87" y="112"/>
                      <a:pt x="87" y="112"/>
                    </a:cubicBezTo>
                    <a:cubicBezTo>
                      <a:pt x="87" y="113"/>
                      <a:pt x="87" y="114"/>
                      <a:pt x="87" y="114"/>
                    </a:cubicBezTo>
                    <a:cubicBezTo>
                      <a:pt x="87" y="114"/>
                      <a:pt x="87" y="114"/>
                      <a:pt x="87" y="114"/>
                    </a:cubicBezTo>
                    <a:cubicBezTo>
                      <a:pt x="88" y="114"/>
                      <a:pt x="88" y="114"/>
                      <a:pt x="88" y="114"/>
                    </a:cubicBezTo>
                    <a:cubicBezTo>
                      <a:pt x="88" y="115"/>
                      <a:pt x="88" y="115"/>
                      <a:pt x="88" y="115"/>
                    </a:cubicBezTo>
                    <a:cubicBezTo>
                      <a:pt x="88" y="115"/>
                      <a:pt x="88" y="115"/>
                      <a:pt x="88" y="115"/>
                    </a:cubicBezTo>
                    <a:cubicBezTo>
                      <a:pt x="88" y="115"/>
                      <a:pt x="88" y="116"/>
                      <a:pt x="87" y="116"/>
                    </a:cubicBezTo>
                    <a:cubicBezTo>
                      <a:pt x="87" y="116"/>
                      <a:pt x="87" y="116"/>
                      <a:pt x="87" y="116"/>
                    </a:cubicBezTo>
                    <a:cubicBezTo>
                      <a:pt x="86" y="117"/>
                      <a:pt x="85" y="118"/>
                      <a:pt x="85" y="119"/>
                    </a:cubicBezTo>
                    <a:cubicBezTo>
                      <a:pt x="85" y="119"/>
                      <a:pt x="84" y="119"/>
                      <a:pt x="84" y="119"/>
                    </a:cubicBezTo>
                    <a:cubicBezTo>
                      <a:pt x="84" y="120"/>
                      <a:pt x="84" y="120"/>
                      <a:pt x="83" y="120"/>
                    </a:cubicBezTo>
                    <a:cubicBezTo>
                      <a:pt x="83" y="120"/>
                      <a:pt x="83" y="120"/>
                      <a:pt x="83" y="120"/>
                    </a:cubicBezTo>
                    <a:cubicBezTo>
                      <a:pt x="83" y="120"/>
                      <a:pt x="83" y="120"/>
                      <a:pt x="83" y="120"/>
                    </a:cubicBezTo>
                    <a:cubicBezTo>
                      <a:pt x="83" y="120"/>
                      <a:pt x="83" y="120"/>
                      <a:pt x="83" y="120"/>
                    </a:cubicBezTo>
                    <a:cubicBezTo>
                      <a:pt x="83" y="120"/>
                      <a:pt x="83" y="120"/>
                      <a:pt x="83" y="120"/>
                    </a:cubicBezTo>
                    <a:cubicBezTo>
                      <a:pt x="83" y="121"/>
                      <a:pt x="83" y="121"/>
                      <a:pt x="83" y="121"/>
                    </a:cubicBezTo>
                    <a:cubicBezTo>
                      <a:pt x="83" y="121"/>
                      <a:pt x="83" y="121"/>
                      <a:pt x="83" y="121"/>
                    </a:cubicBezTo>
                    <a:cubicBezTo>
                      <a:pt x="83" y="121"/>
                      <a:pt x="83" y="121"/>
                      <a:pt x="82" y="121"/>
                    </a:cubicBezTo>
                    <a:cubicBezTo>
                      <a:pt x="82" y="121"/>
                      <a:pt x="82" y="121"/>
                      <a:pt x="82" y="121"/>
                    </a:cubicBezTo>
                    <a:cubicBezTo>
                      <a:pt x="82" y="122"/>
                      <a:pt x="82" y="122"/>
                      <a:pt x="82" y="122"/>
                    </a:cubicBezTo>
                    <a:cubicBezTo>
                      <a:pt x="82" y="122"/>
                      <a:pt x="82" y="123"/>
                      <a:pt x="81" y="123"/>
                    </a:cubicBezTo>
                    <a:cubicBezTo>
                      <a:pt x="81" y="123"/>
                      <a:pt x="81" y="123"/>
                      <a:pt x="81" y="123"/>
                    </a:cubicBezTo>
                    <a:cubicBezTo>
                      <a:pt x="81" y="123"/>
                      <a:pt x="81" y="123"/>
                      <a:pt x="81" y="123"/>
                    </a:cubicBezTo>
                    <a:cubicBezTo>
                      <a:pt x="80" y="123"/>
                      <a:pt x="80" y="123"/>
                      <a:pt x="80" y="123"/>
                    </a:cubicBezTo>
                    <a:cubicBezTo>
                      <a:pt x="80" y="123"/>
                      <a:pt x="80" y="123"/>
                      <a:pt x="80" y="123"/>
                    </a:cubicBezTo>
                    <a:cubicBezTo>
                      <a:pt x="80" y="123"/>
                      <a:pt x="80" y="123"/>
                      <a:pt x="80" y="123"/>
                    </a:cubicBezTo>
                    <a:cubicBezTo>
                      <a:pt x="80" y="123"/>
                      <a:pt x="79" y="124"/>
                      <a:pt x="80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80" y="125"/>
                      <a:pt x="80" y="125"/>
                      <a:pt x="80" y="125"/>
                    </a:cubicBezTo>
                    <a:cubicBezTo>
                      <a:pt x="80" y="128"/>
                      <a:pt x="80" y="128"/>
                      <a:pt x="80" y="128"/>
                    </a:cubicBezTo>
                    <a:cubicBezTo>
                      <a:pt x="80" y="129"/>
                      <a:pt x="80" y="129"/>
                      <a:pt x="80" y="130"/>
                    </a:cubicBezTo>
                    <a:cubicBezTo>
                      <a:pt x="80" y="131"/>
                      <a:pt x="80" y="132"/>
                      <a:pt x="81" y="133"/>
                    </a:cubicBezTo>
                    <a:cubicBezTo>
                      <a:pt x="81" y="134"/>
                      <a:pt x="80" y="135"/>
                      <a:pt x="79" y="135"/>
                    </a:cubicBezTo>
                    <a:cubicBezTo>
                      <a:pt x="79" y="135"/>
                      <a:pt x="78" y="135"/>
                      <a:pt x="78" y="135"/>
                    </a:cubicBezTo>
                    <a:cubicBezTo>
                      <a:pt x="78" y="136"/>
                      <a:pt x="78" y="136"/>
                      <a:pt x="77" y="137"/>
                    </a:cubicBezTo>
                    <a:cubicBezTo>
                      <a:pt x="77" y="137"/>
                      <a:pt x="77" y="137"/>
                      <a:pt x="77" y="138"/>
                    </a:cubicBezTo>
                    <a:cubicBezTo>
                      <a:pt x="77" y="138"/>
                      <a:pt x="76" y="138"/>
                      <a:pt x="76" y="138"/>
                    </a:cubicBezTo>
                    <a:cubicBezTo>
                      <a:pt x="76" y="138"/>
                      <a:pt x="76" y="138"/>
                      <a:pt x="76" y="138"/>
                    </a:cubicBezTo>
                    <a:cubicBezTo>
                      <a:pt x="76" y="138"/>
                      <a:pt x="75" y="138"/>
                      <a:pt x="75" y="138"/>
                    </a:cubicBezTo>
                    <a:cubicBezTo>
                      <a:pt x="75" y="138"/>
                      <a:pt x="75" y="139"/>
                      <a:pt x="75" y="139"/>
                    </a:cubicBezTo>
                    <a:cubicBezTo>
                      <a:pt x="75" y="139"/>
                      <a:pt x="74" y="139"/>
                      <a:pt x="74" y="139"/>
                    </a:cubicBezTo>
                    <a:cubicBezTo>
                      <a:pt x="74" y="139"/>
                      <a:pt x="74" y="139"/>
                      <a:pt x="73" y="139"/>
                    </a:cubicBezTo>
                    <a:cubicBezTo>
                      <a:pt x="73" y="139"/>
                      <a:pt x="73" y="139"/>
                      <a:pt x="73" y="139"/>
                    </a:cubicBezTo>
                    <a:cubicBezTo>
                      <a:pt x="73" y="139"/>
                      <a:pt x="73" y="140"/>
                      <a:pt x="73" y="140"/>
                    </a:cubicBezTo>
                    <a:cubicBezTo>
                      <a:pt x="73" y="140"/>
                      <a:pt x="73" y="140"/>
                      <a:pt x="73" y="141"/>
                    </a:cubicBezTo>
                    <a:cubicBezTo>
                      <a:pt x="73" y="141"/>
                      <a:pt x="73" y="141"/>
                      <a:pt x="73" y="141"/>
                    </a:cubicBezTo>
                    <a:cubicBezTo>
                      <a:pt x="72" y="141"/>
                      <a:pt x="72" y="141"/>
                      <a:pt x="72" y="141"/>
                    </a:cubicBezTo>
                    <a:cubicBezTo>
                      <a:pt x="72" y="141"/>
                      <a:pt x="72" y="141"/>
                      <a:pt x="72" y="141"/>
                    </a:cubicBezTo>
                    <a:cubicBezTo>
                      <a:pt x="72" y="141"/>
                      <a:pt x="72" y="141"/>
                      <a:pt x="72" y="141"/>
                    </a:cubicBezTo>
                    <a:cubicBezTo>
                      <a:pt x="72" y="141"/>
                      <a:pt x="72" y="141"/>
                      <a:pt x="72" y="141"/>
                    </a:cubicBezTo>
                    <a:cubicBezTo>
                      <a:pt x="72" y="141"/>
                      <a:pt x="72" y="141"/>
                      <a:pt x="72" y="141"/>
                    </a:cubicBezTo>
                    <a:cubicBezTo>
                      <a:pt x="72" y="142"/>
                      <a:pt x="72" y="142"/>
                      <a:pt x="71" y="142"/>
                    </a:cubicBezTo>
                    <a:cubicBezTo>
                      <a:pt x="70" y="142"/>
                      <a:pt x="70" y="142"/>
                      <a:pt x="70" y="142"/>
                    </a:cubicBezTo>
                    <a:cubicBezTo>
                      <a:pt x="70" y="142"/>
                      <a:pt x="70" y="142"/>
                      <a:pt x="69" y="142"/>
                    </a:cubicBezTo>
                    <a:cubicBezTo>
                      <a:pt x="69" y="142"/>
                      <a:pt x="69" y="142"/>
                      <a:pt x="68" y="142"/>
                    </a:cubicBezTo>
                    <a:cubicBezTo>
                      <a:pt x="68" y="142"/>
                      <a:pt x="67" y="142"/>
                      <a:pt x="67" y="142"/>
                    </a:cubicBezTo>
                    <a:cubicBezTo>
                      <a:pt x="66" y="142"/>
                      <a:pt x="66" y="143"/>
                      <a:pt x="66" y="143"/>
                    </a:cubicBezTo>
                    <a:cubicBezTo>
                      <a:pt x="66" y="143"/>
                      <a:pt x="66" y="143"/>
                      <a:pt x="66" y="143"/>
                    </a:cubicBezTo>
                    <a:cubicBezTo>
                      <a:pt x="65" y="144"/>
                      <a:pt x="65" y="144"/>
                      <a:pt x="65" y="145"/>
                    </a:cubicBezTo>
                    <a:cubicBezTo>
                      <a:pt x="65" y="145"/>
                      <a:pt x="65" y="145"/>
                      <a:pt x="65" y="145"/>
                    </a:cubicBezTo>
                    <a:cubicBezTo>
                      <a:pt x="65" y="146"/>
                      <a:pt x="65" y="146"/>
                      <a:pt x="65" y="146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4" y="152"/>
                      <a:pt x="64" y="152"/>
                      <a:pt x="64" y="152"/>
                    </a:cubicBezTo>
                    <a:cubicBezTo>
                      <a:pt x="64" y="152"/>
                      <a:pt x="64" y="153"/>
                      <a:pt x="63" y="154"/>
                    </a:cubicBezTo>
                    <a:cubicBezTo>
                      <a:pt x="63" y="155"/>
                      <a:pt x="62" y="155"/>
                      <a:pt x="61" y="156"/>
                    </a:cubicBezTo>
                    <a:cubicBezTo>
                      <a:pt x="61" y="156"/>
                      <a:pt x="61" y="156"/>
                      <a:pt x="61" y="156"/>
                    </a:cubicBezTo>
                    <a:cubicBezTo>
                      <a:pt x="61" y="156"/>
                      <a:pt x="60" y="156"/>
                      <a:pt x="60" y="156"/>
                    </a:cubicBezTo>
                    <a:cubicBezTo>
                      <a:pt x="60" y="156"/>
                      <a:pt x="60" y="156"/>
                      <a:pt x="60" y="156"/>
                    </a:cubicBezTo>
                    <a:cubicBezTo>
                      <a:pt x="60" y="156"/>
                      <a:pt x="60" y="156"/>
                      <a:pt x="60" y="156"/>
                    </a:cubicBezTo>
                    <a:cubicBezTo>
                      <a:pt x="60" y="157"/>
                      <a:pt x="60" y="157"/>
                      <a:pt x="60" y="158"/>
                    </a:cubicBezTo>
                    <a:cubicBezTo>
                      <a:pt x="60" y="158"/>
                      <a:pt x="60" y="158"/>
                      <a:pt x="60" y="158"/>
                    </a:cubicBezTo>
                    <a:cubicBezTo>
                      <a:pt x="60" y="159"/>
                      <a:pt x="60" y="159"/>
                      <a:pt x="60" y="159"/>
                    </a:cubicBezTo>
                    <a:cubicBezTo>
                      <a:pt x="59" y="159"/>
                      <a:pt x="59" y="159"/>
                      <a:pt x="59" y="159"/>
                    </a:cubicBezTo>
                    <a:cubicBezTo>
                      <a:pt x="59" y="159"/>
                      <a:pt x="59" y="159"/>
                      <a:pt x="59" y="159"/>
                    </a:cubicBezTo>
                    <a:cubicBezTo>
                      <a:pt x="59" y="159"/>
                      <a:pt x="59" y="159"/>
                      <a:pt x="59" y="159"/>
                    </a:cubicBezTo>
                    <a:cubicBezTo>
                      <a:pt x="59" y="159"/>
                      <a:pt x="59" y="159"/>
                      <a:pt x="59" y="159"/>
                    </a:cubicBezTo>
                    <a:cubicBezTo>
                      <a:pt x="59" y="160"/>
                      <a:pt x="59" y="160"/>
                      <a:pt x="59" y="160"/>
                    </a:cubicBezTo>
                    <a:cubicBezTo>
                      <a:pt x="55" y="160"/>
                      <a:pt x="55" y="160"/>
                      <a:pt x="55" y="160"/>
                    </a:cubicBezTo>
                    <a:cubicBezTo>
                      <a:pt x="55" y="160"/>
                      <a:pt x="55" y="160"/>
                      <a:pt x="55" y="160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6" y="160"/>
                      <a:pt x="56" y="160"/>
                      <a:pt x="57" y="160"/>
                    </a:cubicBezTo>
                    <a:cubicBezTo>
                      <a:pt x="57" y="160"/>
                      <a:pt x="57" y="160"/>
                      <a:pt x="57" y="160"/>
                    </a:cubicBezTo>
                    <a:cubicBezTo>
                      <a:pt x="57" y="161"/>
                      <a:pt x="57" y="161"/>
                      <a:pt x="57" y="161"/>
                    </a:cubicBezTo>
                    <a:cubicBezTo>
                      <a:pt x="57" y="161"/>
                      <a:pt x="57" y="162"/>
                      <a:pt x="58" y="162"/>
                    </a:cubicBezTo>
                    <a:cubicBezTo>
                      <a:pt x="58" y="162"/>
                      <a:pt x="59" y="163"/>
                      <a:pt x="58" y="164"/>
                    </a:cubicBezTo>
                    <a:cubicBezTo>
                      <a:pt x="58" y="165"/>
                      <a:pt x="57" y="165"/>
                      <a:pt x="56" y="165"/>
                    </a:cubicBezTo>
                    <a:cubicBezTo>
                      <a:pt x="56" y="165"/>
                      <a:pt x="56" y="165"/>
                      <a:pt x="56" y="165"/>
                    </a:cubicBezTo>
                    <a:cubicBezTo>
                      <a:pt x="56" y="165"/>
                      <a:pt x="56" y="165"/>
                      <a:pt x="56" y="165"/>
                    </a:cubicBezTo>
                    <a:cubicBezTo>
                      <a:pt x="55" y="165"/>
                      <a:pt x="55" y="165"/>
                      <a:pt x="55" y="165"/>
                    </a:cubicBezTo>
                    <a:cubicBezTo>
                      <a:pt x="55" y="165"/>
                      <a:pt x="55" y="165"/>
                      <a:pt x="55" y="166"/>
                    </a:cubicBezTo>
                    <a:cubicBezTo>
                      <a:pt x="55" y="167"/>
                      <a:pt x="55" y="167"/>
                      <a:pt x="55" y="167"/>
                    </a:cubicBezTo>
                    <a:cubicBezTo>
                      <a:pt x="55" y="166"/>
                      <a:pt x="55" y="166"/>
                      <a:pt x="55" y="166"/>
                    </a:cubicBezTo>
                    <a:cubicBezTo>
                      <a:pt x="54" y="166"/>
                      <a:pt x="54" y="166"/>
                      <a:pt x="53" y="166"/>
                    </a:cubicBezTo>
                    <a:cubicBezTo>
                      <a:pt x="53" y="166"/>
                      <a:pt x="53" y="166"/>
                      <a:pt x="53" y="166"/>
                    </a:cubicBezTo>
                    <a:cubicBezTo>
                      <a:pt x="53" y="166"/>
                      <a:pt x="53" y="167"/>
                      <a:pt x="53" y="167"/>
                    </a:cubicBezTo>
                    <a:cubicBezTo>
                      <a:pt x="53" y="167"/>
                      <a:pt x="53" y="167"/>
                      <a:pt x="53" y="167"/>
                    </a:cubicBezTo>
                    <a:cubicBezTo>
                      <a:pt x="53" y="168"/>
                      <a:pt x="52" y="169"/>
                      <a:pt x="51" y="169"/>
                    </a:cubicBezTo>
                    <a:cubicBezTo>
                      <a:pt x="51" y="169"/>
                      <a:pt x="51" y="169"/>
                      <a:pt x="51" y="169"/>
                    </a:cubicBezTo>
                    <a:cubicBezTo>
                      <a:pt x="51" y="169"/>
                      <a:pt x="51" y="169"/>
                      <a:pt x="51" y="169"/>
                    </a:cubicBezTo>
                    <a:cubicBezTo>
                      <a:pt x="51" y="169"/>
                      <a:pt x="51" y="169"/>
                      <a:pt x="51" y="169"/>
                    </a:cubicBezTo>
                    <a:cubicBezTo>
                      <a:pt x="51" y="169"/>
                      <a:pt x="51" y="170"/>
                      <a:pt x="51" y="170"/>
                    </a:cubicBezTo>
                    <a:cubicBezTo>
                      <a:pt x="51" y="170"/>
                      <a:pt x="51" y="170"/>
                      <a:pt x="51" y="170"/>
                    </a:cubicBezTo>
                    <a:cubicBezTo>
                      <a:pt x="52" y="170"/>
                      <a:pt x="52" y="170"/>
                      <a:pt x="52" y="170"/>
                    </a:cubicBezTo>
                    <a:cubicBezTo>
                      <a:pt x="52" y="170"/>
                      <a:pt x="52" y="170"/>
                      <a:pt x="52" y="170"/>
                    </a:cubicBezTo>
                    <a:cubicBezTo>
                      <a:pt x="52" y="170"/>
                      <a:pt x="52" y="171"/>
                      <a:pt x="52" y="171"/>
                    </a:cubicBezTo>
                    <a:cubicBezTo>
                      <a:pt x="52" y="171"/>
                      <a:pt x="52" y="171"/>
                      <a:pt x="52" y="171"/>
                    </a:cubicBezTo>
                    <a:cubicBezTo>
                      <a:pt x="52" y="171"/>
                      <a:pt x="53" y="172"/>
                      <a:pt x="53" y="172"/>
                    </a:cubicBezTo>
                    <a:cubicBezTo>
                      <a:pt x="53" y="173"/>
                      <a:pt x="53" y="173"/>
                      <a:pt x="53" y="173"/>
                    </a:cubicBezTo>
                    <a:cubicBezTo>
                      <a:pt x="53" y="174"/>
                      <a:pt x="53" y="175"/>
                      <a:pt x="53" y="175"/>
                    </a:cubicBezTo>
                    <a:cubicBezTo>
                      <a:pt x="53" y="175"/>
                      <a:pt x="53" y="175"/>
                      <a:pt x="53" y="175"/>
                    </a:cubicBezTo>
                    <a:cubicBezTo>
                      <a:pt x="53" y="175"/>
                      <a:pt x="53" y="175"/>
                      <a:pt x="53" y="176"/>
                    </a:cubicBezTo>
                    <a:cubicBezTo>
                      <a:pt x="54" y="176"/>
                      <a:pt x="54" y="176"/>
                      <a:pt x="54" y="176"/>
                    </a:cubicBezTo>
                    <a:cubicBezTo>
                      <a:pt x="54" y="176"/>
                      <a:pt x="54" y="176"/>
                      <a:pt x="54" y="176"/>
                    </a:cubicBezTo>
                    <a:cubicBezTo>
                      <a:pt x="54" y="178"/>
                      <a:pt x="54" y="178"/>
                      <a:pt x="54" y="178"/>
                    </a:cubicBezTo>
                    <a:cubicBezTo>
                      <a:pt x="54" y="178"/>
                      <a:pt x="54" y="178"/>
                      <a:pt x="54" y="178"/>
                    </a:cubicBezTo>
                    <a:cubicBezTo>
                      <a:pt x="53" y="178"/>
                      <a:pt x="53" y="178"/>
                      <a:pt x="53" y="178"/>
                    </a:cubicBezTo>
                    <a:cubicBezTo>
                      <a:pt x="54" y="178"/>
                      <a:pt x="54" y="178"/>
                      <a:pt x="54" y="178"/>
                    </a:cubicBezTo>
                    <a:cubicBezTo>
                      <a:pt x="54" y="178"/>
                      <a:pt x="55" y="178"/>
                      <a:pt x="55" y="179"/>
                    </a:cubicBezTo>
                    <a:cubicBezTo>
                      <a:pt x="55" y="179"/>
                      <a:pt x="55" y="180"/>
                      <a:pt x="55" y="180"/>
                    </a:cubicBezTo>
                    <a:cubicBezTo>
                      <a:pt x="55" y="180"/>
                      <a:pt x="55" y="180"/>
                      <a:pt x="55" y="181"/>
                    </a:cubicBezTo>
                    <a:cubicBezTo>
                      <a:pt x="55" y="181"/>
                      <a:pt x="55" y="181"/>
                      <a:pt x="55" y="181"/>
                    </a:cubicBezTo>
                    <a:cubicBezTo>
                      <a:pt x="55" y="181"/>
                      <a:pt x="55" y="181"/>
                      <a:pt x="55" y="181"/>
                    </a:cubicBezTo>
                    <a:cubicBezTo>
                      <a:pt x="55" y="181"/>
                      <a:pt x="55" y="181"/>
                      <a:pt x="54" y="181"/>
                    </a:cubicBezTo>
                    <a:cubicBezTo>
                      <a:pt x="54" y="181"/>
                      <a:pt x="54" y="181"/>
                      <a:pt x="54" y="181"/>
                    </a:cubicBezTo>
                    <a:cubicBezTo>
                      <a:pt x="54" y="181"/>
                      <a:pt x="54" y="181"/>
                      <a:pt x="54" y="181"/>
                    </a:cubicBezTo>
                    <a:cubicBezTo>
                      <a:pt x="54" y="181"/>
                      <a:pt x="55" y="182"/>
                      <a:pt x="55" y="182"/>
                    </a:cubicBezTo>
                    <a:cubicBezTo>
                      <a:pt x="55" y="182"/>
                      <a:pt x="55" y="182"/>
                      <a:pt x="55" y="183"/>
                    </a:cubicBezTo>
                    <a:cubicBezTo>
                      <a:pt x="55" y="183"/>
                      <a:pt x="55" y="183"/>
                      <a:pt x="55" y="184"/>
                    </a:cubicBezTo>
                    <a:cubicBezTo>
                      <a:pt x="55" y="184"/>
                      <a:pt x="54" y="184"/>
                      <a:pt x="54" y="1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3" name="Freeform 16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4260" y="2053"/>
                <a:ext cx="40" cy="66"/>
              </a:xfrm>
              <a:custGeom>
                <a:avLst/>
                <a:gdLst>
                  <a:gd name="T0" fmla="*/ 2 w 9"/>
                  <a:gd name="T1" fmla="*/ 15 h 15"/>
                  <a:gd name="T2" fmla="*/ 1 w 9"/>
                  <a:gd name="T3" fmla="*/ 15 h 15"/>
                  <a:gd name="T4" fmla="*/ 0 w 9"/>
                  <a:gd name="T5" fmla="*/ 15 h 15"/>
                  <a:gd name="T6" fmla="*/ 1 w 9"/>
                  <a:gd name="T7" fmla="*/ 14 h 15"/>
                  <a:gd name="T8" fmla="*/ 1 w 9"/>
                  <a:gd name="T9" fmla="*/ 13 h 15"/>
                  <a:gd name="T10" fmla="*/ 1 w 9"/>
                  <a:gd name="T11" fmla="*/ 10 h 15"/>
                  <a:gd name="T12" fmla="*/ 1 w 9"/>
                  <a:gd name="T13" fmla="*/ 9 h 15"/>
                  <a:gd name="T14" fmla="*/ 1 w 9"/>
                  <a:gd name="T15" fmla="*/ 9 h 15"/>
                  <a:gd name="T16" fmla="*/ 2 w 9"/>
                  <a:gd name="T17" fmla="*/ 7 h 15"/>
                  <a:gd name="T18" fmla="*/ 2 w 9"/>
                  <a:gd name="T19" fmla="*/ 6 h 15"/>
                  <a:gd name="T20" fmla="*/ 2 w 9"/>
                  <a:gd name="T21" fmla="*/ 6 h 15"/>
                  <a:gd name="T22" fmla="*/ 3 w 9"/>
                  <a:gd name="T23" fmla="*/ 5 h 15"/>
                  <a:gd name="T24" fmla="*/ 3 w 9"/>
                  <a:gd name="T25" fmla="*/ 5 h 15"/>
                  <a:gd name="T26" fmla="*/ 3 w 9"/>
                  <a:gd name="T27" fmla="*/ 4 h 15"/>
                  <a:gd name="T28" fmla="*/ 4 w 9"/>
                  <a:gd name="T29" fmla="*/ 3 h 15"/>
                  <a:gd name="T30" fmla="*/ 5 w 9"/>
                  <a:gd name="T31" fmla="*/ 2 h 15"/>
                  <a:gd name="T32" fmla="*/ 6 w 9"/>
                  <a:gd name="T33" fmla="*/ 0 h 15"/>
                  <a:gd name="T34" fmla="*/ 7 w 9"/>
                  <a:gd name="T35" fmla="*/ 1 h 15"/>
                  <a:gd name="T36" fmla="*/ 7 w 9"/>
                  <a:gd name="T37" fmla="*/ 1 h 15"/>
                  <a:gd name="T38" fmla="*/ 8 w 9"/>
                  <a:gd name="T39" fmla="*/ 1 h 15"/>
                  <a:gd name="T40" fmla="*/ 8 w 9"/>
                  <a:gd name="T41" fmla="*/ 2 h 15"/>
                  <a:gd name="T42" fmla="*/ 6 w 9"/>
                  <a:gd name="T43" fmla="*/ 6 h 15"/>
                  <a:gd name="T44" fmla="*/ 6 w 9"/>
                  <a:gd name="T45" fmla="*/ 6 h 15"/>
                  <a:gd name="T46" fmla="*/ 5 w 9"/>
                  <a:gd name="T47" fmla="*/ 6 h 15"/>
                  <a:gd name="T48" fmla="*/ 6 w 9"/>
                  <a:gd name="T49" fmla="*/ 7 h 15"/>
                  <a:gd name="T50" fmla="*/ 6 w 9"/>
                  <a:gd name="T51" fmla="*/ 7 h 15"/>
                  <a:gd name="T52" fmla="*/ 5 w 9"/>
                  <a:gd name="T53" fmla="*/ 8 h 15"/>
                  <a:gd name="T54" fmla="*/ 5 w 9"/>
                  <a:gd name="T55" fmla="*/ 8 h 15"/>
                  <a:gd name="T56" fmla="*/ 5 w 9"/>
                  <a:gd name="T57" fmla="*/ 9 h 15"/>
                  <a:gd name="T58" fmla="*/ 5 w 9"/>
                  <a:gd name="T59" fmla="*/ 9 h 15"/>
                  <a:gd name="T60" fmla="*/ 5 w 9"/>
                  <a:gd name="T61" fmla="*/ 10 h 15"/>
                  <a:gd name="T62" fmla="*/ 5 w 9"/>
                  <a:gd name="T63" fmla="*/ 11 h 15"/>
                  <a:gd name="T64" fmla="*/ 4 w 9"/>
                  <a:gd name="T65" fmla="*/ 12 h 15"/>
                  <a:gd name="T66" fmla="*/ 4 w 9"/>
                  <a:gd name="T67" fmla="*/ 12 h 15"/>
                  <a:gd name="T68" fmla="*/ 4 w 9"/>
                  <a:gd name="T69" fmla="*/ 13 h 15"/>
                  <a:gd name="T70" fmla="*/ 2 w 9"/>
                  <a:gd name="T71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" h="15">
                    <a:moveTo>
                      <a:pt x="2" y="15"/>
                    </a:moveTo>
                    <a:cubicBezTo>
                      <a:pt x="1" y="15"/>
                      <a:pt x="1" y="15"/>
                      <a:pt x="1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3"/>
                      <a:pt x="1" y="13"/>
                    </a:cubicBezTo>
                    <a:cubicBezTo>
                      <a:pt x="0" y="12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8"/>
                      <a:pt x="1" y="7"/>
                      <a:pt x="2" y="7"/>
                    </a:cubicBezTo>
                    <a:cubicBezTo>
                      <a:pt x="2" y="7"/>
                      <a:pt x="2" y="7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4"/>
                    </a:cubicBezTo>
                    <a:cubicBezTo>
                      <a:pt x="3" y="4"/>
                      <a:pt x="4" y="3"/>
                      <a:pt x="4" y="3"/>
                    </a:cubicBezTo>
                    <a:cubicBezTo>
                      <a:pt x="4" y="2"/>
                      <a:pt x="5" y="2"/>
                      <a:pt x="5" y="2"/>
                    </a:cubicBezTo>
                    <a:cubicBezTo>
                      <a:pt x="6" y="1"/>
                      <a:pt x="6" y="1"/>
                      <a:pt x="6" y="0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9" y="3"/>
                      <a:pt x="7" y="5"/>
                      <a:pt x="6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6"/>
                      <a:pt x="6" y="6"/>
                      <a:pt x="5" y="6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1"/>
                    </a:cubicBezTo>
                    <a:cubicBezTo>
                      <a:pt x="5" y="11"/>
                      <a:pt x="5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4" y="14"/>
                      <a:pt x="3" y="15"/>
                      <a:pt x="2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4" name="Freeform 17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4286" y="2053"/>
                <a:ext cx="9" cy="13"/>
              </a:xfrm>
              <a:custGeom>
                <a:avLst/>
                <a:gdLst>
                  <a:gd name="T0" fmla="*/ 1 w 2"/>
                  <a:gd name="T1" fmla="*/ 2 h 3"/>
                  <a:gd name="T2" fmla="*/ 0 w 2"/>
                  <a:gd name="T3" fmla="*/ 1 h 3"/>
                  <a:gd name="T4" fmla="*/ 1 w 2"/>
                  <a:gd name="T5" fmla="*/ 0 h 3"/>
                  <a:gd name="T6" fmla="*/ 2 w 2"/>
                  <a:gd name="T7" fmla="*/ 1 h 3"/>
                  <a:gd name="T8" fmla="*/ 2 w 2"/>
                  <a:gd name="T9" fmla="*/ 2 h 3"/>
                  <a:gd name="T10" fmla="*/ 1 w 2"/>
                  <a:gd name="T11" fmla="*/ 3 h 3"/>
                  <a:gd name="T12" fmla="*/ 1 w 2"/>
                  <a:gd name="T13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3">
                    <a:moveTo>
                      <a:pt x="1" y="2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3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5" name="Freeform 18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978" y="1498"/>
                <a:ext cx="13" cy="9"/>
              </a:xfrm>
              <a:custGeom>
                <a:avLst/>
                <a:gdLst>
                  <a:gd name="T0" fmla="*/ 3 w 3"/>
                  <a:gd name="T1" fmla="*/ 2 h 2"/>
                  <a:gd name="T2" fmla="*/ 3 w 3"/>
                  <a:gd name="T3" fmla="*/ 1 h 2"/>
                  <a:gd name="T4" fmla="*/ 2 w 3"/>
                  <a:gd name="T5" fmla="*/ 0 h 2"/>
                  <a:gd name="T6" fmla="*/ 1 w 3"/>
                  <a:gd name="T7" fmla="*/ 0 h 2"/>
                  <a:gd name="T8" fmla="*/ 1 w 3"/>
                  <a:gd name="T9" fmla="*/ 0 h 2"/>
                  <a:gd name="T10" fmla="*/ 1 w 3"/>
                  <a:gd name="T11" fmla="*/ 1 h 2"/>
                  <a:gd name="T12" fmla="*/ 1 w 3"/>
                  <a:gd name="T13" fmla="*/ 2 h 2"/>
                  <a:gd name="T14" fmla="*/ 1 w 3"/>
                  <a:gd name="T15" fmla="*/ 2 h 2"/>
                  <a:gd name="T16" fmla="*/ 3 w 3"/>
                  <a:gd name="T17" fmla="*/ 2 h 2"/>
                  <a:gd name="T18" fmla="*/ 3 w 3"/>
                  <a:gd name="T1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2">
                    <a:moveTo>
                      <a:pt x="3" y="2"/>
                    </a:moveTo>
                    <a:cubicBezTo>
                      <a:pt x="3" y="2"/>
                      <a:pt x="3" y="1"/>
                      <a:pt x="3" y="1"/>
                    </a:cubicBezTo>
                    <a:cubicBezTo>
                      <a:pt x="3" y="1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2"/>
                      <a:pt x="1" y="2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3" y="1"/>
                      <a:pt x="3" y="2"/>
                      <a:pt x="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6" name="Freeform 19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3978" y="1507"/>
                <a:ext cx="35" cy="36"/>
              </a:xfrm>
              <a:custGeom>
                <a:avLst/>
                <a:gdLst>
                  <a:gd name="T0" fmla="*/ 2 w 8"/>
                  <a:gd name="T1" fmla="*/ 6 h 8"/>
                  <a:gd name="T2" fmla="*/ 2 w 8"/>
                  <a:gd name="T3" fmla="*/ 6 h 8"/>
                  <a:gd name="T4" fmla="*/ 3 w 8"/>
                  <a:gd name="T5" fmla="*/ 7 h 8"/>
                  <a:gd name="T6" fmla="*/ 6 w 8"/>
                  <a:gd name="T7" fmla="*/ 7 h 8"/>
                  <a:gd name="T8" fmla="*/ 6 w 8"/>
                  <a:gd name="T9" fmla="*/ 7 h 8"/>
                  <a:gd name="T10" fmla="*/ 7 w 8"/>
                  <a:gd name="T11" fmla="*/ 6 h 8"/>
                  <a:gd name="T12" fmla="*/ 8 w 8"/>
                  <a:gd name="T13" fmla="*/ 4 h 8"/>
                  <a:gd name="T14" fmla="*/ 7 w 8"/>
                  <a:gd name="T15" fmla="*/ 2 h 8"/>
                  <a:gd name="T16" fmla="*/ 8 w 8"/>
                  <a:gd name="T17" fmla="*/ 2 h 8"/>
                  <a:gd name="T18" fmla="*/ 8 w 8"/>
                  <a:gd name="T19" fmla="*/ 2 h 8"/>
                  <a:gd name="T20" fmla="*/ 8 w 8"/>
                  <a:gd name="T21" fmla="*/ 1 h 8"/>
                  <a:gd name="T22" fmla="*/ 8 w 8"/>
                  <a:gd name="T23" fmla="*/ 1 h 8"/>
                  <a:gd name="T24" fmla="*/ 7 w 8"/>
                  <a:gd name="T25" fmla="*/ 0 h 8"/>
                  <a:gd name="T26" fmla="*/ 5 w 8"/>
                  <a:gd name="T27" fmla="*/ 0 h 8"/>
                  <a:gd name="T28" fmla="*/ 4 w 8"/>
                  <a:gd name="T29" fmla="*/ 0 h 8"/>
                  <a:gd name="T30" fmla="*/ 4 w 8"/>
                  <a:gd name="T31" fmla="*/ 1 h 8"/>
                  <a:gd name="T32" fmla="*/ 4 w 8"/>
                  <a:gd name="T33" fmla="*/ 1 h 8"/>
                  <a:gd name="T34" fmla="*/ 2 w 8"/>
                  <a:gd name="T35" fmla="*/ 2 h 8"/>
                  <a:gd name="T36" fmla="*/ 2 w 8"/>
                  <a:gd name="T37" fmla="*/ 3 h 8"/>
                  <a:gd name="T38" fmla="*/ 1 w 8"/>
                  <a:gd name="T39" fmla="*/ 3 h 8"/>
                  <a:gd name="T40" fmla="*/ 1 w 8"/>
                  <a:gd name="T41" fmla="*/ 3 h 8"/>
                  <a:gd name="T42" fmla="*/ 1 w 8"/>
                  <a:gd name="T43" fmla="*/ 5 h 8"/>
                  <a:gd name="T44" fmla="*/ 2 w 8"/>
                  <a:gd name="T45" fmla="*/ 6 h 8"/>
                  <a:gd name="T46" fmla="*/ 2 w 8"/>
                  <a:gd name="T4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" h="8">
                    <a:moveTo>
                      <a:pt x="2" y="6"/>
                    </a:moveTo>
                    <a:cubicBezTo>
                      <a:pt x="2" y="6"/>
                      <a:pt x="3" y="6"/>
                      <a:pt x="2" y="6"/>
                    </a:cubicBezTo>
                    <a:cubicBezTo>
                      <a:pt x="2" y="7"/>
                      <a:pt x="3" y="7"/>
                      <a:pt x="3" y="7"/>
                    </a:cubicBezTo>
                    <a:cubicBezTo>
                      <a:pt x="4" y="7"/>
                      <a:pt x="5" y="8"/>
                      <a:pt x="6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7" y="7"/>
                      <a:pt x="7" y="7"/>
                      <a:pt x="7" y="6"/>
                    </a:cubicBezTo>
                    <a:cubicBezTo>
                      <a:pt x="8" y="6"/>
                      <a:pt x="8" y="5"/>
                      <a:pt x="8" y="4"/>
                    </a:cubicBezTo>
                    <a:cubicBezTo>
                      <a:pt x="8" y="4"/>
                      <a:pt x="7" y="3"/>
                      <a:pt x="7" y="2"/>
                    </a:cubicBezTo>
                    <a:cubicBezTo>
                      <a:pt x="7" y="2"/>
                      <a:pt x="7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1"/>
                      <a:pt x="7" y="1"/>
                      <a:pt x="7" y="0"/>
                    </a:cubicBezTo>
                    <a:cubicBezTo>
                      <a:pt x="6" y="0"/>
                      <a:pt x="6" y="0"/>
                      <a:pt x="5" y="0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1" y="5"/>
                      <a:pt x="2" y="5"/>
                      <a:pt x="2" y="6"/>
                    </a:cubicBezTo>
                    <a:cubicBezTo>
                      <a:pt x="2" y="6"/>
                      <a:pt x="2" y="5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7" name="Freeform 20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4018" y="1512"/>
                <a:ext cx="22" cy="22"/>
              </a:xfrm>
              <a:custGeom>
                <a:avLst/>
                <a:gdLst>
                  <a:gd name="T0" fmla="*/ 2 w 5"/>
                  <a:gd name="T1" fmla="*/ 4 h 5"/>
                  <a:gd name="T2" fmla="*/ 3 w 5"/>
                  <a:gd name="T3" fmla="*/ 5 h 5"/>
                  <a:gd name="T4" fmla="*/ 4 w 5"/>
                  <a:gd name="T5" fmla="*/ 4 h 5"/>
                  <a:gd name="T6" fmla="*/ 5 w 5"/>
                  <a:gd name="T7" fmla="*/ 2 h 5"/>
                  <a:gd name="T8" fmla="*/ 4 w 5"/>
                  <a:gd name="T9" fmla="*/ 1 h 5"/>
                  <a:gd name="T10" fmla="*/ 0 w 5"/>
                  <a:gd name="T11" fmla="*/ 1 h 5"/>
                  <a:gd name="T12" fmla="*/ 0 w 5"/>
                  <a:gd name="T13" fmla="*/ 2 h 5"/>
                  <a:gd name="T14" fmla="*/ 1 w 5"/>
                  <a:gd name="T15" fmla="*/ 2 h 5"/>
                  <a:gd name="T16" fmla="*/ 2 w 5"/>
                  <a:gd name="T17" fmla="*/ 4 h 5"/>
                  <a:gd name="T18" fmla="*/ 2 w 5"/>
                  <a:gd name="T1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5">
                    <a:moveTo>
                      <a:pt x="2" y="4"/>
                    </a:moveTo>
                    <a:cubicBezTo>
                      <a:pt x="3" y="3"/>
                      <a:pt x="3" y="4"/>
                      <a:pt x="3" y="5"/>
                    </a:cubicBezTo>
                    <a:cubicBezTo>
                      <a:pt x="3" y="5"/>
                      <a:pt x="4" y="5"/>
                      <a:pt x="4" y="4"/>
                    </a:cubicBezTo>
                    <a:cubicBezTo>
                      <a:pt x="5" y="3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3" y="1"/>
                      <a:pt x="1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3"/>
                      <a:pt x="2" y="3"/>
                      <a:pt x="2" y="4"/>
                    </a:cubicBezTo>
                    <a:cubicBezTo>
                      <a:pt x="3" y="3"/>
                      <a:pt x="2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8" name="Freeform 21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4018" y="1534"/>
                <a:ext cx="22" cy="13"/>
              </a:xfrm>
              <a:custGeom>
                <a:avLst/>
                <a:gdLst>
                  <a:gd name="T0" fmla="*/ 2 w 5"/>
                  <a:gd name="T1" fmla="*/ 3 h 3"/>
                  <a:gd name="T2" fmla="*/ 4 w 5"/>
                  <a:gd name="T3" fmla="*/ 3 h 3"/>
                  <a:gd name="T4" fmla="*/ 4 w 5"/>
                  <a:gd name="T5" fmla="*/ 3 h 3"/>
                  <a:gd name="T6" fmla="*/ 5 w 5"/>
                  <a:gd name="T7" fmla="*/ 3 h 3"/>
                  <a:gd name="T8" fmla="*/ 5 w 5"/>
                  <a:gd name="T9" fmla="*/ 2 h 3"/>
                  <a:gd name="T10" fmla="*/ 4 w 5"/>
                  <a:gd name="T11" fmla="*/ 1 h 3"/>
                  <a:gd name="T12" fmla="*/ 3 w 5"/>
                  <a:gd name="T13" fmla="*/ 1 h 3"/>
                  <a:gd name="T14" fmla="*/ 3 w 5"/>
                  <a:gd name="T15" fmla="*/ 0 h 3"/>
                  <a:gd name="T16" fmla="*/ 2 w 5"/>
                  <a:gd name="T17" fmla="*/ 0 h 3"/>
                  <a:gd name="T18" fmla="*/ 1 w 5"/>
                  <a:gd name="T19" fmla="*/ 0 h 3"/>
                  <a:gd name="T20" fmla="*/ 0 w 5"/>
                  <a:gd name="T21" fmla="*/ 0 h 3"/>
                  <a:gd name="T22" fmla="*/ 0 w 5"/>
                  <a:gd name="T23" fmla="*/ 1 h 3"/>
                  <a:gd name="T24" fmla="*/ 0 w 5"/>
                  <a:gd name="T25" fmla="*/ 2 h 3"/>
                  <a:gd name="T26" fmla="*/ 0 w 5"/>
                  <a:gd name="T27" fmla="*/ 2 h 3"/>
                  <a:gd name="T28" fmla="*/ 1 w 5"/>
                  <a:gd name="T29" fmla="*/ 2 h 3"/>
                  <a:gd name="T30" fmla="*/ 2 w 5"/>
                  <a:gd name="T31" fmla="*/ 2 h 3"/>
                  <a:gd name="T32" fmla="*/ 2 w 5"/>
                  <a:gd name="T33" fmla="*/ 3 h 3"/>
                  <a:gd name="T34" fmla="*/ 2 w 5"/>
                  <a:gd name="T35" fmla="*/ 3 h 3"/>
                  <a:gd name="T36" fmla="*/ 2 w 5"/>
                  <a:gd name="T3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" h="3">
                    <a:moveTo>
                      <a:pt x="2" y="3"/>
                    </a:moveTo>
                    <a:cubicBezTo>
                      <a:pt x="3" y="3"/>
                      <a:pt x="3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2"/>
                      <a:pt x="5" y="2"/>
                    </a:cubicBezTo>
                    <a:cubicBezTo>
                      <a:pt x="5" y="2"/>
                      <a:pt x="4" y="1"/>
                      <a:pt x="4" y="1"/>
                    </a:cubicBezTo>
                    <a:cubicBezTo>
                      <a:pt x="3" y="1"/>
                      <a:pt x="3" y="2"/>
                      <a:pt x="3" y="1"/>
                    </a:cubicBezTo>
                    <a:cubicBezTo>
                      <a:pt x="3" y="1"/>
                      <a:pt x="3" y="1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Freeform 22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3784" y="1468"/>
                <a:ext cx="93" cy="66"/>
              </a:xfrm>
              <a:custGeom>
                <a:avLst/>
                <a:gdLst>
                  <a:gd name="T0" fmla="*/ 1 w 21"/>
                  <a:gd name="T1" fmla="*/ 2 h 15"/>
                  <a:gd name="T2" fmla="*/ 1 w 21"/>
                  <a:gd name="T3" fmla="*/ 2 h 15"/>
                  <a:gd name="T4" fmla="*/ 1 w 21"/>
                  <a:gd name="T5" fmla="*/ 3 h 15"/>
                  <a:gd name="T6" fmla="*/ 2 w 21"/>
                  <a:gd name="T7" fmla="*/ 3 h 15"/>
                  <a:gd name="T8" fmla="*/ 3 w 21"/>
                  <a:gd name="T9" fmla="*/ 5 h 15"/>
                  <a:gd name="T10" fmla="*/ 3 w 21"/>
                  <a:gd name="T11" fmla="*/ 8 h 15"/>
                  <a:gd name="T12" fmla="*/ 2 w 21"/>
                  <a:gd name="T13" fmla="*/ 8 h 15"/>
                  <a:gd name="T14" fmla="*/ 2 w 21"/>
                  <a:gd name="T15" fmla="*/ 8 h 15"/>
                  <a:gd name="T16" fmla="*/ 1 w 21"/>
                  <a:gd name="T17" fmla="*/ 9 h 15"/>
                  <a:gd name="T18" fmla="*/ 0 w 21"/>
                  <a:gd name="T19" fmla="*/ 10 h 15"/>
                  <a:gd name="T20" fmla="*/ 0 w 21"/>
                  <a:gd name="T21" fmla="*/ 11 h 15"/>
                  <a:gd name="T22" fmla="*/ 0 w 21"/>
                  <a:gd name="T23" fmla="*/ 12 h 15"/>
                  <a:gd name="T24" fmla="*/ 1 w 21"/>
                  <a:gd name="T25" fmla="*/ 13 h 15"/>
                  <a:gd name="T26" fmla="*/ 3 w 21"/>
                  <a:gd name="T27" fmla="*/ 15 h 15"/>
                  <a:gd name="T28" fmla="*/ 6 w 21"/>
                  <a:gd name="T29" fmla="*/ 15 h 15"/>
                  <a:gd name="T30" fmla="*/ 7 w 21"/>
                  <a:gd name="T31" fmla="*/ 14 h 15"/>
                  <a:gd name="T32" fmla="*/ 8 w 21"/>
                  <a:gd name="T33" fmla="*/ 12 h 15"/>
                  <a:gd name="T34" fmla="*/ 8 w 21"/>
                  <a:gd name="T35" fmla="*/ 12 h 15"/>
                  <a:gd name="T36" fmla="*/ 8 w 21"/>
                  <a:gd name="T37" fmla="*/ 12 h 15"/>
                  <a:gd name="T38" fmla="*/ 8 w 21"/>
                  <a:gd name="T39" fmla="*/ 11 h 15"/>
                  <a:gd name="T40" fmla="*/ 10 w 21"/>
                  <a:gd name="T41" fmla="*/ 11 h 15"/>
                  <a:gd name="T42" fmla="*/ 12 w 21"/>
                  <a:gd name="T43" fmla="*/ 11 h 15"/>
                  <a:gd name="T44" fmla="*/ 12 w 21"/>
                  <a:gd name="T45" fmla="*/ 10 h 15"/>
                  <a:gd name="T46" fmla="*/ 13 w 21"/>
                  <a:gd name="T47" fmla="*/ 10 h 15"/>
                  <a:gd name="T48" fmla="*/ 13 w 21"/>
                  <a:gd name="T49" fmla="*/ 10 h 15"/>
                  <a:gd name="T50" fmla="*/ 14 w 21"/>
                  <a:gd name="T51" fmla="*/ 10 h 15"/>
                  <a:gd name="T52" fmla="*/ 15 w 21"/>
                  <a:gd name="T53" fmla="*/ 8 h 15"/>
                  <a:gd name="T54" fmla="*/ 16 w 21"/>
                  <a:gd name="T55" fmla="*/ 8 h 15"/>
                  <a:gd name="T56" fmla="*/ 17 w 21"/>
                  <a:gd name="T57" fmla="*/ 8 h 15"/>
                  <a:gd name="T58" fmla="*/ 18 w 21"/>
                  <a:gd name="T59" fmla="*/ 8 h 15"/>
                  <a:gd name="T60" fmla="*/ 18 w 21"/>
                  <a:gd name="T61" fmla="*/ 7 h 15"/>
                  <a:gd name="T62" fmla="*/ 19 w 21"/>
                  <a:gd name="T63" fmla="*/ 7 h 15"/>
                  <a:gd name="T64" fmla="*/ 19 w 21"/>
                  <a:gd name="T65" fmla="*/ 6 h 15"/>
                  <a:gd name="T66" fmla="*/ 19 w 21"/>
                  <a:gd name="T67" fmla="*/ 4 h 15"/>
                  <a:gd name="T68" fmla="*/ 20 w 21"/>
                  <a:gd name="T69" fmla="*/ 3 h 15"/>
                  <a:gd name="T70" fmla="*/ 20 w 21"/>
                  <a:gd name="T71" fmla="*/ 3 h 15"/>
                  <a:gd name="T72" fmla="*/ 20 w 21"/>
                  <a:gd name="T73" fmla="*/ 2 h 15"/>
                  <a:gd name="T74" fmla="*/ 20 w 21"/>
                  <a:gd name="T75" fmla="*/ 1 h 15"/>
                  <a:gd name="T76" fmla="*/ 20 w 21"/>
                  <a:gd name="T77" fmla="*/ 1 h 15"/>
                  <a:gd name="T78" fmla="*/ 19 w 21"/>
                  <a:gd name="T79" fmla="*/ 1 h 15"/>
                  <a:gd name="T80" fmla="*/ 17 w 21"/>
                  <a:gd name="T81" fmla="*/ 0 h 15"/>
                  <a:gd name="T82" fmla="*/ 1 w 21"/>
                  <a:gd name="T83" fmla="*/ 2 h 15"/>
                  <a:gd name="T84" fmla="*/ 1 w 21"/>
                  <a:gd name="T85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15"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1" y="2"/>
                      <a:pt x="1" y="3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3" y="4"/>
                      <a:pt x="3" y="4"/>
                      <a:pt x="3" y="5"/>
                    </a:cubicBezTo>
                    <a:cubicBezTo>
                      <a:pt x="3" y="6"/>
                      <a:pt x="3" y="7"/>
                      <a:pt x="3" y="8"/>
                    </a:cubicBezTo>
                    <a:cubicBezTo>
                      <a:pt x="3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9"/>
                      <a:pt x="1" y="9"/>
                    </a:cubicBezTo>
                    <a:cubicBezTo>
                      <a:pt x="1" y="9"/>
                      <a:pt x="1" y="10"/>
                      <a:pt x="0" y="10"/>
                    </a:cubicBezTo>
                    <a:cubicBezTo>
                      <a:pt x="0" y="10"/>
                      <a:pt x="0" y="11"/>
                      <a:pt x="0" y="11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1" y="12"/>
                      <a:pt x="1" y="13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5"/>
                      <a:pt x="5" y="15"/>
                      <a:pt x="6" y="15"/>
                    </a:cubicBezTo>
                    <a:cubicBezTo>
                      <a:pt x="6" y="15"/>
                      <a:pt x="7" y="15"/>
                      <a:pt x="7" y="14"/>
                    </a:cubicBezTo>
                    <a:cubicBezTo>
                      <a:pt x="7" y="13"/>
                      <a:pt x="7" y="13"/>
                      <a:pt x="8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2"/>
                      <a:pt x="8" y="11"/>
                      <a:pt x="8" y="11"/>
                    </a:cubicBezTo>
                    <a:cubicBezTo>
                      <a:pt x="9" y="11"/>
                      <a:pt x="10" y="11"/>
                      <a:pt x="10" y="11"/>
                    </a:cubicBezTo>
                    <a:cubicBezTo>
                      <a:pt x="11" y="11"/>
                      <a:pt x="11" y="11"/>
                      <a:pt x="12" y="11"/>
                    </a:cubicBezTo>
                    <a:cubicBezTo>
                      <a:pt x="12" y="11"/>
                      <a:pt x="12" y="11"/>
                      <a:pt x="12" y="10"/>
                    </a:cubicBezTo>
                    <a:cubicBezTo>
                      <a:pt x="12" y="10"/>
                      <a:pt x="13" y="10"/>
                      <a:pt x="13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9"/>
                      <a:pt x="15" y="8"/>
                      <a:pt x="15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8" y="5"/>
                      <a:pt x="18" y="4"/>
                      <a:pt x="19" y="4"/>
                    </a:cubicBezTo>
                    <a:cubicBezTo>
                      <a:pt x="19" y="4"/>
                      <a:pt x="19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1" y="2"/>
                      <a:pt x="20" y="2"/>
                      <a:pt x="20" y="2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1" y="1"/>
                      <a:pt x="20" y="1"/>
                    </a:cubicBezTo>
                    <a:cubicBezTo>
                      <a:pt x="20" y="1"/>
                      <a:pt x="19" y="1"/>
                      <a:pt x="19" y="1"/>
                    </a:cubicBezTo>
                    <a:cubicBezTo>
                      <a:pt x="18" y="0"/>
                      <a:pt x="17" y="0"/>
                      <a:pt x="17" y="0"/>
                    </a:cubicBezTo>
                    <a:cubicBezTo>
                      <a:pt x="11" y="0"/>
                      <a:pt x="6" y="1"/>
                      <a:pt x="1" y="2"/>
                    </a:cubicBezTo>
                    <a:cubicBezTo>
                      <a:pt x="1" y="2"/>
                      <a:pt x="8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Freeform 23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3947" y="1507"/>
                <a:ext cx="357" cy="691"/>
              </a:xfrm>
              <a:custGeom>
                <a:avLst/>
                <a:gdLst>
                  <a:gd name="T0" fmla="*/ 75 w 81"/>
                  <a:gd name="T1" fmla="*/ 71 h 157"/>
                  <a:gd name="T2" fmla="*/ 71 w 81"/>
                  <a:gd name="T3" fmla="*/ 62 h 157"/>
                  <a:gd name="T4" fmla="*/ 63 w 81"/>
                  <a:gd name="T5" fmla="*/ 51 h 157"/>
                  <a:gd name="T6" fmla="*/ 64 w 81"/>
                  <a:gd name="T7" fmla="*/ 47 h 157"/>
                  <a:gd name="T8" fmla="*/ 70 w 81"/>
                  <a:gd name="T9" fmla="*/ 54 h 157"/>
                  <a:gd name="T10" fmla="*/ 73 w 81"/>
                  <a:gd name="T11" fmla="*/ 61 h 157"/>
                  <a:gd name="T12" fmla="*/ 76 w 81"/>
                  <a:gd name="T13" fmla="*/ 68 h 157"/>
                  <a:gd name="T14" fmla="*/ 76 w 81"/>
                  <a:gd name="T15" fmla="*/ 54 h 157"/>
                  <a:gd name="T16" fmla="*/ 73 w 81"/>
                  <a:gd name="T17" fmla="*/ 47 h 157"/>
                  <a:gd name="T18" fmla="*/ 70 w 81"/>
                  <a:gd name="T19" fmla="*/ 43 h 157"/>
                  <a:gd name="T20" fmla="*/ 66 w 81"/>
                  <a:gd name="T21" fmla="*/ 36 h 157"/>
                  <a:gd name="T22" fmla="*/ 60 w 81"/>
                  <a:gd name="T23" fmla="*/ 29 h 157"/>
                  <a:gd name="T24" fmla="*/ 45 w 81"/>
                  <a:gd name="T25" fmla="*/ 15 h 157"/>
                  <a:gd name="T26" fmla="*/ 37 w 81"/>
                  <a:gd name="T27" fmla="*/ 9 h 157"/>
                  <a:gd name="T28" fmla="*/ 23 w 81"/>
                  <a:gd name="T29" fmla="*/ 1 h 157"/>
                  <a:gd name="T30" fmla="*/ 24 w 81"/>
                  <a:gd name="T31" fmla="*/ 7 h 157"/>
                  <a:gd name="T32" fmla="*/ 22 w 81"/>
                  <a:gd name="T33" fmla="*/ 11 h 157"/>
                  <a:gd name="T34" fmla="*/ 15 w 81"/>
                  <a:gd name="T35" fmla="*/ 15 h 157"/>
                  <a:gd name="T36" fmla="*/ 25 w 81"/>
                  <a:gd name="T37" fmla="*/ 25 h 157"/>
                  <a:gd name="T38" fmla="*/ 31 w 81"/>
                  <a:gd name="T39" fmla="*/ 27 h 157"/>
                  <a:gd name="T40" fmla="*/ 38 w 81"/>
                  <a:gd name="T41" fmla="*/ 33 h 157"/>
                  <a:gd name="T42" fmla="*/ 29 w 81"/>
                  <a:gd name="T43" fmla="*/ 22 h 157"/>
                  <a:gd name="T44" fmla="*/ 35 w 81"/>
                  <a:gd name="T45" fmla="*/ 24 h 157"/>
                  <a:gd name="T46" fmla="*/ 43 w 81"/>
                  <a:gd name="T47" fmla="*/ 30 h 157"/>
                  <a:gd name="T48" fmla="*/ 42 w 81"/>
                  <a:gd name="T49" fmla="*/ 22 h 157"/>
                  <a:gd name="T50" fmla="*/ 49 w 81"/>
                  <a:gd name="T51" fmla="*/ 23 h 157"/>
                  <a:gd name="T52" fmla="*/ 50 w 81"/>
                  <a:gd name="T53" fmla="*/ 27 h 157"/>
                  <a:gd name="T54" fmla="*/ 51 w 81"/>
                  <a:gd name="T55" fmla="*/ 33 h 157"/>
                  <a:gd name="T56" fmla="*/ 57 w 81"/>
                  <a:gd name="T57" fmla="*/ 37 h 157"/>
                  <a:gd name="T58" fmla="*/ 53 w 81"/>
                  <a:gd name="T59" fmla="*/ 42 h 157"/>
                  <a:gd name="T60" fmla="*/ 40 w 81"/>
                  <a:gd name="T61" fmla="*/ 39 h 157"/>
                  <a:gd name="T62" fmla="*/ 35 w 81"/>
                  <a:gd name="T63" fmla="*/ 34 h 157"/>
                  <a:gd name="T64" fmla="*/ 17 w 81"/>
                  <a:gd name="T65" fmla="*/ 35 h 157"/>
                  <a:gd name="T66" fmla="*/ 11 w 81"/>
                  <a:gd name="T67" fmla="*/ 41 h 157"/>
                  <a:gd name="T68" fmla="*/ 5 w 81"/>
                  <a:gd name="T69" fmla="*/ 47 h 157"/>
                  <a:gd name="T70" fmla="*/ 1 w 81"/>
                  <a:gd name="T71" fmla="*/ 57 h 157"/>
                  <a:gd name="T72" fmla="*/ 3 w 81"/>
                  <a:gd name="T73" fmla="*/ 63 h 157"/>
                  <a:gd name="T74" fmla="*/ 3 w 81"/>
                  <a:gd name="T75" fmla="*/ 72 h 157"/>
                  <a:gd name="T76" fmla="*/ 12 w 81"/>
                  <a:gd name="T77" fmla="*/ 84 h 157"/>
                  <a:gd name="T78" fmla="*/ 18 w 81"/>
                  <a:gd name="T79" fmla="*/ 88 h 157"/>
                  <a:gd name="T80" fmla="*/ 24 w 81"/>
                  <a:gd name="T81" fmla="*/ 87 h 157"/>
                  <a:gd name="T82" fmla="*/ 30 w 81"/>
                  <a:gd name="T83" fmla="*/ 86 h 157"/>
                  <a:gd name="T84" fmla="*/ 42 w 81"/>
                  <a:gd name="T85" fmla="*/ 88 h 157"/>
                  <a:gd name="T86" fmla="*/ 45 w 81"/>
                  <a:gd name="T87" fmla="*/ 98 h 157"/>
                  <a:gd name="T88" fmla="*/ 50 w 81"/>
                  <a:gd name="T89" fmla="*/ 106 h 157"/>
                  <a:gd name="T90" fmla="*/ 50 w 81"/>
                  <a:gd name="T91" fmla="*/ 116 h 157"/>
                  <a:gd name="T92" fmla="*/ 47 w 81"/>
                  <a:gd name="T93" fmla="*/ 125 h 157"/>
                  <a:gd name="T94" fmla="*/ 46 w 81"/>
                  <a:gd name="T95" fmla="*/ 136 h 157"/>
                  <a:gd name="T96" fmla="*/ 47 w 81"/>
                  <a:gd name="T97" fmla="*/ 150 h 157"/>
                  <a:gd name="T98" fmla="*/ 49 w 81"/>
                  <a:gd name="T99" fmla="*/ 156 h 157"/>
                  <a:gd name="T100" fmla="*/ 63 w 81"/>
                  <a:gd name="T101" fmla="*/ 149 h 157"/>
                  <a:gd name="T102" fmla="*/ 63 w 81"/>
                  <a:gd name="T103" fmla="*/ 142 h 157"/>
                  <a:gd name="T104" fmla="*/ 69 w 81"/>
                  <a:gd name="T105" fmla="*/ 131 h 157"/>
                  <a:gd name="T106" fmla="*/ 75 w 81"/>
                  <a:gd name="T107" fmla="*/ 122 h 157"/>
                  <a:gd name="T108" fmla="*/ 78 w 81"/>
                  <a:gd name="T109" fmla="*/ 101 h 157"/>
                  <a:gd name="T110" fmla="*/ 80 w 81"/>
                  <a:gd name="T111" fmla="*/ 90 h 157"/>
                  <a:gd name="T112" fmla="*/ 78 w 81"/>
                  <a:gd name="T113" fmla="*/ 7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1" h="157">
                    <a:moveTo>
                      <a:pt x="78" y="77"/>
                    </a:moveTo>
                    <a:cubicBezTo>
                      <a:pt x="78" y="77"/>
                      <a:pt x="78" y="76"/>
                      <a:pt x="78" y="75"/>
                    </a:cubicBezTo>
                    <a:cubicBezTo>
                      <a:pt x="78" y="75"/>
                      <a:pt x="78" y="75"/>
                      <a:pt x="78" y="74"/>
                    </a:cubicBezTo>
                    <a:cubicBezTo>
                      <a:pt x="78" y="74"/>
                      <a:pt x="78" y="74"/>
                      <a:pt x="78" y="74"/>
                    </a:cubicBezTo>
                    <a:cubicBezTo>
                      <a:pt x="77" y="74"/>
                      <a:pt x="77" y="74"/>
                      <a:pt x="77" y="73"/>
                    </a:cubicBezTo>
                    <a:cubicBezTo>
                      <a:pt x="77" y="73"/>
                      <a:pt x="77" y="73"/>
                      <a:pt x="77" y="72"/>
                    </a:cubicBezTo>
                    <a:cubicBezTo>
                      <a:pt x="77" y="72"/>
                      <a:pt x="76" y="72"/>
                      <a:pt x="76" y="72"/>
                    </a:cubicBezTo>
                    <a:cubicBezTo>
                      <a:pt x="76" y="72"/>
                      <a:pt x="76" y="71"/>
                      <a:pt x="75" y="71"/>
                    </a:cubicBezTo>
                    <a:cubicBezTo>
                      <a:pt x="75" y="71"/>
                      <a:pt x="76" y="70"/>
                      <a:pt x="75" y="70"/>
                    </a:cubicBezTo>
                    <a:cubicBezTo>
                      <a:pt x="75" y="70"/>
                      <a:pt x="75" y="70"/>
                      <a:pt x="75" y="69"/>
                    </a:cubicBezTo>
                    <a:cubicBezTo>
                      <a:pt x="74" y="69"/>
                      <a:pt x="75" y="69"/>
                      <a:pt x="74" y="69"/>
                    </a:cubicBezTo>
                    <a:cubicBezTo>
                      <a:pt x="74" y="69"/>
                      <a:pt x="74" y="68"/>
                      <a:pt x="74" y="68"/>
                    </a:cubicBezTo>
                    <a:cubicBezTo>
                      <a:pt x="74" y="68"/>
                      <a:pt x="74" y="68"/>
                      <a:pt x="74" y="68"/>
                    </a:cubicBezTo>
                    <a:cubicBezTo>
                      <a:pt x="73" y="67"/>
                      <a:pt x="73" y="67"/>
                      <a:pt x="73" y="66"/>
                    </a:cubicBezTo>
                    <a:cubicBezTo>
                      <a:pt x="72" y="65"/>
                      <a:pt x="71" y="64"/>
                      <a:pt x="72" y="62"/>
                    </a:cubicBezTo>
                    <a:cubicBezTo>
                      <a:pt x="71" y="62"/>
                      <a:pt x="71" y="62"/>
                      <a:pt x="71" y="62"/>
                    </a:cubicBezTo>
                    <a:cubicBezTo>
                      <a:pt x="71" y="61"/>
                      <a:pt x="70" y="60"/>
                      <a:pt x="70" y="60"/>
                    </a:cubicBezTo>
                    <a:cubicBezTo>
                      <a:pt x="70" y="60"/>
                      <a:pt x="69" y="59"/>
                      <a:pt x="69" y="59"/>
                    </a:cubicBezTo>
                    <a:cubicBezTo>
                      <a:pt x="69" y="58"/>
                      <a:pt x="68" y="59"/>
                      <a:pt x="68" y="58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68" y="57"/>
                      <a:pt x="68" y="57"/>
                      <a:pt x="67" y="57"/>
                    </a:cubicBezTo>
                    <a:cubicBezTo>
                      <a:pt x="67" y="56"/>
                      <a:pt x="67" y="56"/>
                      <a:pt x="67" y="56"/>
                    </a:cubicBezTo>
                    <a:cubicBezTo>
                      <a:pt x="67" y="55"/>
                      <a:pt x="67" y="55"/>
                      <a:pt x="66" y="55"/>
                    </a:cubicBezTo>
                    <a:cubicBezTo>
                      <a:pt x="65" y="53"/>
                      <a:pt x="64" y="52"/>
                      <a:pt x="63" y="51"/>
                    </a:cubicBezTo>
                    <a:cubicBezTo>
                      <a:pt x="63" y="49"/>
                      <a:pt x="62" y="48"/>
                      <a:pt x="61" y="47"/>
                    </a:cubicBezTo>
                    <a:cubicBezTo>
                      <a:pt x="60" y="46"/>
                      <a:pt x="59" y="45"/>
                      <a:pt x="60" y="45"/>
                    </a:cubicBezTo>
                    <a:cubicBezTo>
                      <a:pt x="60" y="45"/>
                      <a:pt x="61" y="45"/>
                      <a:pt x="61" y="46"/>
                    </a:cubicBezTo>
                    <a:cubicBezTo>
                      <a:pt x="61" y="46"/>
                      <a:pt x="61" y="46"/>
                      <a:pt x="61" y="46"/>
                    </a:cubicBezTo>
                    <a:cubicBezTo>
                      <a:pt x="62" y="46"/>
                      <a:pt x="61" y="46"/>
                      <a:pt x="62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4" y="46"/>
                      <a:pt x="64" y="47"/>
                      <a:pt x="64" y="47"/>
                    </a:cubicBezTo>
                    <a:cubicBezTo>
                      <a:pt x="65" y="47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9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51"/>
                      <a:pt x="66" y="51"/>
                      <a:pt x="66" y="51"/>
                    </a:cubicBezTo>
                    <a:cubicBezTo>
                      <a:pt x="66" y="51"/>
                      <a:pt x="66" y="51"/>
                      <a:pt x="67" y="51"/>
                    </a:cubicBezTo>
                    <a:cubicBezTo>
                      <a:pt x="67" y="51"/>
                      <a:pt x="67" y="52"/>
                      <a:pt x="67" y="52"/>
                    </a:cubicBezTo>
                    <a:cubicBezTo>
                      <a:pt x="67" y="53"/>
                      <a:pt x="68" y="53"/>
                      <a:pt x="69" y="53"/>
                    </a:cubicBezTo>
                    <a:cubicBezTo>
                      <a:pt x="69" y="53"/>
                      <a:pt x="69" y="54"/>
                      <a:pt x="70" y="54"/>
                    </a:cubicBezTo>
                    <a:cubicBezTo>
                      <a:pt x="70" y="55"/>
                      <a:pt x="70" y="55"/>
                      <a:pt x="70" y="56"/>
                    </a:cubicBezTo>
                    <a:cubicBezTo>
                      <a:pt x="70" y="56"/>
                      <a:pt x="70" y="56"/>
                      <a:pt x="71" y="56"/>
                    </a:cubicBezTo>
                    <a:cubicBezTo>
                      <a:pt x="71" y="56"/>
                      <a:pt x="71" y="58"/>
                      <a:pt x="71" y="58"/>
                    </a:cubicBezTo>
                    <a:cubicBezTo>
                      <a:pt x="72" y="58"/>
                      <a:pt x="72" y="58"/>
                      <a:pt x="72" y="59"/>
                    </a:cubicBezTo>
                    <a:cubicBezTo>
                      <a:pt x="72" y="59"/>
                      <a:pt x="72" y="59"/>
                      <a:pt x="72" y="59"/>
                    </a:cubicBezTo>
                    <a:cubicBezTo>
                      <a:pt x="72" y="60"/>
                      <a:pt x="72" y="59"/>
                      <a:pt x="72" y="60"/>
                    </a:cubicBezTo>
                    <a:cubicBezTo>
                      <a:pt x="72" y="60"/>
                      <a:pt x="73" y="60"/>
                      <a:pt x="73" y="60"/>
                    </a:cubicBezTo>
                    <a:cubicBezTo>
                      <a:pt x="73" y="60"/>
                      <a:pt x="73" y="60"/>
                      <a:pt x="73" y="61"/>
                    </a:cubicBezTo>
                    <a:cubicBezTo>
                      <a:pt x="73" y="61"/>
                      <a:pt x="73" y="61"/>
                      <a:pt x="73" y="61"/>
                    </a:cubicBezTo>
                    <a:cubicBezTo>
                      <a:pt x="73" y="62"/>
                      <a:pt x="73" y="62"/>
                      <a:pt x="74" y="62"/>
                    </a:cubicBezTo>
                    <a:cubicBezTo>
                      <a:pt x="74" y="62"/>
                      <a:pt x="74" y="62"/>
                      <a:pt x="74" y="62"/>
                    </a:cubicBezTo>
                    <a:cubicBezTo>
                      <a:pt x="75" y="63"/>
                      <a:pt x="74" y="64"/>
                      <a:pt x="75" y="64"/>
                    </a:cubicBezTo>
                    <a:cubicBezTo>
                      <a:pt x="75" y="64"/>
                      <a:pt x="75" y="65"/>
                      <a:pt x="75" y="65"/>
                    </a:cubicBezTo>
                    <a:cubicBezTo>
                      <a:pt x="75" y="66"/>
                      <a:pt x="75" y="66"/>
                      <a:pt x="75" y="67"/>
                    </a:cubicBezTo>
                    <a:cubicBezTo>
                      <a:pt x="75" y="67"/>
                      <a:pt x="76" y="67"/>
                      <a:pt x="76" y="67"/>
                    </a:cubicBezTo>
                    <a:cubicBezTo>
                      <a:pt x="76" y="67"/>
                      <a:pt x="76" y="67"/>
                      <a:pt x="76" y="68"/>
                    </a:cubicBezTo>
                    <a:cubicBezTo>
                      <a:pt x="76" y="68"/>
                      <a:pt x="77" y="68"/>
                      <a:pt x="77" y="69"/>
                    </a:cubicBezTo>
                    <a:cubicBezTo>
                      <a:pt x="77" y="69"/>
                      <a:pt x="78" y="69"/>
                      <a:pt x="78" y="70"/>
                    </a:cubicBezTo>
                    <a:cubicBezTo>
                      <a:pt x="77" y="67"/>
                      <a:pt x="77" y="65"/>
                      <a:pt x="76" y="62"/>
                    </a:cubicBezTo>
                    <a:cubicBezTo>
                      <a:pt x="76" y="61"/>
                      <a:pt x="76" y="59"/>
                      <a:pt x="76" y="58"/>
                    </a:cubicBezTo>
                    <a:cubicBezTo>
                      <a:pt x="76" y="57"/>
                      <a:pt x="76" y="57"/>
                      <a:pt x="76" y="56"/>
                    </a:cubicBezTo>
                    <a:cubicBezTo>
                      <a:pt x="76" y="56"/>
                      <a:pt x="76" y="55"/>
                      <a:pt x="76" y="54"/>
                    </a:cubicBezTo>
                    <a:cubicBezTo>
                      <a:pt x="76" y="54"/>
                      <a:pt x="77" y="54"/>
                      <a:pt x="76" y="54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76" y="54"/>
                      <a:pt x="75" y="54"/>
                      <a:pt x="75" y="53"/>
                    </a:cubicBezTo>
                    <a:cubicBezTo>
                      <a:pt x="75" y="53"/>
                      <a:pt x="75" y="52"/>
                      <a:pt x="75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4" y="52"/>
                      <a:pt x="75" y="51"/>
                      <a:pt x="75" y="51"/>
                    </a:cubicBezTo>
                    <a:cubicBezTo>
                      <a:pt x="75" y="51"/>
                      <a:pt x="75" y="50"/>
                      <a:pt x="75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3" y="50"/>
                      <a:pt x="74" y="49"/>
                      <a:pt x="74" y="48"/>
                    </a:cubicBezTo>
                    <a:cubicBezTo>
                      <a:pt x="73" y="48"/>
                      <a:pt x="73" y="48"/>
                      <a:pt x="73" y="47"/>
                    </a:cubicBezTo>
                    <a:cubicBezTo>
                      <a:pt x="73" y="47"/>
                      <a:pt x="73" y="47"/>
                      <a:pt x="73" y="47"/>
                    </a:cubicBezTo>
                    <a:cubicBezTo>
                      <a:pt x="73" y="46"/>
                      <a:pt x="73" y="46"/>
                      <a:pt x="72" y="46"/>
                    </a:cubicBezTo>
                    <a:cubicBezTo>
                      <a:pt x="72" y="46"/>
                      <a:pt x="72" y="46"/>
                      <a:pt x="72" y="46"/>
                    </a:cubicBezTo>
                    <a:cubicBezTo>
                      <a:pt x="72" y="46"/>
                      <a:pt x="72" y="45"/>
                      <a:pt x="72" y="45"/>
                    </a:cubicBezTo>
                    <a:cubicBezTo>
                      <a:pt x="72" y="45"/>
                      <a:pt x="71" y="45"/>
                      <a:pt x="71" y="44"/>
                    </a:cubicBezTo>
                    <a:cubicBezTo>
                      <a:pt x="71" y="44"/>
                      <a:pt x="71" y="44"/>
                      <a:pt x="71" y="44"/>
                    </a:cubicBezTo>
                    <a:cubicBezTo>
                      <a:pt x="71" y="44"/>
                      <a:pt x="70" y="44"/>
                      <a:pt x="70" y="43"/>
                    </a:cubicBezTo>
                    <a:cubicBezTo>
                      <a:pt x="70" y="43"/>
                      <a:pt x="70" y="43"/>
                      <a:pt x="70" y="43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0" y="42"/>
                      <a:pt x="70" y="42"/>
                      <a:pt x="69" y="42"/>
                    </a:cubicBezTo>
                    <a:cubicBezTo>
                      <a:pt x="69" y="42"/>
                      <a:pt x="69" y="41"/>
                      <a:pt x="69" y="40"/>
                    </a:cubicBezTo>
                    <a:cubicBezTo>
                      <a:pt x="69" y="40"/>
                      <a:pt x="69" y="40"/>
                      <a:pt x="68" y="40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9"/>
                      <a:pt x="67" y="39"/>
                      <a:pt x="67" y="39"/>
                    </a:cubicBezTo>
                    <a:cubicBezTo>
                      <a:pt x="67" y="39"/>
                      <a:pt x="67" y="38"/>
                      <a:pt x="67" y="38"/>
                    </a:cubicBezTo>
                    <a:cubicBezTo>
                      <a:pt x="67" y="37"/>
                      <a:pt x="66" y="37"/>
                      <a:pt x="66" y="36"/>
                    </a:cubicBezTo>
                    <a:cubicBezTo>
                      <a:pt x="66" y="36"/>
                      <a:pt x="66" y="36"/>
                      <a:pt x="65" y="36"/>
                    </a:cubicBezTo>
                    <a:cubicBezTo>
                      <a:pt x="65" y="36"/>
                      <a:pt x="65" y="35"/>
                      <a:pt x="65" y="35"/>
                    </a:cubicBezTo>
                    <a:cubicBezTo>
                      <a:pt x="64" y="35"/>
                      <a:pt x="64" y="34"/>
                      <a:pt x="64" y="33"/>
                    </a:cubicBezTo>
                    <a:cubicBezTo>
                      <a:pt x="64" y="33"/>
                      <a:pt x="64" y="33"/>
                      <a:pt x="63" y="33"/>
                    </a:cubicBezTo>
                    <a:cubicBezTo>
                      <a:pt x="63" y="33"/>
                      <a:pt x="63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2" y="32"/>
                      <a:pt x="62" y="31"/>
                      <a:pt x="61" y="31"/>
                    </a:cubicBezTo>
                    <a:cubicBezTo>
                      <a:pt x="61" y="30"/>
                      <a:pt x="61" y="30"/>
                      <a:pt x="60" y="29"/>
                    </a:cubicBezTo>
                    <a:cubicBezTo>
                      <a:pt x="60" y="28"/>
                      <a:pt x="59" y="28"/>
                      <a:pt x="58" y="27"/>
                    </a:cubicBezTo>
                    <a:cubicBezTo>
                      <a:pt x="58" y="26"/>
                      <a:pt x="58" y="26"/>
                      <a:pt x="58" y="26"/>
                    </a:cubicBezTo>
                    <a:cubicBezTo>
                      <a:pt x="57" y="26"/>
                      <a:pt x="57" y="25"/>
                      <a:pt x="57" y="25"/>
                    </a:cubicBezTo>
                    <a:cubicBezTo>
                      <a:pt x="56" y="25"/>
                      <a:pt x="55" y="24"/>
                      <a:pt x="55" y="23"/>
                    </a:cubicBezTo>
                    <a:cubicBezTo>
                      <a:pt x="53" y="22"/>
                      <a:pt x="52" y="21"/>
                      <a:pt x="51" y="20"/>
                    </a:cubicBezTo>
                    <a:cubicBezTo>
                      <a:pt x="50" y="19"/>
                      <a:pt x="49" y="18"/>
                      <a:pt x="49" y="17"/>
                    </a:cubicBezTo>
                    <a:cubicBezTo>
                      <a:pt x="48" y="17"/>
                      <a:pt x="48" y="16"/>
                      <a:pt x="47" y="16"/>
                    </a:cubicBezTo>
                    <a:cubicBezTo>
                      <a:pt x="47" y="16"/>
                      <a:pt x="46" y="16"/>
                      <a:pt x="45" y="15"/>
                    </a:cubicBezTo>
                    <a:cubicBezTo>
                      <a:pt x="45" y="15"/>
                      <a:pt x="44" y="14"/>
                      <a:pt x="44" y="13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3" y="13"/>
                      <a:pt x="43" y="13"/>
                    </a:cubicBezTo>
                    <a:cubicBezTo>
                      <a:pt x="43" y="13"/>
                      <a:pt x="42" y="13"/>
                      <a:pt x="42" y="13"/>
                    </a:cubicBezTo>
                    <a:cubicBezTo>
                      <a:pt x="41" y="12"/>
                      <a:pt x="41" y="12"/>
                      <a:pt x="41" y="11"/>
                    </a:cubicBezTo>
                    <a:cubicBezTo>
                      <a:pt x="40" y="11"/>
                      <a:pt x="40" y="11"/>
                      <a:pt x="40" y="10"/>
                    </a:cubicBezTo>
                    <a:cubicBezTo>
                      <a:pt x="40" y="10"/>
                      <a:pt x="39" y="10"/>
                      <a:pt x="39" y="10"/>
                    </a:cubicBezTo>
                    <a:cubicBezTo>
                      <a:pt x="38" y="10"/>
                      <a:pt x="38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8"/>
                      <a:pt x="37" y="8"/>
                      <a:pt x="36" y="8"/>
                    </a:cubicBezTo>
                    <a:cubicBezTo>
                      <a:pt x="36" y="8"/>
                      <a:pt x="36" y="8"/>
                      <a:pt x="35" y="7"/>
                    </a:cubicBezTo>
                    <a:cubicBezTo>
                      <a:pt x="34" y="6"/>
                      <a:pt x="33" y="5"/>
                      <a:pt x="32" y="5"/>
                    </a:cubicBezTo>
                    <a:cubicBezTo>
                      <a:pt x="29" y="3"/>
                      <a:pt x="26" y="2"/>
                      <a:pt x="23" y="0"/>
                    </a:cubicBezTo>
                    <a:cubicBezTo>
                      <a:pt x="23" y="0"/>
                      <a:pt x="23" y="0"/>
                      <a:pt x="22" y="0"/>
                    </a:cubicBezTo>
                    <a:cubicBezTo>
                      <a:pt x="22" y="0"/>
                      <a:pt x="22" y="0"/>
                      <a:pt x="22" y="1"/>
                    </a:cubicBezTo>
                    <a:cubicBezTo>
                      <a:pt x="22" y="1"/>
                      <a:pt x="22" y="1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4" y="2"/>
                      <a:pt x="23" y="2"/>
                      <a:pt x="23" y="2"/>
                    </a:cubicBezTo>
                    <a:cubicBezTo>
                      <a:pt x="23" y="3"/>
                      <a:pt x="23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5" y="3"/>
                      <a:pt x="24" y="4"/>
                      <a:pt x="24" y="5"/>
                    </a:cubicBezTo>
                    <a:cubicBezTo>
                      <a:pt x="24" y="5"/>
                      <a:pt x="24" y="6"/>
                      <a:pt x="23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3" y="7"/>
                      <a:pt x="23" y="7"/>
                      <a:pt x="24" y="7"/>
                    </a:cubicBezTo>
                    <a:cubicBezTo>
                      <a:pt x="24" y="8"/>
                      <a:pt x="24" y="8"/>
                      <a:pt x="25" y="8"/>
                    </a:cubicBezTo>
                    <a:cubicBezTo>
                      <a:pt x="25" y="9"/>
                      <a:pt x="25" y="9"/>
                      <a:pt x="26" y="9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0"/>
                      <a:pt x="26" y="11"/>
                      <a:pt x="26" y="11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5" y="11"/>
                      <a:pt x="25" y="12"/>
                      <a:pt x="25" y="12"/>
                    </a:cubicBezTo>
                    <a:cubicBezTo>
                      <a:pt x="25" y="12"/>
                      <a:pt x="24" y="11"/>
                      <a:pt x="24" y="11"/>
                    </a:cubicBezTo>
                    <a:cubicBezTo>
                      <a:pt x="24" y="11"/>
                      <a:pt x="23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1"/>
                      <a:pt x="21" y="12"/>
                      <a:pt x="21" y="12"/>
                    </a:cubicBezTo>
                    <a:cubicBezTo>
                      <a:pt x="21" y="12"/>
                      <a:pt x="20" y="12"/>
                      <a:pt x="20" y="12"/>
                    </a:cubicBezTo>
                    <a:cubicBezTo>
                      <a:pt x="20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3"/>
                    </a:cubicBezTo>
                    <a:cubicBezTo>
                      <a:pt x="18" y="13"/>
                      <a:pt x="18" y="13"/>
                      <a:pt x="17" y="13"/>
                    </a:cubicBezTo>
                    <a:cubicBezTo>
                      <a:pt x="17" y="13"/>
                      <a:pt x="16" y="13"/>
                      <a:pt x="16" y="13"/>
                    </a:cubicBezTo>
                    <a:cubicBezTo>
                      <a:pt x="16" y="14"/>
                      <a:pt x="15" y="14"/>
                      <a:pt x="15" y="15"/>
                    </a:cubicBez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6"/>
                      <a:pt x="14" y="16"/>
                      <a:pt x="13" y="17"/>
                    </a:cubicBezTo>
                    <a:cubicBezTo>
                      <a:pt x="14" y="19"/>
                      <a:pt x="16" y="20"/>
                      <a:pt x="17" y="22"/>
                    </a:cubicBezTo>
                    <a:cubicBezTo>
                      <a:pt x="19" y="23"/>
                      <a:pt x="20" y="25"/>
                      <a:pt x="21" y="28"/>
                    </a:cubicBezTo>
                    <a:cubicBezTo>
                      <a:pt x="21" y="28"/>
                      <a:pt x="22" y="27"/>
                      <a:pt x="22" y="26"/>
                    </a:cubicBezTo>
                    <a:cubicBezTo>
                      <a:pt x="22" y="26"/>
                      <a:pt x="22" y="25"/>
                      <a:pt x="22" y="25"/>
                    </a:cubicBezTo>
                    <a:cubicBezTo>
                      <a:pt x="23" y="25"/>
                      <a:pt x="24" y="25"/>
                      <a:pt x="24" y="25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7" y="24"/>
                      <a:pt x="27" y="24"/>
                      <a:pt x="28" y="25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8" y="25"/>
                      <a:pt x="28" y="25"/>
                      <a:pt x="29" y="25"/>
                    </a:cubicBezTo>
                    <a:cubicBezTo>
                      <a:pt x="29" y="25"/>
                      <a:pt x="29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1" y="26"/>
                      <a:pt x="31" y="27"/>
                      <a:pt x="31" y="27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32" y="27"/>
                      <a:pt x="33" y="27"/>
                      <a:pt x="33" y="28"/>
                    </a:cubicBezTo>
                    <a:cubicBezTo>
                      <a:pt x="33" y="28"/>
                      <a:pt x="34" y="28"/>
                      <a:pt x="35" y="28"/>
                    </a:cubicBezTo>
                    <a:cubicBezTo>
                      <a:pt x="35" y="29"/>
                      <a:pt x="35" y="29"/>
                      <a:pt x="35" y="30"/>
                    </a:cubicBezTo>
                    <a:cubicBezTo>
                      <a:pt x="35" y="31"/>
                      <a:pt x="35" y="32"/>
                      <a:pt x="35" y="33"/>
                    </a:cubicBezTo>
                    <a:cubicBezTo>
                      <a:pt x="36" y="33"/>
                      <a:pt x="37" y="33"/>
                      <a:pt x="36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8" y="29"/>
                      <a:pt x="38" y="29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7"/>
                      <a:pt x="36" y="26"/>
                      <a:pt x="35" y="25"/>
                    </a:cubicBezTo>
                    <a:cubicBezTo>
                      <a:pt x="35" y="25"/>
                      <a:pt x="32" y="26"/>
                      <a:pt x="33" y="24"/>
                    </a:cubicBezTo>
                    <a:cubicBezTo>
                      <a:pt x="32" y="24"/>
                      <a:pt x="31" y="24"/>
                      <a:pt x="31" y="23"/>
                    </a:cubicBezTo>
                    <a:cubicBezTo>
                      <a:pt x="30" y="23"/>
                      <a:pt x="29" y="22"/>
                      <a:pt x="29" y="22"/>
                    </a:cubicBezTo>
                    <a:cubicBezTo>
                      <a:pt x="29" y="21"/>
                      <a:pt x="29" y="21"/>
                      <a:pt x="28" y="21"/>
                    </a:cubicBezTo>
                    <a:cubicBezTo>
                      <a:pt x="28" y="21"/>
                      <a:pt x="29" y="21"/>
                      <a:pt x="29" y="20"/>
                    </a:cubicBezTo>
                    <a:cubicBezTo>
                      <a:pt x="29" y="20"/>
                      <a:pt x="31" y="20"/>
                      <a:pt x="31" y="21"/>
                    </a:cubicBezTo>
                    <a:cubicBezTo>
                      <a:pt x="31" y="21"/>
                      <a:pt x="32" y="22"/>
                      <a:pt x="32" y="22"/>
                    </a:cubicBezTo>
                    <a:cubicBezTo>
                      <a:pt x="33" y="22"/>
                      <a:pt x="33" y="22"/>
                      <a:pt x="34" y="23"/>
                    </a:cubicBezTo>
                    <a:cubicBezTo>
                      <a:pt x="34" y="23"/>
                      <a:pt x="34" y="24"/>
                      <a:pt x="34" y="24"/>
                    </a:cubicBezTo>
                    <a:cubicBezTo>
                      <a:pt x="35" y="24"/>
                      <a:pt x="34" y="24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6" y="24"/>
                      <a:pt x="37" y="24"/>
                      <a:pt x="36" y="25"/>
                    </a:cubicBezTo>
                    <a:cubicBezTo>
                      <a:pt x="37" y="25"/>
                      <a:pt x="39" y="25"/>
                      <a:pt x="38" y="26"/>
                    </a:cubicBezTo>
                    <a:cubicBezTo>
                      <a:pt x="39" y="26"/>
                      <a:pt x="40" y="26"/>
                      <a:pt x="40" y="26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0" y="28"/>
                      <a:pt x="40" y="28"/>
                      <a:pt x="41" y="28"/>
                    </a:cubicBezTo>
                    <a:cubicBezTo>
                      <a:pt x="41" y="28"/>
                      <a:pt x="41" y="29"/>
                      <a:pt x="41" y="29"/>
                    </a:cubicBezTo>
                    <a:cubicBezTo>
                      <a:pt x="41" y="29"/>
                      <a:pt x="42" y="29"/>
                      <a:pt x="42" y="29"/>
                    </a:cubicBezTo>
                    <a:cubicBezTo>
                      <a:pt x="42" y="29"/>
                      <a:pt x="42" y="30"/>
                      <a:pt x="43" y="30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43" y="31"/>
                      <a:pt x="44" y="31"/>
                      <a:pt x="44" y="30"/>
                    </a:cubicBezTo>
                    <a:cubicBezTo>
                      <a:pt x="44" y="30"/>
                      <a:pt x="44" y="30"/>
                      <a:pt x="44" y="30"/>
                    </a:cubicBezTo>
                    <a:cubicBezTo>
                      <a:pt x="44" y="30"/>
                      <a:pt x="44" y="30"/>
                      <a:pt x="44" y="29"/>
                    </a:cubicBezTo>
                    <a:cubicBezTo>
                      <a:pt x="45" y="29"/>
                      <a:pt x="45" y="28"/>
                      <a:pt x="45" y="27"/>
                    </a:cubicBezTo>
                    <a:cubicBezTo>
                      <a:pt x="45" y="26"/>
                      <a:pt x="44" y="25"/>
                      <a:pt x="43" y="24"/>
                    </a:cubicBezTo>
                    <a:cubicBezTo>
                      <a:pt x="43" y="23"/>
                      <a:pt x="42" y="23"/>
                      <a:pt x="42" y="22"/>
                    </a:cubicBezTo>
                    <a:cubicBezTo>
                      <a:pt x="42" y="22"/>
                      <a:pt x="42" y="21"/>
                      <a:pt x="42" y="21"/>
                    </a:cubicBezTo>
                    <a:cubicBezTo>
                      <a:pt x="42" y="21"/>
                      <a:pt x="43" y="21"/>
                      <a:pt x="43" y="20"/>
                    </a:cubicBezTo>
                    <a:cubicBezTo>
                      <a:pt x="44" y="20"/>
                      <a:pt x="45" y="20"/>
                      <a:pt x="46" y="21"/>
                    </a:cubicBezTo>
                    <a:cubicBezTo>
                      <a:pt x="46" y="21"/>
                      <a:pt x="47" y="22"/>
                      <a:pt x="47" y="22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2"/>
                      <a:pt x="48" y="22"/>
                      <a:pt x="48" y="22"/>
                    </a:cubicBezTo>
                    <a:cubicBezTo>
                      <a:pt x="48" y="22"/>
                      <a:pt x="49" y="23"/>
                      <a:pt x="49" y="23"/>
                    </a:cubicBezTo>
                    <a:cubicBezTo>
                      <a:pt x="49" y="23"/>
                      <a:pt x="48" y="23"/>
                      <a:pt x="49" y="23"/>
                    </a:cubicBezTo>
                    <a:cubicBezTo>
                      <a:pt x="49" y="23"/>
                      <a:pt x="49" y="23"/>
                      <a:pt x="49" y="24"/>
                    </a:cubicBezTo>
                    <a:cubicBezTo>
                      <a:pt x="50" y="24"/>
                      <a:pt x="50" y="24"/>
                      <a:pt x="51" y="25"/>
                    </a:cubicBezTo>
                    <a:cubicBezTo>
                      <a:pt x="51" y="25"/>
                      <a:pt x="51" y="26"/>
                      <a:pt x="51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2" y="28"/>
                    </a:cubicBezTo>
                    <a:cubicBezTo>
                      <a:pt x="52" y="28"/>
                      <a:pt x="52" y="27"/>
                      <a:pt x="51" y="27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48" y="27"/>
                      <a:pt x="49" y="27"/>
                      <a:pt x="48" y="27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9"/>
                      <a:pt x="48" y="29"/>
                      <a:pt x="48" y="30"/>
                    </a:cubicBezTo>
                    <a:cubicBezTo>
                      <a:pt x="48" y="30"/>
                      <a:pt x="48" y="31"/>
                      <a:pt x="49" y="31"/>
                    </a:cubicBezTo>
                    <a:cubicBezTo>
                      <a:pt x="49" y="31"/>
                      <a:pt x="49" y="31"/>
                      <a:pt x="49" y="31"/>
                    </a:cubicBezTo>
                    <a:cubicBezTo>
                      <a:pt x="50" y="32"/>
                      <a:pt x="49" y="33"/>
                      <a:pt x="50" y="33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52" y="33"/>
                      <a:pt x="52" y="34"/>
                      <a:pt x="53" y="34"/>
                    </a:cubicBezTo>
                    <a:cubicBezTo>
                      <a:pt x="53" y="34"/>
                      <a:pt x="54" y="34"/>
                      <a:pt x="54" y="34"/>
                    </a:cubicBezTo>
                    <a:cubicBezTo>
                      <a:pt x="54" y="34"/>
                      <a:pt x="54" y="33"/>
                      <a:pt x="55" y="33"/>
                    </a:cubicBezTo>
                    <a:cubicBezTo>
                      <a:pt x="56" y="34"/>
                      <a:pt x="56" y="34"/>
                      <a:pt x="56" y="34"/>
                    </a:cubicBezTo>
                    <a:cubicBezTo>
                      <a:pt x="56" y="34"/>
                      <a:pt x="57" y="34"/>
                      <a:pt x="57" y="35"/>
                    </a:cubicBezTo>
                    <a:cubicBezTo>
                      <a:pt x="57" y="35"/>
                      <a:pt x="57" y="35"/>
                      <a:pt x="57" y="36"/>
                    </a:cubicBezTo>
                    <a:cubicBezTo>
                      <a:pt x="57" y="36"/>
                      <a:pt x="57" y="36"/>
                      <a:pt x="57" y="37"/>
                    </a:cubicBezTo>
                    <a:cubicBezTo>
                      <a:pt x="57" y="37"/>
                      <a:pt x="57" y="37"/>
                      <a:pt x="57" y="37"/>
                    </a:cubicBezTo>
                    <a:cubicBezTo>
                      <a:pt x="57" y="37"/>
                      <a:pt x="58" y="37"/>
                      <a:pt x="58" y="37"/>
                    </a:cubicBezTo>
                    <a:cubicBezTo>
                      <a:pt x="58" y="38"/>
                      <a:pt x="58" y="39"/>
                      <a:pt x="58" y="39"/>
                    </a:cubicBezTo>
                    <a:cubicBezTo>
                      <a:pt x="58" y="39"/>
                      <a:pt x="59" y="39"/>
                      <a:pt x="59" y="40"/>
                    </a:cubicBezTo>
                    <a:cubicBezTo>
                      <a:pt x="59" y="40"/>
                      <a:pt x="59" y="40"/>
                      <a:pt x="59" y="41"/>
                    </a:cubicBezTo>
                    <a:cubicBezTo>
                      <a:pt x="58" y="42"/>
                      <a:pt x="58" y="42"/>
                      <a:pt x="57" y="42"/>
                    </a:cubicBezTo>
                    <a:cubicBezTo>
                      <a:pt x="57" y="43"/>
                      <a:pt x="55" y="43"/>
                      <a:pt x="55" y="42"/>
                    </a:cubicBezTo>
                    <a:cubicBezTo>
                      <a:pt x="54" y="42"/>
                      <a:pt x="54" y="42"/>
                      <a:pt x="54" y="42"/>
                    </a:cubicBezTo>
                    <a:cubicBezTo>
                      <a:pt x="54" y="42"/>
                      <a:pt x="53" y="42"/>
                      <a:pt x="53" y="42"/>
                    </a:cubicBezTo>
                    <a:cubicBezTo>
                      <a:pt x="52" y="42"/>
                      <a:pt x="51" y="42"/>
                      <a:pt x="51" y="41"/>
                    </a:cubicBezTo>
                    <a:cubicBezTo>
                      <a:pt x="50" y="41"/>
                      <a:pt x="50" y="40"/>
                      <a:pt x="49" y="40"/>
                    </a:cubicBezTo>
                    <a:cubicBezTo>
                      <a:pt x="49" y="41"/>
                      <a:pt x="50" y="42"/>
                      <a:pt x="49" y="42"/>
                    </a:cubicBezTo>
                    <a:cubicBezTo>
                      <a:pt x="49" y="43"/>
                      <a:pt x="48" y="43"/>
                      <a:pt x="47" y="43"/>
                    </a:cubicBezTo>
                    <a:cubicBezTo>
                      <a:pt x="47" y="43"/>
                      <a:pt x="46" y="43"/>
                      <a:pt x="46" y="42"/>
                    </a:cubicBezTo>
                    <a:cubicBezTo>
                      <a:pt x="45" y="42"/>
                      <a:pt x="44" y="42"/>
                      <a:pt x="44" y="41"/>
                    </a:cubicBezTo>
                    <a:cubicBezTo>
                      <a:pt x="43" y="41"/>
                      <a:pt x="43" y="41"/>
                      <a:pt x="43" y="40"/>
                    </a:cubicBezTo>
                    <a:cubicBezTo>
                      <a:pt x="42" y="40"/>
                      <a:pt x="40" y="40"/>
                      <a:pt x="40" y="39"/>
                    </a:cubicBezTo>
                    <a:cubicBezTo>
                      <a:pt x="39" y="39"/>
                      <a:pt x="38" y="39"/>
                      <a:pt x="37" y="39"/>
                    </a:cubicBezTo>
                    <a:cubicBezTo>
                      <a:pt x="36" y="39"/>
                      <a:pt x="36" y="38"/>
                      <a:pt x="36" y="37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5" y="37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5" y="34"/>
                      <a:pt x="35" y="34"/>
                    </a:cubicBezTo>
                    <a:cubicBezTo>
                      <a:pt x="34" y="34"/>
                      <a:pt x="34" y="34"/>
                      <a:pt x="34" y="33"/>
                    </a:cubicBezTo>
                    <a:cubicBezTo>
                      <a:pt x="33" y="33"/>
                      <a:pt x="33" y="33"/>
                      <a:pt x="33" y="33"/>
                    </a:cubicBezTo>
                    <a:cubicBezTo>
                      <a:pt x="31" y="33"/>
                      <a:pt x="31" y="34"/>
                      <a:pt x="30" y="35"/>
                    </a:cubicBezTo>
                    <a:cubicBezTo>
                      <a:pt x="29" y="35"/>
                      <a:pt x="28" y="34"/>
                      <a:pt x="27" y="34"/>
                    </a:cubicBezTo>
                    <a:cubicBezTo>
                      <a:pt x="26" y="33"/>
                      <a:pt x="25" y="33"/>
                      <a:pt x="23" y="33"/>
                    </a:cubicBezTo>
                    <a:cubicBezTo>
                      <a:pt x="24" y="35"/>
                      <a:pt x="22" y="34"/>
                      <a:pt x="22" y="34"/>
                    </a:cubicBezTo>
                    <a:cubicBezTo>
                      <a:pt x="22" y="36"/>
                      <a:pt x="20" y="35"/>
                      <a:pt x="19" y="35"/>
                    </a:cubicBezTo>
                    <a:cubicBezTo>
                      <a:pt x="18" y="35"/>
                      <a:pt x="18" y="35"/>
                      <a:pt x="17" y="35"/>
                    </a:cubicBezTo>
                    <a:cubicBezTo>
                      <a:pt x="17" y="35"/>
                      <a:pt x="16" y="35"/>
                      <a:pt x="16" y="36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36"/>
                      <a:pt x="16" y="37"/>
                      <a:pt x="16" y="37"/>
                    </a:cubicBezTo>
                    <a:cubicBezTo>
                      <a:pt x="15" y="38"/>
                      <a:pt x="14" y="38"/>
                      <a:pt x="13" y="38"/>
                    </a:cubicBezTo>
                    <a:cubicBezTo>
                      <a:pt x="13" y="38"/>
                      <a:pt x="13" y="38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2" y="39"/>
                      <a:pt x="12" y="39"/>
                    </a:cubicBezTo>
                    <a:cubicBezTo>
                      <a:pt x="11" y="39"/>
                      <a:pt x="11" y="41"/>
                      <a:pt x="11" y="41"/>
                    </a:cubicBezTo>
                    <a:cubicBezTo>
                      <a:pt x="11" y="42"/>
                      <a:pt x="11" y="43"/>
                      <a:pt x="10" y="43"/>
                    </a:cubicBezTo>
                    <a:cubicBezTo>
                      <a:pt x="11" y="44"/>
                      <a:pt x="11" y="45"/>
                      <a:pt x="10" y="46"/>
                    </a:cubicBezTo>
                    <a:cubicBezTo>
                      <a:pt x="9" y="46"/>
                      <a:pt x="9" y="46"/>
                      <a:pt x="8" y="46"/>
                    </a:cubicBezTo>
                    <a:cubicBezTo>
                      <a:pt x="8" y="46"/>
                      <a:pt x="8" y="45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7" y="46"/>
                      <a:pt x="6" y="47"/>
                      <a:pt x="6" y="47"/>
                    </a:cubicBezTo>
                    <a:cubicBezTo>
                      <a:pt x="6" y="47"/>
                      <a:pt x="6" y="46"/>
                      <a:pt x="6" y="47"/>
                    </a:cubicBezTo>
                    <a:cubicBezTo>
                      <a:pt x="6" y="47"/>
                      <a:pt x="5" y="47"/>
                      <a:pt x="5" y="47"/>
                    </a:cubicBezTo>
                    <a:cubicBezTo>
                      <a:pt x="5" y="48"/>
                      <a:pt x="5" y="48"/>
                      <a:pt x="5" y="49"/>
                    </a:cubicBezTo>
                    <a:cubicBezTo>
                      <a:pt x="5" y="50"/>
                      <a:pt x="5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2"/>
                      <a:pt x="4" y="52"/>
                      <a:pt x="4" y="53"/>
                    </a:cubicBezTo>
                    <a:cubicBezTo>
                      <a:pt x="4" y="53"/>
                      <a:pt x="3" y="54"/>
                      <a:pt x="3" y="54"/>
                    </a:cubicBezTo>
                    <a:cubicBezTo>
                      <a:pt x="3" y="55"/>
                      <a:pt x="2" y="55"/>
                      <a:pt x="2" y="55"/>
                    </a:cubicBezTo>
                    <a:cubicBezTo>
                      <a:pt x="2" y="55"/>
                      <a:pt x="2" y="56"/>
                      <a:pt x="2" y="56"/>
                    </a:cubicBezTo>
                    <a:cubicBezTo>
                      <a:pt x="2" y="57"/>
                      <a:pt x="1" y="57"/>
                      <a:pt x="1" y="57"/>
                    </a:cubicBezTo>
                    <a:cubicBezTo>
                      <a:pt x="1" y="57"/>
                      <a:pt x="0" y="58"/>
                      <a:pt x="0" y="58"/>
                    </a:cubicBezTo>
                    <a:cubicBezTo>
                      <a:pt x="0" y="58"/>
                      <a:pt x="0" y="59"/>
                      <a:pt x="0" y="59"/>
                    </a:cubicBezTo>
                    <a:cubicBezTo>
                      <a:pt x="0" y="60"/>
                      <a:pt x="1" y="60"/>
                      <a:pt x="1" y="61"/>
                    </a:cubicBezTo>
                    <a:cubicBezTo>
                      <a:pt x="1" y="61"/>
                      <a:pt x="1" y="61"/>
                      <a:pt x="1" y="61"/>
                    </a:cubicBezTo>
                    <a:cubicBezTo>
                      <a:pt x="1" y="61"/>
                      <a:pt x="1" y="61"/>
                      <a:pt x="1" y="61"/>
                    </a:cubicBezTo>
                    <a:cubicBezTo>
                      <a:pt x="2" y="61"/>
                      <a:pt x="2" y="62"/>
                      <a:pt x="2" y="62"/>
                    </a:cubicBezTo>
                    <a:cubicBezTo>
                      <a:pt x="2" y="62"/>
                      <a:pt x="2" y="63"/>
                      <a:pt x="2" y="63"/>
                    </a:cubicBezTo>
                    <a:cubicBezTo>
                      <a:pt x="2" y="63"/>
                      <a:pt x="2" y="63"/>
                      <a:pt x="3" y="63"/>
                    </a:cubicBezTo>
                    <a:cubicBezTo>
                      <a:pt x="3" y="63"/>
                      <a:pt x="3" y="64"/>
                      <a:pt x="3" y="64"/>
                    </a:cubicBezTo>
                    <a:cubicBezTo>
                      <a:pt x="3" y="64"/>
                      <a:pt x="3" y="65"/>
                      <a:pt x="3" y="65"/>
                    </a:cubicBezTo>
                    <a:cubicBezTo>
                      <a:pt x="3" y="66"/>
                      <a:pt x="3" y="67"/>
                      <a:pt x="2" y="68"/>
                    </a:cubicBezTo>
                    <a:cubicBezTo>
                      <a:pt x="2" y="68"/>
                      <a:pt x="1" y="69"/>
                      <a:pt x="1" y="70"/>
                    </a:cubicBezTo>
                    <a:cubicBezTo>
                      <a:pt x="1" y="70"/>
                      <a:pt x="2" y="70"/>
                      <a:pt x="2" y="70"/>
                    </a:cubicBezTo>
                    <a:cubicBezTo>
                      <a:pt x="2" y="70"/>
                      <a:pt x="2" y="71"/>
                      <a:pt x="2" y="71"/>
                    </a:cubicBezTo>
                    <a:cubicBezTo>
                      <a:pt x="2" y="71"/>
                      <a:pt x="2" y="72"/>
                      <a:pt x="2" y="72"/>
                    </a:cubicBezTo>
                    <a:cubicBezTo>
                      <a:pt x="2" y="72"/>
                      <a:pt x="3" y="72"/>
                      <a:pt x="3" y="72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4" y="74"/>
                      <a:pt x="4" y="74"/>
                      <a:pt x="4" y="74"/>
                    </a:cubicBezTo>
                    <a:cubicBezTo>
                      <a:pt x="4" y="75"/>
                      <a:pt x="4" y="75"/>
                      <a:pt x="5" y="75"/>
                    </a:cubicBezTo>
                    <a:cubicBezTo>
                      <a:pt x="5" y="75"/>
                      <a:pt x="6" y="76"/>
                      <a:pt x="6" y="76"/>
                    </a:cubicBezTo>
                    <a:cubicBezTo>
                      <a:pt x="7" y="77"/>
                      <a:pt x="8" y="78"/>
                      <a:pt x="8" y="80"/>
                    </a:cubicBezTo>
                    <a:cubicBezTo>
                      <a:pt x="8" y="80"/>
                      <a:pt x="7" y="82"/>
                      <a:pt x="8" y="82"/>
                    </a:cubicBezTo>
                    <a:cubicBezTo>
                      <a:pt x="9" y="82"/>
                      <a:pt x="10" y="82"/>
                      <a:pt x="9" y="83"/>
                    </a:cubicBezTo>
                    <a:cubicBezTo>
                      <a:pt x="10" y="83"/>
                      <a:pt x="12" y="83"/>
                      <a:pt x="12" y="84"/>
                    </a:cubicBezTo>
                    <a:cubicBezTo>
                      <a:pt x="12" y="84"/>
                      <a:pt x="13" y="84"/>
                      <a:pt x="13" y="84"/>
                    </a:cubicBezTo>
                    <a:cubicBezTo>
                      <a:pt x="13" y="84"/>
                      <a:pt x="14" y="84"/>
                      <a:pt x="14" y="84"/>
                    </a:cubicBezTo>
                    <a:cubicBezTo>
                      <a:pt x="14" y="84"/>
                      <a:pt x="14" y="84"/>
                      <a:pt x="14" y="84"/>
                    </a:cubicBezTo>
                    <a:cubicBezTo>
                      <a:pt x="14" y="85"/>
                      <a:pt x="14" y="85"/>
                      <a:pt x="14" y="85"/>
                    </a:cubicBezTo>
                    <a:cubicBezTo>
                      <a:pt x="15" y="86"/>
                      <a:pt x="15" y="86"/>
                      <a:pt x="16" y="86"/>
                    </a:cubicBezTo>
                    <a:cubicBezTo>
                      <a:pt x="16" y="87"/>
                      <a:pt x="17" y="87"/>
                      <a:pt x="17" y="87"/>
                    </a:cubicBezTo>
                    <a:cubicBezTo>
                      <a:pt x="17" y="88"/>
                      <a:pt x="18" y="88"/>
                      <a:pt x="18" y="88"/>
                    </a:cubicBezTo>
                    <a:cubicBezTo>
                      <a:pt x="18" y="88"/>
                      <a:pt x="18" y="88"/>
                      <a:pt x="18" y="88"/>
                    </a:cubicBezTo>
                    <a:cubicBezTo>
                      <a:pt x="18" y="88"/>
                      <a:pt x="19" y="88"/>
                      <a:pt x="19" y="88"/>
                    </a:cubicBezTo>
                    <a:cubicBezTo>
                      <a:pt x="19" y="88"/>
                      <a:pt x="19" y="87"/>
                      <a:pt x="19" y="87"/>
                    </a:cubicBezTo>
                    <a:cubicBezTo>
                      <a:pt x="20" y="87"/>
                      <a:pt x="20" y="87"/>
                      <a:pt x="21" y="87"/>
                    </a:cubicBezTo>
                    <a:cubicBezTo>
                      <a:pt x="21" y="87"/>
                      <a:pt x="21" y="87"/>
                      <a:pt x="21" y="87"/>
                    </a:cubicBezTo>
                    <a:cubicBezTo>
                      <a:pt x="21" y="87"/>
                      <a:pt x="21" y="87"/>
                      <a:pt x="22" y="87"/>
                    </a:cubicBezTo>
                    <a:cubicBezTo>
                      <a:pt x="22" y="86"/>
                      <a:pt x="23" y="87"/>
                      <a:pt x="23" y="87"/>
                    </a:cubicBezTo>
                    <a:cubicBezTo>
                      <a:pt x="23" y="87"/>
                      <a:pt x="23" y="87"/>
                      <a:pt x="23" y="87"/>
                    </a:cubicBezTo>
                    <a:cubicBezTo>
                      <a:pt x="23" y="87"/>
                      <a:pt x="23" y="87"/>
                      <a:pt x="24" y="87"/>
                    </a:cubicBezTo>
                    <a:cubicBezTo>
                      <a:pt x="24" y="87"/>
                      <a:pt x="24" y="87"/>
                      <a:pt x="24" y="87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8"/>
                      <a:pt x="25" y="88"/>
                      <a:pt x="26" y="88"/>
                    </a:cubicBezTo>
                    <a:cubicBezTo>
                      <a:pt x="26" y="88"/>
                      <a:pt x="27" y="88"/>
                      <a:pt x="27" y="88"/>
                    </a:cubicBezTo>
                    <a:cubicBezTo>
                      <a:pt x="27" y="88"/>
                      <a:pt x="28" y="88"/>
                      <a:pt x="28" y="88"/>
                    </a:cubicBezTo>
                    <a:cubicBezTo>
                      <a:pt x="28" y="88"/>
                      <a:pt x="29" y="88"/>
                      <a:pt x="29" y="88"/>
                    </a:cubicBezTo>
                    <a:cubicBezTo>
                      <a:pt x="29" y="88"/>
                      <a:pt x="29" y="87"/>
                      <a:pt x="30" y="87"/>
                    </a:cubicBezTo>
                    <a:cubicBezTo>
                      <a:pt x="30" y="87"/>
                      <a:pt x="30" y="86"/>
                      <a:pt x="30" y="86"/>
                    </a:cubicBezTo>
                    <a:cubicBezTo>
                      <a:pt x="30" y="85"/>
                      <a:pt x="31" y="85"/>
                      <a:pt x="31" y="85"/>
                    </a:cubicBezTo>
                    <a:cubicBezTo>
                      <a:pt x="32" y="85"/>
                      <a:pt x="32" y="85"/>
                      <a:pt x="33" y="85"/>
                    </a:cubicBezTo>
                    <a:cubicBezTo>
                      <a:pt x="34" y="85"/>
                      <a:pt x="34" y="85"/>
                      <a:pt x="35" y="85"/>
                    </a:cubicBezTo>
                    <a:cubicBezTo>
                      <a:pt x="36" y="85"/>
                      <a:pt x="37" y="85"/>
                      <a:pt x="37" y="86"/>
                    </a:cubicBezTo>
                    <a:cubicBezTo>
                      <a:pt x="37" y="87"/>
                      <a:pt x="37" y="86"/>
                      <a:pt x="38" y="86"/>
                    </a:cubicBezTo>
                    <a:cubicBezTo>
                      <a:pt x="38" y="86"/>
                      <a:pt x="38" y="86"/>
                      <a:pt x="39" y="87"/>
                    </a:cubicBezTo>
                    <a:cubicBezTo>
                      <a:pt x="39" y="87"/>
                      <a:pt x="39" y="87"/>
                      <a:pt x="39" y="87"/>
                    </a:cubicBezTo>
                    <a:cubicBezTo>
                      <a:pt x="40" y="87"/>
                      <a:pt x="42" y="87"/>
                      <a:pt x="42" y="88"/>
                    </a:cubicBezTo>
                    <a:cubicBezTo>
                      <a:pt x="43" y="88"/>
                      <a:pt x="43" y="88"/>
                      <a:pt x="44" y="89"/>
                    </a:cubicBezTo>
                    <a:cubicBezTo>
                      <a:pt x="44" y="89"/>
                      <a:pt x="44" y="89"/>
                      <a:pt x="45" y="89"/>
                    </a:cubicBezTo>
                    <a:cubicBezTo>
                      <a:pt x="45" y="90"/>
                      <a:pt x="46" y="91"/>
                      <a:pt x="46" y="92"/>
                    </a:cubicBezTo>
                    <a:cubicBezTo>
                      <a:pt x="46" y="93"/>
                      <a:pt x="45" y="93"/>
                      <a:pt x="45" y="94"/>
                    </a:cubicBezTo>
                    <a:cubicBezTo>
                      <a:pt x="45" y="95"/>
                      <a:pt x="45" y="96"/>
                      <a:pt x="44" y="96"/>
                    </a:cubicBezTo>
                    <a:cubicBezTo>
                      <a:pt x="44" y="96"/>
                      <a:pt x="44" y="96"/>
                      <a:pt x="44" y="97"/>
                    </a:cubicBezTo>
                    <a:cubicBezTo>
                      <a:pt x="44" y="97"/>
                      <a:pt x="44" y="97"/>
                      <a:pt x="44" y="97"/>
                    </a:cubicBezTo>
                    <a:cubicBezTo>
                      <a:pt x="45" y="97"/>
                      <a:pt x="45" y="98"/>
                      <a:pt x="45" y="98"/>
                    </a:cubicBezTo>
                    <a:cubicBezTo>
                      <a:pt x="45" y="98"/>
                      <a:pt x="45" y="99"/>
                      <a:pt x="45" y="99"/>
                    </a:cubicBezTo>
                    <a:cubicBezTo>
                      <a:pt x="45" y="99"/>
                      <a:pt x="46" y="99"/>
                      <a:pt x="46" y="99"/>
                    </a:cubicBezTo>
                    <a:cubicBezTo>
                      <a:pt x="46" y="99"/>
                      <a:pt x="46" y="100"/>
                      <a:pt x="46" y="100"/>
                    </a:cubicBezTo>
                    <a:cubicBezTo>
                      <a:pt x="47" y="101"/>
                      <a:pt x="47" y="101"/>
                      <a:pt x="47" y="102"/>
                    </a:cubicBezTo>
                    <a:cubicBezTo>
                      <a:pt x="48" y="103"/>
                      <a:pt x="48" y="103"/>
                      <a:pt x="48" y="104"/>
                    </a:cubicBezTo>
                    <a:cubicBezTo>
                      <a:pt x="48" y="104"/>
                      <a:pt x="48" y="104"/>
                      <a:pt x="48" y="104"/>
                    </a:cubicBezTo>
                    <a:cubicBezTo>
                      <a:pt x="49" y="105"/>
                      <a:pt x="49" y="105"/>
                      <a:pt x="49" y="105"/>
                    </a:cubicBezTo>
                    <a:cubicBezTo>
                      <a:pt x="50" y="106"/>
                      <a:pt x="50" y="106"/>
                      <a:pt x="50" y="106"/>
                    </a:cubicBezTo>
                    <a:cubicBezTo>
                      <a:pt x="49" y="107"/>
                      <a:pt x="49" y="107"/>
                      <a:pt x="49" y="107"/>
                    </a:cubicBezTo>
                    <a:cubicBezTo>
                      <a:pt x="49" y="108"/>
                      <a:pt x="49" y="108"/>
                      <a:pt x="49" y="108"/>
                    </a:cubicBezTo>
                    <a:cubicBezTo>
                      <a:pt x="50" y="108"/>
                      <a:pt x="50" y="108"/>
                      <a:pt x="50" y="108"/>
                    </a:cubicBezTo>
                    <a:cubicBezTo>
                      <a:pt x="50" y="108"/>
                      <a:pt x="50" y="108"/>
                      <a:pt x="50" y="109"/>
                    </a:cubicBezTo>
                    <a:cubicBezTo>
                      <a:pt x="50" y="109"/>
                      <a:pt x="50" y="110"/>
                      <a:pt x="50" y="111"/>
                    </a:cubicBezTo>
                    <a:cubicBezTo>
                      <a:pt x="50" y="112"/>
                      <a:pt x="51" y="114"/>
                      <a:pt x="49" y="113"/>
                    </a:cubicBezTo>
                    <a:cubicBezTo>
                      <a:pt x="49" y="114"/>
                      <a:pt x="49" y="115"/>
                      <a:pt x="49" y="115"/>
                    </a:cubicBezTo>
                    <a:cubicBezTo>
                      <a:pt x="50" y="115"/>
                      <a:pt x="50" y="116"/>
                      <a:pt x="50" y="116"/>
                    </a:cubicBezTo>
                    <a:cubicBezTo>
                      <a:pt x="51" y="116"/>
                      <a:pt x="51" y="116"/>
                      <a:pt x="51" y="117"/>
                    </a:cubicBezTo>
                    <a:cubicBezTo>
                      <a:pt x="51" y="117"/>
                      <a:pt x="51" y="117"/>
                      <a:pt x="51" y="117"/>
                    </a:cubicBezTo>
                    <a:cubicBezTo>
                      <a:pt x="51" y="117"/>
                      <a:pt x="51" y="117"/>
                      <a:pt x="51" y="117"/>
                    </a:cubicBezTo>
                    <a:cubicBezTo>
                      <a:pt x="50" y="117"/>
                      <a:pt x="50" y="117"/>
                      <a:pt x="50" y="117"/>
                    </a:cubicBezTo>
                    <a:cubicBezTo>
                      <a:pt x="50" y="118"/>
                      <a:pt x="49" y="119"/>
                      <a:pt x="49" y="119"/>
                    </a:cubicBezTo>
                    <a:cubicBezTo>
                      <a:pt x="48" y="120"/>
                      <a:pt x="49" y="121"/>
                      <a:pt x="48" y="121"/>
                    </a:cubicBezTo>
                    <a:cubicBezTo>
                      <a:pt x="48" y="122"/>
                      <a:pt x="48" y="123"/>
                      <a:pt x="48" y="124"/>
                    </a:cubicBezTo>
                    <a:cubicBezTo>
                      <a:pt x="48" y="124"/>
                      <a:pt x="47" y="125"/>
                      <a:pt x="47" y="125"/>
                    </a:cubicBezTo>
                    <a:cubicBezTo>
                      <a:pt x="47" y="125"/>
                      <a:pt x="46" y="126"/>
                      <a:pt x="46" y="126"/>
                    </a:cubicBezTo>
                    <a:cubicBezTo>
                      <a:pt x="46" y="127"/>
                      <a:pt x="46" y="128"/>
                      <a:pt x="45" y="127"/>
                    </a:cubicBezTo>
                    <a:cubicBezTo>
                      <a:pt x="45" y="129"/>
                      <a:pt x="45" y="130"/>
                      <a:pt x="45" y="132"/>
                    </a:cubicBezTo>
                    <a:cubicBezTo>
                      <a:pt x="45" y="133"/>
                      <a:pt x="45" y="134"/>
                      <a:pt x="45" y="134"/>
                    </a:cubicBezTo>
                    <a:cubicBezTo>
                      <a:pt x="45" y="135"/>
                      <a:pt x="45" y="135"/>
                      <a:pt x="45" y="135"/>
                    </a:cubicBezTo>
                    <a:cubicBezTo>
                      <a:pt x="45" y="135"/>
                      <a:pt x="45" y="135"/>
                      <a:pt x="45" y="135"/>
                    </a:cubicBezTo>
                    <a:cubicBezTo>
                      <a:pt x="45" y="135"/>
                      <a:pt x="46" y="135"/>
                      <a:pt x="46" y="135"/>
                    </a:cubicBezTo>
                    <a:cubicBezTo>
                      <a:pt x="46" y="135"/>
                      <a:pt x="46" y="136"/>
                      <a:pt x="46" y="136"/>
                    </a:cubicBezTo>
                    <a:cubicBezTo>
                      <a:pt x="46" y="136"/>
                      <a:pt x="46" y="136"/>
                      <a:pt x="46" y="136"/>
                    </a:cubicBezTo>
                    <a:cubicBezTo>
                      <a:pt x="46" y="137"/>
                      <a:pt x="46" y="137"/>
                      <a:pt x="46" y="137"/>
                    </a:cubicBezTo>
                    <a:cubicBezTo>
                      <a:pt x="47" y="137"/>
                      <a:pt x="47" y="137"/>
                      <a:pt x="47" y="138"/>
                    </a:cubicBezTo>
                    <a:cubicBezTo>
                      <a:pt x="47" y="138"/>
                      <a:pt x="47" y="141"/>
                      <a:pt x="46" y="140"/>
                    </a:cubicBezTo>
                    <a:cubicBezTo>
                      <a:pt x="46" y="142"/>
                      <a:pt x="46" y="144"/>
                      <a:pt x="46" y="146"/>
                    </a:cubicBezTo>
                    <a:cubicBezTo>
                      <a:pt x="46" y="147"/>
                      <a:pt x="46" y="147"/>
                      <a:pt x="46" y="148"/>
                    </a:cubicBezTo>
                    <a:cubicBezTo>
                      <a:pt x="46" y="148"/>
                      <a:pt x="46" y="148"/>
                      <a:pt x="46" y="148"/>
                    </a:cubicBezTo>
                    <a:cubicBezTo>
                      <a:pt x="47" y="149"/>
                      <a:pt x="47" y="149"/>
                      <a:pt x="47" y="150"/>
                    </a:cubicBezTo>
                    <a:cubicBezTo>
                      <a:pt x="48" y="151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6" y="153"/>
                    </a:cubicBezTo>
                    <a:cubicBezTo>
                      <a:pt x="46" y="154"/>
                      <a:pt x="45" y="154"/>
                      <a:pt x="45" y="154"/>
                    </a:cubicBezTo>
                    <a:cubicBezTo>
                      <a:pt x="44" y="154"/>
                      <a:pt x="44" y="154"/>
                      <a:pt x="44" y="154"/>
                    </a:cubicBezTo>
                    <a:cubicBezTo>
                      <a:pt x="44" y="154"/>
                      <a:pt x="44" y="155"/>
                      <a:pt x="44" y="156"/>
                    </a:cubicBezTo>
                    <a:cubicBezTo>
                      <a:pt x="44" y="156"/>
                      <a:pt x="44" y="157"/>
                      <a:pt x="44" y="157"/>
                    </a:cubicBezTo>
                    <a:cubicBezTo>
                      <a:pt x="45" y="157"/>
                      <a:pt x="45" y="157"/>
                      <a:pt x="46" y="157"/>
                    </a:cubicBezTo>
                    <a:cubicBezTo>
                      <a:pt x="47" y="156"/>
                      <a:pt x="48" y="156"/>
                      <a:pt x="49" y="156"/>
                    </a:cubicBezTo>
                    <a:cubicBezTo>
                      <a:pt x="50" y="156"/>
                      <a:pt x="51" y="156"/>
                      <a:pt x="52" y="155"/>
                    </a:cubicBezTo>
                    <a:cubicBezTo>
                      <a:pt x="53" y="155"/>
                      <a:pt x="53" y="155"/>
                      <a:pt x="54" y="155"/>
                    </a:cubicBezTo>
                    <a:cubicBezTo>
                      <a:pt x="54" y="155"/>
                      <a:pt x="54" y="155"/>
                      <a:pt x="54" y="155"/>
                    </a:cubicBezTo>
                    <a:cubicBezTo>
                      <a:pt x="54" y="155"/>
                      <a:pt x="54" y="155"/>
                      <a:pt x="54" y="155"/>
                    </a:cubicBezTo>
                    <a:cubicBezTo>
                      <a:pt x="55" y="154"/>
                      <a:pt x="55" y="154"/>
                      <a:pt x="56" y="153"/>
                    </a:cubicBezTo>
                    <a:cubicBezTo>
                      <a:pt x="56" y="152"/>
                      <a:pt x="56" y="150"/>
                      <a:pt x="58" y="149"/>
                    </a:cubicBezTo>
                    <a:cubicBezTo>
                      <a:pt x="58" y="149"/>
                      <a:pt x="59" y="149"/>
                      <a:pt x="60" y="149"/>
                    </a:cubicBezTo>
                    <a:cubicBezTo>
                      <a:pt x="61" y="149"/>
                      <a:pt x="62" y="149"/>
                      <a:pt x="63" y="149"/>
                    </a:cubicBezTo>
                    <a:cubicBezTo>
                      <a:pt x="63" y="149"/>
                      <a:pt x="63" y="149"/>
                      <a:pt x="63" y="148"/>
                    </a:cubicBezTo>
                    <a:cubicBezTo>
                      <a:pt x="63" y="148"/>
                      <a:pt x="63" y="147"/>
                      <a:pt x="63" y="146"/>
                    </a:cubicBezTo>
                    <a:cubicBezTo>
                      <a:pt x="63" y="146"/>
                      <a:pt x="63" y="146"/>
                      <a:pt x="63" y="145"/>
                    </a:cubicBezTo>
                    <a:cubicBezTo>
                      <a:pt x="63" y="145"/>
                      <a:pt x="63" y="145"/>
                      <a:pt x="63" y="145"/>
                    </a:cubicBezTo>
                    <a:cubicBezTo>
                      <a:pt x="63" y="145"/>
                      <a:pt x="63" y="145"/>
                      <a:pt x="63" y="144"/>
                    </a:cubicBezTo>
                    <a:cubicBezTo>
                      <a:pt x="62" y="144"/>
                      <a:pt x="62" y="143"/>
                      <a:pt x="63" y="143"/>
                    </a:cubicBezTo>
                    <a:cubicBezTo>
                      <a:pt x="63" y="142"/>
                      <a:pt x="63" y="142"/>
                      <a:pt x="63" y="142"/>
                    </a:cubicBezTo>
                    <a:cubicBezTo>
                      <a:pt x="63" y="142"/>
                      <a:pt x="63" y="142"/>
                      <a:pt x="63" y="142"/>
                    </a:cubicBezTo>
                    <a:cubicBezTo>
                      <a:pt x="64" y="141"/>
                      <a:pt x="64" y="141"/>
                      <a:pt x="64" y="141"/>
                    </a:cubicBezTo>
                    <a:cubicBezTo>
                      <a:pt x="64" y="141"/>
                      <a:pt x="64" y="141"/>
                      <a:pt x="65" y="140"/>
                    </a:cubicBezTo>
                    <a:cubicBezTo>
                      <a:pt x="65" y="140"/>
                      <a:pt x="66" y="140"/>
                      <a:pt x="66" y="140"/>
                    </a:cubicBezTo>
                    <a:cubicBezTo>
                      <a:pt x="67" y="140"/>
                      <a:pt x="67" y="139"/>
                      <a:pt x="67" y="139"/>
                    </a:cubicBezTo>
                    <a:cubicBezTo>
                      <a:pt x="67" y="138"/>
                      <a:pt x="67" y="137"/>
                      <a:pt x="67" y="136"/>
                    </a:cubicBezTo>
                    <a:cubicBezTo>
                      <a:pt x="67" y="135"/>
                      <a:pt x="67" y="134"/>
                      <a:pt x="68" y="134"/>
                    </a:cubicBezTo>
                    <a:cubicBezTo>
                      <a:pt x="68" y="133"/>
                      <a:pt x="68" y="133"/>
                      <a:pt x="68" y="132"/>
                    </a:cubicBezTo>
                    <a:cubicBezTo>
                      <a:pt x="69" y="132"/>
                      <a:pt x="69" y="132"/>
                      <a:pt x="69" y="131"/>
                    </a:cubicBezTo>
                    <a:cubicBezTo>
                      <a:pt x="70" y="131"/>
                      <a:pt x="70" y="131"/>
                      <a:pt x="70" y="131"/>
                    </a:cubicBezTo>
                    <a:cubicBezTo>
                      <a:pt x="71" y="130"/>
                      <a:pt x="71" y="130"/>
                      <a:pt x="71" y="130"/>
                    </a:cubicBezTo>
                    <a:cubicBezTo>
                      <a:pt x="71" y="129"/>
                      <a:pt x="71" y="129"/>
                      <a:pt x="71" y="128"/>
                    </a:cubicBezTo>
                    <a:cubicBezTo>
                      <a:pt x="71" y="128"/>
                      <a:pt x="72" y="127"/>
                      <a:pt x="72" y="127"/>
                    </a:cubicBezTo>
                    <a:cubicBezTo>
                      <a:pt x="73" y="126"/>
                      <a:pt x="74" y="125"/>
                      <a:pt x="74" y="124"/>
                    </a:cubicBezTo>
                    <a:cubicBezTo>
                      <a:pt x="75" y="124"/>
                      <a:pt x="75" y="124"/>
                      <a:pt x="75" y="124"/>
                    </a:cubicBezTo>
                    <a:cubicBezTo>
                      <a:pt x="75" y="124"/>
                      <a:pt x="75" y="124"/>
                      <a:pt x="75" y="123"/>
                    </a:cubicBezTo>
                    <a:cubicBezTo>
                      <a:pt x="76" y="123"/>
                      <a:pt x="76" y="122"/>
                      <a:pt x="75" y="122"/>
                    </a:cubicBezTo>
                    <a:cubicBezTo>
                      <a:pt x="75" y="121"/>
                      <a:pt x="75" y="120"/>
                      <a:pt x="75" y="118"/>
                    </a:cubicBezTo>
                    <a:cubicBezTo>
                      <a:pt x="75" y="118"/>
                      <a:pt x="76" y="117"/>
                      <a:pt x="76" y="116"/>
                    </a:cubicBezTo>
                    <a:cubicBezTo>
                      <a:pt x="76" y="116"/>
                      <a:pt x="76" y="116"/>
                      <a:pt x="76" y="115"/>
                    </a:cubicBezTo>
                    <a:cubicBezTo>
                      <a:pt x="76" y="115"/>
                      <a:pt x="76" y="115"/>
                      <a:pt x="76" y="115"/>
                    </a:cubicBezTo>
                    <a:cubicBezTo>
                      <a:pt x="77" y="114"/>
                      <a:pt x="77" y="114"/>
                      <a:pt x="77" y="114"/>
                    </a:cubicBezTo>
                    <a:cubicBezTo>
                      <a:pt x="78" y="112"/>
                      <a:pt x="77" y="109"/>
                      <a:pt x="77" y="106"/>
                    </a:cubicBezTo>
                    <a:cubicBezTo>
                      <a:pt x="77" y="105"/>
                      <a:pt x="77" y="104"/>
                      <a:pt x="78" y="103"/>
                    </a:cubicBezTo>
                    <a:cubicBezTo>
                      <a:pt x="78" y="102"/>
                      <a:pt x="78" y="102"/>
                      <a:pt x="78" y="101"/>
                    </a:cubicBezTo>
                    <a:cubicBezTo>
                      <a:pt x="78" y="101"/>
                      <a:pt x="78" y="100"/>
                      <a:pt x="79" y="100"/>
                    </a:cubicBezTo>
                    <a:cubicBezTo>
                      <a:pt x="79" y="100"/>
                      <a:pt x="79" y="98"/>
                      <a:pt x="80" y="99"/>
                    </a:cubicBezTo>
                    <a:cubicBezTo>
                      <a:pt x="80" y="98"/>
                      <a:pt x="80" y="97"/>
                      <a:pt x="80" y="97"/>
                    </a:cubicBezTo>
                    <a:cubicBezTo>
                      <a:pt x="80" y="97"/>
                      <a:pt x="80" y="96"/>
                      <a:pt x="80" y="96"/>
                    </a:cubicBezTo>
                    <a:cubicBezTo>
                      <a:pt x="80" y="96"/>
                      <a:pt x="80" y="96"/>
                      <a:pt x="80" y="96"/>
                    </a:cubicBezTo>
                    <a:cubicBezTo>
                      <a:pt x="79" y="95"/>
                      <a:pt x="79" y="94"/>
                      <a:pt x="79" y="93"/>
                    </a:cubicBezTo>
                    <a:cubicBezTo>
                      <a:pt x="79" y="92"/>
                      <a:pt x="79" y="91"/>
                      <a:pt x="79" y="91"/>
                    </a:cubicBezTo>
                    <a:cubicBezTo>
                      <a:pt x="80" y="90"/>
                      <a:pt x="80" y="90"/>
                      <a:pt x="80" y="90"/>
                    </a:cubicBezTo>
                    <a:cubicBezTo>
                      <a:pt x="80" y="90"/>
                      <a:pt x="80" y="90"/>
                      <a:pt x="80" y="90"/>
                    </a:cubicBezTo>
                    <a:cubicBezTo>
                      <a:pt x="80" y="89"/>
                      <a:pt x="80" y="89"/>
                      <a:pt x="80" y="88"/>
                    </a:cubicBezTo>
                    <a:cubicBezTo>
                      <a:pt x="80" y="88"/>
                      <a:pt x="80" y="87"/>
                      <a:pt x="80" y="86"/>
                    </a:cubicBezTo>
                    <a:cubicBezTo>
                      <a:pt x="80" y="86"/>
                      <a:pt x="81" y="86"/>
                      <a:pt x="81" y="86"/>
                    </a:cubicBezTo>
                    <a:cubicBezTo>
                      <a:pt x="81" y="85"/>
                      <a:pt x="81" y="84"/>
                      <a:pt x="81" y="84"/>
                    </a:cubicBezTo>
                    <a:cubicBezTo>
                      <a:pt x="81" y="83"/>
                      <a:pt x="81" y="82"/>
                      <a:pt x="81" y="82"/>
                    </a:cubicBezTo>
                    <a:cubicBezTo>
                      <a:pt x="81" y="81"/>
                      <a:pt x="81" y="80"/>
                      <a:pt x="81" y="80"/>
                    </a:cubicBezTo>
                    <a:cubicBezTo>
                      <a:pt x="80" y="79"/>
                      <a:pt x="79" y="78"/>
                      <a:pt x="78" y="77"/>
                    </a:cubicBezTo>
                    <a:cubicBezTo>
                      <a:pt x="78" y="76"/>
                      <a:pt x="79" y="78"/>
                      <a:pt x="78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Freeform 24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3441" y="1503"/>
                <a:ext cx="379" cy="805"/>
              </a:xfrm>
              <a:custGeom>
                <a:avLst/>
                <a:gdLst>
                  <a:gd name="T0" fmla="*/ 77 w 86"/>
                  <a:gd name="T1" fmla="*/ 103 h 183"/>
                  <a:gd name="T2" fmla="*/ 69 w 86"/>
                  <a:gd name="T3" fmla="*/ 103 h 183"/>
                  <a:gd name="T4" fmla="*/ 64 w 86"/>
                  <a:gd name="T5" fmla="*/ 100 h 183"/>
                  <a:gd name="T6" fmla="*/ 61 w 86"/>
                  <a:gd name="T7" fmla="*/ 97 h 183"/>
                  <a:gd name="T8" fmla="*/ 56 w 86"/>
                  <a:gd name="T9" fmla="*/ 90 h 183"/>
                  <a:gd name="T10" fmla="*/ 45 w 86"/>
                  <a:gd name="T11" fmla="*/ 84 h 183"/>
                  <a:gd name="T12" fmla="*/ 39 w 86"/>
                  <a:gd name="T13" fmla="*/ 79 h 183"/>
                  <a:gd name="T14" fmla="*/ 28 w 86"/>
                  <a:gd name="T15" fmla="*/ 76 h 183"/>
                  <a:gd name="T16" fmla="*/ 23 w 86"/>
                  <a:gd name="T17" fmla="*/ 78 h 183"/>
                  <a:gd name="T18" fmla="*/ 18 w 86"/>
                  <a:gd name="T19" fmla="*/ 82 h 183"/>
                  <a:gd name="T20" fmla="*/ 13 w 86"/>
                  <a:gd name="T21" fmla="*/ 80 h 183"/>
                  <a:gd name="T22" fmla="*/ 14 w 86"/>
                  <a:gd name="T23" fmla="*/ 74 h 183"/>
                  <a:gd name="T24" fmla="*/ 10 w 86"/>
                  <a:gd name="T25" fmla="*/ 64 h 183"/>
                  <a:gd name="T26" fmla="*/ 7 w 86"/>
                  <a:gd name="T27" fmla="*/ 63 h 183"/>
                  <a:gd name="T28" fmla="*/ 5 w 86"/>
                  <a:gd name="T29" fmla="*/ 59 h 183"/>
                  <a:gd name="T30" fmla="*/ 12 w 86"/>
                  <a:gd name="T31" fmla="*/ 47 h 183"/>
                  <a:gd name="T32" fmla="*/ 21 w 86"/>
                  <a:gd name="T33" fmla="*/ 50 h 183"/>
                  <a:gd name="T34" fmla="*/ 25 w 86"/>
                  <a:gd name="T35" fmla="*/ 44 h 183"/>
                  <a:gd name="T36" fmla="*/ 27 w 86"/>
                  <a:gd name="T37" fmla="*/ 40 h 183"/>
                  <a:gd name="T38" fmla="*/ 35 w 86"/>
                  <a:gd name="T39" fmla="*/ 36 h 183"/>
                  <a:gd name="T40" fmla="*/ 41 w 86"/>
                  <a:gd name="T41" fmla="*/ 29 h 183"/>
                  <a:gd name="T42" fmla="*/ 47 w 86"/>
                  <a:gd name="T43" fmla="*/ 23 h 183"/>
                  <a:gd name="T44" fmla="*/ 53 w 86"/>
                  <a:gd name="T45" fmla="*/ 20 h 183"/>
                  <a:gd name="T46" fmla="*/ 51 w 86"/>
                  <a:gd name="T47" fmla="*/ 18 h 183"/>
                  <a:gd name="T48" fmla="*/ 61 w 86"/>
                  <a:gd name="T49" fmla="*/ 15 h 183"/>
                  <a:gd name="T50" fmla="*/ 65 w 86"/>
                  <a:gd name="T51" fmla="*/ 7 h 183"/>
                  <a:gd name="T52" fmla="*/ 59 w 86"/>
                  <a:gd name="T53" fmla="*/ 6 h 183"/>
                  <a:gd name="T54" fmla="*/ 52 w 86"/>
                  <a:gd name="T55" fmla="*/ 11 h 183"/>
                  <a:gd name="T56" fmla="*/ 46 w 86"/>
                  <a:gd name="T57" fmla="*/ 13 h 183"/>
                  <a:gd name="T58" fmla="*/ 48 w 86"/>
                  <a:gd name="T59" fmla="*/ 6 h 183"/>
                  <a:gd name="T60" fmla="*/ 55 w 86"/>
                  <a:gd name="T61" fmla="*/ 3 h 183"/>
                  <a:gd name="T62" fmla="*/ 9 w 86"/>
                  <a:gd name="T63" fmla="*/ 37 h 183"/>
                  <a:gd name="T64" fmla="*/ 0 w 86"/>
                  <a:gd name="T65" fmla="*/ 63 h 183"/>
                  <a:gd name="T66" fmla="*/ 4 w 86"/>
                  <a:gd name="T67" fmla="*/ 71 h 183"/>
                  <a:gd name="T68" fmla="*/ 11 w 86"/>
                  <a:gd name="T69" fmla="*/ 81 h 183"/>
                  <a:gd name="T70" fmla="*/ 16 w 86"/>
                  <a:gd name="T71" fmla="*/ 83 h 183"/>
                  <a:gd name="T72" fmla="*/ 14 w 86"/>
                  <a:gd name="T73" fmla="*/ 98 h 183"/>
                  <a:gd name="T74" fmla="*/ 13 w 86"/>
                  <a:gd name="T75" fmla="*/ 107 h 183"/>
                  <a:gd name="T76" fmla="*/ 18 w 86"/>
                  <a:gd name="T77" fmla="*/ 116 h 183"/>
                  <a:gd name="T78" fmla="*/ 22 w 86"/>
                  <a:gd name="T79" fmla="*/ 125 h 183"/>
                  <a:gd name="T80" fmla="*/ 27 w 86"/>
                  <a:gd name="T81" fmla="*/ 131 h 183"/>
                  <a:gd name="T82" fmla="*/ 31 w 86"/>
                  <a:gd name="T83" fmla="*/ 136 h 183"/>
                  <a:gd name="T84" fmla="*/ 34 w 86"/>
                  <a:gd name="T85" fmla="*/ 142 h 183"/>
                  <a:gd name="T86" fmla="*/ 36 w 86"/>
                  <a:gd name="T87" fmla="*/ 155 h 183"/>
                  <a:gd name="T88" fmla="*/ 41 w 86"/>
                  <a:gd name="T89" fmla="*/ 169 h 183"/>
                  <a:gd name="T90" fmla="*/ 46 w 86"/>
                  <a:gd name="T91" fmla="*/ 177 h 183"/>
                  <a:gd name="T92" fmla="*/ 50 w 86"/>
                  <a:gd name="T93" fmla="*/ 181 h 183"/>
                  <a:gd name="T94" fmla="*/ 52 w 86"/>
                  <a:gd name="T95" fmla="*/ 177 h 183"/>
                  <a:gd name="T96" fmla="*/ 50 w 86"/>
                  <a:gd name="T97" fmla="*/ 169 h 183"/>
                  <a:gd name="T98" fmla="*/ 55 w 86"/>
                  <a:gd name="T99" fmla="*/ 164 h 183"/>
                  <a:gd name="T100" fmla="*/ 58 w 86"/>
                  <a:gd name="T101" fmla="*/ 157 h 183"/>
                  <a:gd name="T102" fmla="*/ 64 w 86"/>
                  <a:gd name="T103" fmla="*/ 143 h 183"/>
                  <a:gd name="T104" fmla="*/ 73 w 86"/>
                  <a:gd name="T105" fmla="*/ 138 h 183"/>
                  <a:gd name="T106" fmla="*/ 79 w 86"/>
                  <a:gd name="T107" fmla="*/ 125 h 183"/>
                  <a:gd name="T108" fmla="*/ 81 w 86"/>
                  <a:gd name="T109" fmla="*/ 120 h 183"/>
                  <a:gd name="T110" fmla="*/ 85 w 86"/>
                  <a:gd name="T111" fmla="*/ 11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86" h="183">
                    <a:moveTo>
                      <a:pt x="85" y="107"/>
                    </a:moveTo>
                    <a:cubicBezTo>
                      <a:pt x="84" y="107"/>
                      <a:pt x="82" y="107"/>
                      <a:pt x="81" y="106"/>
                    </a:cubicBezTo>
                    <a:cubicBezTo>
                      <a:pt x="81" y="106"/>
                      <a:pt x="81" y="106"/>
                      <a:pt x="81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0" y="105"/>
                      <a:pt x="80" y="105"/>
                      <a:pt x="80" y="105"/>
                    </a:cubicBezTo>
                    <a:cubicBezTo>
                      <a:pt x="79" y="105"/>
                      <a:pt x="79" y="105"/>
                      <a:pt x="78" y="104"/>
                    </a:cubicBezTo>
                    <a:cubicBezTo>
                      <a:pt x="78" y="104"/>
                      <a:pt x="78" y="104"/>
                      <a:pt x="78" y="103"/>
                    </a:cubicBezTo>
                    <a:cubicBezTo>
                      <a:pt x="78" y="103"/>
                      <a:pt x="78" y="103"/>
                      <a:pt x="77" y="103"/>
                    </a:cubicBezTo>
                    <a:cubicBezTo>
                      <a:pt x="77" y="103"/>
                      <a:pt x="77" y="103"/>
                      <a:pt x="76" y="103"/>
                    </a:cubicBezTo>
                    <a:cubicBezTo>
                      <a:pt x="76" y="103"/>
                      <a:pt x="75" y="103"/>
                      <a:pt x="74" y="103"/>
                    </a:cubicBezTo>
                    <a:cubicBezTo>
                      <a:pt x="74" y="103"/>
                      <a:pt x="73" y="103"/>
                      <a:pt x="73" y="102"/>
                    </a:cubicBezTo>
                    <a:cubicBezTo>
                      <a:pt x="73" y="102"/>
                      <a:pt x="71" y="102"/>
                      <a:pt x="71" y="102"/>
                    </a:cubicBezTo>
                    <a:cubicBezTo>
                      <a:pt x="70" y="102"/>
                      <a:pt x="70" y="102"/>
                      <a:pt x="70" y="102"/>
                    </a:cubicBezTo>
                    <a:cubicBezTo>
                      <a:pt x="69" y="102"/>
                      <a:pt x="70" y="102"/>
                      <a:pt x="70" y="103"/>
                    </a:cubicBezTo>
                    <a:cubicBezTo>
                      <a:pt x="69" y="103"/>
                      <a:pt x="69" y="103"/>
                      <a:pt x="69" y="103"/>
                    </a:cubicBezTo>
                    <a:cubicBezTo>
                      <a:pt x="69" y="103"/>
                      <a:pt x="69" y="103"/>
                      <a:pt x="69" y="103"/>
                    </a:cubicBezTo>
                    <a:cubicBezTo>
                      <a:pt x="69" y="102"/>
                      <a:pt x="69" y="101"/>
                      <a:pt x="69" y="101"/>
                    </a:cubicBezTo>
                    <a:cubicBezTo>
                      <a:pt x="68" y="101"/>
                      <a:pt x="67" y="101"/>
                      <a:pt x="67" y="101"/>
                    </a:cubicBezTo>
                    <a:cubicBezTo>
                      <a:pt x="67" y="101"/>
                      <a:pt x="66" y="101"/>
                      <a:pt x="66" y="101"/>
                    </a:cubicBezTo>
                    <a:cubicBezTo>
                      <a:pt x="66" y="101"/>
                      <a:pt x="66" y="101"/>
                      <a:pt x="66" y="101"/>
                    </a:cubicBezTo>
                    <a:cubicBezTo>
                      <a:pt x="66" y="100"/>
                      <a:pt x="66" y="101"/>
                      <a:pt x="66" y="101"/>
                    </a:cubicBezTo>
                    <a:cubicBezTo>
                      <a:pt x="65" y="101"/>
                      <a:pt x="65" y="100"/>
                      <a:pt x="65" y="100"/>
                    </a:cubicBezTo>
                    <a:cubicBezTo>
                      <a:pt x="65" y="100"/>
                      <a:pt x="65" y="100"/>
                      <a:pt x="65" y="100"/>
                    </a:cubicBezTo>
                    <a:cubicBezTo>
                      <a:pt x="65" y="99"/>
                      <a:pt x="65" y="100"/>
                      <a:pt x="64" y="100"/>
                    </a:cubicBezTo>
                    <a:cubicBezTo>
                      <a:pt x="63" y="100"/>
                      <a:pt x="62" y="100"/>
                      <a:pt x="61" y="100"/>
                    </a:cubicBezTo>
                    <a:cubicBezTo>
                      <a:pt x="61" y="100"/>
                      <a:pt x="60" y="100"/>
                      <a:pt x="59" y="100"/>
                    </a:cubicBezTo>
                    <a:cubicBezTo>
                      <a:pt x="59" y="100"/>
                      <a:pt x="58" y="100"/>
                      <a:pt x="57" y="99"/>
                    </a:cubicBezTo>
                    <a:cubicBezTo>
                      <a:pt x="57" y="99"/>
                      <a:pt x="56" y="98"/>
                      <a:pt x="57" y="98"/>
                    </a:cubicBezTo>
                    <a:cubicBezTo>
                      <a:pt x="57" y="98"/>
                      <a:pt x="58" y="98"/>
                      <a:pt x="58" y="97"/>
                    </a:cubicBezTo>
                    <a:cubicBezTo>
                      <a:pt x="58" y="97"/>
                      <a:pt x="58" y="97"/>
                      <a:pt x="58" y="97"/>
                    </a:cubicBezTo>
                    <a:cubicBezTo>
                      <a:pt x="59" y="97"/>
                      <a:pt x="59" y="97"/>
                      <a:pt x="60" y="97"/>
                    </a:cubicBezTo>
                    <a:cubicBezTo>
                      <a:pt x="60" y="97"/>
                      <a:pt x="61" y="97"/>
                      <a:pt x="61" y="97"/>
                    </a:cubicBezTo>
                    <a:cubicBezTo>
                      <a:pt x="61" y="97"/>
                      <a:pt x="61" y="97"/>
                      <a:pt x="61" y="97"/>
                    </a:cubicBezTo>
                    <a:cubicBezTo>
                      <a:pt x="61" y="96"/>
                      <a:pt x="61" y="96"/>
                      <a:pt x="61" y="96"/>
                    </a:cubicBezTo>
                    <a:cubicBezTo>
                      <a:pt x="61" y="96"/>
                      <a:pt x="61" y="95"/>
                      <a:pt x="61" y="95"/>
                    </a:cubicBezTo>
                    <a:cubicBezTo>
                      <a:pt x="60" y="94"/>
                      <a:pt x="59" y="94"/>
                      <a:pt x="58" y="93"/>
                    </a:cubicBezTo>
                    <a:cubicBezTo>
                      <a:pt x="58" y="93"/>
                      <a:pt x="58" y="93"/>
                      <a:pt x="57" y="93"/>
                    </a:cubicBezTo>
                    <a:cubicBezTo>
                      <a:pt x="57" y="93"/>
                      <a:pt x="57" y="92"/>
                      <a:pt x="57" y="92"/>
                    </a:cubicBezTo>
                    <a:cubicBezTo>
                      <a:pt x="57" y="92"/>
                      <a:pt x="56" y="91"/>
                      <a:pt x="56" y="91"/>
                    </a:cubicBezTo>
                    <a:cubicBezTo>
                      <a:pt x="55" y="91"/>
                      <a:pt x="56" y="91"/>
                      <a:pt x="56" y="90"/>
                    </a:cubicBezTo>
                    <a:cubicBezTo>
                      <a:pt x="56" y="90"/>
                      <a:pt x="55" y="90"/>
                      <a:pt x="55" y="90"/>
                    </a:cubicBezTo>
                    <a:cubicBezTo>
                      <a:pt x="55" y="89"/>
                      <a:pt x="55" y="89"/>
                      <a:pt x="54" y="88"/>
                    </a:cubicBezTo>
                    <a:cubicBezTo>
                      <a:pt x="54" y="88"/>
                      <a:pt x="53" y="88"/>
                      <a:pt x="53" y="88"/>
                    </a:cubicBezTo>
                    <a:cubicBezTo>
                      <a:pt x="53" y="87"/>
                      <a:pt x="52" y="87"/>
                      <a:pt x="52" y="87"/>
                    </a:cubicBezTo>
                    <a:cubicBezTo>
                      <a:pt x="51" y="87"/>
                      <a:pt x="49" y="87"/>
                      <a:pt x="49" y="86"/>
                    </a:cubicBezTo>
                    <a:cubicBezTo>
                      <a:pt x="48" y="86"/>
                      <a:pt x="47" y="86"/>
                      <a:pt x="46" y="85"/>
                    </a:cubicBezTo>
                    <a:cubicBezTo>
                      <a:pt x="46" y="85"/>
                      <a:pt x="46" y="85"/>
                      <a:pt x="46" y="85"/>
                    </a:cubicBezTo>
                    <a:cubicBezTo>
                      <a:pt x="46" y="85"/>
                      <a:pt x="45" y="84"/>
                      <a:pt x="45" y="84"/>
                    </a:cubicBezTo>
                    <a:cubicBezTo>
                      <a:pt x="45" y="84"/>
                      <a:pt x="45" y="84"/>
                      <a:pt x="44" y="83"/>
                    </a:cubicBezTo>
                    <a:cubicBezTo>
                      <a:pt x="44" y="83"/>
                      <a:pt x="45" y="83"/>
                      <a:pt x="44" y="82"/>
                    </a:cubicBezTo>
                    <a:cubicBezTo>
                      <a:pt x="44" y="82"/>
                      <a:pt x="44" y="82"/>
                      <a:pt x="43" y="82"/>
                    </a:cubicBezTo>
                    <a:cubicBezTo>
                      <a:pt x="42" y="82"/>
                      <a:pt x="41" y="82"/>
                      <a:pt x="40" y="82"/>
                    </a:cubicBezTo>
                    <a:cubicBezTo>
                      <a:pt x="39" y="82"/>
                      <a:pt x="40" y="80"/>
                      <a:pt x="41" y="80"/>
                    </a:cubicBezTo>
                    <a:cubicBezTo>
                      <a:pt x="40" y="80"/>
                      <a:pt x="40" y="80"/>
                      <a:pt x="40" y="79"/>
                    </a:cubicBezTo>
                    <a:cubicBezTo>
                      <a:pt x="40" y="79"/>
                      <a:pt x="39" y="79"/>
                      <a:pt x="39" y="79"/>
                    </a:cubicBezTo>
                    <a:cubicBezTo>
                      <a:pt x="39" y="79"/>
                      <a:pt x="39" y="79"/>
                      <a:pt x="39" y="79"/>
                    </a:cubicBezTo>
                    <a:cubicBezTo>
                      <a:pt x="39" y="80"/>
                      <a:pt x="39" y="80"/>
                      <a:pt x="39" y="80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6" y="79"/>
                      <a:pt x="36" y="78"/>
                    </a:cubicBezTo>
                    <a:cubicBezTo>
                      <a:pt x="35" y="78"/>
                      <a:pt x="34" y="79"/>
                      <a:pt x="33" y="78"/>
                    </a:cubicBezTo>
                    <a:cubicBezTo>
                      <a:pt x="32" y="78"/>
                      <a:pt x="31" y="77"/>
                      <a:pt x="30" y="77"/>
                    </a:cubicBezTo>
                    <a:cubicBezTo>
                      <a:pt x="30" y="77"/>
                      <a:pt x="29" y="76"/>
                      <a:pt x="29" y="76"/>
                    </a:cubicBezTo>
                    <a:cubicBezTo>
                      <a:pt x="29" y="76"/>
                      <a:pt x="28" y="76"/>
                      <a:pt x="28" y="76"/>
                    </a:cubicBezTo>
                    <a:cubicBezTo>
                      <a:pt x="28" y="76"/>
                      <a:pt x="28" y="76"/>
                      <a:pt x="28" y="76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8"/>
                      <a:pt x="28" y="80"/>
                      <a:pt x="27" y="80"/>
                    </a:cubicBezTo>
                    <a:cubicBezTo>
                      <a:pt x="27" y="79"/>
                      <a:pt x="27" y="78"/>
                      <a:pt x="27" y="77"/>
                    </a:cubicBezTo>
                    <a:cubicBezTo>
                      <a:pt x="27" y="76"/>
                      <a:pt x="26" y="76"/>
                      <a:pt x="25" y="76"/>
                    </a:cubicBezTo>
                    <a:cubicBezTo>
                      <a:pt x="25" y="77"/>
                      <a:pt x="25" y="77"/>
                      <a:pt x="24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4" y="77"/>
                      <a:pt x="23" y="77"/>
                      <a:pt x="23" y="77"/>
                    </a:cubicBezTo>
                    <a:cubicBezTo>
                      <a:pt x="23" y="77"/>
                      <a:pt x="23" y="77"/>
                      <a:pt x="23" y="78"/>
                    </a:cubicBezTo>
                    <a:cubicBezTo>
                      <a:pt x="23" y="78"/>
                      <a:pt x="21" y="78"/>
                      <a:pt x="20" y="78"/>
                    </a:cubicBezTo>
                    <a:cubicBezTo>
                      <a:pt x="20" y="79"/>
                      <a:pt x="21" y="79"/>
                      <a:pt x="21" y="80"/>
                    </a:cubicBezTo>
                    <a:cubicBezTo>
                      <a:pt x="21" y="80"/>
                      <a:pt x="21" y="80"/>
                      <a:pt x="21" y="80"/>
                    </a:cubicBezTo>
                    <a:cubicBezTo>
                      <a:pt x="21" y="80"/>
                      <a:pt x="21" y="80"/>
                      <a:pt x="22" y="80"/>
                    </a:cubicBezTo>
                    <a:cubicBezTo>
                      <a:pt x="22" y="80"/>
                      <a:pt x="22" y="81"/>
                      <a:pt x="22" y="81"/>
                    </a:cubicBezTo>
                    <a:cubicBezTo>
                      <a:pt x="21" y="81"/>
                      <a:pt x="21" y="82"/>
                      <a:pt x="20" y="82"/>
                    </a:cubicBezTo>
                    <a:cubicBezTo>
                      <a:pt x="20" y="82"/>
                      <a:pt x="20" y="82"/>
                      <a:pt x="19" y="82"/>
                    </a:cubicBezTo>
                    <a:cubicBezTo>
                      <a:pt x="19" y="82"/>
                      <a:pt x="19" y="82"/>
                      <a:pt x="18" y="82"/>
                    </a:cubicBezTo>
                    <a:cubicBezTo>
                      <a:pt x="18" y="82"/>
                      <a:pt x="18" y="81"/>
                      <a:pt x="18" y="81"/>
                    </a:cubicBezTo>
                    <a:cubicBezTo>
                      <a:pt x="18" y="81"/>
                      <a:pt x="18" y="81"/>
                      <a:pt x="18" y="81"/>
                    </a:cubicBezTo>
                    <a:cubicBezTo>
                      <a:pt x="18" y="80"/>
                      <a:pt x="18" y="80"/>
                      <a:pt x="17" y="80"/>
                    </a:cubicBezTo>
                    <a:cubicBezTo>
                      <a:pt x="17" y="79"/>
                      <a:pt x="17" y="79"/>
                      <a:pt x="16" y="79"/>
                    </a:cubicBezTo>
                    <a:cubicBezTo>
                      <a:pt x="16" y="80"/>
                      <a:pt x="15" y="80"/>
                      <a:pt x="15" y="80"/>
                    </a:cubicBezTo>
                    <a:cubicBezTo>
                      <a:pt x="15" y="81"/>
                      <a:pt x="14" y="81"/>
                      <a:pt x="14" y="80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3" y="80"/>
                      <a:pt x="13" y="80"/>
                      <a:pt x="13" y="80"/>
                    </a:cubicBezTo>
                    <a:cubicBezTo>
                      <a:pt x="13" y="80"/>
                      <a:pt x="13" y="80"/>
                      <a:pt x="13" y="79"/>
                    </a:cubicBezTo>
                    <a:cubicBezTo>
                      <a:pt x="13" y="79"/>
                      <a:pt x="13" y="79"/>
                      <a:pt x="12" y="79"/>
                    </a:cubicBezTo>
                    <a:cubicBezTo>
                      <a:pt x="12" y="79"/>
                      <a:pt x="12" y="79"/>
                      <a:pt x="12" y="78"/>
                    </a:cubicBezTo>
                    <a:cubicBezTo>
                      <a:pt x="12" y="78"/>
                      <a:pt x="12" y="78"/>
                      <a:pt x="12" y="77"/>
                    </a:cubicBezTo>
                    <a:cubicBezTo>
                      <a:pt x="11" y="77"/>
                      <a:pt x="11" y="77"/>
                      <a:pt x="11" y="77"/>
                    </a:cubicBezTo>
                    <a:cubicBezTo>
                      <a:pt x="11" y="76"/>
                      <a:pt x="11" y="76"/>
                      <a:pt x="11" y="75"/>
                    </a:cubicBezTo>
                    <a:cubicBezTo>
                      <a:pt x="11" y="75"/>
                      <a:pt x="11" y="75"/>
                      <a:pt x="12" y="75"/>
                    </a:cubicBezTo>
                    <a:cubicBezTo>
                      <a:pt x="12" y="75"/>
                      <a:pt x="13" y="75"/>
                      <a:pt x="14" y="74"/>
                    </a:cubicBezTo>
                    <a:cubicBezTo>
                      <a:pt x="14" y="74"/>
                      <a:pt x="14" y="73"/>
                      <a:pt x="14" y="73"/>
                    </a:cubicBezTo>
                    <a:cubicBezTo>
                      <a:pt x="13" y="72"/>
                      <a:pt x="13" y="72"/>
                      <a:pt x="13" y="71"/>
                    </a:cubicBezTo>
                    <a:cubicBezTo>
                      <a:pt x="13" y="71"/>
                      <a:pt x="13" y="70"/>
                      <a:pt x="13" y="69"/>
                    </a:cubicBezTo>
                    <a:cubicBezTo>
                      <a:pt x="13" y="69"/>
                      <a:pt x="12" y="69"/>
                      <a:pt x="12" y="69"/>
                    </a:cubicBezTo>
                    <a:cubicBezTo>
                      <a:pt x="11" y="69"/>
                      <a:pt x="11" y="69"/>
                      <a:pt x="11" y="69"/>
                    </a:cubicBezTo>
                    <a:cubicBezTo>
                      <a:pt x="10" y="69"/>
                      <a:pt x="9" y="69"/>
                      <a:pt x="9" y="68"/>
                    </a:cubicBezTo>
                    <a:cubicBezTo>
                      <a:pt x="9" y="67"/>
                      <a:pt x="9" y="66"/>
                      <a:pt x="10" y="66"/>
                    </a:cubicBezTo>
                    <a:cubicBezTo>
                      <a:pt x="10" y="65"/>
                      <a:pt x="10" y="65"/>
                      <a:pt x="10" y="64"/>
                    </a:cubicBezTo>
                    <a:cubicBezTo>
                      <a:pt x="10" y="63"/>
                      <a:pt x="11" y="63"/>
                      <a:pt x="11" y="63"/>
                    </a:cubicBezTo>
                    <a:cubicBezTo>
                      <a:pt x="12" y="64"/>
                      <a:pt x="13" y="63"/>
                      <a:pt x="13" y="62"/>
                    </a:cubicBezTo>
                    <a:cubicBezTo>
                      <a:pt x="13" y="61"/>
                      <a:pt x="13" y="60"/>
                      <a:pt x="13" y="60"/>
                    </a:cubicBezTo>
                    <a:cubicBezTo>
                      <a:pt x="12" y="60"/>
                      <a:pt x="12" y="59"/>
                      <a:pt x="11" y="60"/>
                    </a:cubicBezTo>
                    <a:cubicBezTo>
                      <a:pt x="10" y="60"/>
                      <a:pt x="10" y="60"/>
                      <a:pt x="10" y="61"/>
                    </a:cubicBezTo>
                    <a:cubicBezTo>
                      <a:pt x="10" y="61"/>
                      <a:pt x="10" y="62"/>
                      <a:pt x="9" y="61"/>
                    </a:cubicBezTo>
                    <a:cubicBezTo>
                      <a:pt x="9" y="62"/>
                      <a:pt x="9" y="63"/>
                      <a:pt x="8" y="62"/>
                    </a:cubicBezTo>
                    <a:cubicBezTo>
                      <a:pt x="8" y="63"/>
                      <a:pt x="8" y="63"/>
                      <a:pt x="7" y="63"/>
                    </a:cubicBezTo>
                    <a:cubicBezTo>
                      <a:pt x="7" y="64"/>
                      <a:pt x="6" y="65"/>
                      <a:pt x="5" y="65"/>
                    </a:cubicBezTo>
                    <a:cubicBezTo>
                      <a:pt x="5" y="65"/>
                      <a:pt x="5" y="65"/>
                      <a:pt x="5" y="64"/>
                    </a:cubicBezTo>
                    <a:cubicBezTo>
                      <a:pt x="4" y="64"/>
                      <a:pt x="4" y="64"/>
                      <a:pt x="4" y="63"/>
                    </a:cubicBezTo>
                    <a:cubicBezTo>
                      <a:pt x="4" y="63"/>
                      <a:pt x="4" y="63"/>
                      <a:pt x="4" y="63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3" y="62"/>
                      <a:pt x="4" y="61"/>
                      <a:pt x="4" y="61"/>
                    </a:cubicBezTo>
                    <a:cubicBezTo>
                      <a:pt x="4" y="60"/>
                      <a:pt x="4" y="59"/>
                      <a:pt x="4" y="60"/>
                    </a:cubicBezTo>
                    <a:cubicBezTo>
                      <a:pt x="5" y="59"/>
                      <a:pt x="5" y="58"/>
                      <a:pt x="5" y="59"/>
                    </a:cubicBezTo>
                    <a:cubicBezTo>
                      <a:pt x="5" y="58"/>
                      <a:pt x="5" y="57"/>
                      <a:pt x="6" y="57"/>
                    </a:cubicBezTo>
                    <a:cubicBezTo>
                      <a:pt x="6" y="56"/>
                      <a:pt x="6" y="54"/>
                      <a:pt x="7" y="54"/>
                    </a:cubicBezTo>
                    <a:cubicBezTo>
                      <a:pt x="7" y="53"/>
                      <a:pt x="7" y="52"/>
                      <a:pt x="8" y="52"/>
                    </a:cubicBezTo>
                    <a:cubicBezTo>
                      <a:pt x="8" y="52"/>
                      <a:pt x="8" y="51"/>
                      <a:pt x="9" y="50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0"/>
                      <a:pt x="9" y="49"/>
                      <a:pt x="10" y="49"/>
                    </a:cubicBezTo>
                    <a:cubicBezTo>
                      <a:pt x="10" y="48"/>
                      <a:pt x="12" y="48"/>
                      <a:pt x="12" y="47"/>
                    </a:cubicBezTo>
                    <a:cubicBezTo>
                      <a:pt x="12" y="46"/>
                      <a:pt x="12" y="46"/>
                      <a:pt x="13" y="46"/>
                    </a:cubicBezTo>
                    <a:cubicBezTo>
                      <a:pt x="13" y="46"/>
                      <a:pt x="13" y="46"/>
                      <a:pt x="14" y="46"/>
                    </a:cubicBezTo>
                    <a:cubicBezTo>
                      <a:pt x="14" y="46"/>
                      <a:pt x="14" y="46"/>
                      <a:pt x="15" y="46"/>
                    </a:cubicBezTo>
                    <a:cubicBezTo>
                      <a:pt x="16" y="46"/>
                      <a:pt x="16" y="46"/>
                      <a:pt x="17" y="45"/>
                    </a:cubicBezTo>
                    <a:cubicBezTo>
                      <a:pt x="17" y="45"/>
                      <a:pt x="18" y="45"/>
                      <a:pt x="19" y="45"/>
                    </a:cubicBezTo>
                    <a:cubicBezTo>
                      <a:pt x="19" y="45"/>
                      <a:pt x="20" y="45"/>
                      <a:pt x="20" y="45"/>
                    </a:cubicBezTo>
                    <a:cubicBezTo>
                      <a:pt x="21" y="45"/>
                      <a:pt x="21" y="46"/>
                      <a:pt x="21" y="47"/>
                    </a:cubicBezTo>
                    <a:cubicBezTo>
                      <a:pt x="21" y="48"/>
                      <a:pt x="21" y="49"/>
                      <a:pt x="21" y="50"/>
                    </a:cubicBezTo>
                    <a:cubicBezTo>
                      <a:pt x="21" y="50"/>
                      <a:pt x="21" y="50"/>
                      <a:pt x="20" y="50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20" y="51"/>
                      <a:pt x="20" y="51"/>
                      <a:pt x="21" y="51"/>
                    </a:cubicBezTo>
                    <a:cubicBezTo>
                      <a:pt x="21" y="51"/>
                      <a:pt x="21" y="51"/>
                      <a:pt x="21" y="52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3" y="52"/>
                      <a:pt x="21" y="48"/>
                      <a:pt x="23" y="48"/>
                    </a:cubicBezTo>
                    <a:cubicBezTo>
                      <a:pt x="23" y="48"/>
                      <a:pt x="23" y="46"/>
                      <a:pt x="24" y="47"/>
                    </a:cubicBezTo>
                    <a:cubicBezTo>
                      <a:pt x="24" y="46"/>
                      <a:pt x="24" y="43"/>
                      <a:pt x="25" y="44"/>
                    </a:cubicBezTo>
                    <a:cubicBezTo>
                      <a:pt x="25" y="44"/>
                      <a:pt x="26" y="44"/>
                      <a:pt x="26" y="44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8" y="43"/>
                    </a:cubicBezTo>
                    <a:cubicBezTo>
                      <a:pt x="28" y="43"/>
                      <a:pt x="28" y="42"/>
                      <a:pt x="28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0"/>
                      <a:pt x="27" y="40"/>
                    </a:cubicBezTo>
                    <a:cubicBezTo>
                      <a:pt x="27" y="40"/>
                      <a:pt x="27" y="40"/>
                      <a:pt x="27" y="40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9" y="40"/>
                      <a:pt x="30" y="40"/>
                      <a:pt x="30" y="40"/>
                    </a:cubicBezTo>
                    <a:cubicBezTo>
                      <a:pt x="30" y="39"/>
                      <a:pt x="30" y="39"/>
                      <a:pt x="31" y="38"/>
                    </a:cubicBezTo>
                    <a:cubicBezTo>
                      <a:pt x="31" y="38"/>
                      <a:pt x="32" y="37"/>
                      <a:pt x="32" y="37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4" y="37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5" y="36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5" y="33"/>
                      <a:pt x="36" y="33"/>
                      <a:pt x="36" y="33"/>
                    </a:cubicBezTo>
                    <a:cubicBezTo>
                      <a:pt x="37" y="31"/>
                      <a:pt x="38" y="30"/>
                      <a:pt x="39" y="30"/>
                    </a:cubicBezTo>
                    <a:cubicBezTo>
                      <a:pt x="39" y="30"/>
                      <a:pt x="40" y="30"/>
                      <a:pt x="40" y="30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29"/>
                      <a:pt x="41" y="29"/>
                      <a:pt x="41" y="29"/>
                    </a:cubicBezTo>
                    <a:cubicBezTo>
                      <a:pt x="41" y="29"/>
                      <a:pt x="42" y="29"/>
                      <a:pt x="42" y="29"/>
                    </a:cubicBezTo>
                    <a:cubicBezTo>
                      <a:pt x="43" y="29"/>
                      <a:pt x="43" y="29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4" y="27"/>
                      <a:pt x="44" y="27"/>
                      <a:pt x="44" y="26"/>
                    </a:cubicBezTo>
                    <a:cubicBezTo>
                      <a:pt x="44" y="26"/>
                      <a:pt x="44" y="25"/>
                      <a:pt x="44" y="25"/>
                    </a:cubicBezTo>
                    <a:cubicBezTo>
                      <a:pt x="45" y="25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6" y="23"/>
                    </a:cubicBezTo>
                    <a:cubicBezTo>
                      <a:pt x="46" y="23"/>
                      <a:pt x="47" y="23"/>
                      <a:pt x="47" y="23"/>
                    </a:cubicBezTo>
                    <a:cubicBezTo>
                      <a:pt x="47" y="23"/>
                      <a:pt x="47" y="23"/>
                      <a:pt x="48" y="22"/>
                    </a:cubicBezTo>
                    <a:cubicBezTo>
                      <a:pt x="48" y="22"/>
                      <a:pt x="49" y="23"/>
                      <a:pt x="49" y="22"/>
                    </a:cubicBezTo>
                    <a:cubicBezTo>
                      <a:pt x="49" y="22"/>
                      <a:pt x="49" y="22"/>
                      <a:pt x="50" y="21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1" y="21"/>
                      <a:pt x="51" y="21"/>
                      <a:pt x="51" y="21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3" y="20"/>
                      <a:pt x="53" y="20"/>
                      <a:pt x="53" y="20"/>
                    </a:cubicBezTo>
                    <a:cubicBezTo>
                      <a:pt x="52" y="20"/>
                      <a:pt x="52" y="20"/>
                      <a:pt x="51" y="20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0" y="21"/>
                      <a:pt x="50" y="21"/>
                      <a:pt x="49" y="20"/>
                    </a:cubicBezTo>
                    <a:cubicBezTo>
                      <a:pt x="49" y="20"/>
                      <a:pt x="48" y="20"/>
                      <a:pt x="48" y="19"/>
                    </a:cubicBezTo>
                    <a:cubicBezTo>
                      <a:pt x="48" y="19"/>
                      <a:pt x="49" y="19"/>
                      <a:pt x="49" y="19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0" y="18"/>
                      <a:pt x="51" y="18"/>
                      <a:pt x="51" y="18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7"/>
                      <a:pt x="52" y="17"/>
                      <a:pt x="53" y="17"/>
                    </a:cubicBezTo>
                    <a:cubicBezTo>
                      <a:pt x="53" y="17"/>
                      <a:pt x="54" y="17"/>
                      <a:pt x="55" y="17"/>
                    </a:cubicBezTo>
                    <a:cubicBezTo>
                      <a:pt x="56" y="17"/>
                      <a:pt x="57" y="17"/>
                      <a:pt x="58" y="17"/>
                    </a:cubicBezTo>
                    <a:cubicBezTo>
                      <a:pt x="59" y="17"/>
                      <a:pt x="59" y="17"/>
                      <a:pt x="59" y="17"/>
                    </a:cubicBezTo>
                    <a:cubicBezTo>
                      <a:pt x="59" y="17"/>
                      <a:pt x="59" y="16"/>
                      <a:pt x="59" y="16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60" y="15"/>
                      <a:pt x="60" y="15"/>
                      <a:pt x="61" y="15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4"/>
                      <a:pt x="62" y="14"/>
                      <a:pt x="62" y="14"/>
                    </a:cubicBezTo>
                    <a:cubicBezTo>
                      <a:pt x="63" y="14"/>
                      <a:pt x="64" y="14"/>
                      <a:pt x="65" y="14"/>
                    </a:cubicBezTo>
                    <a:cubicBezTo>
                      <a:pt x="65" y="14"/>
                      <a:pt x="66" y="14"/>
                      <a:pt x="66" y="14"/>
                    </a:cubicBezTo>
                    <a:cubicBezTo>
                      <a:pt x="66" y="13"/>
                      <a:pt x="66" y="13"/>
                      <a:pt x="66" y="13"/>
                    </a:cubicBezTo>
                    <a:cubicBezTo>
                      <a:pt x="66" y="12"/>
                      <a:pt x="66" y="12"/>
                      <a:pt x="65" y="11"/>
                    </a:cubicBezTo>
                    <a:cubicBezTo>
                      <a:pt x="65" y="11"/>
                      <a:pt x="65" y="11"/>
                      <a:pt x="65" y="10"/>
                    </a:cubicBezTo>
                    <a:cubicBezTo>
                      <a:pt x="65" y="9"/>
                      <a:pt x="65" y="8"/>
                      <a:pt x="65" y="7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3" y="9"/>
                      <a:pt x="63" y="8"/>
                      <a:pt x="62" y="8"/>
                    </a:cubicBezTo>
                    <a:cubicBezTo>
                      <a:pt x="62" y="8"/>
                      <a:pt x="61" y="8"/>
                      <a:pt x="61" y="7"/>
                    </a:cubicBezTo>
                    <a:cubicBezTo>
                      <a:pt x="61" y="7"/>
                      <a:pt x="61" y="6"/>
                      <a:pt x="62" y="7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6"/>
                      <a:pt x="61" y="6"/>
                      <a:pt x="60" y="6"/>
                    </a:cubicBezTo>
                    <a:cubicBezTo>
                      <a:pt x="60" y="6"/>
                      <a:pt x="59" y="6"/>
                      <a:pt x="59" y="6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58" y="6"/>
                      <a:pt x="58" y="6"/>
                      <a:pt x="57" y="6"/>
                    </a:cubicBezTo>
                    <a:cubicBezTo>
                      <a:pt x="57" y="7"/>
                      <a:pt x="57" y="7"/>
                      <a:pt x="56" y="7"/>
                    </a:cubicBezTo>
                    <a:cubicBezTo>
                      <a:pt x="56" y="8"/>
                      <a:pt x="55" y="7"/>
                      <a:pt x="54" y="7"/>
                    </a:cubicBezTo>
                    <a:cubicBezTo>
                      <a:pt x="54" y="7"/>
                      <a:pt x="53" y="7"/>
                      <a:pt x="53" y="7"/>
                    </a:cubicBezTo>
                    <a:cubicBezTo>
                      <a:pt x="53" y="8"/>
                      <a:pt x="53" y="9"/>
                      <a:pt x="53" y="10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10"/>
                      <a:pt x="52" y="10"/>
                      <a:pt x="52" y="11"/>
                    </a:cubicBezTo>
                    <a:cubicBezTo>
                      <a:pt x="52" y="11"/>
                      <a:pt x="52" y="12"/>
                      <a:pt x="52" y="12"/>
                    </a:cubicBezTo>
                    <a:cubicBezTo>
                      <a:pt x="51" y="12"/>
                      <a:pt x="51" y="12"/>
                      <a:pt x="50" y="12"/>
                    </a:cubicBezTo>
                    <a:cubicBezTo>
                      <a:pt x="50" y="12"/>
                      <a:pt x="50" y="12"/>
                      <a:pt x="49" y="13"/>
                    </a:cubicBezTo>
                    <a:cubicBezTo>
                      <a:pt x="49" y="13"/>
                      <a:pt x="48" y="14"/>
                      <a:pt x="47" y="14"/>
                    </a:cubicBezTo>
                    <a:cubicBezTo>
                      <a:pt x="47" y="14"/>
                      <a:pt x="47" y="15"/>
                      <a:pt x="47" y="15"/>
                    </a:cubicBezTo>
                    <a:cubicBezTo>
                      <a:pt x="47" y="15"/>
                      <a:pt x="46" y="15"/>
                      <a:pt x="46" y="15"/>
                    </a:cubicBezTo>
                    <a:cubicBezTo>
                      <a:pt x="46" y="15"/>
                      <a:pt x="45" y="15"/>
                      <a:pt x="45" y="14"/>
                    </a:cubicBezTo>
                    <a:cubicBezTo>
                      <a:pt x="45" y="14"/>
                      <a:pt x="46" y="14"/>
                      <a:pt x="46" y="13"/>
                    </a:cubicBezTo>
                    <a:cubicBezTo>
                      <a:pt x="46" y="13"/>
                      <a:pt x="46" y="12"/>
                      <a:pt x="45" y="11"/>
                    </a:cubicBezTo>
                    <a:cubicBezTo>
                      <a:pt x="45" y="11"/>
                      <a:pt x="45" y="9"/>
                      <a:pt x="46" y="9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6" y="8"/>
                      <a:pt x="46" y="8"/>
                      <a:pt x="47" y="8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7" y="8"/>
                      <a:pt x="47" y="7"/>
                      <a:pt x="47" y="7"/>
                    </a:cubicBezTo>
                    <a:cubicBezTo>
                      <a:pt x="47" y="6"/>
                      <a:pt x="47" y="5"/>
                      <a:pt x="48" y="6"/>
                    </a:cubicBezTo>
                    <a:cubicBezTo>
                      <a:pt x="48" y="5"/>
                      <a:pt x="48" y="5"/>
                      <a:pt x="49" y="5"/>
                    </a:cubicBezTo>
                    <a:cubicBezTo>
                      <a:pt x="50" y="5"/>
                      <a:pt x="50" y="5"/>
                      <a:pt x="51" y="5"/>
                    </a:cubicBezTo>
                    <a:cubicBezTo>
                      <a:pt x="51" y="5"/>
                      <a:pt x="51" y="5"/>
                      <a:pt x="51" y="5"/>
                    </a:cubicBezTo>
                    <a:cubicBezTo>
                      <a:pt x="51" y="5"/>
                      <a:pt x="52" y="5"/>
                      <a:pt x="52" y="5"/>
                    </a:cubicBezTo>
                    <a:cubicBezTo>
                      <a:pt x="52" y="4"/>
                      <a:pt x="52" y="4"/>
                      <a:pt x="53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5" y="4"/>
                      <a:pt x="55" y="4"/>
                      <a:pt x="55" y="3"/>
                    </a:cubicBezTo>
                    <a:cubicBezTo>
                      <a:pt x="55" y="3"/>
                      <a:pt x="55" y="3"/>
                      <a:pt x="55" y="3"/>
                    </a:cubicBezTo>
                    <a:cubicBezTo>
                      <a:pt x="55" y="3"/>
                      <a:pt x="55" y="3"/>
                      <a:pt x="56" y="3"/>
                    </a:cubicBezTo>
                    <a:cubicBezTo>
                      <a:pt x="56" y="3"/>
                      <a:pt x="56" y="2"/>
                      <a:pt x="56" y="2"/>
                    </a:cubicBezTo>
                    <a:cubicBezTo>
                      <a:pt x="56" y="2"/>
                      <a:pt x="57" y="1"/>
                      <a:pt x="56" y="1"/>
                    </a:cubicBezTo>
                    <a:cubicBezTo>
                      <a:pt x="56" y="0"/>
                      <a:pt x="56" y="0"/>
                      <a:pt x="55" y="0"/>
                    </a:cubicBezTo>
                    <a:cubicBezTo>
                      <a:pt x="55" y="0"/>
                      <a:pt x="54" y="0"/>
                      <a:pt x="54" y="0"/>
                    </a:cubicBezTo>
                    <a:cubicBezTo>
                      <a:pt x="53" y="0"/>
                      <a:pt x="53" y="0"/>
                      <a:pt x="52" y="0"/>
                    </a:cubicBezTo>
                    <a:cubicBezTo>
                      <a:pt x="47" y="3"/>
                      <a:pt x="41" y="7"/>
                      <a:pt x="36" y="10"/>
                    </a:cubicBezTo>
                    <a:cubicBezTo>
                      <a:pt x="26" y="18"/>
                      <a:pt x="16" y="27"/>
                      <a:pt x="9" y="37"/>
                    </a:cubicBezTo>
                    <a:cubicBezTo>
                      <a:pt x="6" y="41"/>
                      <a:pt x="3" y="45"/>
                      <a:pt x="1" y="49"/>
                    </a:cubicBezTo>
                    <a:cubicBezTo>
                      <a:pt x="1" y="49"/>
                      <a:pt x="2" y="49"/>
                      <a:pt x="2" y="50"/>
                    </a:cubicBezTo>
                    <a:cubicBezTo>
                      <a:pt x="3" y="50"/>
                      <a:pt x="3" y="51"/>
                      <a:pt x="2" y="51"/>
                    </a:cubicBezTo>
                    <a:cubicBezTo>
                      <a:pt x="2" y="51"/>
                      <a:pt x="2" y="51"/>
                      <a:pt x="2" y="51"/>
                    </a:cubicBezTo>
                    <a:cubicBezTo>
                      <a:pt x="2" y="52"/>
                      <a:pt x="2" y="52"/>
                      <a:pt x="2" y="53"/>
                    </a:cubicBezTo>
                    <a:cubicBezTo>
                      <a:pt x="2" y="53"/>
                      <a:pt x="2" y="54"/>
                      <a:pt x="1" y="54"/>
                    </a:cubicBezTo>
                    <a:cubicBezTo>
                      <a:pt x="1" y="55"/>
                      <a:pt x="1" y="56"/>
                      <a:pt x="0" y="56"/>
                    </a:cubicBezTo>
                    <a:cubicBezTo>
                      <a:pt x="0" y="58"/>
                      <a:pt x="0" y="61"/>
                      <a:pt x="0" y="63"/>
                    </a:cubicBezTo>
                    <a:cubicBezTo>
                      <a:pt x="0" y="64"/>
                      <a:pt x="0" y="66"/>
                      <a:pt x="0" y="67"/>
                    </a:cubicBezTo>
                    <a:cubicBezTo>
                      <a:pt x="0" y="67"/>
                      <a:pt x="0" y="67"/>
                      <a:pt x="0" y="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1" y="68"/>
                      <a:pt x="1" y="68"/>
                      <a:pt x="1" y="69"/>
                    </a:cubicBezTo>
                    <a:cubicBezTo>
                      <a:pt x="2" y="69"/>
                      <a:pt x="2" y="69"/>
                      <a:pt x="3" y="69"/>
                    </a:cubicBezTo>
                    <a:cubicBezTo>
                      <a:pt x="3" y="69"/>
                      <a:pt x="3" y="70"/>
                      <a:pt x="4" y="70"/>
                    </a:cubicBezTo>
                    <a:cubicBezTo>
                      <a:pt x="4" y="70"/>
                      <a:pt x="4" y="70"/>
                      <a:pt x="4" y="70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5" y="71"/>
                      <a:pt x="5" y="72"/>
                      <a:pt x="5" y="73"/>
                    </a:cubicBezTo>
                    <a:cubicBezTo>
                      <a:pt x="6" y="73"/>
                      <a:pt x="8" y="72"/>
                      <a:pt x="7" y="74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9" y="74"/>
                      <a:pt x="9" y="75"/>
                      <a:pt x="9" y="75"/>
                    </a:cubicBezTo>
                    <a:cubicBezTo>
                      <a:pt x="9" y="75"/>
                      <a:pt x="9" y="76"/>
                      <a:pt x="9" y="76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0" y="77"/>
                      <a:pt x="11" y="78"/>
                      <a:pt x="11" y="78"/>
                    </a:cubicBezTo>
                    <a:cubicBezTo>
                      <a:pt x="11" y="79"/>
                      <a:pt x="11" y="80"/>
                      <a:pt x="11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1"/>
                      <a:pt x="11" y="82"/>
                      <a:pt x="11" y="82"/>
                    </a:cubicBezTo>
                    <a:cubicBezTo>
                      <a:pt x="11" y="82"/>
                      <a:pt x="11" y="82"/>
                      <a:pt x="11" y="82"/>
                    </a:cubicBezTo>
                    <a:cubicBezTo>
                      <a:pt x="12" y="82"/>
                      <a:pt x="12" y="82"/>
                      <a:pt x="12" y="83"/>
                    </a:cubicBezTo>
                    <a:cubicBezTo>
                      <a:pt x="12" y="83"/>
                      <a:pt x="13" y="83"/>
                      <a:pt x="14" y="83"/>
                    </a:cubicBezTo>
                    <a:cubicBezTo>
                      <a:pt x="14" y="83"/>
                      <a:pt x="14" y="83"/>
                      <a:pt x="14" y="83"/>
                    </a:cubicBezTo>
                    <a:cubicBezTo>
                      <a:pt x="15" y="83"/>
                      <a:pt x="15" y="83"/>
                      <a:pt x="15" y="83"/>
                    </a:cubicBezTo>
                    <a:cubicBezTo>
                      <a:pt x="15" y="82"/>
                      <a:pt x="16" y="82"/>
                      <a:pt x="16" y="83"/>
                    </a:cubicBezTo>
                    <a:cubicBezTo>
                      <a:pt x="16" y="83"/>
                      <a:pt x="16" y="84"/>
                      <a:pt x="16" y="84"/>
                    </a:cubicBezTo>
                    <a:cubicBezTo>
                      <a:pt x="16" y="85"/>
                      <a:pt x="16" y="85"/>
                      <a:pt x="16" y="85"/>
                    </a:cubicBezTo>
                    <a:cubicBezTo>
                      <a:pt x="17" y="86"/>
                      <a:pt x="17" y="87"/>
                      <a:pt x="17" y="87"/>
                    </a:cubicBezTo>
                    <a:cubicBezTo>
                      <a:pt x="18" y="87"/>
                      <a:pt x="18" y="92"/>
                      <a:pt x="17" y="91"/>
                    </a:cubicBezTo>
                    <a:cubicBezTo>
                      <a:pt x="17" y="92"/>
                      <a:pt x="17" y="93"/>
                      <a:pt x="17" y="94"/>
                    </a:cubicBezTo>
                    <a:cubicBezTo>
                      <a:pt x="17" y="95"/>
                      <a:pt x="16" y="95"/>
                      <a:pt x="16" y="95"/>
                    </a:cubicBezTo>
                    <a:cubicBezTo>
                      <a:pt x="16" y="96"/>
                      <a:pt x="15" y="96"/>
                      <a:pt x="15" y="97"/>
                    </a:cubicBezTo>
                    <a:cubicBezTo>
                      <a:pt x="15" y="97"/>
                      <a:pt x="15" y="98"/>
                      <a:pt x="14" y="98"/>
                    </a:cubicBezTo>
                    <a:cubicBezTo>
                      <a:pt x="14" y="98"/>
                      <a:pt x="14" y="99"/>
                      <a:pt x="14" y="99"/>
                    </a:cubicBezTo>
                    <a:cubicBezTo>
                      <a:pt x="14" y="99"/>
                      <a:pt x="14" y="100"/>
                      <a:pt x="14" y="101"/>
                    </a:cubicBezTo>
                    <a:cubicBezTo>
                      <a:pt x="14" y="101"/>
                      <a:pt x="15" y="101"/>
                      <a:pt x="15" y="102"/>
                    </a:cubicBezTo>
                    <a:cubicBezTo>
                      <a:pt x="15" y="102"/>
                      <a:pt x="14" y="102"/>
                      <a:pt x="14" y="102"/>
                    </a:cubicBezTo>
                    <a:cubicBezTo>
                      <a:pt x="14" y="102"/>
                      <a:pt x="14" y="102"/>
                      <a:pt x="14" y="102"/>
                    </a:cubicBezTo>
                    <a:cubicBezTo>
                      <a:pt x="14" y="102"/>
                      <a:pt x="14" y="102"/>
                      <a:pt x="14" y="103"/>
                    </a:cubicBezTo>
                    <a:cubicBezTo>
                      <a:pt x="14" y="103"/>
                      <a:pt x="14" y="104"/>
                      <a:pt x="13" y="104"/>
                    </a:cubicBezTo>
                    <a:cubicBezTo>
                      <a:pt x="13" y="105"/>
                      <a:pt x="13" y="106"/>
                      <a:pt x="13" y="107"/>
                    </a:cubicBezTo>
                    <a:cubicBezTo>
                      <a:pt x="13" y="107"/>
                      <a:pt x="13" y="108"/>
                      <a:pt x="13" y="108"/>
                    </a:cubicBezTo>
                    <a:cubicBezTo>
                      <a:pt x="13" y="108"/>
                      <a:pt x="14" y="108"/>
                      <a:pt x="14" y="108"/>
                    </a:cubicBezTo>
                    <a:cubicBezTo>
                      <a:pt x="15" y="109"/>
                      <a:pt x="15" y="111"/>
                      <a:pt x="16" y="112"/>
                    </a:cubicBezTo>
                    <a:cubicBezTo>
                      <a:pt x="16" y="112"/>
                      <a:pt x="17" y="113"/>
                      <a:pt x="17" y="114"/>
                    </a:cubicBezTo>
                    <a:cubicBezTo>
                      <a:pt x="17" y="114"/>
                      <a:pt x="17" y="114"/>
                      <a:pt x="17" y="114"/>
                    </a:cubicBezTo>
                    <a:cubicBezTo>
                      <a:pt x="18" y="115"/>
                      <a:pt x="18" y="114"/>
                      <a:pt x="18" y="114"/>
                    </a:cubicBezTo>
                    <a:cubicBezTo>
                      <a:pt x="18" y="115"/>
                      <a:pt x="18" y="115"/>
                      <a:pt x="18" y="115"/>
                    </a:cubicBezTo>
                    <a:cubicBezTo>
                      <a:pt x="19" y="115"/>
                      <a:pt x="18" y="116"/>
                      <a:pt x="18" y="116"/>
                    </a:cubicBezTo>
                    <a:cubicBezTo>
                      <a:pt x="18" y="116"/>
                      <a:pt x="18" y="116"/>
                      <a:pt x="19" y="116"/>
                    </a:cubicBezTo>
                    <a:cubicBezTo>
                      <a:pt x="19" y="116"/>
                      <a:pt x="19" y="116"/>
                      <a:pt x="19" y="116"/>
                    </a:cubicBezTo>
                    <a:cubicBezTo>
                      <a:pt x="20" y="117"/>
                      <a:pt x="19" y="118"/>
                      <a:pt x="19" y="118"/>
                    </a:cubicBezTo>
                    <a:cubicBezTo>
                      <a:pt x="21" y="118"/>
                      <a:pt x="20" y="121"/>
                      <a:pt x="20" y="122"/>
                    </a:cubicBezTo>
                    <a:cubicBezTo>
                      <a:pt x="20" y="123"/>
                      <a:pt x="20" y="123"/>
                      <a:pt x="20" y="123"/>
                    </a:cubicBezTo>
                    <a:cubicBezTo>
                      <a:pt x="20" y="123"/>
                      <a:pt x="20" y="124"/>
                      <a:pt x="20" y="124"/>
                    </a:cubicBezTo>
                    <a:cubicBezTo>
                      <a:pt x="20" y="124"/>
                      <a:pt x="21" y="124"/>
                      <a:pt x="21" y="124"/>
                    </a:cubicBezTo>
                    <a:cubicBezTo>
                      <a:pt x="21" y="124"/>
                      <a:pt x="22" y="125"/>
                      <a:pt x="22" y="125"/>
                    </a:cubicBezTo>
                    <a:cubicBezTo>
                      <a:pt x="22" y="125"/>
                      <a:pt x="22" y="126"/>
                      <a:pt x="22" y="126"/>
                    </a:cubicBezTo>
                    <a:cubicBezTo>
                      <a:pt x="22" y="126"/>
                      <a:pt x="22" y="126"/>
                      <a:pt x="22" y="127"/>
                    </a:cubicBezTo>
                    <a:cubicBezTo>
                      <a:pt x="22" y="127"/>
                      <a:pt x="23" y="127"/>
                      <a:pt x="23" y="127"/>
                    </a:cubicBezTo>
                    <a:cubicBezTo>
                      <a:pt x="23" y="127"/>
                      <a:pt x="23" y="128"/>
                      <a:pt x="23" y="128"/>
                    </a:cubicBezTo>
                    <a:cubicBezTo>
                      <a:pt x="24" y="128"/>
                      <a:pt x="25" y="128"/>
                      <a:pt x="26" y="128"/>
                    </a:cubicBezTo>
                    <a:cubicBezTo>
                      <a:pt x="26" y="128"/>
                      <a:pt x="26" y="128"/>
                      <a:pt x="27" y="129"/>
                    </a:cubicBezTo>
                    <a:cubicBezTo>
                      <a:pt x="27" y="129"/>
                      <a:pt x="27" y="129"/>
                      <a:pt x="27" y="130"/>
                    </a:cubicBezTo>
                    <a:cubicBezTo>
                      <a:pt x="27" y="130"/>
                      <a:pt x="27" y="130"/>
                      <a:pt x="27" y="131"/>
                    </a:cubicBezTo>
                    <a:cubicBezTo>
                      <a:pt x="27" y="131"/>
                      <a:pt x="27" y="131"/>
                      <a:pt x="27" y="131"/>
                    </a:cubicBezTo>
                    <a:cubicBezTo>
                      <a:pt x="27" y="131"/>
                      <a:pt x="28" y="131"/>
                      <a:pt x="28" y="131"/>
                    </a:cubicBezTo>
                    <a:cubicBezTo>
                      <a:pt x="28" y="131"/>
                      <a:pt x="29" y="131"/>
                      <a:pt x="29" y="132"/>
                    </a:cubicBezTo>
                    <a:cubicBezTo>
                      <a:pt x="30" y="132"/>
                      <a:pt x="30" y="132"/>
                      <a:pt x="30" y="132"/>
                    </a:cubicBezTo>
                    <a:cubicBezTo>
                      <a:pt x="30" y="132"/>
                      <a:pt x="30" y="132"/>
                      <a:pt x="30" y="132"/>
                    </a:cubicBezTo>
                    <a:cubicBezTo>
                      <a:pt x="30" y="132"/>
                      <a:pt x="31" y="132"/>
                      <a:pt x="31" y="132"/>
                    </a:cubicBezTo>
                    <a:cubicBezTo>
                      <a:pt x="31" y="132"/>
                      <a:pt x="32" y="133"/>
                      <a:pt x="32" y="133"/>
                    </a:cubicBezTo>
                    <a:cubicBezTo>
                      <a:pt x="32" y="134"/>
                      <a:pt x="31" y="135"/>
                      <a:pt x="31" y="136"/>
                    </a:cubicBezTo>
                    <a:cubicBezTo>
                      <a:pt x="31" y="136"/>
                      <a:pt x="31" y="136"/>
                      <a:pt x="31" y="137"/>
                    </a:cubicBezTo>
                    <a:cubicBezTo>
                      <a:pt x="31" y="137"/>
                      <a:pt x="31" y="138"/>
                      <a:pt x="32" y="138"/>
                    </a:cubicBezTo>
                    <a:cubicBezTo>
                      <a:pt x="32" y="138"/>
                      <a:pt x="32" y="138"/>
                      <a:pt x="32" y="139"/>
                    </a:cubicBezTo>
                    <a:cubicBezTo>
                      <a:pt x="32" y="139"/>
                      <a:pt x="32" y="140"/>
                      <a:pt x="33" y="140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33" y="141"/>
                      <a:pt x="33" y="141"/>
                      <a:pt x="33" y="141"/>
                    </a:cubicBezTo>
                    <a:cubicBezTo>
                      <a:pt x="34" y="141"/>
                      <a:pt x="34" y="142"/>
                      <a:pt x="34" y="142"/>
                    </a:cubicBezTo>
                    <a:cubicBezTo>
                      <a:pt x="34" y="142"/>
                      <a:pt x="34" y="143"/>
                      <a:pt x="34" y="143"/>
                    </a:cubicBezTo>
                    <a:cubicBezTo>
                      <a:pt x="34" y="144"/>
                      <a:pt x="34" y="145"/>
                      <a:pt x="34" y="145"/>
                    </a:cubicBezTo>
                    <a:cubicBezTo>
                      <a:pt x="34" y="147"/>
                      <a:pt x="34" y="149"/>
                      <a:pt x="34" y="151"/>
                    </a:cubicBezTo>
                    <a:cubicBezTo>
                      <a:pt x="34" y="152"/>
                      <a:pt x="34" y="152"/>
                      <a:pt x="34" y="153"/>
                    </a:cubicBezTo>
                    <a:cubicBezTo>
                      <a:pt x="34" y="153"/>
                      <a:pt x="35" y="153"/>
                      <a:pt x="35" y="153"/>
                    </a:cubicBezTo>
                    <a:cubicBezTo>
                      <a:pt x="35" y="153"/>
                      <a:pt x="35" y="153"/>
                      <a:pt x="35" y="154"/>
                    </a:cubicBezTo>
                    <a:cubicBezTo>
                      <a:pt x="35" y="154"/>
                      <a:pt x="35" y="154"/>
                      <a:pt x="35" y="154"/>
                    </a:cubicBezTo>
                    <a:cubicBezTo>
                      <a:pt x="35" y="155"/>
                      <a:pt x="35" y="154"/>
                      <a:pt x="36" y="155"/>
                    </a:cubicBezTo>
                    <a:cubicBezTo>
                      <a:pt x="36" y="155"/>
                      <a:pt x="36" y="156"/>
                      <a:pt x="36" y="156"/>
                    </a:cubicBezTo>
                    <a:cubicBezTo>
                      <a:pt x="36" y="157"/>
                      <a:pt x="36" y="158"/>
                      <a:pt x="36" y="159"/>
                    </a:cubicBezTo>
                    <a:cubicBezTo>
                      <a:pt x="37" y="159"/>
                      <a:pt x="37" y="160"/>
                      <a:pt x="37" y="161"/>
                    </a:cubicBezTo>
                    <a:cubicBezTo>
                      <a:pt x="37" y="161"/>
                      <a:pt x="37" y="162"/>
                      <a:pt x="37" y="162"/>
                    </a:cubicBezTo>
                    <a:cubicBezTo>
                      <a:pt x="37" y="163"/>
                      <a:pt x="37" y="163"/>
                      <a:pt x="37" y="164"/>
                    </a:cubicBezTo>
                    <a:cubicBezTo>
                      <a:pt x="37" y="165"/>
                      <a:pt x="37" y="166"/>
                      <a:pt x="38" y="166"/>
                    </a:cubicBezTo>
                    <a:cubicBezTo>
                      <a:pt x="39" y="167"/>
                      <a:pt x="40" y="167"/>
                      <a:pt x="40" y="168"/>
                    </a:cubicBezTo>
                    <a:cubicBezTo>
                      <a:pt x="40" y="168"/>
                      <a:pt x="41" y="169"/>
                      <a:pt x="41" y="169"/>
                    </a:cubicBezTo>
                    <a:cubicBezTo>
                      <a:pt x="41" y="170"/>
                      <a:pt x="42" y="170"/>
                      <a:pt x="42" y="171"/>
                    </a:cubicBezTo>
                    <a:cubicBezTo>
                      <a:pt x="42" y="171"/>
                      <a:pt x="42" y="171"/>
                      <a:pt x="42" y="171"/>
                    </a:cubicBezTo>
                    <a:cubicBezTo>
                      <a:pt x="42" y="171"/>
                      <a:pt x="42" y="171"/>
                      <a:pt x="42" y="171"/>
                    </a:cubicBezTo>
                    <a:cubicBezTo>
                      <a:pt x="42" y="171"/>
                      <a:pt x="43" y="172"/>
                      <a:pt x="43" y="172"/>
                    </a:cubicBezTo>
                    <a:cubicBezTo>
                      <a:pt x="43" y="172"/>
                      <a:pt x="43" y="173"/>
                      <a:pt x="43" y="173"/>
                    </a:cubicBezTo>
                    <a:cubicBezTo>
                      <a:pt x="44" y="174"/>
                      <a:pt x="45" y="175"/>
                      <a:pt x="45" y="176"/>
                    </a:cubicBezTo>
                    <a:cubicBezTo>
                      <a:pt x="46" y="176"/>
                      <a:pt x="46" y="176"/>
                      <a:pt x="46" y="177"/>
                    </a:cubicBezTo>
                    <a:cubicBezTo>
                      <a:pt x="46" y="177"/>
                      <a:pt x="46" y="177"/>
                      <a:pt x="46" y="177"/>
                    </a:cubicBezTo>
                    <a:cubicBezTo>
                      <a:pt x="45" y="177"/>
                      <a:pt x="45" y="177"/>
                      <a:pt x="45" y="177"/>
                    </a:cubicBezTo>
                    <a:cubicBezTo>
                      <a:pt x="45" y="177"/>
                      <a:pt x="45" y="178"/>
                      <a:pt x="46" y="178"/>
                    </a:cubicBezTo>
                    <a:cubicBezTo>
                      <a:pt x="46" y="178"/>
                      <a:pt x="46" y="178"/>
                      <a:pt x="46" y="178"/>
                    </a:cubicBezTo>
                    <a:cubicBezTo>
                      <a:pt x="47" y="178"/>
                      <a:pt x="47" y="179"/>
                      <a:pt x="47" y="179"/>
                    </a:cubicBezTo>
                    <a:cubicBezTo>
                      <a:pt x="47" y="179"/>
                      <a:pt x="47" y="179"/>
                      <a:pt x="48" y="180"/>
                    </a:cubicBezTo>
                    <a:cubicBezTo>
                      <a:pt x="48" y="180"/>
                      <a:pt x="48" y="180"/>
                      <a:pt x="48" y="180"/>
                    </a:cubicBezTo>
                    <a:cubicBezTo>
                      <a:pt x="48" y="180"/>
                      <a:pt x="49" y="180"/>
                      <a:pt x="49" y="181"/>
                    </a:cubicBezTo>
                    <a:cubicBezTo>
                      <a:pt x="50" y="181"/>
                      <a:pt x="50" y="181"/>
                      <a:pt x="50" y="181"/>
                    </a:cubicBezTo>
                    <a:cubicBezTo>
                      <a:pt x="51" y="181"/>
                      <a:pt x="52" y="181"/>
                      <a:pt x="52" y="182"/>
                    </a:cubicBezTo>
                    <a:cubicBezTo>
                      <a:pt x="52" y="182"/>
                      <a:pt x="54" y="183"/>
                      <a:pt x="54" y="182"/>
                    </a:cubicBezTo>
                    <a:cubicBezTo>
                      <a:pt x="54" y="181"/>
                      <a:pt x="53" y="181"/>
                      <a:pt x="53" y="181"/>
                    </a:cubicBezTo>
                    <a:cubicBezTo>
                      <a:pt x="52" y="180"/>
                      <a:pt x="53" y="180"/>
                      <a:pt x="53" y="180"/>
                    </a:cubicBezTo>
                    <a:cubicBezTo>
                      <a:pt x="54" y="180"/>
                      <a:pt x="54" y="180"/>
                      <a:pt x="54" y="180"/>
                    </a:cubicBezTo>
                    <a:cubicBezTo>
                      <a:pt x="54" y="179"/>
                      <a:pt x="54" y="179"/>
                      <a:pt x="54" y="179"/>
                    </a:cubicBezTo>
                    <a:cubicBezTo>
                      <a:pt x="54" y="179"/>
                      <a:pt x="54" y="178"/>
                      <a:pt x="54" y="178"/>
                    </a:cubicBezTo>
                    <a:cubicBezTo>
                      <a:pt x="53" y="178"/>
                      <a:pt x="53" y="178"/>
                      <a:pt x="52" y="177"/>
                    </a:cubicBezTo>
                    <a:cubicBezTo>
                      <a:pt x="52" y="177"/>
                      <a:pt x="52" y="177"/>
                      <a:pt x="52" y="177"/>
                    </a:cubicBezTo>
                    <a:cubicBezTo>
                      <a:pt x="52" y="176"/>
                      <a:pt x="52" y="176"/>
                      <a:pt x="52" y="175"/>
                    </a:cubicBezTo>
                    <a:cubicBezTo>
                      <a:pt x="52" y="175"/>
                      <a:pt x="52" y="175"/>
                      <a:pt x="52" y="175"/>
                    </a:cubicBezTo>
                    <a:cubicBezTo>
                      <a:pt x="52" y="175"/>
                      <a:pt x="52" y="175"/>
                      <a:pt x="51" y="175"/>
                    </a:cubicBezTo>
                    <a:cubicBezTo>
                      <a:pt x="51" y="175"/>
                      <a:pt x="51" y="174"/>
                      <a:pt x="51" y="174"/>
                    </a:cubicBezTo>
                    <a:cubicBezTo>
                      <a:pt x="51" y="173"/>
                      <a:pt x="51" y="172"/>
                      <a:pt x="51" y="171"/>
                    </a:cubicBezTo>
                    <a:cubicBezTo>
                      <a:pt x="51" y="171"/>
                      <a:pt x="50" y="170"/>
                      <a:pt x="50" y="170"/>
                    </a:cubicBezTo>
                    <a:cubicBezTo>
                      <a:pt x="50" y="170"/>
                      <a:pt x="50" y="169"/>
                      <a:pt x="50" y="169"/>
                    </a:cubicBezTo>
                    <a:cubicBezTo>
                      <a:pt x="50" y="169"/>
                      <a:pt x="50" y="169"/>
                      <a:pt x="50" y="169"/>
                    </a:cubicBezTo>
                    <a:cubicBezTo>
                      <a:pt x="49" y="169"/>
                      <a:pt x="49" y="169"/>
                      <a:pt x="49" y="169"/>
                    </a:cubicBezTo>
                    <a:cubicBezTo>
                      <a:pt x="49" y="168"/>
                      <a:pt x="49" y="168"/>
                      <a:pt x="49" y="168"/>
                    </a:cubicBezTo>
                    <a:cubicBezTo>
                      <a:pt x="49" y="167"/>
                      <a:pt x="50" y="168"/>
                      <a:pt x="50" y="167"/>
                    </a:cubicBezTo>
                    <a:cubicBezTo>
                      <a:pt x="51" y="167"/>
                      <a:pt x="51" y="166"/>
                      <a:pt x="51" y="166"/>
                    </a:cubicBezTo>
                    <a:cubicBezTo>
                      <a:pt x="51" y="165"/>
                      <a:pt x="51" y="165"/>
                      <a:pt x="52" y="165"/>
                    </a:cubicBezTo>
                    <a:cubicBezTo>
                      <a:pt x="52" y="164"/>
                      <a:pt x="53" y="164"/>
                      <a:pt x="54" y="165"/>
                    </a:cubicBezTo>
                    <a:cubicBezTo>
                      <a:pt x="54" y="164"/>
                      <a:pt x="54" y="164"/>
                      <a:pt x="55" y="164"/>
                    </a:cubicBezTo>
                    <a:cubicBezTo>
                      <a:pt x="56" y="164"/>
                      <a:pt x="56" y="164"/>
                      <a:pt x="56" y="163"/>
                    </a:cubicBezTo>
                    <a:cubicBezTo>
                      <a:pt x="57" y="162"/>
                      <a:pt x="56" y="161"/>
                      <a:pt x="56" y="160"/>
                    </a:cubicBezTo>
                    <a:cubicBezTo>
                      <a:pt x="55" y="160"/>
                      <a:pt x="54" y="160"/>
                      <a:pt x="54" y="160"/>
                    </a:cubicBezTo>
                    <a:cubicBezTo>
                      <a:pt x="54" y="159"/>
                      <a:pt x="54" y="159"/>
                      <a:pt x="54" y="159"/>
                    </a:cubicBezTo>
                    <a:cubicBezTo>
                      <a:pt x="54" y="158"/>
                      <a:pt x="54" y="158"/>
                      <a:pt x="54" y="158"/>
                    </a:cubicBezTo>
                    <a:cubicBezTo>
                      <a:pt x="54" y="158"/>
                      <a:pt x="54" y="158"/>
                      <a:pt x="55" y="158"/>
                    </a:cubicBezTo>
                    <a:cubicBezTo>
                      <a:pt x="56" y="158"/>
                      <a:pt x="57" y="158"/>
                      <a:pt x="57" y="158"/>
                    </a:cubicBezTo>
                    <a:cubicBezTo>
                      <a:pt x="58" y="158"/>
                      <a:pt x="58" y="157"/>
                      <a:pt x="58" y="157"/>
                    </a:cubicBezTo>
                    <a:cubicBezTo>
                      <a:pt x="58" y="156"/>
                      <a:pt x="58" y="156"/>
                      <a:pt x="58" y="155"/>
                    </a:cubicBezTo>
                    <a:cubicBezTo>
                      <a:pt x="59" y="154"/>
                      <a:pt x="59" y="155"/>
                      <a:pt x="60" y="154"/>
                    </a:cubicBezTo>
                    <a:cubicBezTo>
                      <a:pt x="60" y="154"/>
                      <a:pt x="61" y="153"/>
                      <a:pt x="62" y="152"/>
                    </a:cubicBezTo>
                    <a:cubicBezTo>
                      <a:pt x="62" y="152"/>
                      <a:pt x="62" y="151"/>
                      <a:pt x="62" y="150"/>
                    </a:cubicBezTo>
                    <a:cubicBezTo>
                      <a:pt x="62" y="150"/>
                      <a:pt x="62" y="149"/>
                      <a:pt x="62" y="148"/>
                    </a:cubicBezTo>
                    <a:cubicBezTo>
                      <a:pt x="62" y="147"/>
                      <a:pt x="62" y="146"/>
                      <a:pt x="62" y="145"/>
                    </a:cubicBezTo>
                    <a:cubicBezTo>
                      <a:pt x="62" y="145"/>
                      <a:pt x="62" y="144"/>
                      <a:pt x="63" y="144"/>
                    </a:cubicBezTo>
                    <a:cubicBezTo>
                      <a:pt x="63" y="144"/>
                      <a:pt x="63" y="143"/>
                      <a:pt x="64" y="143"/>
                    </a:cubicBezTo>
                    <a:cubicBezTo>
                      <a:pt x="64" y="143"/>
                      <a:pt x="64" y="142"/>
                      <a:pt x="64" y="142"/>
                    </a:cubicBezTo>
                    <a:cubicBezTo>
                      <a:pt x="64" y="141"/>
                      <a:pt x="65" y="141"/>
                      <a:pt x="66" y="141"/>
                    </a:cubicBezTo>
                    <a:cubicBezTo>
                      <a:pt x="67" y="140"/>
                      <a:pt x="68" y="140"/>
                      <a:pt x="69" y="140"/>
                    </a:cubicBezTo>
                    <a:cubicBezTo>
                      <a:pt x="70" y="140"/>
                      <a:pt x="70" y="140"/>
                      <a:pt x="70" y="140"/>
                    </a:cubicBezTo>
                    <a:cubicBezTo>
                      <a:pt x="71" y="140"/>
                      <a:pt x="71" y="140"/>
                      <a:pt x="71" y="140"/>
                    </a:cubicBezTo>
                    <a:cubicBezTo>
                      <a:pt x="71" y="140"/>
                      <a:pt x="71" y="139"/>
                      <a:pt x="71" y="140"/>
                    </a:cubicBezTo>
                    <a:cubicBezTo>
                      <a:pt x="71" y="139"/>
                      <a:pt x="71" y="138"/>
                      <a:pt x="72" y="138"/>
                    </a:cubicBezTo>
                    <a:cubicBezTo>
                      <a:pt x="72" y="137"/>
                      <a:pt x="73" y="138"/>
                      <a:pt x="73" y="138"/>
                    </a:cubicBezTo>
                    <a:cubicBezTo>
                      <a:pt x="73" y="137"/>
                      <a:pt x="74" y="137"/>
                      <a:pt x="74" y="137"/>
                    </a:cubicBezTo>
                    <a:cubicBezTo>
                      <a:pt x="74" y="137"/>
                      <a:pt x="74" y="137"/>
                      <a:pt x="75" y="137"/>
                    </a:cubicBezTo>
                    <a:cubicBezTo>
                      <a:pt x="75" y="137"/>
                      <a:pt x="75" y="137"/>
                      <a:pt x="75" y="136"/>
                    </a:cubicBezTo>
                    <a:cubicBezTo>
                      <a:pt x="76" y="136"/>
                      <a:pt x="76" y="135"/>
                      <a:pt x="77" y="134"/>
                    </a:cubicBezTo>
                    <a:cubicBezTo>
                      <a:pt x="77" y="133"/>
                      <a:pt x="77" y="133"/>
                      <a:pt x="78" y="133"/>
                    </a:cubicBezTo>
                    <a:cubicBezTo>
                      <a:pt x="78" y="133"/>
                      <a:pt x="79" y="133"/>
                      <a:pt x="79" y="132"/>
                    </a:cubicBezTo>
                    <a:cubicBezTo>
                      <a:pt x="79" y="131"/>
                      <a:pt x="79" y="129"/>
                      <a:pt x="79" y="127"/>
                    </a:cubicBezTo>
                    <a:cubicBezTo>
                      <a:pt x="79" y="127"/>
                      <a:pt x="79" y="126"/>
                      <a:pt x="79" y="125"/>
                    </a:cubicBezTo>
                    <a:cubicBezTo>
                      <a:pt x="79" y="125"/>
                      <a:pt x="79" y="124"/>
                      <a:pt x="79" y="124"/>
                    </a:cubicBezTo>
                    <a:cubicBezTo>
                      <a:pt x="79" y="124"/>
                      <a:pt x="78" y="124"/>
                      <a:pt x="78" y="124"/>
                    </a:cubicBezTo>
                    <a:cubicBezTo>
                      <a:pt x="78" y="123"/>
                      <a:pt x="78" y="122"/>
                      <a:pt x="78" y="122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9" y="121"/>
                      <a:pt x="79" y="121"/>
                      <a:pt x="80" y="121"/>
                    </a:cubicBezTo>
                    <a:cubicBezTo>
                      <a:pt x="80" y="121"/>
                      <a:pt x="81" y="121"/>
                      <a:pt x="81" y="121"/>
                    </a:cubicBezTo>
                    <a:cubicBezTo>
                      <a:pt x="81" y="121"/>
                      <a:pt x="81" y="120"/>
                      <a:pt x="81" y="120"/>
                    </a:cubicBezTo>
                    <a:cubicBezTo>
                      <a:pt x="81" y="120"/>
                      <a:pt x="81" y="119"/>
                      <a:pt x="82" y="119"/>
                    </a:cubicBezTo>
                    <a:cubicBezTo>
                      <a:pt x="82" y="119"/>
                      <a:pt x="82" y="118"/>
                      <a:pt x="82" y="118"/>
                    </a:cubicBezTo>
                    <a:cubicBezTo>
                      <a:pt x="82" y="118"/>
                      <a:pt x="83" y="118"/>
                      <a:pt x="83" y="118"/>
                    </a:cubicBezTo>
                    <a:cubicBezTo>
                      <a:pt x="83" y="118"/>
                      <a:pt x="83" y="117"/>
                      <a:pt x="83" y="117"/>
                    </a:cubicBezTo>
                    <a:cubicBezTo>
                      <a:pt x="84" y="116"/>
                      <a:pt x="85" y="116"/>
                      <a:pt x="86" y="115"/>
                    </a:cubicBezTo>
                    <a:cubicBezTo>
                      <a:pt x="86" y="115"/>
                      <a:pt x="86" y="115"/>
                      <a:pt x="86" y="115"/>
                    </a:cubicBezTo>
                    <a:cubicBezTo>
                      <a:pt x="86" y="114"/>
                      <a:pt x="86" y="114"/>
                      <a:pt x="86" y="114"/>
                    </a:cubicBezTo>
                    <a:cubicBezTo>
                      <a:pt x="86" y="113"/>
                      <a:pt x="85" y="113"/>
                      <a:pt x="85" y="113"/>
                    </a:cubicBezTo>
                    <a:cubicBezTo>
                      <a:pt x="85" y="113"/>
                      <a:pt x="85" y="112"/>
                      <a:pt x="85" y="111"/>
                    </a:cubicBezTo>
                    <a:cubicBezTo>
                      <a:pt x="85" y="111"/>
                      <a:pt x="86" y="111"/>
                      <a:pt x="86" y="111"/>
                    </a:cubicBezTo>
                    <a:cubicBezTo>
                      <a:pt x="86" y="110"/>
                      <a:pt x="86" y="109"/>
                      <a:pt x="86" y="108"/>
                    </a:cubicBezTo>
                    <a:cubicBezTo>
                      <a:pt x="86" y="108"/>
                      <a:pt x="85" y="108"/>
                      <a:pt x="85" y="107"/>
                    </a:cubicBezTo>
                    <a:cubicBezTo>
                      <a:pt x="85" y="107"/>
                      <a:pt x="85" y="108"/>
                      <a:pt x="85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Freeform 25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4260" y="2057"/>
                <a:ext cx="35" cy="62"/>
              </a:xfrm>
              <a:custGeom>
                <a:avLst/>
                <a:gdLst>
                  <a:gd name="T0" fmla="*/ 7 w 8"/>
                  <a:gd name="T1" fmla="*/ 0 h 14"/>
                  <a:gd name="T2" fmla="*/ 4 w 8"/>
                  <a:gd name="T3" fmla="*/ 2 h 14"/>
                  <a:gd name="T4" fmla="*/ 4 w 8"/>
                  <a:gd name="T5" fmla="*/ 4 h 14"/>
                  <a:gd name="T6" fmla="*/ 4 w 8"/>
                  <a:gd name="T7" fmla="*/ 4 h 14"/>
                  <a:gd name="T8" fmla="*/ 3 w 8"/>
                  <a:gd name="T9" fmla="*/ 4 h 14"/>
                  <a:gd name="T10" fmla="*/ 3 w 8"/>
                  <a:gd name="T11" fmla="*/ 6 h 14"/>
                  <a:gd name="T12" fmla="*/ 2 w 8"/>
                  <a:gd name="T13" fmla="*/ 6 h 14"/>
                  <a:gd name="T14" fmla="*/ 2 w 8"/>
                  <a:gd name="T15" fmla="*/ 9 h 14"/>
                  <a:gd name="T16" fmla="*/ 1 w 8"/>
                  <a:gd name="T17" fmla="*/ 13 h 14"/>
                  <a:gd name="T18" fmla="*/ 3 w 8"/>
                  <a:gd name="T19" fmla="*/ 12 h 14"/>
                  <a:gd name="T20" fmla="*/ 4 w 8"/>
                  <a:gd name="T21" fmla="*/ 11 h 14"/>
                  <a:gd name="T22" fmla="*/ 4 w 8"/>
                  <a:gd name="T23" fmla="*/ 10 h 14"/>
                  <a:gd name="T24" fmla="*/ 4 w 8"/>
                  <a:gd name="T25" fmla="*/ 8 h 14"/>
                  <a:gd name="T26" fmla="*/ 4 w 8"/>
                  <a:gd name="T27" fmla="*/ 7 h 14"/>
                  <a:gd name="T28" fmla="*/ 5 w 8"/>
                  <a:gd name="T29" fmla="*/ 7 h 14"/>
                  <a:gd name="T30" fmla="*/ 5 w 8"/>
                  <a:gd name="T31" fmla="*/ 6 h 14"/>
                  <a:gd name="T32" fmla="*/ 5 w 8"/>
                  <a:gd name="T33" fmla="*/ 5 h 14"/>
                  <a:gd name="T34" fmla="*/ 6 w 8"/>
                  <a:gd name="T35" fmla="*/ 5 h 14"/>
                  <a:gd name="T36" fmla="*/ 8 w 8"/>
                  <a:gd name="T37" fmla="*/ 1 h 14"/>
                  <a:gd name="T38" fmla="*/ 7 w 8"/>
                  <a:gd name="T39" fmla="*/ 0 h 14"/>
                  <a:gd name="T40" fmla="*/ 7 w 8"/>
                  <a:gd name="T4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" h="14">
                    <a:moveTo>
                      <a:pt x="7" y="0"/>
                    </a:moveTo>
                    <a:cubicBezTo>
                      <a:pt x="7" y="1"/>
                      <a:pt x="5" y="1"/>
                      <a:pt x="4" y="2"/>
                    </a:cubicBezTo>
                    <a:cubicBezTo>
                      <a:pt x="4" y="3"/>
                      <a:pt x="4" y="3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3" y="4"/>
                      <a:pt x="3" y="4"/>
                    </a:cubicBezTo>
                    <a:cubicBezTo>
                      <a:pt x="3" y="5"/>
                      <a:pt x="3" y="5"/>
                      <a:pt x="3" y="6"/>
                    </a:cubicBezTo>
                    <a:cubicBezTo>
                      <a:pt x="3" y="6"/>
                      <a:pt x="3" y="6"/>
                      <a:pt x="2" y="6"/>
                    </a:cubicBezTo>
                    <a:cubicBezTo>
                      <a:pt x="2" y="7"/>
                      <a:pt x="2" y="8"/>
                      <a:pt x="2" y="9"/>
                    </a:cubicBezTo>
                    <a:cubicBezTo>
                      <a:pt x="0" y="9"/>
                      <a:pt x="2" y="12"/>
                      <a:pt x="1" y="13"/>
                    </a:cubicBezTo>
                    <a:cubicBezTo>
                      <a:pt x="3" y="14"/>
                      <a:pt x="3" y="13"/>
                      <a:pt x="3" y="12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9"/>
                      <a:pt x="4" y="9"/>
                      <a:pt x="4" y="8"/>
                    </a:cubicBezTo>
                    <a:cubicBezTo>
                      <a:pt x="4" y="8"/>
                      <a:pt x="4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5" y="6"/>
                    </a:cubicBezTo>
                    <a:cubicBezTo>
                      <a:pt x="5" y="6"/>
                      <a:pt x="5" y="6"/>
                      <a:pt x="5" y="5"/>
                    </a:cubicBezTo>
                    <a:cubicBezTo>
                      <a:pt x="5" y="5"/>
                      <a:pt x="5" y="5"/>
                      <a:pt x="6" y="5"/>
                    </a:cubicBezTo>
                    <a:cubicBezTo>
                      <a:pt x="7" y="4"/>
                      <a:pt x="8" y="2"/>
                      <a:pt x="8" y="1"/>
                    </a:cubicBezTo>
                    <a:cubicBezTo>
                      <a:pt x="7" y="1"/>
                      <a:pt x="7" y="0"/>
                      <a:pt x="7" y="0"/>
                    </a:cubicBezTo>
                    <a:cubicBezTo>
                      <a:pt x="7" y="0"/>
                      <a:pt x="7" y="1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Freeform 26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4291" y="2057"/>
                <a:ext cx="4" cy="5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0"/>
                      <a:pt x="1" y="1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>
                  <a:defRPr/>
                </a:pPr>
                <a:endParaRPr lang="zh-CN" altLang="en-US" sz="2400" kern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02" name="Freeform 17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4389704" y="2795808"/>
            <a:ext cx="443917" cy="474905"/>
          </a:xfrm>
          <a:custGeom>
            <a:avLst/>
            <a:gdLst>
              <a:gd name="T0" fmla="*/ 224 w 593"/>
              <a:gd name="T1" fmla="*/ 394 h 633"/>
              <a:gd name="T2" fmla="*/ 213 w 593"/>
              <a:gd name="T3" fmla="*/ 358 h 633"/>
              <a:gd name="T4" fmla="*/ 259 w 593"/>
              <a:gd name="T5" fmla="*/ 173 h 633"/>
              <a:gd name="T6" fmla="*/ 307 w 593"/>
              <a:gd name="T7" fmla="*/ 323 h 633"/>
              <a:gd name="T8" fmla="*/ 367 w 593"/>
              <a:gd name="T9" fmla="*/ 149 h 633"/>
              <a:gd name="T10" fmla="*/ 234 w 593"/>
              <a:gd name="T11" fmla="*/ 296 h 633"/>
              <a:gd name="T12" fmla="*/ 223 w 593"/>
              <a:gd name="T13" fmla="*/ 315 h 633"/>
              <a:gd name="T14" fmla="*/ 304 w 593"/>
              <a:gd name="T15" fmla="*/ 363 h 633"/>
              <a:gd name="T16" fmla="*/ 391 w 593"/>
              <a:gd name="T17" fmla="*/ 127 h 633"/>
              <a:gd name="T18" fmla="*/ 395 w 593"/>
              <a:gd name="T19" fmla="*/ 81 h 633"/>
              <a:gd name="T20" fmla="*/ 391 w 593"/>
              <a:gd name="T21" fmla="*/ 127 h 633"/>
              <a:gd name="T22" fmla="*/ 463 w 593"/>
              <a:gd name="T23" fmla="*/ 149 h 633"/>
              <a:gd name="T24" fmla="*/ 417 w 593"/>
              <a:gd name="T25" fmla="*/ 154 h 633"/>
              <a:gd name="T26" fmla="*/ 338 w 593"/>
              <a:gd name="T27" fmla="*/ 107 h 633"/>
              <a:gd name="T28" fmla="*/ 319 w 593"/>
              <a:gd name="T29" fmla="*/ 65 h 633"/>
              <a:gd name="T30" fmla="*/ 338 w 593"/>
              <a:gd name="T31" fmla="*/ 107 h 633"/>
              <a:gd name="T32" fmla="*/ 261 w 593"/>
              <a:gd name="T33" fmla="*/ 79 h 633"/>
              <a:gd name="T34" fmla="*/ 266 w 593"/>
              <a:gd name="T35" fmla="*/ 125 h 633"/>
              <a:gd name="T36" fmla="*/ 435 w 593"/>
              <a:gd name="T37" fmla="*/ 226 h 633"/>
              <a:gd name="T38" fmla="*/ 477 w 593"/>
              <a:gd name="T39" fmla="*/ 207 h 633"/>
              <a:gd name="T40" fmla="*/ 435 w 593"/>
              <a:gd name="T41" fmla="*/ 226 h 633"/>
              <a:gd name="T42" fmla="*/ 218 w 593"/>
              <a:gd name="T43" fmla="*/ 324 h 633"/>
              <a:gd name="T44" fmla="*/ 206 w 593"/>
              <a:gd name="T45" fmla="*/ 344 h 633"/>
              <a:gd name="T46" fmla="*/ 288 w 593"/>
              <a:gd name="T47" fmla="*/ 391 h 633"/>
              <a:gd name="T48" fmla="*/ 216 w 593"/>
              <a:gd name="T49" fmla="*/ 633 h 633"/>
              <a:gd name="T50" fmla="*/ 231 w 593"/>
              <a:gd name="T51" fmla="*/ 37 h 633"/>
              <a:gd name="T52" fmla="*/ 564 w 593"/>
              <a:gd name="T53" fmla="*/ 180 h 633"/>
              <a:gd name="T54" fmla="*/ 569 w 593"/>
              <a:gd name="T55" fmla="*/ 276 h 633"/>
              <a:gd name="T56" fmla="*/ 586 w 593"/>
              <a:gd name="T57" fmla="*/ 396 h 633"/>
              <a:gd name="T58" fmla="*/ 565 w 593"/>
              <a:gd name="T59" fmla="*/ 498 h 633"/>
              <a:gd name="T60" fmla="*/ 442 w 593"/>
              <a:gd name="T61" fmla="*/ 526 h 633"/>
              <a:gd name="T62" fmla="*/ 216 w 593"/>
              <a:gd name="T63" fmla="*/ 633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93" h="633">
                <a:moveTo>
                  <a:pt x="213" y="358"/>
                </a:moveTo>
                <a:cubicBezTo>
                  <a:pt x="207" y="371"/>
                  <a:pt x="212" y="387"/>
                  <a:pt x="224" y="394"/>
                </a:cubicBezTo>
                <a:cubicBezTo>
                  <a:pt x="235" y="400"/>
                  <a:pt x="248" y="398"/>
                  <a:pt x="257" y="391"/>
                </a:cubicBezTo>
                <a:lnTo>
                  <a:pt x="213" y="358"/>
                </a:lnTo>
                <a:close/>
                <a:moveTo>
                  <a:pt x="367" y="149"/>
                </a:moveTo>
                <a:cubicBezTo>
                  <a:pt x="328" y="126"/>
                  <a:pt x="279" y="137"/>
                  <a:pt x="259" y="173"/>
                </a:cubicBezTo>
                <a:cubicBezTo>
                  <a:pt x="238" y="210"/>
                  <a:pt x="265" y="250"/>
                  <a:pt x="246" y="288"/>
                </a:cubicBezTo>
                <a:lnTo>
                  <a:pt x="307" y="323"/>
                </a:lnTo>
                <a:cubicBezTo>
                  <a:pt x="330" y="288"/>
                  <a:pt x="380" y="291"/>
                  <a:pt x="401" y="255"/>
                </a:cubicBezTo>
                <a:cubicBezTo>
                  <a:pt x="421" y="219"/>
                  <a:pt x="406" y="172"/>
                  <a:pt x="367" y="149"/>
                </a:cubicBezTo>
                <a:close/>
                <a:moveTo>
                  <a:pt x="301" y="346"/>
                </a:moveTo>
                <a:lnTo>
                  <a:pt x="234" y="296"/>
                </a:lnTo>
                <a:cubicBezTo>
                  <a:pt x="229" y="292"/>
                  <a:pt x="223" y="293"/>
                  <a:pt x="219" y="299"/>
                </a:cubicBezTo>
                <a:cubicBezTo>
                  <a:pt x="216" y="304"/>
                  <a:pt x="218" y="312"/>
                  <a:pt x="223" y="315"/>
                </a:cubicBezTo>
                <a:lnTo>
                  <a:pt x="289" y="366"/>
                </a:lnTo>
                <a:cubicBezTo>
                  <a:pt x="295" y="370"/>
                  <a:pt x="301" y="368"/>
                  <a:pt x="304" y="363"/>
                </a:cubicBezTo>
                <a:cubicBezTo>
                  <a:pt x="307" y="357"/>
                  <a:pt x="306" y="350"/>
                  <a:pt x="301" y="346"/>
                </a:cubicBezTo>
                <a:close/>
                <a:moveTo>
                  <a:pt x="391" y="127"/>
                </a:moveTo>
                <a:lnTo>
                  <a:pt x="412" y="90"/>
                </a:lnTo>
                <a:lnTo>
                  <a:pt x="395" y="81"/>
                </a:lnTo>
                <a:lnTo>
                  <a:pt x="374" y="117"/>
                </a:lnTo>
                <a:lnTo>
                  <a:pt x="391" y="127"/>
                </a:lnTo>
                <a:close/>
                <a:moveTo>
                  <a:pt x="426" y="170"/>
                </a:moveTo>
                <a:lnTo>
                  <a:pt x="463" y="149"/>
                </a:lnTo>
                <a:lnTo>
                  <a:pt x="453" y="133"/>
                </a:lnTo>
                <a:lnTo>
                  <a:pt x="417" y="154"/>
                </a:lnTo>
                <a:lnTo>
                  <a:pt x="426" y="170"/>
                </a:lnTo>
                <a:close/>
                <a:moveTo>
                  <a:pt x="338" y="107"/>
                </a:moveTo>
                <a:lnTo>
                  <a:pt x="338" y="65"/>
                </a:lnTo>
                <a:lnTo>
                  <a:pt x="319" y="65"/>
                </a:lnTo>
                <a:lnTo>
                  <a:pt x="319" y="107"/>
                </a:lnTo>
                <a:lnTo>
                  <a:pt x="338" y="107"/>
                </a:lnTo>
                <a:close/>
                <a:moveTo>
                  <a:pt x="282" y="116"/>
                </a:moveTo>
                <a:lnTo>
                  <a:pt x="261" y="79"/>
                </a:lnTo>
                <a:lnTo>
                  <a:pt x="245" y="89"/>
                </a:lnTo>
                <a:lnTo>
                  <a:pt x="266" y="125"/>
                </a:lnTo>
                <a:lnTo>
                  <a:pt x="282" y="116"/>
                </a:lnTo>
                <a:close/>
                <a:moveTo>
                  <a:pt x="435" y="226"/>
                </a:moveTo>
                <a:lnTo>
                  <a:pt x="477" y="226"/>
                </a:lnTo>
                <a:lnTo>
                  <a:pt x="477" y="207"/>
                </a:lnTo>
                <a:lnTo>
                  <a:pt x="436" y="207"/>
                </a:lnTo>
                <a:lnTo>
                  <a:pt x="435" y="226"/>
                </a:lnTo>
                <a:close/>
                <a:moveTo>
                  <a:pt x="284" y="375"/>
                </a:moveTo>
                <a:lnTo>
                  <a:pt x="218" y="324"/>
                </a:lnTo>
                <a:cubicBezTo>
                  <a:pt x="213" y="320"/>
                  <a:pt x="206" y="322"/>
                  <a:pt x="203" y="327"/>
                </a:cubicBezTo>
                <a:cubicBezTo>
                  <a:pt x="200" y="333"/>
                  <a:pt x="201" y="340"/>
                  <a:pt x="206" y="344"/>
                </a:cubicBezTo>
                <a:lnTo>
                  <a:pt x="273" y="394"/>
                </a:lnTo>
                <a:cubicBezTo>
                  <a:pt x="278" y="398"/>
                  <a:pt x="285" y="397"/>
                  <a:pt x="288" y="391"/>
                </a:cubicBezTo>
                <a:cubicBezTo>
                  <a:pt x="291" y="386"/>
                  <a:pt x="289" y="378"/>
                  <a:pt x="284" y="375"/>
                </a:cubicBezTo>
                <a:close/>
                <a:moveTo>
                  <a:pt x="216" y="633"/>
                </a:moveTo>
                <a:cubicBezTo>
                  <a:pt x="223" y="583"/>
                  <a:pt x="223" y="530"/>
                  <a:pt x="210" y="483"/>
                </a:cubicBezTo>
                <a:cubicBezTo>
                  <a:pt x="0" y="365"/>
                  <a:pt x="55" y="92"/>
                  <a:pt x="231" y="37"/>
                </a:cubicBezTo>
                <a:cubicBezTo>
                  <a:pt x="324" y="0"/>
                  <a:pt x="450" y="22"/>
                  <a:pt x="533" y="105"/>
                </a:cubicBezTo>
                <a:cubicBezTo>
                  <a:pt x="593" y="165"/>
                  <a:pt x="564" y="180"/>
                  <a:pt x="564" y="180"/>
                </a:cubicBezTo>
                <a:lnTo>
                  <a:pt x="551" y="187"/>
                </a:lnTo>
                <a:cubicBezTo>
                  <a:pt x="558" y="216"/>
                  <a:pt x="571" y="268"/>
                  <a:pt x="569" y="276"/>
                </a:cubicBezTo>
                <a:cubicBezTo>
                  <a:pt x="567" y="285"/>
                  <a:pt x="556" y="295"/>
                  <a:pt x="556" y="295"/>
                </a:cubicBezTo>
                <a:lnTo>
                  <a:pt x="586" y="396"/>
                </a:lnTo>
                <a:lnTo>
                  <a:pt x="559" y="407"/>
                </a:lnTo>
                <a:cubicBezTo>
                  <a:pt x="565" y="439"/>
                  <a:pt x="568" y="466"/>
                  <a:pt x="565" y="498"/>
                </a:cubicBezTo>
                <a:cubicBezTo>
                  <a:pt x="565" y="503"/>
                  <a:pt x="547" y="519"/>
                  <a:pt x="532" y="520"/>
                </a:cubicBezTo>
                <a:lnTo>
                  <a:pt x="442" y="526"/>
                </a:lnTo>
                <a:lnTo>
                  <a:pt x="448" y="633"/>
                </a:lnTo>
                <a:lnTo>
                  <a:pt x="216" y="633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pPr>
              <a:defRPr/>
            </a:pPr>
            <a:endParaRPr lang="zh-CN" altLang="en-US" sz="2400" kern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3" name="Freeform 18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3795723" y="4313784"/>
            <a:ext cx="428467" cy="454171"/>
          </a:xfrm>
          <a:custGeom>
            <a:avLst/>
            <a:gdLst>
              <a:gd name="T0" fmla="*/ 283 w 568"/>
              <a:gd name="T1" fmla="*/ 574 h 601"/>
              <a:gd name="T2" fmla="*/ 284 w 568"/>
              <a:gd name="T3" fmla="*/ 333 h 601"/>
              <a:gd name="T4" fmla="*/ 453 w 568"/>
              <a:gd name="T5" fmla="*/ 301 h 601"/>
              <a:gd name="T6" fmla="*/ 347 w 568"/>
              <a:gd name="T7" fmla="*/ 343 h 601"/>
              <a:gd name="T8" fmla="*/ 95 w 568"/>
              <a:gd name="T9" fmla="*/ 214 h 601"/>
              <a:gd name="T10" fmla="*/ 127 w 568"/>
              <a:gd name="T11" fmla="*/ 218 h 601"/>
              <a:gd name="T12" fmla="*/ 168 w 568"/>
              <a:gd name="T13" fmla="*/ 222 h 601"/>
              <a:gd name="T14" fmla="*/ 167 w 568"/>
              <a:gd name="T15" fmla="*/ 195 h 601"/>
              <a:gd name="T16" fmla="*/ 284 w 568"/>
              <a:gd name="T17" fmla="*/ 303 h 601"/>
              <a:gd name="T18" fmla="*/ 413 w 568"/>
              <a:gd name="T19" fmla="*/ 209 h 601"/>
              <a:gd name="T20" fmla="*/ 442 w 568"/>
              <a:gd name="T21" fmla="*/ 204 h 601"/>
              <a:gd name="T22" fmla="*/ 458 w 568"/>
              <a:gd name="T23" fmla="*/ 210 h 601"/>
              <a:gd name="T24" fmla="*/ 416 w 568"/>
              <a:gd name="T25" fmla="*/ 256 h 601"/>
              <a:gd name="T26" fmla="*/ 489 w 568"/>
              <a:gd name="T27" fmla="*/ 341 h 601"/>
              <a:gd name="T28" fmla="*/ 467 w 568"/>
              <a:gd name="T29" fmla="*/ 263 h 601"/>
              <a:gd name="T30" fmla="*/ 467 w 568"/>
              <a:gd name="T31" fmla="*/ 500 h 601"/>
              <a:gd name="T32" fmla="*/ 494 w 568"/>
              <a:gd name="T33" fmla="*/ 494 h 601"/>
              <a:gd name="T34" fmla="*/ 310 w 568"/>
              <a:gd name="T35" fmla="*/ 595 h 601"/>
              <a:gd name="T36" fmla="*/ 285 w 568"/>
              <a:gd name="T37" fmla="*/ 601 h 601"/>
              <a:gd name="T38" fmla="*/ 75 w 568"/>
              <a:gd name="T39" fmla="*/ 494 h 601"/>
              <a:gd name="T40" fmla="*/ 102 w 568"/>
              <a:gd name="T41" fmla="*/ 500 h 601"/>
              <a:gd name="T42" fmla="*/ 102 w 568"/>
              <a:gd name="T43" fmla="*/ 263 h 601"/>
              <a:gd name="T44" fmla="*/ 80 w 568"/>
              <a:gd name="T45" fmla="*/ 341 h 601"/>
              <a:gd name="T46" fmla="*/ 142 w 568"/>
              <a:gd name="T47" fmla="*/ 252 h 601"/>
              <a:gd name="T48" fmla="*/ 62 w 568"/>
              <a:gd name="T49" fmla="*/ 400 h 601"/>
              <a:gd name="T50" fmla="*/ 74 w 568"/>
              <a:gd name="T51" fmla="*/ 424 h 601"/>
              <a:gd name="T52" fmla="*/ 85 w 568"/>
              <a:gd name="T53" fmla="*/ 446 h 601"/>
              <a:gd name="T54" fmla="*/ 45 w 568"/>
              <a:gd name="T55" fmla="*/ 475 h 601"/>
              <a:gd name="T56" fmla="*/ 28 w 568"/>
              <a:gd name="T57" fmla="*/ 377 h 601"/>
              <a:gd name="T58" fmla="*/ 54 w 568"/>
              <a:gd name="T59" fmla="*/ 333 h 601"/>
              <a:gd name="T60" fmla="*/ 473 w 568"/>
              <a:gd name="T61" fmla="*/ 381 h 601"/>
              <a:gd name="T62" fmla="*/ 463 w 568"/>
              <a:gd name="T63" fmla="*/ 406 h 601"/>
              <a:gd name="T64" fmla="*/ 455 w 568"/>
              <a:gd name="T65" fmla="*/ 431 h 601"/>
              <a:gd name="T66" fmla="*/ 450 w 568"/>
              <a:gd name="T67" fmla="*/ 450 h 601"/>
              <a:gd name="T68" fmla="*/ 482 w 568"/>
              <a:gd name="T69" fmla="*/ 363 h 601"/>
              <a:gd name="T70" fmla="*/ 513 w 568"/>
              <a:gd name="T71" fmla="*/ 360 h 601"/>
              <a:gd name="T72" fmla="*/ 282 w 568"/>
              <a:gd name="T73" fmla="*/ 0 h 601"/>
              <a:gd name="T74" fmla="*/ 418 w 568"/>
              <a:gd name="T75" fmla="*/ 107 h 601"/>
              <a:gd name="T76" fmla="*/ 394 w 568"/>
              <a:gd name="T77" fmla="*/ 179 h 601"/>
              <a:gd name="T78" fmla="*/ 365 w 568"/>
              <a:gd name="T79" fmla="*/ 81 h 601"/>
              <a:gd name="T80" fmla="*/ 194 w 568"/>
              <a:gd name="T81" fmla="*/ 183 h 601"/>
              <a:gd name="T82" fmla="*/ 152 w 568"/>
              <a:gd name="T83" fmla="*/ 154 h 601"/>
              <a:gd name="T84" fmla="*/ 198 w 568"/>
              <a:gd name="T85" fmla="*/ 41 h 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68" h="601">
                <a:moveTo>
                  <a:pt x="266" y="331"/>
                </a:moveTo>
                <a:lnTo>
                  <a:pt x="266" y="571"/>
                </a:lnTo>
                <a:cubicBezTo>
                  <a:pt x="272" y="573"/>
                  <a:pt x="277" y="575"/>
                  <a:pt x="283" y="574"/>
                </a:cubicBezTo>
                <a:cubicBezTo>
                  <a:pt x="290" y="574"/>
                  <a:pt x="297" y="572"/>
                  <a:pt x="303" y="570"/>
                </a:cubicBezTo>
                <a:lnTo>
                  <a:pt x="303" y="331"/>
                </a:lnTo>
                <a:cubicBezTo>
                  <a:pt x="297" y="332"/>
                  <a:pt x="290" y="333"/>
                  <a:pt x="284" y="333"/>
                </a:cubicBezTo>
                <a:cubicBezTo>
                  <a:pt x="278" y="333"/>
                  <a:pt x="272" y="332"/>
                  <a:pt x="266" y="331"/>
                </a:cubicBezTo>
                <a:close/>
                <a:moveTo>
                  <a:pt x="347" y="343"/>
                </a:moveTo>
                <a:lnTo>
                  <a:pt x="453" y="301"/>
                </a:lnTo>
                <a:lnTo>
                  <a:pt x="453" y="345"/>
                </a:lnTo>
                <a:lnTo>
                  <a:pt x="347" y="386"/>
                </a:lnTo>
                <a:lnTo>
                  <a:pt x="347" y="343"/>
                </a:lnTo>
                <a:close/>
                <a:moveTo>
                  <a:pt x="142" y="252"/>
                </a:moveTo>
                <a:lnTo>
                  <a:pt x="99" y="228"/>
                </a:lnTo>
                <a:cubicBezTo>
                  <a:pt x="94" y="225"/>
                  <a:pt x="93" y="219"/>
                  <a:pt x="95" y="214"/>
                </a:cubicBezTo>
                <a:cubicBezTo>
                  <a:pt x="98" y="209"/>
                  <a:pt x="104" y="208"/>
                  <a:pt x="109" y="210"/>
                </a:cubicBezTo>
                <a:lnTo>
                  <a:pt x="149" y="233"/>
                </a:lnTo>
                <a:lnTo>
                  <a:pt x="127" y="218"/>
                </a:lnTo>
                <a:cubicBezTo>
                  <a:pt x="123" y="215"/>
                  <a:pt x="122" y="209"/>
                  <a:pt x="125" y="204"/>
                </a:cubicBezTo>
                <a:cubicBezTo>
                  <a:pt x="128" y="200"/>
                  <a:pt x="134" y="199"/>
                  <a:pt x="138" y="202"/>
                </a:cubicBezTo>
                <a:lnTo>
                  <a:pt x="168" y="222"/>
                </a:lnTo>
                <a:lnTo>
                  <a:pt x="154" y="209"/>
                </a:lnTo>
                <a:cubicBezTo>
                  <a:pt x="150" y="205"/>
                  <a:pt x="149" y="199"/>
                  <a:pt x="153" y="195"/>
                </a:cubicBezTo>
                <a:cubicBezTo>
                  <a:pt x="157" y="191"/>
                  <a:pt x="163" y="191"/>
                  <a:pt x="167" y="195"/>
                </a:cubicBezTo>
                <a:lnTo>
                  <a:pt x="282" y="303"/>
                </a:lnTo>
                <a:cubicBezTo>
                  <a:pt x="283" y="303"/>
                  <a:pt x="283" y="303"/>
                  <a:pt x="283" y="304"/>
                </a:cubicBezTo>
                <a:cubicBezTo>
                  <a:pt x="283" y="303"/>
                  <a:pt x="284" y="303"/>
                  <a:pt x="284" y="303"/>
                </a:cubicBezTo>
                <a:lnTo>
                  <a:pt x="399" y="195"/>
                </a:lnTo>
                <a:cubicBezTo>
                  <a:pt x="403" y="191"/>
                  <a:pt x="409" y="191"/>
                  <a:pt x="413" y="195"/>
                </a:cubicBezTo>
                <a:cubicBezTo>
                  <a:pt x="417" y="199"/>
                  <a:pt x="417" y="205"/>
                  <a:pt x="413" y="209"/>
                </a:cubicBezTo>
                <a:lnTo>
                  <a:pt x="399" y="222"/>
                </a:lnTo>
                <a:lnTo>
                  <a:pt x="428" y="202"/>
                </a:lnTo>
                <a:cubicBezTo>
                  <a:pt x="432" y="199"/>
                  <a:pt x="438" y="200"/>
                  <a:pt x="442" y="204"/>
                </a:cubicBezTo>
                <a:cubicBezTo>
                  <a:pt x="445" y="209"/>
                  <a:pt x="444" y="215"/>
                  <a:pt x="439" y="218"/>
                </a:cubicBezTo>
                <a:lnTo>
                  <a:pt x="417" y="233"/>
                </a:lnTo>
                <a:lnTo>
                  <a:pt x="458" y="210"/>
                </a:lnTo>
                <a:cubicBezTo>
                  <a:pt x="462" y="208"/>
                  <a:pt x="468" y="209"/>
                  <a:pt x="471" y="214"/>
                </a:cubicBezTo>
                <a:cubicBezTo>
                  <a:pt x="474" y="219"/>
                  <a:pt x="472" y="225"/>
                  <a:pt x="467" y="228"/>
                </a:cubicBezTo>
                <a:lnTo>
                  <a:pt x="416" y="256"/>
                </a:lnTo>
                <a:lnTo>
                  <a:pt x="494" y="224"/>
                </a:lnTo>
                <a:lnTo>
                  <a:pt x="494" y="342"/>
                </a:lnTo>
                <a:cubicBezTo>
                  <a:pt x="492" y="342"/>
                  <a:pt x="491" y="342"/>
                  <a:pt x="489" y="341"/>
                </a:cubicBezTo>
                <a:lnTo>
                  <a:pt x="473" y="339"/>
                </a:lnTo>
                <a:lnTo>
                  <a:pt x="467" y="351"/>
                </a:lnTo>
                <a:lnTo>
                  <a:pt x="467" y="263"/>
                </a:lnTo>
                <a:lnTo>
                  <a:pt x="329" y="322"/>
                </a:lnTo>
                <a:lnTo>
                  <a:pt x="329" y="559"/>
                </a:lnTo>
                <a:lnTo>
                  <a:pt x="467" y="500"/>
                </a:lnTo>
                <a:lnTo>
                  <a:pt x="467" y="483"/>
                </a:lnTo>
                <a:cubicBezTo>
                  <a:pt x="472" y="486"/>
                  <a:pt x="477" y="488"/>
                  <a:pt x="482" y="490"/>
                </a:cubicBezTo>
                <a:cubicBezTo>
                  <a:pt x="486" y="492"/>
                  <a:pt x="490" y="493"/>
                  <a:pt x="494" y="494"/>
                </a:cubicBezTo>
                <a:lnTo>
                  <a:pt x="494" y="518"/>
                </a:lnTo>
                <a:lnTo>
                  <a:pt x="321" y="591"/>
                </a:lnTo>
                <a:cubicBezTo>
                  <a:pt x="318" y="592"/>
                  <a:pt x="314" y="594"/>
                  <a:pt x="310" y="595"/>
                </a:cubicBezTo>
                <a:lnTo>
                  <a:pt x="303" y="598"/>
                </a:lnTo>
                <a:lnTo>
                  <a:pt x="303" y="598"/>
                </a:lnTo>
                <a:cubicBezTo>
                  <a:pt x="297" y="599"/>
                  <a:pt x="291" y="601"/>
                  <a:pt x="285" y="601"/>
                </a:cubicBezTo>
                <a:cubicBezTo>
                  <a:pt x="271" y="601"/>
                  <a:pt x="258" y="598"/>
                  <a:pt x="247" y="590"/>
                </a:cubicBezTo>
                <a:lnTo>
                  <a:pt x="75" y="518"/>
                </a:lnTo>
                <a:lnTo>
                  <a:pt x="75" y="494"/>
                </a:lnTo>
                <a:cubicBezTo>
                  <a:pt x="79" y="493"/>
                  <a:pt x="83" y="492"/>
                  <a:pt x="87" y="490"/>
                </a:cubicBezTo>
                <a:cubicBezTo>
                  <a:pt x="91" y="488"/>
                  <a:pt x="96" y="486"/>
                  <a:pt x="102" y="483"/>
                </a:cubicBezTo>
                <a:lnTo>
                  <a:pt x="102" y="500"/>
                </a:lnTo>
                <a:lnTo>
                  <a:pt x="240" y="559"/>
                </a:lnTo>
                <a:lnTo>
                  <a:pt x="240" y="322"/>
                </a:lnTo>
                <a:lnTo>
                  <a:pt x="102" y="263"/>
                </a:lnTo>
                <a:lnTo>
                  <a:pt x="102" y="351"/>
                </a:lnTo>
                <a:lnTo>
                  <a:pt x="95" y="339"/>
                </a:lnTo>
                <a:lnTo>
                  <a:pt x="80" y="341"/>
                </a:lnTo>
                <a:cubicBezTo>
                  <a:pt x="78" y="342"/>
                  <a:pt x="77" y="342"/>
                  <a:pt x="75" y="342"/>
                </a:cubicBezTo>
                <a:lnTo>
                  <a:pt x="75" y="224"/>
                </a:lnTo>
                <a:lnTo>
                  <a:pt x="142" y="252"/>
                </a:lnTo>
                <a:close/>
                <a:moveTo>
                  <a:pt x="86" y="363"/>
                </a:moveTo>
                <a:cubicBezTo>
                  <a:pt x="89" y="369"/>
                  <a:pt x="91" y="375"/>
                  <a:pt x="94" y="381"/>
                </a:cubicBezTo>
                <a:lnTo>
                  <a:pt x="62" y="400"/>
                </a:lnTo>
                <a:lnTo>
                  <a:pt x="97" y="387"/>
                </a:lnTo>
                <a:cubicBezTo>
                  <a:pt x="99" y="393"/>
                  <a:pt x="102" y="399"/>
                  <a:pt x="104" y="406"/>
                </a:cubicBezTo>
                <a:lnTo>
                  <a:pt x="74" y="424"/>
                </a:lnTo>
                <a:lnTo>
                  <a:pt x="106" y="411"/>
                </a:lnTo>
                <a:cubicBezTo>
                  <a:pt x="108" y="418"/>
                  <a:pt x="110" y="424"/>
                  <a:pt x="112" y="431"/>
                </a:cubicBezTo>
                <a:lnTo>
                  <a:pt x="85" y="446"/>
                </a:lnTo>
                <a:lnTo>
                  <a:pt x="113" y="435"/>
                </a:lnTo>
                <a:cubicBezTo>
                  <a:pt x="115" y="440"/>
                  <a:pt x="116" y="445"/>
                  <a:pt x="117" y="450"/>
                </a:cubicBezTo>
                <a:cubicBezTo>
                  <a:pt x="111" y="454"/>
                  <a:pt x="66" y="483"/>
                  <a:pt x="45" y="475"/>
                </a:cubicBezTo>
                <a:cubicBezTo>
                  <a:pt x="23" y="467"/>
                  <a:pt x="2" y="437"/>
                  <a:pt x="1" y="410"/>
                </a:cubicBezTo>
                <a:cubicBezTo>
                  <a:pt x="0" y="383"/>
                  <a:pt x="70" y="366"/>
                  <a:pt x="86" y="363"/>
                </a:cubicBezTo>
                <a:close/>
                <a:moveTo>
                  <a:pt x="28" y="377"/>
                </a:moveTo>
                <a:lnTo>
                  <a:pt x="45" y="369"/>
                </a:lnTo>
                <a:lnTo>
                  <a:pt x="54" y="360"/>
                </a:lnTo>
                <a:lnTo>
                  <a:pt x="54" y="333"/>
                </a:lnTo>
                <a:cubicBezTo>
                  <a:pt x="38" y="340"/>
                  <a:pt x="31" y="356"/>
                  <a:pt x="28" y="377"/>
                </a:cubicBezTo>
                <a:close/>
                <a:moveTo>
                  <a:pt x="482" y="363"/>
                </a:moveTo>
                <a:cubicBezTo>
                  <a:pt x="479" y="369"/>
                  <a:pt x="476" y="375"/>
                  <a:pt x="473" y="381"/>
                </a:cubicBezTo>
                <a:lnTo>
                  <a:pt x="505" y="400"/>
                </a:lnTo>
                <a:lnTo>
                  <a:pt x="471" y="387"/>
                </a:lnTo>
                <a:cubicBezTo>
                  <a:pt x="468" y="393"/>
                  <a:pt x="465" y="399"/>
                  <a:pt x="463" y="406"/>
                </a:cubicBezTo>
                <a:lnTo>
                  <a:pt x="493" y="424"/>
                </a:lnTo>
                <a:lnTo>
                  <a:pt x="461" y="411"/>
                </a:lnTo>
                <a:cubicBezTo>
                  <a:pt x="459" y="418"/>
                  <a:pt x="457" y="424"/>
                  <a:pt x="455" y="431"/>
                </a:cubicBezTo>
                <a:lnTo>
                  <a:pt x="482" y="446"/>
                </a:lnTo>
                <a:lnTo>
                  <a:pt x="454" y="435"/>
                </a:lnTo>
                <a:cubicBezTo>
                  <a:pt x="453" y="440"/>
                  <a:pt x="451" y="445"/>
                  <a:pt x="450" y="450"/>
                </a:cubicBezTo>
                <a:cubicBezTo>
                  <a:pt x="456" y="454"/>
                  <a:pt x="501" y="483"/>
                  <a:pt x="523" y="475"/>
                </a:cubicBezTo>
                <a:cubicBezTo>
                  <a:pt x="544" y="467"/>
                  <a:pt x="566" y="437"/>
                  <a:pt x="567" y="410"/>
                </a:cubicBezTo>
                <a:cubicBezTo>
                  <a:pt x="568" y="383"/>
                  <a:pt x="497" y="366"/>
                  <a:pt x="482" y="363"/>
                </a:cubicBezTo>
                <a:close/>
                <a:moveTo>
                  <a:pt x="540" y="377"/>
                </a:moveTo>
                <a:lnTo>
                  <a:pt x="522" y="369"/>
                </a:lnTo>
                <a:lnTo>
                  <a:pt x="513" y="360"/>
                </a:lnTo>
                <a:lnTo>
                  <a:pt x="513" y="333"/>
                </a:lnTo>
                <a:cubicBezTo>
                  <a:pt x="529" y="340"/>
                  <a:pt x="536" y="356"/>
                  <a:pt x="540" y="377"/>
                </a:cubicBezTo>
                <a:close/>
                <a:moveTo>
                  <a:pt x="282" y="0"/>
                </a:moveTo>
                <a:cubicBezTo>
                  <a:pt x="315" y="0"/>
                  <a:pt x="344" y="16"/>
                  <a:pt x="366" y="41"/>
                </a:cubicBezTo>
                <a:cubicBezTo>
                  <a:pt x="379" y="58"/>
                  <a:pt x="390" y="78"/>
                  <a:pt x="395" y="101"/>
                </a:cubicBezTo>
                <a:cubicBezTo>
                  <a:pt x="403" y="99"/>
                  <a:pt x="415" y="98"/>
                  <a:pt x="418" y="107"/>
                </a:cubicBezTo>
                <a:cubicBezTo>
                  <a:pt x="423" y="120"/>
                  <a:pt x="421" y="151"/>
                  <a:pt x="412" y="154"/>
                </a:cubicBezTo>
                <a:cubicBezTo>
                  <a:pt x="408" y="156"/>
                  <a:pt x="403" y="156"/>
                  <a:pt x="398" y="155"/>
                </a:cubicBezTo>
                <a:cubicBezTo>
                  <a:pt x="398" y="163"/>
                  <a:pt x="396" y="171"/>
                  <a:pt x="394" y="179"/>
                </a:cubicBezTo>
                <a:cubicBezTo>
                  <a:pt x="386" y="180"/>
                  <a:pt x="378" y="182"/>
                  <a:pt x="370" y="183"/>
                </a:cubicBezTo>
                <a:cubicBezTo>
                  <a:pt x="375" y="169"/>
                  <a:pt x="377" y="154"/>
                  <a:pt x="377" y="138"/>
                </a:cubicBezTo>
                <a:cubicBezTo>
                  <a:pt x="377" y="117"/>
                  <a:pt x="373" y="98"/>
                  <a:pt x="365" y="81"/>
                </a:cubicBezTo>
                <a:cubicBezTo>
                  <a:pt x="301" y="132"/>
                  <a:pt x="218" y="95"/>
                  <a:pt x="197" y="86"/>
                </a:cubicBezTo>
                <a:cubicBezTo>
                  <a:pt x="190" y="101"/>
                  <a:pt x="187" y="119"/>
                  <a:pt x="187" y="138"/>
                </a:cubicBezTo>
                <a:cubicBezTo>
                  <a:pt x="187" y="154"/>
                  <a:pt x="189" y="169"/>
                  <a:pt x="194" y="183"/>
                </a:cubicBezTo>
                <a:cubicBezTo>
                  <a:pt x="186" y="181"/>
                  <a:pt x="178" y="180"/>
                  <a:pt x="170" y="179"/>
                </a:cubicBezTo>
                <a:cubicBezTo>
                  <a:pt x="168" y="171"/>
                  <a:pt x="167" y="163"/>
                  <a:pt x="166" y="155"/>
                </a:cubicBezTo>
                <a:cubicBezTo>
                  <a:pt x="161" y="156"/>
                  <a:pt x="156" y="156"/>
                  <a:pt x="152" y="154"/>
                </a:cubicBezTo>
                <a:cubicBezTo>
                  <a:pt x="143" y="151"/>
                  <a:pt x="141" y="120"/>
                  <a:pt x="146" y="107"/>
                </a:cubicBezTo>
                <a:cubicBezTo>
                  <a:pt x="149" y="98"/>
                  <a:pt x="161" y="99"/>
                  <a:pt x="169" y="101"/>
                </a:cubicBezTo>
                <a:cubicBezTo>
                  <a:pt x="174" y="78"/>
                  <a:pt x="185" y="58"/>
                  <a:pt x="198" y="41"/>
                </a:cubicBezTo>
                <a:cubicBezTo>
                  <a:pt x="220" y="16"/>
                  <a:pt x="249" y="0"/>
                  <a:pt x="282" y="0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pPr>
              <a:defRPr/>
            </a:pPr>
            <a:endParaRPr lang="zh-CN" altLang="en-US" sz="2400" kern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4" name="Freeform 20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4179766" y="5806210"/>
            <a:ext cx="466352" cy="372620"/>
          </a:xfrm>
          <a:custGeom>
            <a:avLst/>
            <a:gdLst>
              <a:gd name="T0" fmla="*/ 575 w 745"/>
              <a:gd name="T1" fmla="*/ 570 h 594"/>
              <a:gd name="T2" fmla="*/ 0 w 745"/>
              <a:gd name="T3" fmla="*/ 570 h 594"/>
              <a:gd name="T4" fmla="*/ 298 w 745"/>
              <a:gd name="T5" fmla="*/ 220 h 594"/>
              <a:gd name="T6" fmla="*/ 288 w 745"/>
              <a:gd name="T7" fmla="*/ 209 h 594"/>
              <a:gd name="T8" fmla="*/ 544 w 745"/>
              <a:gd name="T9" fmla="*/ 245 h 594"/>
              <a:gd name="T10" fmla="*/ 32 w 745"/>
              <a:gd name="T11" fmla="*/ 201 h 594"/>
              <a:gd name="T12" fmla="*/ 205 w 745"/>
              <a:gd name="T13" fmla="*/ 430 h 594"/>
              <a:gd name="T14" fmla="*/ 98 w 745"/>
              <a:gd name="T15" fmla="*/ 362 h 594"/>
              <a:gd name="T16" fmla="*/ 98 w 745"/>
              <a:gd name="T17" fmla="*/ 385 h 594"/>
              <a:gd name="T18" fmla="*/ 312 w 745"/>
              <a:gd name="T19" fmla="*/ 317 h 594"/>
              <a:gd name="T20" fmla="*/ 98 w 745"/>
              <a:gd name="T21" fmla="*/ 317 h 594"/>
              <a:gd name="T22" fmla="*/ 312 w 745"/>
              <a:gd name="T23" fmla="*/ 296 h 594"/>
              <a:gd name="T24" fmla="*/ 552 w 745"/>
              <a:gd name="T25" fmla="*/ 249 h 594"/>
              <a:gd name="T26" fmla="*/ 552 w 745"/>
              <a:gd name="T27" fmla="*/ 249 h 594"/>
              <a:gd name="T28" fmla="*/ 552 w 745"/>
              <a:gd name="T29" fmla="*/ 37 h 594"/>
              <a:gd name="T30" fmla="*/ 338 w 745"/>
              <a:gd name="T31" fmla="*/ 134 h 594"/>
              <a:gd name="T32" fmla="*/ 583 w 745"/>
              <a:gd name="T33" fmla="*/ 148 h 594"/>
              <a:gd name="T34" fmla="*/ 373 w 745"/>
              <a:gd name="T35" fmla="*/ 103 h 594"/>
              <a:gd name="T36" fmla="*/ 591 w 745"/>
              <a:gd name="T37" fmla="*/ 258 h 594"/>
              <a:gd name="T38" fmla="*/ 675 w 745"/>
              <a:gd name="T39" fmla="*/ 154 h 594"/>
              <a:gd name="T40" fmla="*/ 698 w 745"/>
              <a:gd name="T41" fmla="*/ 179 h 594"/>
              <a:gd name="T42" fmla="*/ 685 w 745"/>
              <a:gd name="T43" fmla="*/ 152 h 594"/>
              <a:gd name="T44" fmla="*/ 681 w 745"/>
              <a:gd name="T45" fmla="*/ 290 h 594"/>
              <a:gd name="T46" fmla="*/ 680 w 745"/>
              <a:gd name="T47" fmla="*/ 319 h 594"/>
              <a:gd name="T48" fmla="*/ 703 w 745"/>
              <a:gd name="T49" fmla="*/ 319 h 594"/>
              <a:gd name="T50" fmla="*/ 702 w 745"/>
              <a:gd name="T51" fmla="*/ 290 h 594"/>
              <a:gd name="T52" fmla="*/ 698 w 745"/>
              <a:gd name="T53" fmla="*/ 229 h 594"/>
              <a:gd name="T54" fmla="*/ 344 w 745"/>
              <a:gd name="T55" fmla="*/ 320 h 594"/>
              <a:gd name="T56" fmla="*/ 376 w 745"/>
              <a:gd name="T57" fmla="*/ 447 h 594"/>
              <a:gd name="T58" fmla="*/ 389 w 745"/>
              <a:gd name="T59" fmla="*/ 436 h 594"/>
              <a:gd name="T60" fmla="*/ 394 w 745"/>
              <a:gd name="T61" fmla="*/ 420 h 594"/>
              <a:gd name="T62" fmla="*/ 409 w 745"/>
              <a:gd name="T63" fmla="*/ 430 h 594"/>
              <a:gd name="T64" fmla="*/ 420 w 745"/>
              <a:gd name="T65" fmla="*/ 455 h 594"/>
              <a:gd name="T66" fmla="*/ 434 w 745"/>
              <a:gd name="T67" fmla="*/ 465 h 594"/>
              <a:gd name="T68" fmla="*/ 455 w 745"/>
              <a:gd name="T69" fmla="*/ 462 h 594"/>
              <a:gd name="T70" fmla="*/ 451 w 745"/>
              <a:gd name="T71" fmla="*/ 450 h 594"/>
              <a:gd name="T72" fmla="*/ 440 w 745"/>
              <a:gd name="T73" fmla="*/ 425 h 594"/>
              <a:gd name="T74" fmla="*/ 425 w 745"/>
              <a:gd name="T75" fmla="*/ 415 h 594"/>
              <a:gd name="T76" fmla="*/ 463 w 745"/>
              <a:gd name="T77" fmla="*/ 395 h 594"/>
              <a:gd name="T78" fmla="*/ 448 w 745"/>
              <a:gd name="T79" fmla="*/ 390 h 594"/>
              <a:gd name="T80" fmla="*/ 438 w 745"/>
              <a:gd name="T81" fmla="*/ 377 h 594"/>
              <a:gd name="T82" fmla="*/ 422 w 745"/>
              <a:gd name="T83" fmla="*/ 373 h 594"/>
              <a:gd name="T84" fmla="*/ 411 w 745"/>
              <a:gd name="T85" fmla="*/ 359 h 594"/>
              <a:gd name="T86" fmla="*/ 395 w 745"/>
              <a:gd name="T87" fmla="*/ 355 h 594"/>
              <a:gd name="T88" fmla="*/ 385 w 745"/>
              <a:gd name="T89" fmla="*/ 342 h 594"/>
              <a:gd name="T90" fmla="*/ 369 w 745"/>
              <a:gd name="T91" fmla="*/ 337 h 594"/>
              <a:gd name="T92" fmla="*/ 359 w 745"/>
              <a:gd name="T93" fmla="*/ 324 h 594"/>
              <a:gd name="T94" fmla="*/ 69 w 745"/>
              <a:gd name="T95" fmla="*/ 239 h 594"/>
              <a:gd name="T96" fmla="*/ 69 w 745"/>
              <a:gd name="T97" fmla="*/ 497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45" h="594">
                <a:moveTo>
                  <a:pt x="0" y="549"/>
                </a:moveTo>
                <a:lnTo>
                  <a:pt x="575" y="549"/>
                </a:lnTo>
                <a:lnTo>
                  <a:pt x="575" y="570"/>
                </a:lnTo>
                <a:cubicBezTo>
                  <a:pt x="575" y="583"/>
                  <a:pt x="565" y="594"/>
                  <a:pt x="551" y="594"/>
                </a:cubicBezTo>
                <a:lnTo>
                  <a:pt x="24" y="594"/>
                </a:lnTo>
                <a:cubicBezTo>
                  <a:pt x="11" y="594"/>
                  <a:pt x="0" y="583"/>
                  <a:pt x="0" y="570"/>
                </a:cubicBezTo>
                <a:lnTo>
                  <a:pt x="0" y="549"/>
                </a:lnTo>
                <a:close/>
                <a:moveTo>
                  <a:pt x="288" y="209"/>
                </a:moveTo>
                <a:cubicBezTo>
                  <a:pt x="294" y="209"/>
                  <a:pt x="298" y="214"/>
                  <a:pt x="298" y="220"/>
                </a:cubicBezTo>
                <a:cubicBezTo>
                  <a:pt x="298" y="226"/>
                  <a:pt x="294" y="230"/>
                  <a:pt x="288" y="230"/>
                </a:cubicBezTo>
                <a:cubicBezTo>
                  <a:pt x="282" y="230"/>
                  <a:pt x="277" y="226"/>
                  <a:pt x="277" y="220"/>
                </a:cubicBezTo>
                <a:cubicBezTo>
                  <a:pt x="277" y="214"/>
                  <a:pt x="282" y="209"/>
                  <a:pt x="288" y="209"/>
                </a:cubicBezTo>
                <a:close/>
                <a:moveTo>
                  <a:pt x="32" y="201"/>
                </a:moveTo>
                <a:lnTo>
                  <a:pt x="355" y="201"/>
                </a:lnTo>
                <a:cubicBezTo>
                  <a:pt x="421" y="205"/>
                  <a:pt x="483" y="217"/>
                  <a:pt x="544" y="245"/>
                </a:cubicBezTo>
                <a:lnTo>
                  <a:pt x="544" y="536"/>
                </a:lnTo>
                <a:lnTo>
                  <a:pt x="32" y="536"/>
                </a:lnTo>
                <a:lnTo>
                  <a:pt x="32" y="201"/>
                </a:lnTo>
                <a:close/>
                <a:moveTo>
                  <a:pt x="98" y="407"/>
                </a:moveTo>
                <a:lnTo>
                  <a:pt x="205" y="407"/>
                </a:lnTo>
                <a:lnTo>
                  <a:pt x="205" y="430"/>
                </a:lnTo>
                <a:lnTo>
                  <a:pt x="98" y="430"/>
                </a:lnTo>
                <a:lnTo>
                  <a:pt x="98" y="407"/>
                </a:lnTo>
                <a:close/>
                <a:moveTo>
                  <a:pt x="98" y="362"/>
                </a:moveTo>
                <a:lnTo>
                  <a:pt x="312" y="362"/>
                </a:lnTo>
                <a:lnTo>
                  <a:pt x="312" y="385"/>
                </a:lnTo>
                <a:lnTo>
                  <a:pt x="98" y="385"/>
                </a:lnTo>
                <a:lnTo>
                  <a:pt x="98" y="362"/>
                </a:lnTo>
                <a:close/>
                <a:moveTo>
                  <a:pt x="98" y="317"/>
                </a:moveTo>
                <a:lnTo>
                  <a:pt x="312" y="317"/>
                </a:lnTo>
                <a:lnTo>
                  <a:pt x="312" y="340"/>
                </a:lnTo>
                <a:lnTo>
                  <a:pt x="98" y="340"/>
                </a:lnTo>
                <a:lnTo>
                  <a:pt x="98" y="317"/>
                </a:lnTo>
                <a:close/>
                <a:moveTo>
                  <a:pt x="98" y="273"/>
                </a:moveTo>
                <a:lnTo>
                  <a:pt x="312" y="273"/>
                </a:lnTo>
                <a:lnTo>
                  <a:pt x="312" y="296"/>
                </a:lnTo>
                <a:lnTo>
                  <a:pt x="98" y="296"/>
                </a:lnTo>
                <a:lnTo>
                  <a:pt x="98" y="273"/>
                </a:lnTo>
                <a:close/>
                <a:moveTo>
                  <a:pt x="552" y="249"/>
                </a:moveTo>
                <a:cubicBezTo>
                  <a:pt x="560" y="252"/>
                  <a:pt x="579" y="262"/>
                  <a:pt x="584" y="265"/>
                </a:cubicBezTo>
                <a:cubicBezTo>
                  <a:pt x="598" y="274"/>
                  <a:pt x="563" y="279"/>
                  <a:pt x="552" y="280"/>
                </a:cubicBezTo>
                <a:lnTo>
                  <a:pt x="552" y="249"/>
                </a:lnTo>
                <a:close/>
                <a:moveTo>
                  <a:pt x="675" y="154"/>
                </a:moveTo>
                <a:cubicBezTo>
                  <a:pt x="644" y="120"/>
                  <a:pt x="613" y="85"/>
                  <a:pt x="581" y="50"/>
                </a:cubicBezTo>
                <a:cubicBezTo>
                  <a:pt x="571" y="39"/>
                  <a:pt x="566" y="39"/>
                  <a:pt x="552" y="37"/>
                </a:cubicBezTo>
                <a:lnTo>
                  <a:pt x="227" y="1"/>
                </a:lnTo>
                <a:cubicBezTo>
                  <a:pt x="221" y="0"/>
                  <a:pt x="218" y="4"/>
                  <a:pt x="223" y="9"/>
                </a:cubicBezTo>
                <a:lnTo>
                  <a:pt x="338" y="134"/>
                </a:lnTo>
                <a:cubicBezTo>
                  <a:pt x="357" y="97"/>
                  <a:pt x="370" y="78"/>
                  <a:pt x="429" y="85"/>
                </a:cubicBezTo>
                <a:cubicBezTo>
                  <a:pt x="469" y="90"/>
                  <a:pt x="498" y="98"/>
                  <a:pt x="536" y="113"/>
                </a:cubicBezTo>
                <a:cubicBezTo>
                  <a:pt x="559" y="122"/>
                  <a:pt x="572" y="129"/>
                  <a:pt x="583" y="148"/>
                </a:cubicBezTo>
                <a:cubicBezTo>
                  <a:pt x="574" y="136"/>
                  <a:pt x="558" y="128"/>
                  <a:pt x="541" y="121"/>
                </a:cubicBezTo>
                <a:cubicBezTo>
                  <a:pt x="507" y="107"/>
                  <a:pt x="469" y="98"/>
                  <a:pt x="432" y="93"/>
                </a:cubicBezTo>
                <a:cubicBezTo>
                  <a:pt x="410" y="91"/>
                  <a:pt x="388" y="91"/>
                  <a:pt x="373" y="103"/>
                </a:cubicBezTo>
                <a:cubicBezTo>
                  <a:pt x="360" y="113"/>
                  <a:pt x="340" y="158"/>
                  <a:pt x="331" y="175"/>
                </a:cubicBezTo>
                <a:cubicBezTo>
                  <a:pt x="326" y="187"/>
                  <a:pt x="333" y="191"/>
                  <a:pt x="342" y="191"/>
                </a:cubicBezTo>
                <a:cubicBezTo>
                  <a:pt x="429" y="195"/>
                  <a:pt x="513" y="218"/>
                  <a:pt x="591" y="258"/>
                </a:cubicBezTo>
                <a:lnTo>
                  <a:pt x="592" y="214"/>
                </a:lnTo>
                <a:cubicBezTo>
                  <a:pt x="620" y="218"/>
                  <a:pt x="647" y="222"/>
                  <a:pt x="675" y="226"/>
                </a:cubicBezTo>
                <a:lnTo>
                  <a:pt x="675" y="154"/>
                </a:lnTo>
                <a:close/>
                <a:moveTo>
                  <a:pt x="738" y="234"/>
                </a:moveTo>
                <a:cubicBezTo>
                  <a:pt x="742" y="235"/>
                  <a:pt x="745" y="230"/>
                  <a:pt x="741" y="226"/>
                </a:cubicBezTo>
                <a:cubicBezTo>
                  <a:pt x="727" y="210"/>
                  <a:pt x="712" y="195"/>
                  <a:pt x="698" y="179"/>
                </a:cubicBezTo>
                <a:lnTo>
                  <a:pt x="698" y="158"/>
                </a:lnTo>
                <a:cubicBezTo>
                  <a:pt x="698" y="155"/>
                  <a:pt x="695" y="152"/>
                  <a:pt x="691" y="152"/>
                </a:cubicBezTo>
                <a:lnTo>
                  <a:pt x="685" y="152"/>
                </a:lnTo>
                <a:lnTo>
                  <a:pt x="685" y="277"/>
                </a:lnTo>
                <a:cubicBezTo>
                  <a:pt x="683" y="278"/>
                  <a:pt x="682" y="279"/>
                  <a:pt x="682" y="282"/>
                </a:cubicBezTo>
                <a:lnTo>
                  <a:pt x="681" y="290"/>
                </a:lnTo>
                <a:cubicBezTo>
                  <a:pt x="681" y="295"/>
                  <a:pt x="683" y="296"/>
                  <a:pt x="683" y="300"/>
                </a:cubicBezTo>
                <a:lnTo>
                  <a:pt x="682" y="310"/>
                </a:lnTo>
                <a:cubicBezTo>
                  <a:pt x="682" y="313"/>
                  <a:pt x="680" y="315"/>
                  <a:pt x="680" y="319"/>
                </a:cubicBezTo>
                <a:lnTo>
                  <a:pt x="671" y="393"/>
                </a:lnTo>
                <a:cubicBezTo>
                  <a:pt x="675" y="401"/>
                  <a:pt x="707" y="402"/>
                  <a:pt x="712" y="393"/>
                </a:cubicBezTo>
                <a:lnTo>
                  <a:pt x="703" y="319"/>
                </a:lnTo>
                <a:cubicBezTo>
                  <a:pt x="703" y="315"/>
                  <a:pt x="701" y="314"/>
                  <a:pt x="700" y="310"/>
                </a:cubicBezTo>
                <a:lnTo>
                  <a:pt x="700" y="300"/>
                </a:lnTo>
                <a:cubicBezTo>
                  <a:pt x="700" y="296"/>
                  <a:pt x="702" y="296"/>
                  <a:pt x="702" y="290"/>
                </a:cubicBezTo>
                <a:lnTo>
                  <a:pt x="701" y="282"/>
                </a:lnTo>
                <a:cubicBezTo>
                  <a:pt x="701" y="279"/>
                  <a:pt x="700" y="278"/>
                  <a:pt x="697" y="277"/>
                </a:cubicBezTo>
                <a:lnTo>
                  <a:pt x="698" y="229"/>
                </a:lnTo>
                <a:cubicBezTo>
                  <a:pt x="711" y="231"/>
                  <a:pt x="724" y="232"/>
                  <a:pt x="738" y="234"/>
                </a:cubicBezTo>
                <a:close/>
                <a:moveTo>
                  <a:pt x="351" y="318"/>
                </a:moveTo>
                <a:lnTo>
                  <a:pt x="344" y="320"/>
                </a:lnTo>
                <a:lnTo>
                  <a:pt x="370" y="455"/>
                </a:lnTo>
                <a:lnTo>
                  <a:pt x="378" y="453"/>
                </a:lnTo>
                <a:lnTo>
                  <a:pt x="376" y="447"/>
                </a:lnTo>
                <a:lnTo>
                  <a:pt x="383" y="445"/>
                </a:lnTo>
                <a:lnTo>
                  <a:pt x="382" y="438"/>
                </a:lnTo>
                <a:lnTo>
                  <a:pt x="389" y="436"/>
                </a:lnTo>
                <a:lnTo>
                  <a:pt x="388" y="429"/>
                </a:lnTo>
                <a:lnTo>
                  <a:pt x="395" y="428"/>
                </a:lnTo>
                <a:lnTo>
                  <a:pt x="394" y="420"/>
                </a:lnTo>
                <a:lnTo>
                  <a:pt x="400" y="419"/>
                </a:lnTo>
                <a:lnTo>
                  <a:pt x="403" y="432"/>
                </a:lnTo>
                <a:lnTo>
                  <a:pt x="409" y="430"/>
                </a:lnTo>
                <a:lnTo>
                  <a:pt x="412" y="443"/>
                </a:lnTo>
                <a:lnTo>
                  <a:pt x="418" y="442"/>
                </a:lnTo>
                <a:lnTo>
                  <a:pt x="420" y="455"/>
                </a:lnTo>
                <a:lnTo>
                  <a:pt x="427" y="453"/>
                </a:lnTo>
                <a:lnTo>
                  <a:pt x="429" y="466"/>
                </a:lnTo>
                <a:lnTo>
                  <a:pt x="434" y="465"/>
                </a:lnTo>
                <a:lnTo>
                  <a:pt x="435" y="472"/>
                </a:lnTo>
                <a:lnTo>
                  <a:pt x="457" y="468"/>
                </a:lnTo>
                <a:lnTo>
                  <a:pt x="455" y="462"/>
                </a:lnTo>
                <a:lnTo>
                  <a:pt x="460" y="461"/>
                </a:lnTo>
                <a:lnTo>
                  <a:pt x="458" y="448"/>
                </a:lnTo>
                <a:lnTo>
                  <a:pt x="451" y="450"/>
                </a:lnTo>
                <a:lnTo>
                  <a:pt x="449" y="437"/>
                </a:lnTo>
                <a:lnTo>
                  <a:pt x="443" y="438"/>
                </a:lnTo>
                <a:lnTo>
                  <a:pt x="440" y="425"/>
                </a:lnTo>
                <a:lnTo>
                  <a:pt x="434" y="427"/>
                </a:lnTo>
                <a:lnTo>
                  <a:pt x="432" y="414"/>
                </a:lnTo>
                <a:lnTo>
                  <a:pt x="425" y="415"/>
                </a:lnTo>
                <a:lnTo>
                  <a:pt x="424" y="409"/>
                </a:lnTo>
                <a:lnTo>
                  <a:pt x="465" y="401"/>
                </a:lnTo>
                <a:lnTo>
                  <a:pt x="463" y="395"/>
                </a:lnTo>
                <a:lnTo>
                  <a:pt x="457" y="396"/>
                </a:lnTo>
                <a:lnTo>
                  <a:pt x="455" y="389"/>
                </a:lnTo>
                <a:lnTo>
                  <a:pt x="448" y="390"/>
                </a:lnTo>
                <a:lnTo>
                  <a:pt x="446" y="383"/>
                </a:lnTo>
                <a:lnTo>
                  <a:pt x="439" y="384"/>
                </a:lnTo>
                <a:lnTo>
                  <a:pt x="438" y="377"/>
                </a:lnTo>
                <a:lnTo>
                  <a:pt x="430" y="378"/>
                </a:lnTo>
                <a:lnTo>
                  <a:pt x="429" y="371"/>
                </a:lnTo>
                <a:lnTo>
                  <a:pt x="422" y="373"/>
                </a:lnTo>
                <a:lnTo>
                  <a:pt x="420" y="365"/>
                </a:lnTo>
                <a:lnTo>
                  <a:pt x="413" y="367"/>
                </a:lnTo>
                <a:lnTo>
                  <a:pt x="411" y="359"/>
                </a:lnTo>
                <a:lnTo>
                  <a:pt x="404" y="361"/>
                </a:lnTo>
                <a:lnTo>
                  <a:pt x="403" y="354"/>
                </a:lnTo>
                <a:lnTo>
                  <a:pt x="395" y="355"/>
                </a:lnTo>
                <a:lnTo>
                  <a:pt x="394" y="348"/>
                </a:lnTo>
                <a:lnTo>
                  <a:pt x="387" y="349"/>
                </a:lnTo>
                <a:lnTo>
                  <a:pt x="385" y="342"/>
                </a:lnTo>
                <a:lnTo>
                  <a:pt x="378" y="343"/>
                </a:lnTo>
                <a:lnTo>
                  <a:pt x="377" y="336"/>
                </a:lnTo>
                <a:lnTo>
                  <a:pt x="369" y="337"/>
                </a:lnTo>
                <a:lnTo>
                  <a:pt x="368" y="330"/>
                </a:lnTo>
                <a:lnTo>
                  <a:pt x="360" y="331"/>
                </a:lnTo>
                <a:lnTo>
                  <a:pt x="359" y="324"/>
                </a:lnTo>
                <a:lnTo>
                  <a:pt x="353" y="325"/>
                </a:lnTo>
                <a:lnTo>
                  <a:pt x="351" y="318"/>
                </a:lnTo>
                <a:close/>
                <a:moveTo>
                  <a:pt x="69" y="239"/>
                </a:moveTo>
                <a:lnTo>
                  <a:pt x="506" y="239"/>
                </a:lnTo>
                <a:lnTo>
                  <a:pt x="506" y="497"/>
                </a:lnTo>
                <a:lnTo>
                  <a:pt x="69" y="497"/>
                </a:lnTo>
                <a:lnTo>
                  <a:pt x="69" y="239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pPr>
              <a:defRPr/>
            </a:pPr>
            <a:endParaRPr lang="zh-CN" altLang="en-US" sz="2400" kern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5" name="Freeform 41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7348118" y="2777614"/>
            <a:ext cx="449389" cy="432207"/>
          </a:xfrm>
          <a:custGeom>
            <a:avLst/>
            <a:gdLst>
              <a:gd name="T0" fmla="*/ 419 w 628"/>
              <a:gd name="T1" fmla="*/ 232 h 600"/>
              <a:gd name="T2" fmla="*/ 411 w 628"/>
              <a:gd name="T3" fmla="*/ 249 h 600"/>
              <a:gd name="T4" fmla="*/ 408 w 628"/>
              <a:gd name="T5" fmla="*/ 261 h 600"/>
              <a:gd name="T6" fmla="*/ 409 w 628"/>
              <a:gd name="T7" fmla="*/ 283 h 600"/>
              <a:gd name="T8" fmla="*/ 417 w 628"/>
              <a:gd name="T9" fmla="*/ 305 h 600"/>
              <a:gd name="T10" fmla="*/ 424 w 628"/>
              <a:gd name="T11" fmla="*/ 315 h 600"/>
              <a:gd name="T12" fmla="*/ 441 w 628"/>
              <a:gd name="T13" fmla="*/ 330 h 600"/>
              <a:gd name="T14" fmla="*/ 453 w 628"/>
              <a:gd name="T15" fmla="*/ 335 h 600"/>
              <a:gd name="T16" fmla="*/ 478 w 628"/>
              <a:gd name="T17" fmla="*/ 200 h 600"/>
              <a:gd name="T18" fmla="*/ 449 w 628"/>
              <a:gd name="T19" fmla="*/ 207 h 600"/>
              <a:gd name="T20" fmla="*/ 433 w 628"/>
              <a:gd name="T21" fmla="*/ 216 h 600"/>
              <a:gd name="T22" fmla="*/ 425 w 628"/>
              <a:gd name="T23" fmla="*/ 224 h 600"/>
              <a:gd name="T24" fmla="*/ 384 w 628"/>
              <a:gd name="T25" fmla="*/ 70 h 600"/>
              <a:gd name="T26" fmla="*/ 314 w 628"/>
              <a:gd name="T27" fmla="*/ 140 h 600"/>
              <a:gd name="T28" fmla="*/ 379 w 628"/>
              <a:gd name="T29" fmla="*/ 283 h 600"/>
              <a:gd name="T30" fmla="*/ 379 w 628"/>
              <a:gd name="T31" fmla="*/ 254 h 600"/>
              <a:gd name="T32" fmla="*/ 359 w 628"/>
              <a:gd name="T33" fmla="*/ 154 h 600"/>
              <a:gd name="T34" fmla="*/ 249 w 628"/>
              <a:gd name="T35" fmla="*/ 270 h 600"/>
              <a:gd name="T36" fmla="*/ 314 w 628"/>
              <a:gd name="T37" fmla="*/ 396 h 600"/>
              <a:gd name="T38" fmla="*/ 282 w 628"/>
              <a:gd name="T39" fmla="*/ 400 h 600"/>
              <a:gd name="T40" fmla="*/ 267 w 628"/>
              <a:gd name="T41" fmla="*/ 382 h 600"/>
              <a:gd name="T42" fmla="*/ 257 w 628"/>
              <a:gd name="T43" fmla="*/ 374 h 600"/>
              <a:gd name="T44" fmla="*/ 214 w 628"/>
              <a:gd name="T45" fmla="*/ 356 h 600"/>
              <a:gd name="T46" fmla="*/ 195 w 628"/>
              <a:gd name="T47" fmla="*/ 354 h 600"/>
              <a:gd name="T48" fmla="*/ 0 w 628"/>
              <a:gd name="T49" fmla="*/ 600 h 600"/>
              <a:gd name="T50" fmla="*/ 83 w 628"/>
              <a:gd name="T51" fmla="*/ 454 h 600"/>
              <a:gd name="T52" fmla="*/ 216 w 628"/>
              <a:gd name="T53" fmla="*/ 454 h 600"/>
              <a:gd name="T54" fmla="*/ 301 w 628"/>
              <a:gd name="T55" fmla="*/ 600 h 600"/>
              <a:gd name="T56" fmla="*/ 282 w 628"/>
              <a:gd name="T57" fmla="*/ 400 h 600"/>
              <a:gd name="T58" fmla="*/ 433 w 628"/>
              <a:gd name="T59" fmla="*/ 354 h 600"/>
              <a:gd name="T60" fmla="*/ 413 w 628"/>
              <a:gd name="T61" fmla="*/ 356 h 600"/>
              <a:gd name="T62" fmla="*/ 361 w 628"/>
              <a:gd name="T63" fmla="*/ 382 h 600"/>
              <a:gd name="T64" fmla="*/ 353 w 628"/>
              <a:gd name="T65" fmla="*/ 391 h 600"/>
              <a:gd name="T66" fmla="*/ 389 w 628"/>
              <a:gd name="T67" fmla="*/ 600 h 600"/>
              <a:gd name="T68" fmla="*/ 410 w 628"/>
              <a:gd name="T69" fmla="*/ 600 h 600"/>
              <a:gd name="T70" fmla="*/ 564 w 628"/>
              <a:gd name="T71" fmla="*/ 454 h 600"/>
              <a:gd name="T72" fmla="*/ 628 w 628"/>
              <a:gd name="T73" fmla="*/ 460 h 600"/>
              <a:gd name="T74" fmla="*/ 150 w 628"/>
              <a:gd name="T75" fmla="*/ 340 h 600"/>
              <a:gd name="T76" fmla="*/ 186 w 628"/>
              <a:gd name="T77" fmla="*/ 330 h 600"/>
              <a:gd name="T78" fmla="*/ 196 w 628"/>
              <a:gd name="T79" fmla="*/ 323 h 600"/>
              <a:gd name="T80" fmla="*/ 216 w 628"/>
              <a:gd name="T81" fmla="*/ 295 h 600"/>
              <a:gd name="T82" fmla="*/ 219 w 628"/>
              <a:gd name="T83" fmla="*/ 282 h 600"/>
              <a:gd name="T84" fmla="*/ 219 w 628"/>
              <a:gd name="T85" fmla="*/ 258 h 600"/>
              <a:gd name="T86" fmla="*/ 214 w 628"/>
              <a:gd name="T87" fmla="*/ 241 h 600"/>
              <a:gd name="T88" fmla="*/ 208 w 628"/>
              <a:gd name="T89" fmla="*/ 231 h 600"/>
              <a:gd name="T90" fmla="*/ 195 w 628"/>
              <a:gd name="T91" fmla="*/ 217 h 600"/>
              <a:gd name="T92" fmla="*/ 186 w 628"/>
              <a:gd name="T93" fmla="*/ 210 h 600"/>
              <a:gd name="T94" fmla="*/ 150 w 628"/>
              <a:gd name="T95" fmla="*/ 20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28" h="600">
                <a:moveTo>
                  <a:pt x="425" y="224"/>
                </a:moveTo>
                <a:cubicBezTo>
                  <a:pt x="423" y="227"/>
                  <a:pt x="421" y="229"/>
                  <a:pt x="419" y="231"/>
                </a:cubicBezTo>
                <a:cubicBezTo>
                  <a:pt x="419" y="231"/>
                  <a:pt x="419" y="232"/>
                  <a:pt x="419" y="232"/>
                </a:cubicBezTo>
                <a:cubicBezTo>
                  <a:pt x="418" y="234"/>
                  <a:pt x="416" y="237"/>
                  <a:pt x="415" y="239"/>
                </a:cubicBezTo>
                <a:cubicBezTo>
                  <a:pt x="415" y="240"/>
                  <a:pt x="414" y="240"/>
                  <a:pt x="414" y="241"/>
                </a:cubicBezTo>
                <a:cubicBezTo>
                  <a:pt x="413" y="244"/>
                  <a:pt x="412" y="247"/>
                  <a:pt x="411" y="249"/>
                </a:cubicBezTo>
                <a:cubicBezTo>
                  <a:pt x="411" y="250"/>
                  <a:pt x="411" y="250"/>
                  <a:pt x="411" y="250"/>
                </a:cubicBezTo>
                <a:cubicBezTo>
                  <a:pt x="410" y="253"/>
                  <a:pt x="409" y="255"/>
                  <a:pt x="409" y="258"/>
                </a:cubicBezTo>
                <a:cubicBezTo>
                  <a:pt x="409" y="259"/>
                  <a:pt x="409" y="260"/>
                  <a:pt x="408" y="261"/>
                </a:cubicBezTo>
                <a:cubicBezTo>
                  <a:pt x="408" y="264"/>
                  <a:pt x="408" y="267"/>
                  <a:pt x="408" y="270"/>
                </a:cubicBezTo>
                <a:cubicBezTo>
                  <a:pt x="408" y="274"/>
                  <a:pt x="408" y="278"/>
                  <a:pt x="409" y="281"/>
                </a:cubicBezTo>
                <a:cubicBezTo>
                  <a:pt x="409" y="282"/>
                  <a:pt x="409" y="283"/>
                  <a:pt x="409" y="283"/>
                </a:cubicBezTo>
                <a:cubicBezTo>
                  <a:pt x="410" y="287"/>
                  <a:pt x="411" y="290"/>
                  <a:pt x="412" y="293"/>
                </a:cubicBezTo>
                <a:cubicBezTo>
                  <a:pt x="412" y="294"/>
                  <a:pt x="412" y="295"/>
                  <a:pt x="412" y="295"/>
                </a:cubicBezTo>
                <a:cubicBezTo>
                  <a:pt x="414" y="298"/>
                  <a:pt x="415" y="301"/>
                  <a:pt x="417" y="305"/>
                </a:cubicBezTo>
                <a:cubicBezTo>
                  <a:pt x="417" y="305"/>
                  <a:pt x="417" y="305"/>
                  <a:pt x="418" y="306"/>
                </a:cubicBezTo>
                <a:cubicBezTo>
                  <a:pt x="420" y="309"/>
                  <a:pt x="422" y="312"/>
                  <a:pt x="424" y="315"/>
                </a:cubicBezTo>
                <a:cubicBezTo>
                  <a:pt x="424" y="315"/>
                  <a:pt x="424" y="315"/>
                  <a:pt x="424" y="315"/>
                </a:cubicBezTo>
                <a:cubicBezTo>
                  <a:pt x="427" y="318"/>
                  <a:pt x="429" y="320"/>
                  <a:pt x="432" y="323"/>
                </a:cubicBezTo>
                <a:cubicBezTo>
                  <a:pt x="432" y="323"/>
                  <a:pt x="432" y="323"/>
                  <a:pt x="432" y="323"/>
                </a:cubicBezTo>
                <a:cubicBezTo>
                  <a:pt x="435" y="326"/>
                  <a:pt x="438" y="328"/>
                  <a:pt x="441" y="330"/>
                </a:cubicBezTo>
                <a:cubicBezTo>
                  <a:pt x="442" y="330"/>
                  <a:pt x="442" y="330"/>
                  <a:pt x="442" y="330"/>
                </a:cubicBezTo>
                <a:cubicBezTo>
                  <a:pt x="446" y="332"/>
                  <a:pt x="449" y="334"/>
                  <a:pt x="452" y="335"/>
                </a:cubicBezTo>
                <a:cubicBezTo>
                  <a:pt x="453" y="335"/>
                  <a:pt x="453" y="335"/>
                  <a:pt x="453" y="335"/>
                </a:cubicBezTo>
                <a:cubicBezTo>
                  <a:pt x="461" y="338"/>
                  <a:pt x="469" y="340"/>
                  <a:pt x="478" y="340"/>
                </a:cubicBezTo>
                <a:cubicBezTo>
                  <a:pt x="516" y="340"/>
                  <a:pt x="547" y="309"/>
                  <a:pt x="547" y="270"/>
                </a:cubicBezTo>
                <a:cubicBezTo>
                  <a:pt x="547" y="232"/>
                  <a:pt x="516" y="200"/>
                  <a:pt x="478" y="200"/>
                </a:cubicBezTo>
                <a:cubicBezTo>
                  <a:pt x="468" y="200"/>
                  <a:pt x="458" y="202"/>
                  <a:pt x="450" y="206"/>
                </a:cubicBezTo>
                <a:cubicBezTo>
                  <a:pt x="450" y="206"/>
                  <a:pt x="450" y="206"/>
                  <a:pt x="450" y="206"/>
                </a:cubicBezTo>
                <a:cubicBezTo>
                  <a:pt x="449" y="206"/>
                  <a:pt x="449" y="206"/>
                  <a:pt x="449" y="207"/>
                </a:cubicBezTo>
                <a:cubicBezTo>
                  <a:pt x="446" y="208"/>
                  <a:pt x="444" y="209"/>
                  <a:pt x="442" y="210"/>
                </a:cubicBezTo>
                <a:cubicBezTo>
                  <a:pt x="441" y="211"/>
                  <a:pt x="441" y="211"/>
                  <a:pt x="440" y="211"/>
                </a:cubicBezTo>
                <a:cubicBezTo>
                  <a:pt x="438" y="213"/>
                  <a:pt x="435" y="215"/>
                  <a:pt x="433" y="216"/>
                </a:cubicBezTo>
                <a:cubicBezTo>
                  <a:pt x="433" y="217"/>
                  <a:pt x="432" y="217"/>
                  <a:pt x="432" y="217"/>
                </a:cubicBezTo>
                <a:cubicBezTo>
                  <a:pt x="430" y="219"/>
                  <a:pt x="428" y="221"/>
                  <a:pt x="426" y="223"/>
                </a:cubicBezTo>
                <a:cubicBezTo>
                  <a:pt x="426" y="223"/>
                  <a:pt x="425" y="224"/>
                  <a:pt x="425" y="224"/>
                </a:cubicBezTo>
                <a:close/>
                <a:moveTo>
                  <a:pt x="314" y="140"/>
                </a:moveTo>
                <a:lnTo>
                  <a:pt x="314" y="140"/>
                </a:lnTo>
                <a:cubicBezTo>
                  <a:pt x="353" y="140"/>
                  <a:pt x="384" y="108"/>
                  <a:pt x="384" y="70"/>
                </a:cubicBezTo>
                <a:cubicBezTo>
                  <a:pt x="384" y="31"/>
                  <a:pt x="353" y="0"/>
                  <a:pt x="314" y="0"/>
                </a:cubicBezTo>
                <a:cubicBezTo>
                  <a:pt x="275" y="0"/>
                  <a:pt x="244" y="31"/>
                  <a:pt x="244" y="70"/>
                </a:cubicBezTo>
                <a:cubicBezTo>
                  <a:pt x="244" y="108"/>
                  <a:pt x="275" y="140"/>
                  <a:pt x="314" y="140"/>
                </a:cubicBezTo>
                <a:close/>
                <a:moveTo>
                  <a:pt x="379" y="336"/>
                </a:moveTo>
                <a:lnTo>
                  <a:pt x="379" y="336"/>
                </a:lnTo>
                <a:lnTo>
                  <a:pt x="379" y="283"/>
                </a:lnTo>
                <a:cubicBezTo>
                  <a:pt x="379" y="279"/>
                  <a:pt x="378" y="274"/>
                  <a:pt x="378" y="270"/>
                </a:cubicBezTo>
                <a:cubicBezTo>
                  <a:pt x="378" y="266"/>
                  <a:pt x="379" y="262"/>
                  <a:pt x="379" y="257"/>
                </a:cubicBezTo>
                <a:lnTo>
                  <a:pt x="379" y="254"/>
                </a:lnTo>
                <a:lnTo>
                  <a:pt x="380" y="254"/>
                </a:lnTo>
                <a:cubicBezTo>
                  <a:pt x="385" y="223"/>
                  <a:pt x="404" y="197"/>
                  <a:pt x="431" y="183"/>
                </a:cubicBezTo>
                <a:cubicBezTo>
                  <a:pt x="412" y="165"/>
                  <a:pt x="387" y="154"/>
                  <a:pt x="359" y="154"/>
                </a:cubicBezTo>
                <a:lnTo>
                  <a:pt x="269" y="154"/>
                </a:lnTo>
                <a:cubicBezTo>
                  <a:pt x="241" y="154"/>
                  <a:pt x="216" y="165"/>
                  <a:pt x="197" y="183"/>
                </a:cubicBezTo>
                <a:cubicBezTo>
                  <a:pt x="228" y="199"/>
                  <a:pt x="249" y="232"/>
                  <a:pt x="249" y="270"/>
                </a:cubicBezTo>
                <a:cubicBezTo>
                  <a:pt x="249" y="278"/>
                  <a:pt x="249" y="286"/>
                  <a:pt x="247" y="293"/>
                </a:cubicBezTo>
                <a:lnTo>
                  <a:pt x="247" y="335"/>
                </a:lnTo>
                <a:cubicBezTo>
                  <a:pt x="276" y="347"/>
                  <a:pt x="299" y="369"/>
                  <a:pt x="314" y="396"/>
                </a:cubicBezTo>
                <a:cubicBezTo>
                  <a:pt x="328" y="369"/>
                  <a:pt x="351" y="348"/>
                  <a:pt x="379" y="336"/>
                </a:cubicBezTo>
                <a:close/>
                <a:moveTo>
                  <a:pt x="282" y="400"/>
                </a:moveTo>
                <a:lnTo>
                  <a:pt x="282" y="400"/>
                </a:lnTo>
                <a:cubicBezTo>
                  <a:pt x="280" y="397"/>
                  <a:pt x="278" y="394"/>
                  <a:pt x="275" y="391"/>
                </a:cubicBezTo>
                <a:cubicBezTo>
                  <a:pt x="275" y="390"/>
                  <a:pt x="274" y="390"/>
                  <a:pt x="274" y="390"/>
                </a:cubicBezTo>
                <a:cubicBezTo>
                  <a:pt x="272" y="387"/>
                  <a:pt x="270" y="385"/>
                  <a:pt x="267" y="382"/>
                </a:cubicBezTo>
                <a:cubicBezTo>
                  <a:pt x="267" y="382"/>
                  <a:pt x="266" y="382"/>
                  <a:pt x="266" y="381"/>
                </a:cubicBezTo>
                <a:cubicBezTo>
                  <a:pt x="263" y="379"/>
                  <a:pt x="261" y="377"/>
                  <a:pt x="258" y="375"/>
                </a:cubicBezTo>
                <a:cubicBezTo>
                  <a:pt x="257" y="374"/>
                  <a:pt x="257" y="374"/>
                  <a:pt x="257" y="374"/>
                </a:cubicBezTo>
                <a:cubicBezTo>
                  <a:pt x="247" y="367"/>
                  <a:pt x="237" y="362"/>
                  <a:pt x="225" y="359"/>
                </a:cubicBezTo>
                <a:cubicBezTo>
                  <a:pt x="223" y="358"/>
                  <a:pt x="220" y="357"/>
                  <a:pt x="218" y="357"/>
                </a:cubicBezTo>
                <a:cubicBezTo>
                  <a:pt x="217" y="356"/>
                  <a:pt x="215" y="356"/>
                  <a:pt x="214" y="356"/>
                </a:cubicBezTo>
                <a:cubicBezTo>
                  <a:pt x="212" y="356"/>
                  <a:pt x="210" y="355"/>
                  <a:pt x="208" y="355"/>
                </a:cubicBezTo>
                <a:cubicBezTo>
                  <a:pt x="207" y="355"/>
                  <a:pt x="206" y="355"/>
                  <a:pt x="205" y="355"/>
                </a:cubicBezTo>
                <a:cubicBezTo>
                  <a:pt x="202" y="354"/>
                  <a:pt x="199" y="354"/>
                  <a:pt x="195" y="354"/>
                </a:cubicBezTo>
                <a:lnTo>
                  <a:pt x="105" y="354"/>
                </a:lnTo>
                <a:cubicBezTo>
                  <a:pt x="47" y="354"/>
                  <a:pt x="0" y="401"/>
                  <a:pt x="0" y="460"/>
                </a:cubicBezTo>
                <a:lnTo>
                  <a:pt x="0" y="600"/>
                </a:lnTo>
                <a:lnTo>
                  <a:pt x="62" y="600"/>
                </a:lnTo>
                <a:lnTo>
                  <a:pt x="62" y="454"/>
                </a:lnTo>
                <a:lnTo>
                  <a:pt x="83" y="454"/>
                </a:lnTo>
                <a:lnTo>
                  <a:pt x="83" y="600"/>
                </a:lnTo>
                <a:lnTo>
                  <a:pt x="216" y="600"/>
                </a:lnTo>
                <a:lnTo>
                  <a:pt x="216" y="454"/>
                </a:lnTo>
                <a:lnTo>
                  <a:pt x="237" y="454"/>
                </a:lnTo>
                <a:lnTo>
                  <a:pt x="237" y="600"/>
                </a:lnTo>
                <a:lnTo>
                  <a:pt x="301" y="600"/>
                </a:lnTo>
                <a:lnTo>
                  <a:pt x="301" y="460"/>
                </a:lnTo>
                <a:cubicBezTo>
                  <a:pt x="301" y="438"/>
                  <a:pt x="294" y="417"/>
                  <a:pt x="282" y="400"/>
                </a:cubicBezTo>
                <a:cubicBezTo>
                  <a:pt x="282" y="400"/>
                  <a:pt x="282" y="400"/>
                  <a:pt x="282" y="400"/>
                </a:cubicBezTo>
                <a:close/>
                <a:moveTo>
                  <a:pt x="523" y="354"/>
                </a:moveTo>
                <a:lnTo>
                  <a:pt x="523" y="354"/>
                </a:lnTo>
                <a:lnTo>
                  <a:pt x="433" y="354"/>
                </a:lnTo>
                <a:cubicBezTo>
                  <a:pt x="429" y="354"/>
                  <a:pt x="426" y="354"/>
                  <a:pt x="423" y="355"/>
                </a:cubicBezTo>
                <a:cubicBezTo>
                  <a:pt x="422" y="355"/>
                  <a:pt x="421" y="355"/>
                  <a:pt x="420" y="355"/>
                </a:cubicBezTo>
                <a:cubicBezTo>
                  <a:pt x="418" y="355"/>
                  <a:pt x="415" y="356"/>
                  <a:pt x="413" y="356"/>
                </a:cubicBezTo>
                <a:cubicBezTo>
                  <a:pt x="412" y="356"/>
                  <a:pt x="411" y="356"/>
                  <a:pt x="410" y="357"/>
                </a:cubicBezTo>
                <a:cubicBezTo>
                  <a:pt x="408" y="357"/>
                  <a:pt x="405" y="358"/>
                  <a:pt x="403" y="358"/>
                </a:cubicBezTo>
                <a:cubicBezTo>
                  <a:pt x="387" y="363"/>
                  <a:pt x="373" y="371"/>
                  <a:pt x="361" y="382"/>
                </a:cubicBezTo>
                <a:cubicBezTo>
                  <a:pt x="361" y="382"/>
                  <a:pt x="361" y="383"/>
                  <a:pt x="361" y="383"/>
                </a:cubicBezTo>
                <a:cubicBezTo>
                  <a:pt x="358" y="385"/>
                  <a:pt x="356" y="388"/>
                  <a:pt x="353" y="390"/>
                </a:cubicBezTo>
                <a:cubicBezTo>
                  <a:pt x="353" y="391"/>
                  <a:pt x="353" y="391"/>
                  <a:pt x="353" y="391"/>
                </a:cubicBezTo>
                <a:cubicBezTo>
                  <a:pt x="337" y="410"/>
                  <a:pt x="327" y="433"/>
                  <a:pt x="327" y="460"/>
                </a:cubicBezTo>
                <a:lnTo>
                  <a:pt x="327" y="600"/>
                </a:lnTo>
                <a:lnTo>
                  <a:pt x="389" y="600"/>
                </a:lnTo>
                <a:lnTo>
                  <a:pt x="389" y="454"/>
                </a:lnTo>
                <a:lnTo>
                  <a:pt x="410" y="454"/>
                </a:lnTo>
                <a:lnTo>
                  <a:pt x="410" y="600"/>
                </a:lnTo>
                <a:lnTo>
                  <a:pt x="543" y="600"/>
                </a:lnTo>
                <a:lnTo>
                  <a:pt x="543" y="454"/>
                </a:lnTo>
                <a:lnTo>
                  <a:pt x="564" y="454"/>
                </a:lnTo>
                <a:lnTo>
                  <a:pt x="564" y="600"/>
                </a:lnTo>
                <a:lnTo>
                  <a:pt x="628" y="600"/>
                </a:lnTo>
                <a:lnTo>
                  <a:pt x="628" y="460"/>
                </a:lnTo>
                <a:cubicBezTo>
                  <a:pt x="628" y="401"/>
                  <a:pt x="581" y="354"/>
                  <a:pt x="523" y="354"/>
                </a:cubicBezTo>
                <a:close/>
                <a:moveTo>
                  <a:pt x="150" y="340"/>
                </a:moveTo>
                <a:lnTo>
                  <a:pt x="150" y="340"/>
                </a:lnTo>
                <a:cubicBezTo>
                  <a:pt x="159" y="340"/>
                  <a:pt x="167" y="338"/>
                  <a:pt x="175" y="335"/>
                </a:cubicBezTo>
                <a:cubicBezTo>
                  <a:pt x="175" y="335"/>
                  <a:pt x="175" y="335"/>
                  <a:pt x="176" y="335"/>
                </a:cubicBezTo>
                <a:cubicBezTo>
                  <a:pt x="179" y="334"/>
                  <a:pt x="183" y="332"/>
                  <a:pt x="186" y="330"/>
                </a:cubicBezTo>
                <a:cubicBezTo>
                  <a:pt x="186" y="330"/>
                  <a:pt x="186" y="330"/>
                  <a:pt x="186" y="330"/>
                </a:cubicBezTo>
                <a:cubicBezTo>
                  <a:pt x="190" y="328"/>
                  <a:pt x="193" y="326"/>
                  <a:pt x="196" y="323"/>
                </a:cubicBezTo>
                <a:cubicBezTo>
                  <a:pt x="196" y="323"/>
                  <a:pt x="196" y="323"/>
                  <a:pt x="196" y="323"/>
                </a:cubicBezTo>
                <a:cubicBezTo>
                  <a:pt x="202" y="318"/>
                  <a:pt x="206" y="312"/>
                  <a:pt x="210" y="306"/>
                </a:cubicBezTo>
                <a:cubicBezTo>
                  <a:pt x="211" y="305"/>
                  <a:pt x="211" y="305"/>
                  <a:pt x="211" y="305"/>
                </a:cubicBezTo>
                <a:cubicBezTo>
                  <a:pt x="213" y="302"/>
                  <a:pt x="214" y="298"/>
                  <a:pt x="216" y="295"/>
                </a:cubicBezTo>
                <a:cubicBezTo>
                  <a:pt x="216" y="295"/>
                  <a:pt x="216" y="294"/>
                  <a:pt x="216" y="293"/>
                </a:cubicBezTo>
                <a:cubicBezTo>
                  <a:pt x="217" y="290"/>
                  <a:pt x="218" y="287"/>
                  <a:pt x="219" y="283"/>
                </a:cubicBezTo>
                <a:cubicBezTo>
                  <a:pt x="219" y="283"/>
                  <a:pt x="219" y="282"/>
                  <a:pt x="219" y="282"/>
                </a:cubicBezTo>
                <a:cubicBezTo>
                  <a:pt x="220" y="278"/>
                  <a:pt x="220" y="274"/>
                  <a:pt x="220" y="270"/>
                </a:cubicBezTo>
                <a:cubicBezTo>
                  <a:pt x="220" y="267"/>
                  <a:pt x="220" y="264"/>
                  <a:pt x="220" y="261"/>
                </a:cubicBezTo>
                <a:cubicBezTo>
                  <a:pt x="219" y="260"/>
                  <a:pt x="219" y="259"/>
                  <a:pt x="219" y="258"/>
                </a:cubicBezTo>
                <a:cubicBezTo>
                  <a:pt x="219" y="255"/>
                  <a:pt x="218" y="253"/>
                  <a:pt x="217" y="250"/>
                </a:cubicBezTo>
                <a:cubicBezTo>
                  <a:pt x="217" y="250"/>
                  <a:pt x="217" y="250"/>
                  <a:pt x="217" y="249"/>
                </a:cubicBezTo>
                <a:cubicBezTo>
                  <a:pt x="216" y="247"/>
                  <a:pt x="215" y="244"/>
                  <a:pt x="214" y="241"/>
                </a:cubicBezTo>
                <a:cubicBezTo>
                  <a:pt x="214" y="240"/>
                  <a:pt x="213" y="240"/>
                  <a:pt x="213" y="239"/>
                </a:cubicBezTo>
                <a:cubicBezTo>
                  <a:pt x="212" y="237"/>
                  <a:pt x="210" y="234"/>
                  <a:pt x="209" y="231"/>
                </a:cubicBezTo>
                <a:lnTo>
                  <a:pt x="208" y="231"/>
                </a:lnTo>
                <a:cubicBezTo>
                  <a:pt x="207" y="229"/>
                  <a:pt x="205" y="226"/>
                  <a:pt x="203" y="224"/>
                </a:cubicBezTo>
                <a:cubicBezTo>
                  <a:pt x="203" y="224"/>
                  <a:pt x="202" y="223"/>
                  <a:pt x="202" y="223"/>
                </a:cubicBezTo>
                <a:cubicBezTo>
                  <a:pt x="200" y="221"/>
                  <a:pt x="198" y="219"/>
                  <a:pt x="195" y="217"/>
                </a:cubicBezTo>
                <a:cubicBezTo>
                  <a:pt x="195" y="217"/>
                  <a:pt x="195" y="217"/>
                  <a:pt x="195" y="217"/>
                </a:cubicBezTo>
                <a:cubicBezTo>
                  <a:pt x="193" y="215"/>
                  <a:pt x="190" y="213"/>
                  <a:pt x="188" y="211"/>
                </a:cubicBezTo>
                <a:cubicBezTo>
                  <a:pt x="187" y="211"/>
                  <a:pt x="187" y="211"/>
                  <a:pt x="186" y="210"/>
                </a:cubicBezTo>
                <a:cubicBezTo>
                  <a:pt x="184" y="209"/>
                  <a:pt x="181" y="208"/>
                  <a:pt x="179" y="206"/>
                </a:cubicBezTo>
                <a:cubicBezTo>
                  <a:pt x="179" y="206"/>
                  <a:pt x="178" y="206"/>
                  <a:pt x="178" y="206"/>
                </a:cubicBezTo>
                <a:cubicBezTo>
                  <a:pt x="170" y="202"/>
                  <a:pt x="160" y="200"/>
                  <a:pt x="150" y="200"/>
                </a:cubicBezTo>
                <a:cubicBezTo>
                  <a:pt x="112" y="200"/>
                  <a:pt x="81" y="232"/>
                  <a:pt x="81" y="270"/>
                </a:cubicBezTo>
                <a:cubicBezTo>
                  <a:pt x="81" y="309"/>
                  <a:pt x="112" y="340"/>
                  <a:pt x="150" y="340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pPr>
              <a:defRPr/>
            </a:pPr>
            <a:endParaRPr lang="zh-CN" altLang="en-US" sz="2400" kern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9269" y="6406826"/>
            <a:ext cx="23058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" name="图片 9" descr="D:\360MoveData\Users\xiaoxiao\Desktop\图片2.png图片2"/>
          <p:cNvPicPr>
            <a:picLocks noChangeAspect="1"/>
          </p:cNvPicPr>
          <p:nvPr/>
        </p:nvPicPr>
        <p:blipFill rotWithShape="1">
          <a:blip r:embed="rId27"/>
          <a:srcRect/>
          <a:stretch>
            <a:fillRect/>
          </a:stretch>
        </p:blipFill>
        <p:spPr>
          <a:xfrm>
            <a:off x="9178290" y="68263"/>
            <a:ext cx="2353310" cy="863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734945" y="1489075"/>
            <a:ext cx="8862695" cy="463232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03985"/>
            <a:ext cx="12215495" cy="3681730"/>
          </a:xfrm>
          <a:prstGeom prst="rect">
            <a:avLst/>
          </a:prstGeom>
          <a:solidFill>
            <a:srgbClr val="961318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-299803" y="5529572"/>
            <a:ext cx="5256126" cy="1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7235677" y="5529572"/>
            <a:ext cx="5446002" cy="0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sp>
        <p:nvSpPr>
          <p:cNvPr id="2" name="Rectangle 9"/>
          <p:cNvSpPr/>
          <p:nvPr/>
        </p:nvSpPr>
        <p:spPr>
          <a:xfrm>
            <a:off x="-23495" y="3165800"/>
            <a:ext cx="12215443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72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rPr>
              <a:t>  感谢观看 </a:t>
            </a:r>
            <a:endParaRPr lang="zh-CN" altLang="en-US" sz="7200" b="1" i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61585" y="5344160"/>
            <a:ext cx="2418080" cy="384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 descr="D:\360MoveData\Users\xiaoxiao\Desktop\图片1.png图片1"/>
          <p:cNvPicPr>
            <a:picLocks noChangeAspect="1"/>
          </p:cNvPicPr>
          <p:nvPr/>
        </p:nvPicPr>
        <p:blipFill rotWithShape="1">
          <a:blip r:embed="rId1">
            <a:lum bright="70000" contrast="-70000"/>
          </a:blip>
          <a:srcRect/>
          <a:stretch>
            <a:fillRect/>
          </a:stretch>
        </p:blipFill>
        <p:spPr>
          <a:xfrm>
            <a:off x="4598988" y="1737995"/>
            <a:ext cx="2993390" cy="1101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3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4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5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6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7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8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9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10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11.xml><?xml version="1.0" encoding="utf-8"?>
<p:tagLst xmlns:p="http://schemas.openxmlformats.org/presentationml/2006/main">
  <p:tag name="KSO_WM_DIAGRAM_VIRTUALLY_FRAME" val="{&quot;height&quot;:265.94999999999993,&quot;left&quot;:46.759219805289646,&quot;top&quot;:209.96133858267723,&quot;width&quot;:856.0499927931354}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TABLE_ENDDRAG_ORIGIN_RECT" val="466*295"/>
  <p:tag name="TABLE_ENDDRAG_RECT" val="470*114*466*295"/>
</p:tagLst>
</file>

<file path=ppt/tags/tag14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15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16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17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18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19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0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1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2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3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4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5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6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7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8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29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30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31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32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33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34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35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425196850394}"/>
</p:tagLst>
</file>

<file path=ppt/tags/tag36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425196850394}"/>
</p:tagLst>
</file>

<file path=ppt/tags/tag37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425196850394}"/>
</p:tagLst>
</file>

<file path=ppt/tags/tag38.xml><?xml version="1.0" encoding="utf-8"?>
<p:tagLst xmlns:p="http://schemas.openxmlformats.org/presentationml/2006/main">
  <p:tag name="KSO_WM_DIAGRAM_VIRTUALLY_FRAME" val="{&quot;height&quot;:434.09952755905516,&quot;left&quot;:94.44535433070867,&quot;top&quot;:76.73732283464567,&quot;width&quot;:762.2546456692913}"/>
</p:tagLst>
</file>

<file path=ppt/tags/tag39.xml><?xml version="1.0" encoding="utf-8"?>
<p:tagLst xmlns:p="http://schemas.openxmlformats.org/presentationml/2006/main">
  <p:tag name="KSO_WPP_MARK_KEY" val="00dd180a-db4a-469a-b40a-450751c175c2"/>
  <p:tag name="COMMONDATA" val="eyJoZGlkIjoiZDk3OGIwOWUzZDQzMTYzNzEyZWFmZjBjYmIxOTViYz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2147</Words>
  <Application>WPS 演示</Application>
  <PresentationFormat>宽屏</PresentationFormat>
  <Paragraphs>235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阿里巴巴普惠体 B</vt:lpstr>
      <vt:lpstr>华文行楷</vt:lpstr>
      <vt:lpstr>Impact</vt:lpstr>
      <vt:lpstr>Calibri</vt:lpstr>
      <vt:lpstr>Arial Black</vt:lpstr>
      <vt:lpstr>Inter</vt:lpstr>
      <vt:lpstr>NumberOnly</vt:lpstr>
      <vt:lpstr>阿里巴巴普惠体 R</vt:lpstr>
      <vt:lpstr>阿里巴巴普惠体 M</vt:lpstr>
      <vt:lpstr>阿里巴巴普惠体 H</vt:lpstr>
      <vt:lpstr>黑体</vt:lpstr>
      <vt:lpstr>微软雅黑 Light</vt:lpstr>
      <vt:lpstr>仿宋</vt:lpstr>
      <vt:lpstr>Fira Code</vt:lpstr>
      <vt:lpstr>Yu Gothic UI Semibold</vt:lpstr>
      <vt:lpstr>Arial Unicode MS</vt:lpstr>
      <vt:lpstr>等线 Light</vt:lpstr>
      <vt:lpstr>等线</vt:lpstr>
      <vt:lpstr>Segoe UI Semibold</vt:lpstr>
      <vt:lpstr>Calibri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黄子豪</cp:lastModifiedBy>
  <cp:revision>57</cp:revision>
  <dcterms:created xsi:type="dcterms:W3CDTF">2020-08-06T01:38:00Z</dcterms:created>
  <dcterms:modified xsi:type="dcterms:W3CDTF">2026-01-10T03:29:06Z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DF30DC76119D49069AD2A935AB686A1F_13</vt:lpwstr>
  </property>
  <property fmtid="{D5CDD505-2E9C-101B-9397-08002B2CF9AE}" pid="3" name="KSOProductBuildVer">
    <vt:lpwstr>2052-12.1.0.23542</vt:lpwstr>
  </property>
</Properties>
</file>